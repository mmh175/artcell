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0" r:id="rId33"/>
    <p:sldId id="291" r:id="rId34"/>
    <p:sldId id="289" r:id="rId35"/>
    <p:sldId id="292" r:id="rId36"/>
    <p:sldId id="293" r:id="rId37"/>
    <p:sldId id="294" r:id="rId38"/>
    <p:sldId id="288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27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3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B9235-B41C-4530-92C0-E3DF6830249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2D0F6-2248-4DBA-8521-C73E091E93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9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92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8006-57C1-9A6E-F1B2-EA30B628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7799D-0C24-96D5-2AF3-7F8E39576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BBD7D-C042-0376-DFB9-BFFCC9EDD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EBE22-77E9-BA25-2C4B-739B9A064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64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4E95-1DBD-2132-F7D6-706660446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997AA-5DFB-22F7-42DF-4E3A14EF7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8320C-88CC-D919-9868-F7F6C710B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BAED0-131C-BB93-A181-A42F0EFEF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88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971E8-E3AE-A2CB-A50B-35B4980A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B995C-2568-A284-EA50-13A8123E8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9B2C9-6104-95DD-1674-C55E8995E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B4D55-11E4-2B24-2204-39ED28982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40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06B7-1136-F0E0-19D6-948BC4982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FF47A-B602-4952-857C-9DB52BD78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A644A-79D9-6D63-10DC-21BCF82D9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0BCEA-D4AF-160B-0126-58E7BEFAB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71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7B16B-80B3-46AE-018D-4C988DD9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8BC4D-43E4-859A-6288-E4BE8A4A6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13652-225E-1FC2-4B33-A7203C47E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CB4A4-CB49-E636-513B-555083135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79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B4BBB-D315-8477-956A-9C0A1F944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E9008-5797-B781-F963-162D24C4B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851248-84A8-248D-4A56-A0AD963D9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EB76F-BEF5-1B80-D5D5-137B4A96B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10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936C-1D15-5810-84EF-073659C06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A9D6C-B394-B381-A8D1-AE5B147B4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77645-0598-D30E-24BE-58EAD44DE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8BE7D-C534-0D90-6589-2430228E6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508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207A-866C-E18F-A21E-9A412838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8F700-C4B1-F2E8-C60C-B42212455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5A18A-E468-01F4-2255-CC5959E86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9E3FE-8FFF-48E6-F8FD-156C77065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3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6D0E-07FA-6CD5-769A-9E55A732F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5F731-06B0-7DDC-EA7E-F724F9FE53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2D8EC-12AD-9EE3-8FEF-FD5C7505B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29D3E-05FF-3949-CFBD-56B9983DF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28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F9E86-89F0-47D9-A0BF-74A7FEA5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97C7F-BFF8-4CF8-FD2E-6A3CDB861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0691A4-6530-29E5-229E-F3B31D253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5F4F6-9135-EC7D-1580-FE21C908C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11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C425-E4F7-0979-B5B4-F2EEEEDB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98D9A-68A8-D571-B239-2D7152EDF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94A0E-D8F5-7841-4948-8B04A6C3A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86365-6734-C3D3-912D-D2A9D4B97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53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60408-68A9-0B1D-7606-9FFBD29F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E6668-245E-0277-5446-ED3DC8E93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F652F-E8ED-25ED-4DB9-7EDD3D159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8D744-CDC9-FD09-5EDB-4C2500EF6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11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84E31-8E72-A814-F37F-49C30852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2243F-49EA-06EF-BD1B-457B8D20A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66C37-5FBC-E473-48D5-FF3DD8D61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C85A4-965E-0010-997A-1CC332AB8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646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CF2E1-3CA7-A4EB-899D-B6CFFBC0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C0E6D-93EF-7C68-58A6-5BBC312A6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CFFA7A-3066-F900-4BB4-BE5E63121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7E29A-DC0D-2CF3-23F1-AC954BDAA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849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E56C-E900-D439-0782-9D40B91E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2A7DF-3AB3-BF3E-7C19-CFB891C3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411FC8-E090-93CD-9FBF-C4E79E2C6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72964-FB39-AEE7-8126-3293B4939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36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1F1DE-20E5-BAEE-C826-4EBA2C6B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9418D-4657-EC89-F3E1-332D781DB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0EC2A-C7C1-E1DD-F262-EB83A9E36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EA93A-94DE-EE46-D816-D617F31F4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36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0EF7-6320-BBEE-71E4-5BA8532E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ED401B-3796-16B8-5002-30E2631DA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54DB-CCEA-9091-8EEF-326A1EDAE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0E5FF-EF4A-3F6A-96BA-4699C6173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593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35DD-C8D1-9C3D-5C86-D8C99953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FD148-0BEF-A50C-DF21-349ABD7B3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7B0EF-2B44-1CBD-E44C-FA2F1AECE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A548A-F410-8DA3-9E55-0AE91B4C7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23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63C8E-5FE4-31FF-D114-6A03E6250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2579E-13DD-5694-2D48-73AC16BAA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2C27F-B4DC-B5FE-2545-02ECF9565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CE27-72E2-3A53-2A33-FF11EF5EA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98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04C97-7C7E-2649-4997-E93DC781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F1BFA-7B41-2690-136E-5E2F3D096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18CC2-ED9C-0678-B8FD-0788B36CF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4658-118F-46D1-C6B3-AAD1CCA7D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11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F83BB-BBEF-FAED-CF56-164912E7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BCEFE-BCAB-6C97-81FF-CB6314B02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AD967-493B-D2D8-DDB5-92A88D526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7DA30-DCFD-F159-F6B4-695AE664C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6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2E2CD-7B8D-EFCE-0192-D3226884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505BD-4239-6666-69DC-A14983A57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81BB2-2544-FB07-47DA-DA8AACA64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848A4-E7FF-0351-9722-10C9AF0EB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483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E310-6FDF-D8FF-0DAA-199EE66E3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EE2D3-8395-7DE1-BDCD-6CE223333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100D9-EF01-7FC1-EB49-1D45E3B7F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6FD9-765C-E38F-08A8-20560C050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3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3B2E4-E1A6-CC9D-B6B4-E5D3FDB1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AF9E5-D7FC-8EA7-F254-D11421A7F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B6995-5A6B-F0C5-A454-20287F257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9B71F-11CD-1A1F-59E4-5042AA97D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148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108CC-B937-F7C7-FA9C-09594B42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499CF-4DE8-7B1F-9132-49C67E204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A1146-D865-9173-12F9-423324E70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87768-03DD-2B5D-9632-3518DFB2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217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9D55-467F-5E4C-38B9-0112D828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78323-A667-DC6C-92D5-7A73B6CB1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21D8A-8B52-F41F-E2C2-D323D6507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Suppose you have some stock in Nasdaq and some in NYSE. The stock prices are correlated. For example, the stock price of oil (ExxonMobil (NYSE: XOM) ) and the stock price of airlines (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United Airlines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(NASDAQ: UAL));  An increase in oil prices may benefit ExxonMobil while increasing fuel costs for United Airlines, so they are anti-correlated. </a:t>
            </a:r>
            <a:endParaRPr lang="en-US" b="0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6866-72FB-C966-4419-15F50E071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48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7D4C-AF41-2112-DE7D-76DCE666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6E287-660E-FCC6-C922-6C18ABF5E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F74DE-BAFC-5B82-12AB-B3FD4387A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strategy might me if the oil price tends to go up, you immediately want to buy some oil stock and to sell some Airline stocks. </a:t>
            </a:r>
          </a:p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if you want to wait 200 microsec, the price may have already changed in an unfavorable way.  </a:t>
            </a:r>
          </a:p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want a strategy for </a:t>
            </a: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Tacit Coordination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Quantum Mechanics help you in this scenario?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2EA85-8306-55E6-8950-42BE90C1F4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184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97D4-395E-5D08-12ED-52252356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C4C6A-F708-D6A2-CC8D-E81FBF0B9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87FBAA-BD85-B4F0-CC9A-19A3E67D3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 fontAlgn="base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92860-08A3-C258-4B43-ECA57616E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522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98DF1-A197-C35F-EE50-A4882064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4B730-4B42-83E7-C55A-0D59314D7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7744A-1B54-650D-42DA-D2DD7B5EE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Payoff-matrix: Here, instead of Head=0, Tail=1, we say Indicator=0, no-indicator=1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DAE61-DCE5-7425-598F-1A9608A73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82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CA67A-C9E8-4E39-6862-DD3052E2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9D5E6-6F2A-7416-4F19-039418739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796A7-C387-C35E-60EB-9BF336A1B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0B22A-585E-C211-4250-ECEDACF69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30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181DF-9E27-8170-F0A1-A2B4610CA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863D0-971B-22DF-37C2-46D56FB14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D67C0-33D2-A970-E1CC-ECDDF66D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5DDB6-5920-1C3B-DBEF-6623D225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618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AE7B-0118-1F34-4D44-9FB32B47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AC0E1-1F51-0FA6-573E-DD6B52868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F8A49-E64F-1BA7-93FB-D41AB17DB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47C16-9170-7DB1-FB9A-DDF532343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053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BCA6E-3E75-304B-4C3D-B3F55421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30DE5-E6C4-5FC5-583F-0FEE8254B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7A0EBE-1DA0-61AA-3860-212F80DD0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9CC7-BD1E-4D2F-823D-74CEFAE00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973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A3FBD-1DFD-A52C-FD44-75BA09CF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DE475-7A41-6F04-9114-26AF96D12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31291-A454-2714-2A94-D28E51801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C08A3-F606-1C2B-8CBD-2FD3682AD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472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21DAB-7FBA-5828-35BB-19B51568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0627B1-AF6F-A5CE-B8FA-69047E3A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EF263-1855-A5A8-D05B-C6B17F72E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9FA50-F7CE-4E4C-F92B-83D15746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480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FEA6A-E9C2-0F1C-370C-03DEF1AA2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F810B-CBB9-46A0-4F59-FE74EFDBD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10DE4-CB19-26CB-7FF6-EB30851641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54701-BCE1-BDFA-F347-DC2D9A22B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217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1CF5D-12A6-6089-7C79-3D68606A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B936E7-C1E6-FB85-E083-1386AAFCA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DA6D7-3026-DF08-1F0F-87D3EB351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CE592-9CED-2564-A2B6-5A2C7973E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223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72DF-3212-2592-F483-DB58E24B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078CD-193B-B6F1-FD34-9BBCCE971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B7771-4675-0769-3EB7-7409BF463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E9A76-7FD8-5E11-7BA1-5D2FAC261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609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D3E1-D388-F5F3-F3EA-7D8642CF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21750-830B-391C-FAAA-AF8FDDB4A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0CAB7-CFAD-A20A-0BE4-919FCA3F2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E6C1-9661-F27B-7D15-6D2C421E5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94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93A8E-EEFB-C225-BE5D-FBF6263E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E752D-5C28-6F33-AF73-50A064005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3FA48-AB4D-BBCE-AE7A-A5401CFDD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82F1A-0749-5F3F-A5BE-2B26D8958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583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4636-F24D-6DCA-BD5A-794F7730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4CFB2-F45B-2E05-51FA-396AE7C08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311A2-F2F0-018D-E7AC-FB5BE04C8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789B2-84B1-3334-ED7C-A850D813C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765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2CE18-B0F4-E2E4-7957-C7700A1A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53D15-49ED-E0B7-197D-43790FC77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0EFDC-BB19-7D8D-D672-4C8B1C6ED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^4A_2: electron-electron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4E80A-E801-8FB3-87E9-E5D6B29E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2D0F6-2248-4DBA-8521-C73E091E930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1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2E89-6491-6F6B-E6F7-D7F990D1C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F189D-43F4-DB97-A1AA-1EA6BE47B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47C19-E0B7-523B-735C-5825CF9E5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EC91-FD81-E353-8A37-2F6A7DA5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7657B-884F-054D-2DCD-3B0A0A50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47C3F-7AAA-9272-9948-B655A9B2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9D9A6-5936-8740-4E65-DB99BA53E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FEB4F-E81D-6B43-24A9-7216FBF1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C0574-F7ED-F548-75C9-644AAD19F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4A054-1C95-9042-531B-300836D0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1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D4388-A592-31E9-A903-EC1A292E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8958B-6B4A-129F-FDEB-9FDF21D1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31981-2852-5E21-9E26-57DD49022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C6787-687E-3B3C-9DA5-A755D1EFA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35CB1-056C-8DF0-F7F4-66219D0C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F92C-31CE-A009-47CC-9606A026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C6C94-5A0F-436C-8881-63E182172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089C2-1D25-9948-D092-B91CE403A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A88E9-35E8-5560-EF2B-A08BBDF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7FAD9-BC24-3201-03F8-A5F8D3C8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455E9-D0E3-3D55-EDA8-72A3893C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1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4999-0E08-0086-9406-84BDE02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E9808-722A-7FE7-F946-D860D78BF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338B-9EA5-FAE7-A3EA-13A467FD1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34140-0B01-4614-2AAF-B435484990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C6D02F-35BE-7AA9-1269-AAA4F61932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17070-BD5D-B41F-D873-9D6A3028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C4C50-D04B-2039-DE9F-3D4855F5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F34A9D-0713-9974-5BF8-2815BDC0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08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43B1-E82B-4C97-96B8-71364437C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6780E-7B09-A830-712E-AD663C97F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8E5CB-5720-6BB6-042C-183669DD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D76FE-48C1-35DE-F5C0-6C6913EA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86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EB8CD-C127-F64F-DBB3-168EFE72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C74DC-0F13-0F8E-88BB-439D81E5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CD1A3-17D8-070A-7097-EDB11311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9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2B30-001A-F0DD-19F0-BC5792B89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60157-C0F6-37F2-CFCC-4D39AB128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F0F81-82A5-B242-B780-099BCD8CF1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B3EEA-D0D7-80DF-4CC2-6EDDA26F8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CE168-0077-40EC-BB5F-E68FB14E5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61ABC-E3AB-DAB6-2BE6-DC07E916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5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9699-2AC6-B472-F4EA-0B343EAB2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77B90-FC71-E968-3291-EE1ECFA25F1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34CEB-504E-7DCA-6AFB-73B3F2AAB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1F266-C935-3802-A4A0-2B6A8027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3204B-E81F-9428-FE98-40657370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AF0A6-35AA-DE09-0B46-4CD17DC9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9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06FA-1DAC-FA86-CE71-B5B8BB36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D0397-D8D2-2872-9875-36E42DD70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A4F16-61E6-53DE-2138-357770B6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E486-CA73-2515-308F-143F7327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63192-E540-B387-B514-9D8CAF19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95192-ED2D-BE64-E070-B1DCB20CF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55723-02D1-29C2-5C5C-AE9D31A3C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9A951-0DC6-D55B-E4AC-6F4EFA97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79262-1608-F80C-884C-7C13CF31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FEFDD-A62F-BF81-3246-31A04310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5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7AED8-22C9-78C9-5885-8AAE0105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E3B12-7B3F-666F-63FB-F0D457243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D1593-F58F-6717-7641-B0CD1FCF8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26825-8363-4DB6-A24B-58E271F36F7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9CA77-A23A-A1F2-24A2-0D4AEE6AE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06054-113C-EEA6-A73C-A219355DA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880A46-63A3-43DD-98FD-2F51C5CC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0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8827F974-4A64-09A3-362B-E47B14285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5405" y="23493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368998-DB85-AD01-4983-DD01600A4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6137" y="6360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99CA6128-898D-1C1C-6A79-34BB7B9EA3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7805" y="25017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24B2A8-CCE8-0DDC-8CA4-76704D7DE291}"/>
              </a:ext>
            </a:extLst>
          </p:cNvPr>
          <p:cNvSpPr txBox="1"/>
          <p:nvPr/>
        </p:nvSpPr>
        <p:spPr>
          <a:xfrm>
            <a:off x="2001123" y="353935"/>
            <a:ext cx="81897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Minion" pitchFamily="50" charset="0"/>
              </a:rPr>
              <a:t>Practical Quantum Communication:</a:t>
            </a:r>
          </a:p>
          <a:p>
            <a:pPr algn="ctr"/>
            <a:r>
              <a:rPr lang="en-US" sz="3200" dirty="0">
                <a:latin typeface="Minion" pitchFamily="50" charset="0"/>
              </a:rPr>
              <a:t>From Lab to Real-World 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5F5A1D-BB3B-9DDE-24FC-DD6DCDDF81D4}"/>
              </a:ext>
            </a:extLst>
          </p:cNvPr>
          <p:cNvSpPr txBox="1"/>
          <p:nvPr/>
        </p:nvSpPr>
        <p:spPr>
          <a:xfrm>
            <a:off x="3038352" y="5574880"/>
            <a:ext cx="6115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Minion Pro" panose="02040503050201020203" pitchFamily="18" charset="0"/>
              </a:rPr>
              <a:t>Md Mehdi Hassan</a:t>
            </a:r>
            <a:endParaRPr lang="en-US" sz="2400" b="1" dirty="0"/>
          </a:p>
          <a:p>
            <a:pPr algn="ctr"/>
            <a:r>
              <a:rPr lang="en-US" dirty="0">
                <a:latin typeface="Minion Pro" panose="02040503050201020203" pitchFamily="18" charset="0"/>
              </a:rPr>
              <a:t>Quantum Research Fellow</a:t>
            </a:r>
          </a:p>
          <a:p>
            <a:pPr algn="ctr"/>
            <a:r>
              <a:rPr lang="en-US" dirty="0">
                <a:latin typeface="Minion Pro" panose="02040503050201020203" pitchFamily="18" charset="0"/>
              </a:rPr>
              <a:t>Nasdaq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07B8B6-EC51-7FA0-2655-E62704B1EBAB}"/>
              </a:ext>
            </a:extLst>
          </p:cNvPr>
          <p:cNvSpPr txBox="1"/>
          <p:nvPr/>
        </p:nvSpPr>
        <p:spPr>
          <a:xfrm>
            <a:off x="9855773" y="6398136"/>
            <a:ext cx="1101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Fontin" pitchFamily="50" charset="0"/>
              </a:rPr>
              <a:t>October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E349F04-CCB7-D9CF-98F9-59BBEE04AC82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90535" y="4838242"/>
            <a:ext cx="3232316" cy="152407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AC7172-A4E3-BBE1-CA0B-8532F5953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715" y="1722361"/>
            <a:ext cx="6574492" cy="370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4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72C91E-17A4-970A-BB08-60F5E419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>
            <a:extLst>
              <a:ext uri="{FF2B5EF4-FFF2-40B4-BE49-F238E27FC236}">
                <a16:creationId xmlns:a16="http://schemas.microsoft.com/office/drawing/2014/main" id="{BF5E3533-B2FF-0465-011F-DE84E2D004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5405" y="23493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0996F3E3-3C4C-BB13-E851-30B958AB52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6137" y="63603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FF11DB99-3362-D0FB-0498-F5B4CE8B75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7805" y="250178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8507358-9492-16C4-0774-7C95A80A4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499" y="518576"/>
            <a:ext cx="4259607" cy="2397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532569-6335-AA6C-A1E4-276A488980D7}"/>
              </a:ext>
            </a:extLst>
          </p:cNvPr>
          <p:cNvSpPr txBox="1"/>
          <p:nvPr/>
        </p:nvSpPr>
        <p:spPr>
          <a:xfrm>
            <a:off x="121894" y="648448"/>
            <a:ext cx="2659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Minion" pitchFamily="50" charset="0"/>
              </a:rPr>
              <a:t>Outline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BAAA5-4FEF-F75D-667E-14DC61DED1C7}"/>
              </a:ext>
            </a:extLst>
          </p:cNvPr>
          <p:cNvSpPr txBox="1"/>
          <p:nvPr/>
        </p:nvSpPr>
        <p:spPr>
          <a:xfrm>
            <a:off x="424705" y="2361793"/>
            <a:ext cx="6331695" cy="1699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nion" pitchFamily="50" charset="0"/>
              </a:rPr>
              <a:t>Quantum Network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nion" pitchFamily="50" charset="0"/>
              </a:rPr>
              <a:t>Quantum Clock Synchronization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inion" pitchFamily="50" charset="0"/>
              </a:rPr>
              <a:t>Quantum in HFT</a:t>
            </a:r>
          </a:p>
        </p:txBody>
      </p:sp>
    </p:spTree>
    <p:extLst>
      <p:ext uri="{BB962C8B-B14F-4D97-AF65-F5344CB8AC3E}">
        <p14:creationId xmlns:p14="http://schemas.microsoft.com/office/powerpoint/2010/main" val="278291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4300D-8487-F944-7D9D-4A9E745E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8A84F-B66D-6237-FFC9-DA268F20FCF9}"/>
              </a:ext>
            </a:extLst>
          </p:cNvPr>
          <p:cNvSpPr txBox="1"/>
          <p:nvPr/>
        </p:nvSpPr>
        <p:spPr>
          <a:xfrm>
            <a:off x="4791113" y="1271880"/>
            <a:ext cx="2613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Proxima Soft Medium" panose="02000506030000020004" pitchFamily="2" charset="0"/>
              </a:rPr>
              <a:t>Classical Network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A188EE-258D-4D7C-F90E-974CCBAA9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918644" y="2279285"/>
            <a:ext cx="678858" cy="616419"/>
          </a:xfrm>
          <a:prstGeom prst="rect">
            <a:avLst/>
          </a:prstGeom>
        </p:spPr>
      </p:pic>
      <p:grpSp>
        <p:nvGrpSpPr>
          <p:cNvPr id="4" name="Graphic 27">
            <a:extLst>
              <a:ext uri="{FF2B5EF4-FFF2-40B4-BE49-F238E27FC236}">
                <a16:creationId xmlns:a16="http://schemas.microsoft.com/office/drawing/2014/main" id="{A31D3B51-C4C8-BD66-3C4E-711C15078DF4}"/>
              </a:ext>
            </a:extLst>
          </p:cNvPr>
          <p:cNvGrpSpPr/>
          <p:nvPr/>
        </p:nvGrpSpPr>
        <p:grpSpPr>
          <a:xfrm>
            <a:off x="7594500" y="2279285"/>
            <a:ext cx="678803" cy="616160"/>
            <a:chOff x="6183091" y="4017068"/>
            <a:chExt cx="678803" cy="61616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CBA0B83-0C04-84CA-9815-C324656BCD89}"/>
                </a:ext>
              </a:extLst>
            </p:cNvPr>
            <p:cNvSpPr/>
            <p:nvPr/>
          </p:nvSpPr>
          <p:spPr>
            <a:xfrm>
              <a:off x="6216121" y="4037666"/>
              <a:ext cx="622353" cy="585888"/>
            </a:xfrm>
            <a:custGeom>
              <a:avLst/>
              <a:gdLst>
                <a:gd name="csX0" fmla="*/ 354444 w 622353"/>
                <a:gd name="csY0" fmla="*/ 584872 h 585888"/>
                <a:gd name="csX1" fmla="*/ 367730 w 622353"/>
                <a:gd name="csY1" fmla="*/ 584877 h 585888"/>
                <a:gd name="csX2" fmla="*/ 360710 w 622353"/>
                <a:gd name="csY2" fmla="*/ 585369 h 585888"/>
                <a:gd name="csX3" fmla="*/ 354444 w 622353"/>
                <a:gd name="csY3" fmla="*/ 584872 h 585888"/>
                <a:gd name="csX4" fmla="*/ 73390 w 622353"/>
                <a:gd name="csY4" fmla="*/ 563859 h 585888"/>
                <a:gd name="csX5" fmla="*/ 70438 w 622353"/>
                <a:gd name="csY5" fmla="*/ 561790 h 585888"/>
                <a:gd name="csX6" fmla="*/ 70438 w 622353"/>
                <a:gd name="csY6" fmla="*/ 512383 h 585888"/>
                <a:gd name="csX7" fmla="*/ 70438 w 622353"/>
                <a:gd name="csY7" fmla="*/ 462976 h 585888"/>
                <a:gd name="csX8" fmla="*/ 121843 w 622353"/>
                <a:gd name="csY8" fmla="*/ 334442 h 585888"/>
                <a:gd name="csX9" fmla="*/ 173254 w 622353"/>
                <a:gd name="csY9" fmla="*/ 205907 h 585888"/>
                <a:gd name="csX10" fmla="*/ 309089 w 622353"/>
                <a:gd name="csY10" fmla="*/ 205907 h 585888"/>
                <a:gd name="csX11" fmla="*/ 444924 w 622353"/>
                <a:gd name="csY11" fmla="*/ 205907 h 585888"/>
                <a:gd name="csX12" fmla="*/ 448263 w 622353"/>
                <a:gd name="csY12" fmla="*/ 208895 h 585888"/>
                <a:gd name="csX13" fmla="*/ 470386 w 622353"/>
                <a:gd name="csY13" fmla="*/ 258382 h 585888"/>
                <a:gd name="csX14" fmla="*/ 491539 w 622353"/>
                <a:gd name="csY14" fmla="*/ 307348 h 585888"/>
                <a:gd name="csX15" fmla="*/ 498378 w 622353"/>
                <a:gd name="csY15" fmla="*/ 310165 h 585888"/>
                <a:gd name="csX16" fmla="*/ 507235 w 622353"/>
                <a:gd name="csY16" fmla="*/ 321487 h 585888"/>
                <a:gd name="csX17" fmla="*/ 511634 w 622353"/>
                <a:gd name="csY17" fmla="*/ 332458 h 585888"/>
                <a:gd name="csX18" fmla="*/ 508907 w 622353"/>
                <a:gd name="csY18" fmla="*/ 335360 h 585888"/>
                <a:gd name="csX19" fmla="*/ 506181 w 622353"/>
                <a:gd name="csY19" fmla="*/ 342395 h 585888"/>
                <a:gd name="csX20" fmla="*/ 529428 w 622353"/>
                <a:gd name="csY20" fmla="*/ 403737 h 585888"/>
                <a:gd name="csX21" fmla="*/ 552676 w 622353"/>
                <a:gd name="csY21" fmla="*/ 460947 h 585888"/>
                <a:gd name="csX22" fmla="*/ 552676 w 622353"/>
                <a:gd name="csY22" fmla="*/ 513437 h 585888"/>
                <a:gd name="csX23" fmla="*/ 552676 w 622353"/>
                <a:gd name="csY23" fmla="*/ 565928 h 585888"/>
                <a:gd name="csX24" fmla="*/ 314512 w 622353"/>
                <a:gd name="csY24" fmla="*/ 565928 h 585888"/>
                <a:gd name="csX25" fmla="*/ 73390 w 622353"/>
                <a:gd name="csY25" fmla="*/ 563859 h 585888"/>
                <a:gd name="csX26" fmla="*/ 337920 w 622353"/>
                <a:gd name="csY26" fmla="*/ 543258 h 585888"/>
                <a:gd name="csX27" fmla="*/ 451712 w 622353"/>
                <a:gd name="csY27" fmla="*/ 448620 h 585888"/>
                <a:gd name="csX28" fmla="*/ 433596 w 622353"/>
                <a:gd name="csY28" fmla="*/ 299249 h 585888"/>
                <a:gd name="csX29" fmla="*/ 333476 w 622353"/>
                <a:gd name="csY29" fmla="*/ 236340 h 585888"/>
                <a:gd name="csX30" fmla="*/ 280338 w 622353"/>
                <a:gd name="csY30" fmla="*/ 236330 h 585888"/>
                <a:gd name="csX31" fmla="*/ 167354 w 622353"/>
                <a:gd name="csY31" fmla="*/ 320568 h 585888"/>
                <a:gd name="csX32" fmla="*/ 165281 w 622353"/>
                <a:gd name="csY32" fmla="*/ 343690 h 585888"/>
                <a:gd name="csX33" fmla="*/ 165863 w 622353"/>
                <a:gd name="csY33" fmla="*/ 354591 h 585888"/>
                <a:gd name="csX34" fmla="*/ 163508 w 622353"/>
                <a:gd name="csY34" fmla="*/ 366988 h 585888"/>
                <a:gd name="csX35" fmla="*/ 160952 w 622353"/>
                <a:gd name="csY35" fmla="*/ 370638 h 585888"/>
                <a:gd name="csX36" fmla="*/ 150960 w 622353"/>
                <a:gd name="csY36" fmla="*/ 383547 h 585888"/>
                <a:gd name="csX37" fmla="*/ 155434 w 622353"/>
                <a:gd name="csY37" fmla="*/ 428325 h 585888"/>
                <a:gd name="csX38" fmla="*/ 275021 w 622353"/>
                <a:gd name="csY38" fmla="*/ 543172 h 585888"/>
                <a:gd name="csX39" fmla="*/ 337920 w 622353"/>
                <a:gd name="csY39" fmla="*/ 543258 h 585888"/>
                <a:gd name="csX40" fmla="*/ 155289 w 622353"/>
                <a:gd name="csY40" fmla="*/ 537890 h 585888"/>
                <a:gd name="csX41" fmla="*/ 160802 w 622353"/>
                <a:gd name="csY41" fmla="*/ 533989 h 585888"/>
                <a:gd name="csX42" fmla="*/ 159195 w 622353"/>
                <a:gd name="csY42" fmla="*/ 520808 h 585888"/>
                <a:gd name="csX43" fmla="*/ 123079 w 622353"/>
                <a:gd name="csY43" fmla="*/ 518102 h 585888"/>
                <a:gd name="csX44" fmla="*/ 86796 w 622353"/>
                <a:gd name="csY44" fmla="*/ 520989 h 585888"/>
                <a:gd name="csX45" fmla="*/ 89568 w 622353"/>
                <a:gd name="csY45" fmla="*/ 537458 h 585888"/>
                <a:gd name="csX46" fmla="*/ 155289 w 622353"/>
                <a:gd name="csY46" fmla="*/ 537890 h 585888"/>
                <a:gd name="csX47" fmla="*/ 214181 w 622353"/>
                <a:gd name="csY47" fmla="*/ 173757 h 585888"/>
                <a:gd name="csX48" fmla="*/ 212584 w 622353"/>
                <a:gd name="csY48" fmla="*/ 126594 h 585888"/>
                <a:gd name="csX49" fmla="*/ 212584 w 622353"/>
                <a:gd name="csY49" fmla="*/ 81028 h 585888"/>
                <a:gd name="csX50" fmla="*/ 225207 w 622353"/>
                <a:gd name="csY50" fmla="*/ 81028 h 585888"/>
                <a:gd name="csX51" fmla="*/ 237825 w 622353"/>
                <a:gd name="csY51" fmla="*/ 81028 h 585888"/>
                <a:gd name="csX52" fmla="*/ 237825 w 622353"/>
                <a:gd name="csY52" fmla="*/ 107083 h 585888"/>
                <a:gd name="csX53" fmla="*/ 240637 w 622353"/>
                <a:gd name="csY53" fmla="*/ 138148 h 585888"/>
                <a:gd name="csX54" fmla="*/ 248460 w 622353"/>
                <a:gd name="csY54" fmla="*/ 145966 h 585888"/>
                <a:gd name="csX55" fmla="*/ 307085 w 622353"/>
                <a:gd name="csY55" fmla="*/ 148778 h 585888"/>
                <a:gd name="csX56" fmla="*/ 365360 w 622353"/>
                <a:gd name="csY56" fmla="*/ 145936 h 585888"/>
                <a:gd name="csX57" fmla="*/ 371747 w 622353"/>
                <a:gd name="csY57" fmla="*/ 140629 h 585888"/>
                <a:gd name="csX58" fmla="*/ 375502 w 622353"/>
                <a:gd name="csY58" fmla="*/ 138153 h 585888"/>
                <a:gd name="csX59" fmla="*/ 381402 w 622353"/>
                <a:gd name="csY59" fmla="*/ 134272 h 585888"/>
                <a:gd name="csX60" fmla="*/ 385289 w 622353"/>
                <a:gd name="csY60" fmla="*/ 130385 h 585888"/>
                <a:gd name="csX61" fmla="*/ 385289 w 622353"/>
                <a:gd name="csY61" fmla="*/ 105707 h 585888"/>
                <a:gd name="csX62" fmla="*/ 385289 w 622353"/>
                <a:gd name="csY62" fmla="*/ 81028 h 585888"/>
                <a:gd name="csX63" fmla="*/ 397906 w 622353"/>
                <a:gd name="csY63" fmla="*/ 81028 h 585888"/>
                <a:gd name="csX64" fmla="*/ 410529 w 622353"/>
                <a:gd name="csY64" fmla="*/ 81028 h 585888"/>
                <a:gd name="csX65" fmla="*/ 410529 w 622353"/>
                <a:gd name="csY65" fmla="*/ 128191 h 585888"/>
                <a:gd name="csX66" fmla="*/ 410529 w 622353"/>
                <a:gd name="csY66" fmla="*/ 175349 h 585888"/>
                <a:gd name="csX67" fmla="*/ 313151 w 622353"/>
                <a:gd name="csY67" fmla="*/ 175349 h 585888"/>
                <a:gd name="csX68" fmla="*/ 214181 w 622353"/>
                <a:gd name="csY68" fmla="*/ 173757 h 585888"/>
                <a:gd name="csX69" fmla="*/ 544838 w 622353"/>
                <a:gd name="csY69" fmla="*/ 113520 h 585888"/>
                <a:gd name="csX70" fmla="*/ 464466 w 622353"/>
                <a:gd name="csY70" fmla="*/ 95358 h 585888"/>
                <a:gd name="csX71" fmla="*/ 446731 w 622353"/>
                <a:gd name="csY71" fmla="*/ 86346 h 585888"/>
                <a:gd name="csX72" fmla="*/ 441083 w 622353"/>
                <a:gd name="csY72" fmla="*/ 86341 h 585888"/>
                <a:gd name="csX73" fmla="*/ 441083 w 622353"/>
                <a:gd name="csY73" fmla="*/ 76027 h 585888"/>
                <a:gd name="csX74" fmla="*/ 430408 w 622353"/>
                <a:gd name="csY74" fmla="*/ 53463 h 585888"/>
                <a:gd name="csX75" fmla="*/ 393287 w 622353"/>
                <a:gd name="csY75" fmla="*/ 50475 h 585888"/>
                <a:gd name="csX76" fmla="*/ 349749 w 622353"/>
                <a:gd name="csY76" fmla="*/ 59774 h 585888"/>
                <a:gd name="csX77" fmla="*/ 346762 w 622353"/>
                <a:gd name="csY77" fmla="*/ 75244 h 585888"/>
                <a:gd name="csX78" fmla="*/ 346762 w 622353"/>
                <a:gd name="csY78" fmla="*/ 86341 h 585888"/>
                <a:gd name="csX79" fmla="*/ 306905 w 622353"/>
                <a:gd name="csY79" fmla="*/ 86341 h 585888"/>
                <a:gd name="csX80" fmla="*/ 267052 w 622353"/>
                <a:gd name="csY80" fmla="*/ 86341 h 585888"/>
                <a:gd name="csX81" fmla="*/ 267052 w 622353"/>
                <a:gd name="csY81" fmla="*/ 75244 h 585888"/>
                <a:gd name="csX82" fmla="*/ 264065 w 622353"/>
                <a:gd name="csY82" fmla="*/ 59774 h 585888"/>
                <a:gd name="csX83" fmla="*/ 220527 w 622353"/>
                <a:gd name="csY83" fmla="*/ 50475 h 585888"/>
                <a:gd name="csX84" fmla="*/ 183407 w 622353"/>
                <a:gd name="csY84" fmla="*/ 53463 h 585888"/>
                <a:gd name="csX85" fmla="*/ 172732 w 622353"/>
                <a:gd name="csY85" fmla="*/ 76027 h 585888"/>
                <a:gd name="csX86" fmla="*/ 172732 w 622353"/>
                <a:gd name="csY86" fmla="*/ 86341 h 585888"/>
                <a:gd name="csX87" fmla="*/ 167083 w 622353"/>
                <a:gd name="csY87" fmla="*/ 86346 h 585888"/>
                <a:gd name="csX88" fmla="*/ 148816 w 622353"/>
                <a:gd name="csY88" fmla="*/ 95610 h 585888"/>
                <a:gd name="csX89" fmla="*/ 73315 w 622353"/>
                <a:gd name="csY89" fmla="*/ 112837 h 585888"/>
                <a:gd name="csX90" fmla="*/ 529 w 622353"/>
                <a:gd name="csY90" fmla="*/ 125816 h 585888"/>
                <a:gd name="csX91" fmla="*/ 21613 w 622353"/>
                <a:gd name="csY91" fmla="*/ 42768 h 585888"/>
                <a:gd name="csX92" fmla="*/ 62464 w 622353"/>
                <a:gd name="csY92" fmla="*/ 29377 h 585888"/>
                <a:gd name="csX93" fmla="*/ 92686 w 622353"/>
                <a:gd name="csY93" fmla="*/ 20520 h 585888"/>
                <a:gd name="csX94" fmla="*/ 95679 w 622353"/>
                <a:gd name="csY94" fmla="*/ 14625 h 585888"/>
                <a:gd name="csX95" fmla="*/ 103316 w 622353"/>
                <a:gd name="csY95" fmla="*/ 10598 h 585888"/>
                <a:gd name="csX96" fmla="*/ 115803 w 622353"/>
                <a:gd name="csY96" fmla="*/ 8017 h 585888"/>
                <a:gd name="csX97" fmla="*/ 122094 w 622353"/>
                <a:gd name="csY97" fmla="*/ 10151 h 585888"/>
                <a:gd name="csX98" fmla="*/ 149188 w 622353"/>
                <a:gd name="csY98" fmla="*/ 12632 h 585888"/>
                <a:gd name="csX99" fmla="*/ 430458 w 622353"/>
                <a:gd name="csY99" fmla="*/ 7384 h 585888"/>
                <a:gd name="csX100" fmla="*/ 584730 w 622353"/>
                <a:gd name="csY100" fmla="*/ 37938 h 585888"/>
                <a:gd name="csX101" fmla="*/ 603474 w 622353"/>
                <a:gd name="csY101" fmla="*/ 55381 h 585888"/>
                <a:gd name="csX102" fmla="*/ 622810 w 622353"/>
                <a:gd name="csY102" fmla="*/ 127403 h 585888"/>
                <a:gd name="csX103" fmla="*/ 544838 w 622353"/>
                <a:gd name="csY103" fmla="*/ 113520 h 5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</a:cxnLst>
              <a:rect l="l" t="t" r="r" b="b"/>
              <a:pathLst>
                <a:path w="622353" h="585888">
                  <a:moveTo>
                    <a:pt x="354444" y="584872"/>
                  </a:moveTo>
                  <a:cubicBezTo>
                    <a:pt x="358305" y="584606"/>
                    <a:pt x="364285" y="584606"/>
                    <a:pt x="367730" y="584877"/>
                  </a:cubicBezTo>
                  <a:cubicBezTo>
                    <a:pt x="371174" y="585153"/>
                    <a:pt x="368016" y="585369"/>
                    <a:pt x="360710" y="585369"/>
                  </a:cubicBezTo>
                  <a:cubicBezTo>
                    <a:pt x="353405" y="585364"/>
                    <a:pt x="350583" y="585143"/>
                    <a:pt x="354444" y="584872"/>
                  </a:cubicBezTo>
                  <a:close/>
                  <a:moveTo>
                    <a:pt x="73390" y="563859"/>
                  </a:moveTo>
                  <a:lnTo>
                    <a:pt x="70438" y="561790"/>
                  </a:lnTo>
                  <a:lnTo>
                    <a:pt x="70438" y="512383"/>
                  </a:lnTo>
                  <a:lnTo>
                    <a:pt x="70438" y="462976"/>
                  </a:lnTo>
                  <a:lnTo>
                    <a:pt x="121843" y="334442"/>
                  </a:lnTo>
                  <a:lnTo>
                    <a:pt x="173254" y="205907"/>
                  </a:lnTo>
                  <a:lnTo>
                    <a:pt x="309089" y="205907"/>
                  </a:lnTo>
                  <a:lnTo>
                    <a:pt x="444924" y="205907"/>
                  </a:lnTo>
                  <a:lnTo>
                    <a:pt x="448263" y="208895"/>
                  </a:lnTo>
                  <a:cubicBezTo>
                    <a:pt x="450588" y="210973"/>
                    <a:pt x="457336" y="226067"/>
                    <a:pt x="470386" y="258382"/>
                  </a:cubicBezTo>
                  <a:cubicBezTo>
                    <a:pt x="480709" y="283955"/>
                    <a:pt x="490229" y="305987"/>
                    <a:pt x="491539" y="307348"/>
                  </a:cubicBezTo>
                  <a:cubicBezTo>
                    <a:pt x="492850" y="308704"/>
                    <a:pt x="495923" y="309969"/>
                    <a:pt x="498378" y="310165"/>
                  </a:cubicBezTo>
                  <a:cubicBezTo>
                    <a:pt x="502641" y="310501"/>
                    <a:pt x="503028" y="310998"/>
                    <a:pt x="507235" y="321487"/>
                  </a:cubicBezTo>
                  <a:lnTo>
                    <a:pt x="511634" y="332458"/>
                  </a:lnTo>
                  <a:lnTo>
                    <a:pt x="508907" y="335360"/>
                  </a:lnTo>
                  <a:cubicBezTo>
                    <a:pt x="507361" y="337002"/>
                    <a:pt x="506181" y="340055"/>
                    <a:pt x="506181" y="342395"/>
                  </a:cubicBezTo>
                  <a:cubicBezTo>
                    <a:pt x="506181" y="344684"/>
                    <a:pt x="516554" y="372049"/>
                    <a:pt x="529428" y="403737"/>
                  </a:cubicBezTo>
                  <a:lnTo>
                    <a:pt x="552676" y="460947"/>
                  </a:lnTo>
                  <a:lnTo>
                    <a:pt x="552676" y="513437"/>
                  </a:lnTo>
                  <a:lnTo>
                    <a:pt x="552676" y="565928"/>
                  </a:lnTo>
                  <a:lnTo>
                    <a:pt x="314512" y="565928"/>
                  </a:lnTo>
                  <a:cubicBezTo>
                    <a:pt x="101096" y="565928"/>
                    <a:pt x="76036" y="565712"/>
                    <a:pt x="73390" y="563859"/>
                  </a:cubicBezTo>
                  <a:close/>
                  <a:moveTo>
                    <a:pt x="337920" y="543258"/>
                  </a:moveTo>
                  <a:cubicBezTo>
                    <a:pt x="388743" y="532939"/>
                    <a:pt x="432682" y="496391"/>
                    <a:pt x="451712" y="448620"/>
                  </a:cubicBezTo>
                  <a:cubicBezTo>
                    <a:pt x="471596" y="398701"/>
                    <a:pt x="464852" y="343058"/>
                    <a:pt x="433596" y="299249"/>
                  </a:cubicBezTo>
                  <a:cubicBezTo>
                    <a:pt x="410509" y="266878"/>
                    <a:pt x="373153" y="243410"/>
                    <a:pt x="333476" y="236340"/>
                  </a:cubicBezTo>
                  <a:cubicBezTo>
                    <a:pt x="320703" y="234065"/>
                    <a:pt x="293157" y="234060"/>
                    <a:pt x="280338" y="236330"/>
                  </a:cubicBezTo>
                  <a:cubicBezTo>
                    <a:pt x="231147" y="245041"/>
                    <a:pt x="189442" y="276137"/>
                    <a:pt x="167354" y="320568"/>
                  </a:cubicBezTo>
                  <a:cubicBezTo>
                    <a:pt x="160008" y="335345"/>
                    <a:pt x="159642" y="339433"/>
                    <a:pt x="165281" y="343690"/>
                  </a:cubicBezTo>
                  <a:cubicBezTo>
                    <a:pt x="168127" y="345834"/>
                    <a:pt x="168133" y="345900"/>
                    <a:pt x="165863" y="354591"/>
                  </a:cubicBezTo>
                  <a:cubicBezTo>
                    <a:pt x="164608" y="359401"/>
                    <a:pt x="163548" y="364975"/>
                    <a:pt x="163508" y="366988"/>
                  </a:cubicBezTo>
                  <a:cubicBezTo>
                    <a:pt x="163453" y="369639"/>
                    <a:pt x="162750" y="370638"/>
                    <a:pt x="160952" y="370638"/>
                  </a:cubicBezTo>
                  <a:cubicBezTo>
                    <a:pt x="155590" y="370638"/>
                    <a:pt x="151874" y="375438"/>
                    <a:pt x="150960" y="383547"/>
                  </a:cubicBezTo>
                  <a:cubicBezTo>
                    <a:pt x="149881" y="393153"/>
                    <a:pt x="152085" y="415246"/>
                    <a:pt x="155434" y="428325"/>
                  </a:cubicBezTo>
                  <a:cubicBezTo>
                    <a:pt x="170221" y="486143"/>
                    <a:pt x="216967" y="531036"/>
                    <a:pt x="275021" y="543172"/>
                  </a:cubicBezTo>
                  <a:cubicBezTo>
                    <a:pt x="292851" y="546898"/>
                    <a:pt x="319809" y="546938"/>
                    <a:pt x="337920" y="543258"/>
                  </a:cubicBezTo>
                  <a:close/>
                  <a:moveTo>
                    <a:pt x="155289" y="537890"/>
                  </a:moveTo>
                  <a:cubicBezTo>
                    <a:pt x="157603" y="537082"/>
                    <a:pt x="160084" y="535329"/>
                    <a:pt x="160802" y="533989"/>
                  </a:cubicBezTo>
                  <a:cubicBezTo>
                    <a:pt x="163041" y="529806"/>
                    <a:pt x="162298" y="523700"/>
                    <a:pt x="159195" y="520808"/>
                  </a:cubicBezTo>
                  <a:cubicBezTo>
                    <a:pt x="156428" y="518233"/>
                    <a:pt x="154661" y="518102"/>
                    <a:pt x="123079" y="518102"/>
                  </a:cubicBezTo>
                  <a:cubicBezTo>
                    <a:pt x="90813" y="518102"/>
                    <a:pt x="89784" y="518182"/>
                    <a:pt x="86796" y="520989"/>
                  </a:cubicBezTo>
                  <a:cubicBezTo>
                    <a:pt x="81464" y="526000"/>
                    <a:pt x="82900" y="534561"/>
                    <a:pt x="89568" y="537458"/>
                  </a:cubicBezTo>
                  <a:cubicBezTo>
                    <a:pt x="94840" y="539758"/>
                    <a:pt x="148917" y="540109"/>
                    <a:pt x="155289" y="537890"/>
                  </a:cubicBezTo>
                  <a:close/>
                  <a:moveTo>
                    <a:pt x="214181" y="173757"/>
                  </a:moveTo>
                  <a:cubicBezTo>
                    <a:pt x="213001" y="172577"/>
                    <a:pt x="212584" y="160266"/>
                    <a:pt x="212584" y="126594"/>
                  </a:cubicBezTo>
                  <a:lnTo>
                    <a:pt x="212584" y="81028"/>
                  </a:lnTo>
                  <a:lnTo>
                    <a:pt x="225207" y="81028"/>
                  </a:lnTo>
                  <a:lnTo>
                    <a:pt x="237825" y="81028"/>
                  </a:lnTo>
                  <a:lnTo>
                    <a:pt x="237825" y="107083"/>
                  </a:lnTo>
                  <a:cubicBezTo>
                    <a:pt x="237825" y="131164"/>
                    <a:pt x="238041" y="133524"/>
                    <a:pt x="240637" y="138148"/>
                  </a:cubicBezTo>
                  <a:cubicBezTo>
                    <a:pt x="242188" y="140899"/>
                    <a:pt x="245703" y="144419"/>
                    <a:pt x="248460" y="145966"/>
                  </a:cubicBezTo>
                  <a:cubicBezTo>
                    <a:pt x="253330" y="148702"/>
                    <a:pt x="254927" y="148783"/>
                    <a:pt x="307085" y="148778"/>
                  </a:cubicBezTo>
                  <a:cubicBezTo>
                    <a:pt x="359480" y="148772"/>
                    <a:pt x="360816" y="148707"/>
                    <a:pt x="365360" y="145936"/>
                  </a:cubicBezTo>
                  <a:cubicBezTo>
                    <a:pt x="367916" y="144379"/>
                    <a:pt x="370793" y="141989"/>
                    <a:pt x="371747" y="140629"/>
                  </a:cubicBezTo>
                  <a:cubicBezTo>
                    <a:pt x="372701" y="139268"/>
                    <a:pt x="374393" y="138153"/>
                    <a:pt x="375502" y="138153"/>
                  </a:cubicBezTo>
                  <a:cubicBezTo>
                    <a:pt x="376612" y="138153"/>
                    <a:pt x="379268" y="136406"/>
                    <a:pt x="381402" y="134272"/>
                  </a:cubicBezTo>
                  <a:lnTo>
                    <a:pt x="385289" y="130385"/>
                  </a:lnTo>
                  <a:lnTo>
                    <a:pt x="385289" y="105707"/>
                  </a:lnTo>
                  <a:lnTo>
                    <a:pt x="385289" y="81028"/>
                  </a:lnTo>
                  <a:lnTo>
                    <a:pt x="397906" y="81028"/>
                  </a:lnTo>
                  <a:lnTo>
                    <a:pt x="410529" y="81028"/>
                  </a:lnTo>
                  <a:lnTo>
                    <a:pt x="410529" y="128191"/>
                  </a:lnTo>
                  <a:lnTo>
                    <a:pt x="410529" y="175349"/>
                  </a:lnTo>
                  <a:lnTo>
                    <a:pt x="313151" y="175349"/>
                  </a:lnTo>
                  <a:cubicBezTo>
                    <a:pt x="239186" y="175349"/>
                    <a:pt x="215391" y="174968"/>
                    <a:pt x="214181" y="173757"/>
                  </a:cubicBezTo>
                  <a:close/>
                  <a:moveTo>
                    <a:pt x="544838" y="113520"/>
                  </a:moveTo>
                  <a:cubicBezTo>
                    <a:pt x="471591" y="99601"/>
                    <a:pt x="467097" y="98587"/>
                    <a:pt x="464466" y="95358"/>
                  </a:cubicBezTo>
                  <a:cubicBezTo>
                    <a:pt x="460047" y="89941"/>
                    <a:pt x="452988" y="86351"/>
                    <a:pt x="446731" y="86346"/>
                  </a:cubicBezTo>
                  <a:lnTo>
                    <a:pt x="441083" y="86341"/>
                  </a:lnTo>
                  <a:lnTo>
                    <a:pt x="441083" y="76027"/>
                  </a:lnTo>
                  <a:cubicBezTo>
                    <a:pt x="441083" y="63013"/>
                    <a:pt x="438537" y="57630"/>
                    <a:pt x="430408" y="53463"/>
                  </a:cubicBezTo>
                  <a:cubicBezTo>
                    <a:pt x="424850" y="50611"/>
                    <a:pt x="423127" y="50475"/>
                    <a:pt x="393287" y="50475"/>
                  </a:cubicBezTo>
                  <a:cubicBezTo>
                    <a:pt x="358356" y="50475"/>
                    <a:pt x="355714" y="51038"/>
                    <a:pt x="349749" y="59774"/>
                  </a:cubicBezTo>
                  <a:cubicBezTo>
                    <a:pt x="347239" y="63450"/>
                    <a:pt x="346762" y="65925"/>
                    <a:pt x="346762" y="75244"/>
                  </a:cubicBezTo>
                  <a:lnTo>
                    <a:pt x="346762" y="86341"/>
                  </a:lnTo>
                  <a:lnTo>
                    <a:pt x="306905" y="86341"/>
                  </a:lnTo>
                  <a:lnTo>
                    <a:pt x="267052" y="86341"/>
                  </a:lnTo>
                  <a:lnTo>
                    <a:pt x="267052" y="75244"/>
                  </a:lnTo>
                  <a:cubicBezTo>
                    <a:pt x="267052" y="65925"/>
                    <a:pt x="266575" y="63450"/>
                    <a:pt x="264065" y="59774"/>
                  </a:cubicBezTo>
                  <a:cubicBezTo>
                    <a:pt x="258100" y="51038"/>
                    <a:pt x="255459" y="50475"/>
                    <a:pt x="220527" y="50475"/>
                  </a:cubicBezTo>
                  <a:cubicBezTo>
                    <a:pt x="190687" y="50475"/>
                    <a:pt x="188965" y="50611"/>
                    <a:pt x="183407" y="53463"/>
                  </a:cubicBezTo>
                  <a:cubicBezTo>
                    <a:pt x="175278" y="57630"/>
                    <a:pt x="172732" y="63013"/>
                    <a:pt x="172732" y="76027"/>
                  </a:cubicBezTo>
                  <a:lnTo>
                    <a:pt x="172732" y="86341"/>
                  </a:lnTo>
                  <a:lnTo>
                    <a:pt x="167083" y="86346"/>
                  </a:lnTo>
                  <a:cubicBezTo>
                    <a:pt x="160877" y="86351"/>
                    <a:pt x="154154" y="89765"/>
                    <a:pt x="148816" y="95610"/>
                  </a:cubicBezTo>
                  <a:cubicBezTo>
                    <a:pt x="145643" y="99089"/>
                    <a:pt x="142299" y="99852"/>
                    <a:pt x="73315" y="112837"/>
                  </a:cubicBezTo>
                  <a:cubicBezTo>
                    <a:pt x="33618" y="120308"/>
                    <a:pt x="866" y="126153"/>
                    <a:pt x="529" y="125816"/>
                  </a:cubicBezTo>
                  <a:cubicBezTo>
                    <a:pt x="-405" y="124877"/>
                    <a:pt x="19921" y="44806"/>
                    <a:pt x="21613" y="42768"/>
                  </a:cubicBezTo>
                  <a:cubicBezTo>
                    <a:pt x="25379" y="38229"/>
                    <a:pt x="36626" y="34543"/>
                    <a:pt x="62464" y="29377"/>
                  </a:cubicBezTo>
                  <a:cubicBezTo>
                    <a:pt x="86465" y="24576"/>
                    <a:pt x="90055" y="23527"/>
                    <a:pt x="92686" y="20520"/>
                  </a:cubicBezTo>
                  <a:cubicBezTo>
                    <a:pt x="94333" y="18647"/>
                    <a:pt x="95679" y="15991"/>
                    <a:pt x="95679" y="14625"/>
                  </a:cubicBezTo>
                  <a:cubicBezTo>
                    <a:pt x="95679" y="12657"/>
                    <a:pt x="97280" y="11813"/>
                    <a:pt x="103316" y="10598"/>
                  </a:cubicBezTo>
                  <a:cubicBezTo>
                    <a:pt x="107518" y="9749"/>
                    <a:pt x="113137" y="8590"/>
                    <a:pt x="115803" y="8017"/>
                  </a:cubicBezTo>
                  <a:cubicBezTo>
                    <a:pt x="120121" y="7088"/>
                    <a:pt x="120804" y="7319"/>
                    <a:pt x="122094" y="10151"/>
                  </a:cubicBezTo>
                  <a:cubicBezTo>
                    <a:pt x="124685" y="15830"/>
                    <a:pt x="128612" y="16191"/>
                    <a:pt x="149188" y="12632"/>
                  </a:cubicBezTo>
                  <a:cubicBezTo>
                    <a:pt x="238658" y="-2854"/>
                    <a:pt x="340039" y="-4741"/>
                    <a:pt x="430458" y="7384"/>
                  </a:cubicBezTo>
                  <a:cubicBezTo>
                    <a:pt x="474392" y="13279"/>
                    <a:pt x="575637" y="33328"/>
                    <a:pt x="584730" y="37938"/>
                  </a:cubicBezTo>
                  <a:cubicBezTo>
                    <a:pt x="593532" y="42396"/>
                    <a:pt x="599362" y="47819"/>
                    <a:pt x="603474" y="55381"/>
                  </a:cubicBezTo>
                  <a:cubicBezTo>
                    <a:pt x="606632" y="61180"/>
                    <a:pt x="623809" y="125168"/>
                    <a:pt x="622810" y="127403"/>
                  </a:cubicBezTo>
                  <a:cubicBezTo>
                    <a:pt x="622599" y="127875"/>
                    <a:pt x="587512" y="121629"/>
                    <a:pt x="544838" y="113520"/>
                  </a:cubicBezTo>
                  <a:close/>
                </a:path>
              </a:pathLst>
            </a:custGeom>
            <a:solidFill>
              <a:srgbClr val="5599FF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48D7AA2-9C71-D7CE-C7B4-9C205E6C4139}"/>
                </a:ext>
              </a:extLst>
            </p:cNvPr>
            <p:cNvSpPr/>
            <p:nvPr/>
          </p:nvSpPr>
          <p:spPr>
            <a:xfrm>
              <a:off x="6206351" y="4037008"/>
              <a:ext cx="631665" cy="585602"/>
            </a:xfrm>
            <a:custGeom>
              <a:avLst/>
              <a:gdLst>
                <a:gd name="csX0" fmla="*/ 355836 w 631665"/>
                <a:gd name="csY0" fmla="*/ 580816 h 585602"/>
                <a:gd name="csX1" fmla="*/ 353155 w 631665"/>
                <a:gd name="csY1" fmla="*/ 576548 h 585602"/>
                <a:gd name="csX2" fmla="*/ 215683 w 631665"/>
                <a:gd name="csY2" fmla="*/ 575885 h 585602"/>
                <a:gd name="csX3" fmla="*/ 71724 w 631665"/>
                <a:gd name="csY3" fmla="*/ 569835 h 585602"/>
                <a:gd name="csX4" fmla="*/ 70906 w 631665"/>
                <a:gd name="csY4" fmla="*/ 514769 h 585602"/>
                <a:gd name="csX5" fmla="*/ 70906 w 631665"/>
                <a:gd name="csY5" fmla="*/ 461842 h 585602"/>
                <a:gd name="csX6" fmla="*/ 121463 w 631665"/>
                <a:gd name="csY6" fmla="*/ 337194 h 585602"/>
                <a:gd name="csX7" fmla="*/ 180576 w 631665"/>
                <a:gd name="csY7" fmla="*/ 206566 h 585602"/>
                <a:gd name="csX8" fmla="*/ 182499 w 631665"/>
                <a:gd name="csY8" fmla="*/ 207229 h 585602"/>
                <a:gd name="csX9" fmla="*/ 131349 w 631665"/>
                <a:gd name="csY9" fmla="*/ 335758 h 585602"/>
                <a:gd name="csX10" fmla="*/ 80205 w 631665"/>
                <a:gd name="csY10" fmla="*/ 463614 h 585602"/>
                <a:gd name="csX11" fmla="*/ 80205 w 631665"/>
                <a:gd name="csY11" fmla="*/ 513031 h 585602"/>
                <a:gd name="csX12" fmla="*/ 80205 w 631665"/>
                <a:gd name="csY12" fmla="*/ 562449 h 585602"/>
                <a:gd name="csX13" fmla="*/ 83157 w 631665"/>
                <a:gd name="csY13" fmla="*/ 564517 h 585602"/>
                <a:gd name="csX14" fmla="*/ 324279 w 631665"/>
                <a:gd name="csY14" fmla="*/ 566586 h 585602"/>
                <a:gd name="csX15" fmla="*/ 562443 w 631665"/>
                <a:gd name="csY15" fmla="*/ 567339 h 585602"/>
                <a:gd name="csX16" fmla="*/ 557502 w 631665"/>
                <a:gd name="csY16" fmla="*/ 574068 h 585602"/>
                <a:gd name="csX17" fmla="*/ 471471 w 631665"/>
                <a:gd name="csY17" fmla="*/ 575885 h 585602"/>
                <a:gd name="csX18" fmla="*/ 387800 w 631665"/>
                <a:gd name="csY18" fmla="*/ 576548 h 585602"/>
                <a:gd name="csX19" fmla="*/ 385119 w 631665"/>
                <a:gd name="csY19" fmla="*/ 580816 h 585602"/>
                <a:gd name="csX20" fmla="*/ 382433 w 631665"/>
                <a:gd name="csY20" fmla="*/ 585084 h 585602"/>
                <a:gd name="csX21" fmla="*/ 370477 w 631665"/>
                <a:gd name="csY21" fmla="*/ 585084 h 585602"/>
                <a:gd name="csX22" fmla="*/ 358522 w 631665"/>
                <a:gd name="csY22" fmla="*/ 585084 h 585602"/>
                <a:gd name="csX23" fmla="*/ 117807 w 631665"/>
                <a:gd name="csY23" fmla="*/ 539026 h 585602"/>
                <a:gd name="csX24" fmla="*/ 148361 w 631665"/>
                <a:gd name="csY24" fmla="*/ 539026 h 585602"/>
                <a:gd name="csX25" fmla="*/ 132680 w 631665"/>
                <a:gd name="csY25" fmla="*/ 539447 h 585602"/>
                <a:gd name="csX26" fmla="*/ 117807 w 631665"/>
                <a:gd name="csY26" fmla="*/ 539020 h 585602"/>
                <a:gd name="csX27" fmla="*/ 205621 w 631665"/>
                <a:gd name="csY27" fmla="*/ 501157 h 585602"/>
                <a:gd name="csX28" fmla="*/ 203090 w 631665"/>
                <a:gd name="csY28" fmla="*/ 498169 h 585602"/>
                <a:gd name="csX29" fmla="*/ 206078 w 631665"/>
                <a:gd name="csY29" fmla="*/ 500700 h 585602"/>
                <a:gd name="csX30" fmla="*/ 208608 w 631665"/>
                <a:gd name="csY30" fmla="*/ 504144 h 585602"/>
                <a:gd name="csX31" fmla="*/ 205621 w 631665"/>
                <a:gd name="csY31" fmla="*/ 501157 h 585602"/>
                <a:gd name="csX32" fmla="*/ 426277 w 631665"/>
                <a:gd name="csY32" fmla="*/ 501488 h 585602"/>
                <a:gd name="csX33" fmla="*/ 429344 w 631665"/>
                <a:gd name="csY33" fmla="*/ 498832 h 585602"/>
                <a:gd name="csX34" fmla="*/ 427602 w 631665"/>
                <a:gd name="csY34" fmla="*/ 501488 h 585602"/>
                <a:gd name="csX35" fmla="*/ 424534 w 631665"/>
                <a:gd name="csY35" fmla="*/ 504144 h 585602"/>
                <a:gd name="csX36" fmla="*/ 426277 w 631665"/>
                <a:gd name="csY36" fmla="*/ 501488 h 585602"/>
                <a:gd name="csX37" fmla="*/ 160120 w 631665"/>
                <a:gd name="csY37" fmla="*/ 395212 h 585602"/>
                <a:gd name="csX38" fmla="*/ 160793 w 631665"/>
                <a:gd name="csY38" fmla="*/ 393550 h 585602"/>
                <a:gd name="csX39" fmla="*/ 160793 w 631665"/>
                <a:gd name="csY39" fmla="*/ 396869 h 585602"/>
                <a:gd name="csX40" fmla="*/ 160120 w 631665"/>
                <a:gd name="csY40" fmla="*/ 395212 h 585602"/>
                <a:gd name="csX41" fmla="*/ 472214 w 631665"/>
                <a:gd name="csY41" fmla="*/ 394434 h 585602"/>
                <a:gd name="csX42" fmla="*/ 473013 w 631665"/>
                <a:gd name="csY42" fmla="*/ 393630 h 585602"/>
                <a:gd name="csX43" fmla="*/ 472912 w 631665"/>
                <a:gd name="csY43" fmla="*/ 396176 h 585602"/>
                <a:gd name="csX44" fmla="*/ 472214 w 631665"/>
                <a:gd name="csY44" fmla="*/ 394434 h 585602"/>
                <a:gd name="csX45" fmla="*/ 160020 w 631665"/>
                <a:gd name="csY45" fmla="*/ 387791 h 585602"/>
                <a:gd name="csX46" fmla="*/ 160818 w 631665"/>
                <a:gd name="csY46" fmla="*/ 386988 h 585602"/>
                <a:gd name="csX47" fmla="*/ 160712 w 631665"/>
                <a:gd name="csY47" fmla="*/ 389538 h 585602"/>
                <a:gd name="csX48" fmla="*/ 160020 w 631665"/>
                <a:gd name="csY48" fmla="*/ 387791 h 585602"/>
                <a:gd name="csX49" fmla="*/ 472315 w 631665"/>
                <a:gd name="csY49" fmla="*/ 387239 h 585602"/>
                <a:gd name="csX50" fmla="*/ 472988 w 631665"/>
                <a:gd name="csY50" fmla="*/ 385577 h 585602"/>
                <a:gd name="csX51" fmla="*/ 472988 w 631665"/>
                <a:gd name="csY51" fmla="*/ 388901 h 585602"/>
                <a:gd name="csX52" fmla="*/ 472315 w 631665"/>
                <a:gd name="csY52" fmla="*/ 387239 h 585602"/>
                <a:gd name="csX53" fmla="*/ 170644 w 631665"/>
                <a:gd name="csY53" fmla="*/ 335984 h 585602"/>
                <a:gd name="csX54" fmla="*/ 171448 w 631665"/>
                <a:gd name="csY54" fmla="*/ 335180 h 585602"/>
                <a:gd name="csX55" fmla="*/ 171342 w 631665"/>
                <a:gd name="csY55" fmla="*/ 337726 h 585602"/>
                <a:gd name="csX56" fmla="*/ 170644 w 631665"/>
                <a:gd name="csY56" fmla="*/ 335984 h 585602"/>
                <a:gd name="csX57" fmla="*/ 213052 w 631665"/>
                <a:gd name="csY57" fmla="*/ 133499 h 585602"/>
                <a:gd name="csX58" fmla="*/ 213052 w 631665"/>
                <a:gd name="csY58" fmla="*/ 81687 h 585602"/>
                <a:gd name="csX59" fmla="*/ 217702 w 631665"/>
                <a:gd name="csY59" fmla="*/ 81687 h 585602"/>
                <a:gd name="csX60" fmla="*/ 222351 w 631665"/>
                <a:gd name="csY60" fmla="*/ 81687 h 585602"/>
                <a:gd name="csX61" fmla="*/ 222351 w 631665"/>
                <a:gd name="csY61" fmla="*/ 127253 h 585602"/>
                <a:gd name="csX62" fmla="*/ 223948 w 631665"/>
                <a:gd name="csY62" fmla="*/ 174416 h 585602"/>
                <a:gd name="csX63" fmla="*/ 322918 w 631665"/>
                <a:gd name="csY63" fmla="*/ 176007 h 585602"/>
                <a:gd name="csX64" fmla="*/ 420297 w 631665"/>
                <a:gd name="csY64" fmla="*/ 176007 h 585602"/>
                <a:gd name="csX65" fmla="*/ 420297 w 631665"/>
                <a:gd name="csY65" fmla="*/ 180657 h 585602"/>
                <a:gd name="csX66" fmla="*/ 420297 w 631665"/>
                <a:gd name="csY66" fmla="*/ 185306 h 585602"/>
                <a:gd name="csX67" fmla="*/ 316672 w 631665"/>
                <a:gd name="csY67" fmla="*/ 185306 h 585602"/>
                <a:gd name="csX68" fmla="*/ 213052 w 631665"/>
                <a:gd name="csY68" fmla="*/ 185306 h 585602"/>
                <a:gd name="csX69" fmla="*/ 560620 w 631665"/>
                <a:gd name="csY69" fmla="*/ 166683 h 585602"/>
                <a:gd name="csX70" fmla="*/ 497942 w 631665"/>
                <a:gd name="csY70" fmla="*/ 153217 h 585602"/>
                <a:gd name="csX71" fmla="*/ 492570 w 631665"/>
                <a:gd name="csY71" fmla="*/ 124170 h 585602"/>
                <a:gd name="csX72" fmla="*/ 632050 w 631665"/>
                <a:gd name="csY72" fmla="*/ 150932 h 585602"/>
                <a:gd name="csX73" fmla="*/ 622394 w 631665"/>
                <a:gd name="csY73" fmla="*/ 178518 h 585602"/>
                <a:gd name="csX74" fmla="*/ 560620 w 631665"/>
                <a:gd name="csY74" fmla="*/ 166683 h 585602"/>
                <a:gd name="csX75" fmla="*/ 17296 w 631665"/>
                <a:gd name="csY75" fmla="*/ 173020 h 585602"/>
                <a:gd name="csX76" fmla="*/ 9076 w 631665"/>
                <a:gd name="csY76" fmla="*/ 149697 h 585602"/>
                <a:gd name="csX77" fmla="*/ 151454 w 631665"/>
                <a:gd name="csY77" fmla="*/ 122011 h 585602"/>
                <a:gd name="csX78" fmla="*/ 145529 w 631665"/>
                <a:gd name="csY78" fmla="*/ 152263 h 585602"/>
                <a:gd name="csX79" fmla="*/ 122713 w 631665"/>
                <a:gd name="csY79" fmla="*/ 157163 h 585602"/>
                <a:gd name="csX80" fmla="*/ 61652 w 631665"/>
                <a:gd name="csY80" fmla="*/ 168621 h 585602"/>
                <a:gd name="csX81" fmla="*/ 20831 w 631665"/>
                <a:gd name="csY81" fmla="*/ 176007 h 585602"/>
                <a:gd name="csX82" fmla="*/ 17296 w 631665"/>
                <a:gd name="csY82" fmla="*/ 173020 h 585602"/>
                <a:gd name="csX83" fmla="*/ 384381 w 631665"/>
                <a:gd name="csY83" fmla="*/ 136241 h 585602"/>
                <a:gd name="csX84" fmla="*/ 385757 w 631665"/>
                <a:gd name="csY84" fmla="*/ 107681 h 585602"/>
                <a:gd name="csX85" fmla="*/ 385757 w 631665"/>
                <a:gd name="csY85" fmla="*/ 81687 h 585602"/>
                <a:gd name="csX86" fmla="*/ 390406 w 631665"/>
                <a:gd name="csY86" fmla="*/ 81687 h 585602"/>
                <a:gd name="csX87" fmla="*/ 395056 w 631665"/>
                <a:gd name="csY87" fmla="*/ 81687 h 585602"/>
                <a:gd name="csX88" fmla="*/ 395056 w 631665"/>
                <a:gd name="csY88" fmla="*/ 106365 h 585602"/>
                <a:gd name="csX89" fmla="*/ 395056 w 631665"/>
                <a:gd name="csY89" fmla="*/ 131044 h 585602"/>
                <a:gd name="csX90" fmla="*/ 391169 w 631665"/>
                <a:gd name="csY90" fmla="*/ 134930 h 585602"/>
                <a:gd name="csX91" fmla="*/ 384381 w 631665"/>
                <a:gd name="csY91" fmla="*/ 136241 h 585602"/>
                <a:gd name="csX92" fmla="*/ 495 w 631665"/>
                <a:gd name="csY92" fmla="*/ 127976 h 585602"/>
                <a:gd name="csX93" fmla="*/ 19018 w 631665"/>
                <a:gd name="csY93" fmla="*/ 57962 h 585602"/>
                <a:gd name="csX94" fmla="*/ 26053 w 631665"/>
                <a:gd name="csY94" fmla="*/ 47890 h 585602"/>
                <a:gd name="csX95" fmla="*/ 30602 w 631665"/>
                <a:gd name="csY95" fmla="*/ 42658 h 585602"/>
                <a:gd name="csX96" fmla="*/ 19867 w 631665"/>
                <a:gd name="csY96" fmla="*/ 85051 h 585602"/>
                <a:gd name="csX97" fmla="*/ 9127 w 631665"/>
                <a:gd name="csY97" fmla="*/ 127439 h 585602"/>
                <a:gd name="csX98" fmla="*/ 4813 w 631665"/>
                <a:gd name="csY98" fmla="*/ 128307 h 585602"/>
                <a:gd name="csX99" fmla="*/ 495 w 631665"/>
                <a:gd name="csY99" fmla="*/ 127976 h 585602"/>
                <a:gd name="csX100" fmla="*/ 182499 w 631665"/>
                <a:gd name="csY100" fmla="*/ 76686 h 585602"/>
                <a:gd name="csX101" fmla="*/ 193174 w 631665"/>
                <a:gd name="csY101" fmla="*/ 54121 h 585602"/>
                <a:gd name="csX102" fmla="*/ 230294 w 631665"/>
                <a:gd name="csY102" fmla="*/ 51134 h 585602"/>
                <a:gd name="csX103" fmla="*/ 273832 w 631665"/>
                <a:gd name="csY103" fmla="*/ 60428 h 585602"/>
                <a:gd name="csX104" fmla="*/ 276820 w 631665"/>
                <a:gd name="csY104" fmla="*/ 75902 h 585602"/>
                <a:gd name="csX105" fmla="*/ 276820 w 631665"/>
                <a:gd name="csY105" fmla="*/ 86999 h 585602"/>
                <a:gd name="csX106" fmla="*/ 272913 w 631665"/>
                <a:gd name="csY106" fmla="*/ 86999 h 585602"/>
                <a:gd name="csX107" fmla="*/ 268108 w 631665"/>
                <a:gd name="csY107" fmla="*/ 80989 h 585602"/>
                <a:gd name="csX108" fmla="*/ 257795 w 631665"/>
                <a:gd name="csY108" fmla="*/ 63872 h 585602"/>
                <a:gd name="csX109" fmla="*/ 232725 w 631665"/>
                <a:gd name="csY109" fmla="*/ 60643 h 585602"/>
                <a:gd name="csX110" fmla="*/ 205561 w 631665"/>
                <a:gd name="csY110" fmla="*/ 62421 h 585602"/>
                <a:gd name="csX111" fmla="*/ 192089 w 631665"/>
                <a:gd name="csY111" fmla="*/ 80411 h 585602"/>
                <a:gd name="csX112" fmla="*/ 186978 w 631665"/>
                <a:gd name="csY112" fmla="*/ 86999 h 585602"/>
                <a:gd name="csX113" fmla="*/ 182499 w 631665"/>
                <a:gd name="csY113" fmla="*/ 86999 h 585602"/>
                <a:gd name="csX114" fmla="*/ 356529 w 631665"/>
                <a:gd name="csY114" fmla="*/ 75902 h 585602"/>
                <a:gd name="csX115" fmla="*/ 359517 w 631665"/>
                <a:gd name="csY115" fmla="*/ 60428 h 585602"/>
                <a:gd name="csX116" fmla="*/ 403054 w 631665"/>
                <a:gd name="csY116" fmla="*/ 51134 h 585602"/>
                <a:gd name="csX117" fmla="*/ 440175 w 631665"/>
                <a:gd name="csY117" fmla="*/ 54121 h 585602"/>
                <a:gd name="csX118" fmla="*/ 450850 w 631665"/>
                <a:gd name="csY118" fmla="*/ 76686 h 585602"/>
                <a:gd name="csX119" fmla="*/ 450850 w 631665"/>
                <a:gd name="csY119" fmla="*/ 86999 h 585602"/>
                <a:gd name="csX120" fmla="*/ 446371 w 631665"/>
                <a:gd name="csY120" fmla="*/ 86999 h 585602"/>
                <a:gd name="csX121" fmla="*/ 441259 w 631665"/>
                <a:gd name="csY121" fmla="*/ 80411 h 585602"/>
                <a:gd name="csX122" fmla="*/ 427783 w 631665"/>
                <a:gd name="csY122" fmla="*/ 62421 h 585602"/>
                <a:gd name="csX123" fmla="*/ 400624 w 631665"/>
                <a:gd name="csY123" fmla="*/ 60643 h 585602"/>
                <a:gd name="csX124" fmla="*/ 375554 w 631665"/>
                <a:gd name="csY124" fmla="*/ 63872 h 585602"/>
                <a:gd name="csX125" fmla="*/ 365241 w 631665"/>
                <a:gd name="csY125" fmla="*/ 80989 h 585602"/>
                <a:gd name="csX126" fmla="*/ 360435 w 631665"/>
                <a:gd name="csY126" fmla="*/ 86999 h 585602"/>
                <a:gd name="csX127" fmla="*/ 356529 w 631665"/>
                <a:gd name="csY127" fmla="*/ 86999 h 585602"/>
                <a:gd name="csX128" fmla="*/ 297080 w 631665"/>
                <a:gd name="csY128" fmla="*/ -267 h 585602"/>
                <a:gd name="csX129" fmla="*/ 301729 w 631665"/>
                <a:gd name="csY129" fmla="*/ -267 h 585602"/>
                <a:gd name="csX130" fmla="*/ 299404 w 631665"/>
                <a:gd name="csY130" fmla="*/ 340 h 585602"/>
                <a:gd name="csX131" fmla="*/ 297080 w 631665"/>
                <a:gd name="csY131" fmla="*/ -267 h 585602"/>
                <a:gd name="csX132" fmla="*/ 330289 w 631665"/>
                <a:gd name="csY132" fmla="*/ -267 h 585602"/>
                <a:gd name="csX133" fmla="*/ 334938 w 631665"/>
                <a:gd name="csY133" fmla="*/ -267 h 585602"/>
                <a:gd name="csX134" fmla="*/ 332614 w 631665"/>
                <a:gd name="csY134" fmla="*/ 340 h 585602"/>
                <a:gd name="csX135" fmla="*/ 330289 w 631665"/>
                <a:gd name="csY135" fmla="*/ -267 h 585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</a:cxnLst>
              <a:rect l="l" t="t" r="r" b="b"/>
              <a:pathLst>
                <a:path w="631665" h="585602">
                  <a:moveTo>
                    <a:pt x="355836" y="580816"/>
                  </a:moveTo>
                  <a:lnTo>
                    <a:pt x="353155" y="576548"/>
                  </a:lnTo>
                  <a:lnTo>
                    <a:pt x="215683" y="575885"/>
                  </a:lnTo>
                  <a:cubicBezTo>
                    <a:pt x="73060" y="575197"/>
                    <a:pt x="73793" y="575227"/>
                    <a:pt x="71724" y="569835"/>
                  </a:cubicBezTo>
                  <a:cubicBezTo>
                    <a:pt x="71272" y="568660"/>
                    <a:pt x="70906" y="543881"/>
                    <a:pt x="70906" y="514769"/>
                  </a:cubicBezTo>
                  <a:lnTo>
                    <a:pt x="70906" y="461842"/>
                  </a:lnTo>
                  <a:lnTo>
                    <a:pt x="121463" y="337194"/>
                  </a:lnTo>
                  <a:cubicBezTo>
                    <a:pt x="171869" y="212927"/>
                    <a:pt x="174751" y="206566"/>
                    <a:pt x="180576" y="206566"/>
                  </a:cubicBezTo>
                  <a:cubicBezTo>
                    <a:pt x="181635" y="206566"/>
                    <a:pt x="182499" y="206867"/>
                    <a:pt x="182499" y="207229"/>
                  </a:cubicBezTo>
                  <a:cubicBezTo>
                    <a:pt x="182499" y="207600"/>
                    <a:pt x="159482" y="265433"/>
                    <a:pt x="131349" y="335758"/>
                  </a:cubicBezTo>
                  <a:lnTo>
                    <a:pt x="80205" y="463614"/>
                  </a:lnTo>
                  <a:lnTo>
                    <a:pt x="80205" y="513031"/>
                  </a:lnTo>
                  <a:lnTo>
                    <a:pt x="80205" y="562449"/>
                  </a:lnTo>
                  <a:lnTo>
                    <a:pt x="83157" y="564517"/>
                  </a:lnTo>
                  <a:cubicBezTo>
                    <a:pt x="85803" y="566370"/>
                    <a:pt x="110863" y="566586"/>
                    <a:pt x="324279" y="566586"/>
                  </a:cubicBezTo>
                  <a:cubicBezTo>
                    <a:pt x="455268" y="566586"/>
                    <a:pt x="562443" y="566922"/>
                    <a:pt x="562443" y="567339"/>
                  </a:cubicBezTo>
                  <a:cubicBezTo>
                    <a:pt x="562443" y="569207"/>
                    <a:pt x="559646" y="573023"/>
                    <a:pt x="557502" y="574068"/>
                  </a:cubicBezTo>
                  <a:cubicBezTo>
                    <a:pt x="556202" y="574700"/>
                    <a:pt x="517489" y="575519"/>
                    <a:pt x="471471" y="575885"/>
                  </a:cubicBezTo>
                  <a:lnTo>
                    <a:pt x="387800" y="576548"/>
                  </a:lnTo>
                  <a:lnTo>
                    <a:pt x="385119" y="580816"/>
                  </a:lnTo>
                  <a:lnTo>
                    <a:pt x="382433" y="585084"/>
                  </a:lnTo>
                  <a:lnTo>
                    <a:pt x="370477" y="585084"/>
                  </a:lnTo>
                  <a:lnTo>
                    <a:pt x="358522" y="585084"/>
                  </a:lnTo>
                  <a:close/>
                  <a:moveTo>
                    <a:pt x="117807" y="539026"/>
                  </a:moveTo>
                  <a:cubicBezTo>
                    <a:pt x="126434" y="538790"/>
                    <a:pt x="140186" y="538794"/>
                    <a:pt x="148361" y="539026"/>
                  </a:cubicBezTo>
                  <a:cubicBezTo>
                    <a:pt x="156540" y="539256"/>
                    <a:pt x="149485" y="539447"/>
                    <a:pt x="132680" y="539447"/>
                  </a:cubicBezTo>
                  <a:cubicBezTo>
                    <a:pt x="115874" y="539447"/>
                    <a:pt x="109181" y="539256"/>
                    <a:pt x="117807" y="539020"/>
                  </a:cubicBezTo>
                  <a:close/>
                  <a:moveTo>
                    <a:pt x="205621" y="501157"/>
                  </a:moveTo>
                  <a:lnTo>
                    <a:pt x="203090" y="498169"/>
                  </a:lnTo>
                  <a:lnTo>
                    <a:pt x="206078" y="500700"/>
                  </a:lnTo>
                  <a:cubicBezTo>
                    <a:pt x="208885" y="503080"/>
                    <a:pt x="209673" y="504144"/>
                    <a:pt x="208608" y="504144"/>
                  </a:cubicBezTo>
                  <a:cubicBezTo>
                    <a:pt x="208357" y="504144"/>
                    <a:pt x="207012" y="502804"/>
                    <a:pt x="205621" y="501157"/>
                  </a:cubicBezTo>
                  <a:close/>
                  <a:moveTo>
                    <a:pt x="426277" y="501488"/>
                  </a:moveTo>
                  <a:cubicBezTo>
                    <a:pt x="427597" y="500027"/>
                    <a:pt x="428978" y="498832"/>
                    <a:pt x="429344" y="498832"/>
                  </a:cubicBezTo>
                  <a:cubicBezTo>
                    <a:pt x="429711" y="498832"/>
                    <a:pt x="428928" y="500027"/>
                    <a:pt x="427602" y="501488"/>
                  </a:cubicBezTo>
                  <a:cubicBezTo>
                    <a:pt x="426282" y="502949"/>
                    <a:pt x="424901" y="504144"/>
                    <a:pt x="424534" y="504144"/>
                  </a:cubicBezTo>
                  <a:cubicBezTo>
                    <a:pt x="424168" y="504144"/>
                    <a:pt x="424951" y="502949"/>
                    <a:pt x="426277" y="501488"/>
                  </a:cubicBezTo>
                  <a:close/>
                  <a:moveTo>
                    <a:pt x="160120" y="395212"/>
                  </a:moveTo>
                  <a:cubicBezTo>
                    <a:pt x="160120" y="393384"/>
                    <a:pt x="160426" y="392636"/>
                    <a:pt x="160793" y="393550"/>
                  </a:cubicBezTo>
                  <a:cubicBezTo>
                    <a:pt x="161159" y="394464"/>
                    <a:pt x="161159" y="395955"/>
                    <a:pt x="160793" y="396869"/>
                  </a:cubicBezTo>
                  <a:cubicBezTo>
                    <a:pt x="160421" y="397783"/>
                    <a:pt x="160120" y="397035"/>
                    <a:pt x="160120" y="395212"/>
                  </a:cubicBezTo>
                  <a:close/>
                  <a:moveTo>
                    <a:pt x="472214" y="394434"/>
                  </a:moveTo>
                  <a:cubicBezTo>
                    <a:pt x="472275" y="392887"/>
                    <a:pt x="472591" y="392571"/>
                    <a:pt x="473013" y="393630"/>
                  </a:cubicBezTo>
                  <a:cubicBezTo>
                    <a:pt x="473399" y="394590"/>
                    <a:pt x="473349" y="395739"/>
                    <a:pt x="472912" y="396176"/>
                  </a:cubicBezTo>
                  <a:cubicBezTo>
                    <a:pt x="472470" y="396618"/>
                    <a:pt x="472154" y="395835"/>
                    <a:pt x="472214" y="394434"/>
                  </a:cubicBezTo>
                  <a:close/>
                  <a:moveTo>
                    <a:pt x="160020" y="387791"/>
                  </a:moveTo>
                  <a:cubicBezTo>
                    <a:pt x="160080" y="386244"/>
                    <a:pt x="160396" y="385928"/>
                    <a:pt x="160818" y="386988"/>
                  </a:cubicBezTo>
                  <a:cubicBezTo>
                    <a:pt x="161205" y="387952"/>
                    <a:pt x="161154" y="389096"/>
                    <a:pt x="160712" y="389538"/>
                  </a:cubicBezTo>
                  <a:cubicBezTo>
                    <a:pt x="160276" y="389980"/>
                    <a:pt x="159959" y="389192"/>
                    <a:pt x="160020" y="387791"/>
                  </a:cubicBezTo>
                  <a:close/>
                  <a:moveTo>
                    <a:pt x="472315" y="387239"/>
                  </a:moveTo>
                  <a:cubicBezTo>
                    <a:pt x="472315" y="385411"/>
                    <a:pt x="472621" y="384663"/>
                    <a:pt x="472988" y="385577"/>
                  </a:cubicBezTo>
                  <a:cubicBezTo>
                    <a:pt x="473354" y="386490"/>
                    <a:pt x="473354" y="387987"/>
                    <a:pt x="472988" y="388901"/>
                  </a:cubicBezTo>
                  <a:cubicBezTo>
                    <a:pt x="472621" y="389814"/>
                    <a:pt x="472315" y="389066"/>
                    <a:pt x="472315" y="387239"/>
                  </a:cubicBezTo>
                  <a:close/>
                  <a:moveTo>
                    <a:pt x="170644" y="335984"/>
                  </a:moveTo>
                  <a:cubicBezTo>
                    <a:pt x="170709" y="334432"/>
                    <a:pt x="171026" y="334121"/>
                    <a:pt x="171448" y="335180"/>
                  </a:cubicBezTo>
                  <a:cubicBezTo>
                    <a:pt x="171829" y="336139"/>
                    <a:pt x="171784" y="337284"/>
                    <a:pt x="171342" y="337726"/>
                  </a:cubicBezTo>
                  <a:cubicBezTo>
                    <a:pt x="170900" y="338168"/>
                    <a:pt x="170589" y="337379"/>
                    <a:pt x="170644" y="335984"/>
                  </a:cubicBezTo>
                  <a:close/>
                  <a:moveTo>
                    <a:pt x="213052" y="133499"/>
                  </a:moveTo>
                  <a:lnTo>
                    <a:pt x="213052" y="81687"/>
                  </a:lnTo>
                  <a:lnTo>
                    <a:pt x="217702" y="81687"/>
                  </a:lnTo>
                  <a:lnTo>
                    <a:pt x="222351" y="81687"/>
                  </a:lnTo>
                  <a:lnTo>
                    <a:pt x="222351" y="127253"/>
                  </a:lnTo>
                  <a:cubicBezTo>
                    <a:pt x="222351" y="160924"/>
                    <a:pt x="222768" y="173236"/>
                    <a:pt x="223948" y="174416"/>
                  </a:cubicBezTo>
                  <a:cubicBezTo>
                    <a:pt x="225158" y="175626"/>
                    <a:pt x="248953" y="176007"/>
                    <a:pt x="322918" y="176007"/>
                  </a:cubicBezTo>
                  <a:lnTo>
                    <a:pt x="420297" y="176007"/>
                  </a:lnTo>
                  <a:lnTo>
                    <a:pt x="420297" y="180657"/>
                  </a:lnTo>
                  <a:lnTo>
                    <a:pt x="420297" y="185306"/>
                  </a:lnTo>
                  <a:lnTo>
                    <a:pt x="316672" y="185306"/>
                  </a:lnTo>
                  <a:lnTo>
                    <a:pt x="213052" y="185306"/>
                  </a:lnTo>
                  <a:close/>
                  <a:moveTo>
                    <a:pt x="560620" y="166683"/>
                  </a:moveTo>
                  <a:cubicBezTo>
                    <a:pt x="525910" y="160026"/>
                    <a:pt x="498931" y="154231"/>
                    <a:pt x="497942" y="153217"/>
                  </a:cubicBezTo>
                  <a:cubicBezTo>
                    <a:pt x="495547" y="150767"/>
                    <a:pt x="490642" y="124210"/>
                    <a:pt x="492570" y="124170"/>
                  </a:cubicBezTo>
                  <a:cubicBezTo>
                    <a:pt x="495969" y="124100"/>
                    <a:pt x="630970" y="150003"/>
                    <a:pt x="632050" y="150932"/>
                  </a:cubicBezTo>
                  <a:cubicBezTo>
                    <a:pt x="633280" y="151987"/>
                    <a:pt x="623896" y="178789"/>
                    <a:pt x="622394" y="178518"/>
                  </a:cubicBezTo>
                  <a:cubicBezTo>
                    <a:pt x="621937" y="178433"/>
                    <a:pt x="594141" y="173110"/>
                    <a:pt x="560620" y="166683"/>
                  </a:cubicBezTo>
                  <a:close/>
                  <a:moveTo>
                    <a:pt x="17296" y="173020"/>
                  </a:moveTo>
                  <a:cubicBezTo>
                    <a:pt x="14243" y="168114"/>
                    <a:pt x="8102" y="150686"/>
                    <a:pt x="9076" y="149697"/>
                  </a:cubicBezTo>
                  <a:cubicBezTo>
                    <a:pt x="9850" y="148909"/>
                    <a:pt x="150967" y="121469"/>
                    <a:pt x="151454" y="122011"/>
                  </a:cubicBezTo>
                  <a:cubicBezTo>
                    <a:pt x="151961" y="122578"/>
                    <a:pt x="146287" y="151560"/>
                    <a:pt x="145529" y="152263"/>
                  </a:cubicBezTo>
                  <a:cubicBezTo>
                    <a:pt x="145037" y="152720"/>
                    <a:pt x="134769" y="154924"/>
                    <a:pt x="122713" y="157163"/>
                  </a:cubicBezTo>
                  <a:cubicBezTo>
                    <a:pt x="110658" y="159403"/>
                    <a:pt x="83177" y="164559"/>
                    <a:pt x="61652" y="168621"/>
                  </a:cubicBezTo>
                  <a:cubicBezTo>
                    <a:pt x="40122" y="172684"/>
                    <a:pt x="21750" y="176007"/>
                    <a:pt x="20831" y="176007"/>
                  </a:cubicBezTo>
                  <a:cubicBezTo>
                    <a:pt x="19907" y="176007"/>
                    <a:pt x="18315" y="174662"/>
                    <a:pt x="17296" y="173020"/>
                  </a:cubicBezTo>
                  <a:close/>
                  <a:moveTo>
                    <a:pt x="384381" y="136241"/>
                  </a:moveTo>
                  <a:cubicBezTo>
                    <a:pt x="385194" y="134719"/>
                    <a:pt x="385757" y="123055"/>
                    <a:pt x="385757" y="107681"/>
                  </a:cubicBezTo>
                  <a:lnTo>
                    <a:pt x="385757" y="81687"/>
                  </a:lnTo>
                  <a:lnTo>
                    <a:pt x="390406" y="81687"/>
                  </a:lnTo>
                  <a:lnTo>
                    <a:pt x="395056" y="81687"/>
                  </a:lnTo>
                  <a:lnTo>
                    <a:pt x="395056" y="106365"/>
                  </a:lnTo>
                  <a:lnTo>
                    <a:pt x="395056" y="131044"/>
                  </a:lnTo>
                  <a:lnTo>
                    <a:pt x="391169" y="134930"/>
                  </a:lnTo>
                  <a:cubicBezTo>
                    <a:pt x="386605" y="139494"/>
                    <a:pt x="382182" y="140353"/>
                    <a:pt x="384381" y="136241"/>
                  </a:cubicBezTo>
                  <a:close/>
                  <a:moveTo>
                    <a:pt x="495" y="127976"/>
                  </a:moveTo>
                  <a:cubicBezTo>
                    <a:pt x="495" y="124175"/>
                    <a:pt x="16944" y="61989"/>
                    <a:pt x="19018" y="57962"/>
                  </a:cubicBezTo>
                  <a:cubicBezTo>
                    <a:pt x="20384" y="55301"/>
                    <a:pt x="23552" y="50772"/>
                    <a:pt x="26053" y="47890"/>
                  </a:cubicBezTo>
                  <a:lnTo>
                    <a:pt x="30602" y="42658"/>
                  </a:lnTo>
                  <a:lnTo>
                    <a:pt x="19867" y="85051"/>
                  </a:lnTo>
                  <a:lnTo>
                    <a:pt x="9127" y="127439"/>
                  </a:lnTo>
                  <a:lnTo>
                    <a:pt x="4813" y="128307"/>
                  </a:lnTo>
                  <a:cubicBezTo>
                    <a:pt x="2438" y="128784"/>
                    <a:pt x="495" y="128634"/>
                    <a:pt x="495" y="127976"/>
                  </a:cubicBezTo>
                  <a:close/>
                  <a:moveTo>
                    <a:pt x="182499" y="76686"/>
                  </a:moveTo>
                  <a:cubicBezTo>
                    <a:pt x="182499" y="63671"/>
                    <a:pt x="185045" y="58289"/>
                    <a:pt x="193174" y="54121"/>
                  </a:cubicBezTo>
                  <a:cubicBezTo>
                    <a:pt x="198732" y="51269"/>
                    <a:pt x="200454" y="51134"/>
                    <a:pt x="230294" y="51134"/>
                  </a:cubicBezTo>
                  <a:cubicBezTo>
                    <a:pt x="265226" y="51134"/>
                    <a:pt x="267867" y="51696"/>
                    <a:pt x="273832" y="60428"/>
                  </a:cubicBezTo>
                  <a:cubicBezTo>
                    <a:pt x="276343" y="64108"/>
                    <a:pt x="276820" y="66583"/>
                    <a:pt x="276820" y="75902"/>
                  </a:cubicBezTo>
                  <a:lnTo>
                    <a:pt x="276820" y="86999"/>
                  </a:lnTo>
                  <a:lnTo>
                    <a:pt x="272913" y="86999"/>
                  </a:lnTo>
                  <a:cubicBezTo>
                    <a:pt x="269303" y="86999"/>
                    <a:pt x="268942" y="86552"/>
                    <a:pt x="268108" y="80989"/>
                  </a:cubicBezTo>
                  <a:cubicBezTo>
                    <a:pt x="267094" y="74210"/>
                    <a:pt x="263343" y="67989"/>
                    <a:pt x="257795" y="63872"/>
                  </a:cubicBezTo>
                  <a:cubicBezTo>
                    <a:pt x="254431" y="61376"/>
                    <a:pt x="251870" y="61050"/>
                    <a:pt x="232725" y="60643"/>
                  </a:cubicBezTo>
                  <a:cubicBezTo>
                    <a:pt x="215181" y="60272"/>
                    <a:pt x="210371" y="60588"/>
                    <a:pt x="205561" y="62421"/>
                  </a:cubicBezTo>
                  <a:cubicBezTo>
                    <a:pt x="197783" y="65393"/>
                    <a:pt x="192907" y="71901"/>
                    <a:pt x="192089" y="80411"/>
                  </a:cubicBezTo>
                  <a:cubicBezTo>
                    <a:pt x="191472" y="86884"/>
                    <a:pt x="191376" y="86999"/>
                    <a:pt x="186978" y="86999"/>
                  </a:cubicBezTo>
                  <a:lnTo>
                    <a:pt x="182499" y="86999"/>
                  </a:lnTo>
                  <a:close/>
                  <a:moveTo>
                    <a:pt x="356529" y="75902"/>
                  </a:moveTo>
                  <a:cubicBezTo>
                    <a:pt x="356529" y="66583"/>
                    <a:pt x="357006" y="64108"/>
                    <a:pt x="359517" y="60428"/>
                  </a:cubicBezTo>
                  <a:cubicBezTo>
                    <a:pt x="365482" y="51696"/>
                    <a:pt x="368123" y="51134"/>
                    <a:pt x="403054" y="51134"/>
                  </a:cubicBezTo>
                  <a:cubicBezTo>
                    <a:pt x="432894" y="51134"/>
                    <a:pt x="434617" y="51269"/>
                    <a:pt x="440175" y="54121"/>
                  </a:cubicBezTo>
                  <a:cubicBezTo>
                    <a:pt x="448304" y="58289"/>
                    <a:pt x="450850" y="63671"/>
                    <a:pt x="450850" y="76686"/>
                  </a:cubicBezTo>
                  <a:lnTo>
                    <a:pt x="450850" y="86999"/>
                  </a:lnTo>
                  <a:lnTo>
                    <a:pt x="446371" y="86999"/>
                  </a:lnTo>
                  <a:cubicBezTo>
                    <a:pt x="441967" y="86999"/>
                    <a:pt x="441877" y="86884"/>
                    <a:pt x="441259" y="80411"/>
                  </a:cubicBezTo>
                  <a:cubicBezTo>
                    <a:pt x="440441" y="71901"/>
                    <a:pt x="435566" y="65393"/>
                    <a:pt x="427783" y="62421"/>
                  </a:cubicBezTo>
                  <a:cubicBezTo>
                    <a:pt x="422978" y="60588"/>
                    <a:pt x="418163" y="60272"/>
                    <a:pt x="400624" y="60643"/>
                  </a:cubicBezTo>
                  <a:cubicBezTo>
                    <a:pt x="381479" y="61050"/>
                    <a:pt x="378918" y="61376"/>
                    <a:pt x="375554" y="63872"/>
                  </a:cubicBezTo>
                  <a:cubicBezTo>
                    <a:pt x="370006" y="67989"/>
                    <a:pt x="366255" y="74210"/>
                    <a:pt x="365241" y="80989"/>
                  </a:cubicBezTo>
                  <a:cubicBezTo>
                    <a:pt x="364402" y="86552"/>
                    <a:pt x="364046" y="86999"/>
                    <a:pt x="360435" y="86999"/>
                  </a:cubicBezTo>
                  <a:lnTo>
                    <a:pt x="356529" y="86999"/>
                  </a:lnTo>
                  <a:close/>
                  <a:moveTo>
                    <a:pt x="297080" y="-267"/>
                  </a:moveTo>
                  <a:cubicBezTo>
                    <a:pt x="298360" y="-604"/>
                    <a:pt x="300449" y="-604"/>
                    <a:pt x="301729" y="-267"/>
                  </a:cubicBezTo>
                  <a:cubicBezTo>
                    <a:pt x="303009" y="69"/>
                    <a:pt x="301960" y="340"/>
                    <a:pt x="299404" y="340"/>
                  </a:cubicBezTo>
                  <a:cubicBezTo>
                    <a:pt x="296849" y="340"/>
                    <a:pt x="295799" y="69"/>
                    <a:pt x="297080" y="-267"/>
                  </a:cubicBezTo>
                  <a:close/>
                  <a:moveTo>
                    <a:pt x="330289" y="-267"/>
                  </a:moveTo>
                  <a:cubicBezTo>
                    <a:pt x="331569" y="-604"/>
                    <a:pt x="333663" y="-604"/>
                    <a:pt x="334938" y="-267"/>
                  </a:cubicBezTo>
                  <a:cubicBezTo>
                    <a:pt x="336219" y="69"/>
                    <a:pt x="335174" y="340"/>
                    <a:pt x="332614" y="340"/>
                  </a:cubicBezTo>
                  <a:cubicBezTo>
                    <a:pt x="330058" y="340"/>
                    <a:pt x="329014" y="69"/>
                    <a:pt x="330289" y="-267"/>
                  </a:cubicBezTo>
                  <a:close/>
                </a:path>
              </a:pathLst>
            </a:custGeom>
            <a:solidFill>
              <a:srgbClr val="FDA341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2A9B86-AD75-266E-C4D4-8461957AD296}"/>
                </a:ext>
              </a:extLst>
            </p:cNvPr>
            <p:cNvSpPr/>
            <p:nvPr/>
          </p:nvSpPr>
          <p:spPr>
            <a:xfrm>
              <a:off x="6219632" y="4017074"/>
              <a:ext cx="605557" cy="614942"/>
            </a:xfrm>
            <a:custGeom>
              <a:avLst/>
              <a:gdLst>
                <a:gd name="csX0" fmla="*/ 339262 w 605557"/>
                <a:gd name="csY0" fmla="*/ 613912 h 614942"/>
                <a:gd name="csX1" fmla="*/ 341586 w 605557"/>
                <a:gd name="csY1" fmla="*/ 611587 h 614942"/>
                <a:gd name="csX2" fmla="*/ 342089 w 605557"/>
                <a:gd name="csY2" fmla="*/ 612089 h 614942"/>
                <a:gd name="csX3" fmla="*/ 339262 w 605557"/>
                <a:gd name="csY3" fmla="*/ 613912 h 614942"/>
                <a:gd name="csX4" fmla="*/ 291793 w 605557"/>
                <a:gd name="csY4" fmla="*/ 545741 h 614942"/>
                <a:gd name="csX5" fmla="*/ 295779 w 605557"/>
                <a:gd name="csY5" fmla="*/ 545791 h 614942"/>
                <a:gd name="csX6" fmla="*/ 293429 w 605557"/>
                <a:gd name="csY6" fmla="*/ 546404 h 614942"/>
                <a:gd name="csX7" fmla="*/ 291793 w 605557"/>
                <a:gd name="csY7" fmla="*/ 545741 h 614942"/>
                <a:gd name="csX8" fmla="*/ 311721 w 605557"/>
                <a:gd name="csY8" fmla="*/ 545741 h 614942"/>
                <a:gd name="csX9" fmla="*/ 315708 w 605557"/>
                <a:gd name="csY9" fmla="*/ 545791 h 614942"/>
                <a:gd name="csX10" fmla="*/ 313358 w 605557"/>
                <a:gd name="csY10" fmla="*/ 546404 h 614942"/>
                <a:gd name="csX11" fmla="*/ 311721 w 605557"/>
                <a:gd name="csY11" fmla="*/ 545741 h 614942"/>
                <a:gd name="csX12" fmla="*/ 281349 w 605557"/>
                <a:gd name="csY12" fmla="*/ 515775 h 614942"/>
                <a:gd name="csX13" fmla="*/ 278818 w 605557"/>
                <a:gd name="csY13" fmla="*/ 512788 h 614942"/>
                <a:gd name="csX14" fmla="*/ 281806 w 605557"/>
                <a:gd name="csY14" fmla="*/ 515318 h 614942"/>
                <a:gd name="csX15" fmla="*/ 284336 w 605557"/>
                <a:gd name="csY15" fmla="*/ 518763 h 614942"/>
                <a:gd name="csX16" fmla="*/ 281349 w 605557"/>
                <a:gd name="csY16" fmla="*/ 515775 h 614942"/>
                <a:gd name="csX17" fmla="*/ 323983 w 605557"/>
                <a:gd name="csY17" fmla="*/ 516106 h 614942"/>
                <a:gd name="csX18" fmla="*/ 327056 w 605557"/>
                <a:gd name="csY18" fmla="*/ 513450 h 614942"/>
                <a:gd name="csX19" fmla="*/ 325313 w 605557"/>
                <a:gd name="csY19" fmla="*/ 516106 h 614942"/>
                <a:gd name="csX20" fmla="*/ 322245 w 605557"/>
                <a:gd name="csY20" fmla="*/ 518763 h 614942"/>
                <a:gd name="csX21" fmla="*/ 323983 w 605557"/>
                <a:gd name="csY21" fmla="*/ 516106 h 614942"/>
                <a:gd name="csX22" fmla="*/ 207017 w 605557"/>
                <a:gd name="csY22" fmla="*/ 506476 h 614942"/>
                <a:gd name="csX23" fmla="*/ 201765 w 605557"/>
                <a:gd name="csY23" fmla="*/ 500827 h 614942"/>
                <a:gd name="csX24" fmla="*/ 207409 w 605557"/>
                <a:gd name="csY24" fmla="*/ 506079 h 614942"/>
                <a:gd name="csX25" fmla="*/ 212661 w 605557"/>
                <a:gd name="csY25" fmla="*/ 512120 h 614942"/>
                <a:gd name="csX26" fmla="*/ 207017 w 605557"/>
                <a:gd name="csY26" fmla="*/ 506476 h 614942"/>
                <a:gd name="csX27" fmla="*/ 398380 w 605557"/>
                <a:gd name="csY27" fmla="*/ 506808 h 614942"/>
                <a:gd name="csX28" fmla="*/ 404234 w 605557"/>
                <a:gd name="csY28" fmla="*/ 501490 h 614942"/>
                <a:gd name="csX29" fmla="*/ 399710 w 605557"/>
                <a:gd name="csY29" fmla="*/ 506808 h 614942"/>
                <a:gd name="csX30" fmla="*/ 393856 w 605557"/>
                <a:gd name="csY30" fmla="*/ 512120 h 614942"/>
                <a:gd name="csX31" fmla="*/ 398380 w 605557"/>
                <a:gd name="csY31" fmla="*/ 506808 h 614942"/>
                <a:gd name="csX32" fmla="*/ 296583 w 605557"/>
                <a:gd name="csY32" fmla="*/ 501827 h 614942"/>
                <a:gd name="csX33" fmla="*/ 297085 w 605557"/>
                <a:gd name="csY33" fmla="*/ 501324 h 614942"/>
                <a:gd name="csX34" fmla="*/ 298907 w 605557"/>
                <a:gd name="csY34" fmla="*/ 504151 h 614942"/>
                <a:gd name="csX35" fmla="*/ 296583 w 605557"/>
                <a:gd name="csY35" fmla="*/ 501827 h 614942"/>
                <a:gd name="csX36" fmla="*/ 307378 w 605557"/>
                <a:gd name="csY36" fmla="*/ 503649 h 614942"/>
                <a:gd name="csX37" fmla="*/ 309703 w 605557"/>
                <a:gd name="csY37" fmla="*/ 501324 h 614942"/>
                <a:gd name="csX38" fmla="*/ 310205 w 605557"/>
                <a:gd name="csY38" fmla="*/ 501827 h 614942"/>
                <a:gd name="csX39" fmla="*/ 307378 w 605557"/>
                <a:gd name="csY39" fmla="*/ 503649 h 614942"/>
                <a:gd name="csX40" fmla="*/ 295423 w 605557"/>
                <a:gd name="csY40" fmla="*/ 490363 h 614942"/>
                <a:gd name="csX41" fmla="*/ 297748 w 605557"/>
                <a:gd name="csY41" fmla="*/ 488039 h 614942"/>
                <a:gd name="csX42" fmla="*/ 298250 w 605557"/>
                <a:gd name="csY42" fmla="*/ 488541 h 614942"/>
                <a:gd name="csX43" fmla="*/ 295423 w 605557"/>
                <a:gd name="csY43" fmla="*/ 490363 h 614942"/>
                <a:gd name="csX44" fmla="*/ 308538 w 605557"/>
                <a:gd name="csY44" fmla="*/ 488541 h 614942"/>
                <a:gd name="csX45" fmla="*/ 309040 w 605557"/>
                <a:gd name="csY45" fmla="*/ 488039 h 614942"/>
                <a:gd name="csX46" fmla="*/ 310863 w 605557"/>
                <a:gd name="csY46" fmla="*/ 490865 h 614942"/>
                <a:gd name="csX47" fmla="*/ 308538 w 605557"/>
                <a:gd name="csY47" fmla="*/ 488541 h 614942"/>
                <a:gd name="csX48" fmla="*/ 248928 w 605557"/>
                <a:gd name="csY48" fmla="*/ 475747 h 614942"/>
                <a:gd name="csX49" fmla="*/ 251253 w 605557"/>
                <a:gd name="csY49" fmla="*/ 473422 h 614942"/>
                <a:gd name="csX50" fmla="*/ 251750 w 605557"/>
                <a:gd name="csY50" fmla="*/ 473925 h 614942"/>
                <a:gd name="csX51" fmla="*/ 248928 w 605557"/>
                <a:gd name="csY51" fmla="*/ 475747 h 614942"/>
                <a:gd name="csX52" fmla="*/ 280811 w 605557"/>
                <a:gd name="csY52" fmla="*/ 475747 h 614942"/>
                <a:gd name="csX53" fmla="*/ 283136 w 605557"/>
                <a:gd name="csY53" fmla="*/ 473422 h 614942"/>
                <a:gd name="csX54" fmla="*/ 283633 w 605557"/>
                <a:gd name="csY54" fmla="*/ 473925 h 614942"/>
                <a:gd name="csX55" fmla="*/ 280811 w 605557"/>
                <a:gd name="csY55" fmla="*/ 475747 h 614942"/>
                <a:gd name="csX56" fmla="*/ 323149 w 605557"/>
                <a:gd name="csY56" fmla="*/ 473925 h 614942"/>
                <a:gd name="csX57" fmla="*/ 323651 w 605557"/>
                <a:gd name="csY57" fmla="*/ 473422 h 614942"/>
                <a:gd name="csX58" fmla="*/ 325976 w 605557"/>
                <a:gd name="csY58" fmla="*/ 475747 h 614942"/>
                <a:gd name="csX59" fmla="*/ 323149 w 605557"/>
                <a:gd name="csY59" fmla="*/ 473925 h 614942"/>
                <a:gd name="csX60" fmla="*/ 355033 w 605557"/>
                <a:gd name="csY60" fmla="*/ 473925 h 614942"/>
                <a:gd name="csX61" fmla="*/ 355535 w 605557"/>
                <a:gd name="csY61" fmla="*/ 473422 h 614942"/>
                <a:gd name="csX62" fmla="*/ 357860 w 605557"/>
                <a:gd name="csY62" fmla="*/ 475747 h 614942"/>
                <a:gd name="csX63" fmla="*/ 355033 w 605557"/>
                <a:gd name="csY63" fmla="*/ 473925 h 614942"/>
                <a:gd name="csX64" fmla="*/ 228748 w 605557"/>
                <a:gd name="csY64" fmla="*/ 462060 h 614942"/>
                <a:gd name="csX65" fmla="*/ 231294 w 605557"/>
                <a:gd name="csY65" fmla="*/ 462165 h 614942"/>
                <a:gd name="csX66" fmla="*/ 229551 w 605557"/>
                <a:gd name="csY66" fmla="*/ 462863 h 614942"/>
                <a:gd name="csX67" fmla="*/ 228748 w 605557"/>
                <a:gd name="csY67" fmla="*/ 462060 h 614942"/>
                <a:gd name="csX68" fmla="*/ 376212 w 605557"/>
                <a:gd name="csY68" fmla="*/ 462060 h 614942"/>
                <a:gd name="csX69" fmla="*/ 378757 w 605557"/>
                <a:gd name="csY69" fmla="*/ 462165 h 614942"/>
                <a:gd name="csX70" fmla="*/ 377015 w 605557"/>
                <a:gd name="csY70" fmla="*/ 462863 h 614942"/>
                <a:gd name="csX71" fmla="*/ 376212 w 605557"/>
                <a:gd name="csY71" fmla="*/ 462060 h 614942"/>
                <a:gd name="csX72" fmla="*/ 234311 w 605557"/>
                <a:gd name="csY72" fmla="*/ 461136 h 614942"/>
                <a:gd name="csX73" fmla="*/ 236636 w 605557"/>
                <a:gd name="csY73" fmla="*/ 458811 h 614942"/>
                <a:gd name="csX74" fmla="*/ 237138 w 605557"/>
                <a:gd name="csY74" fmla="*/ 459313 h 614942"/>
                <a:gd name="csX75" fmla="*/ 234311 w 605557"/>
                <a:gd name="csY75" fmla="*/ 461136 h 614942"/>
                <a:gd name="csX76" fmla="*/ 369649 w 605557"/>
                <a:gd name="csY76" fmla="*/ 459313 h 614942"/>
                <a:gd name="csX77" fmla="*/ 370151 w 605557"/>
                <a:gd name="csY77" fmla="*/ 458811 h 614942"/>
                <a:gd name="csX78" fmla="*/ 371974 w 605557"/>
                <a:gd name="csY78" fmla="*/ 461638 h 614942"/>
                <a:gd name="csX79" fmla="*/ 369649 w 605557"/>
                <a:gd name="csY79" fmla="*/ 459313 h 614942"/>
                <a:gd name="csX80" fmla="*/ 200033 w 605557"/>
                <a:gd name="csY80" fmla="*/ 453002 h 614942"/>
                <a:gd name="csX81" fmla="*/ 200690 w 605557"/>
                <a:gd name="csY81" fmla="*/ 451365 h 614942"/>
                <a:gd name="csX82" fmla="*/ 200640 w 605557"/>
                <a:gd name="csY82" fmla="*/ 455351 h 614942"/>
                <a:gd name="csX83" fmla="*/ 200028 w 605557"/>
                <a:gd name="csY83" fmla="*/ 453002 h 614942"/>
                <a:gd name="csX84" fmla="*/ 238509 w 605557"/>
                <a:gd name="csY84" fmla="*/ 453664 h 614942"/>
                <a:gd name="csX85" fmla="*/ 239177 w 605557"/>
                <a:gd name="csY85" fmla="*/ 452008 h 614942"/>
                <a:gd name="csX86" fmla="*/ 239177 w 605557"/>
                <a:gd name="csY86" fmla="*/ 455326 h 614942"/>
                <a:gd name="csX87" fmla="*/ 238509 w 605557"/>
                <a:gd name="csY87" fmla="*/ 453664 h 614942"/>
                <a:gd name="csX88" fmla="*/ 367370 w 605557"/>
                <a:gd name="csY88" fmla="*/ 453664 h 614942"/>
                <a:gd name="csX89" fmla="*/ 368042 w 605557"/>
                <a:gd name="csY89" fmla="*/ 452008 h 614942"/>
                <a:gd name="csX90" fmla="*/ 368042 w 605557"/>
                <a:gd name="csY90" fmla="*/ 455326 h 614942"/>
                <a:gd name="csX91" fmla="*/ 367370 w 605557"/>
                <a:gd name="csY91" fmla="*/ 453664 h 614942"/>
                <a:gd name="csX92" fmla="*/ 405946 w 605557"/>
                <a:gd name="csY92" fmla="*/ 453002 h 614942"/>
                <a:gd name="csX93" fmla="*/ 406609 w 605557"/>
                <a:gd name="csY93" fmla="*/ 451365 h 614942"/>
                <a:gd name="csX94" fmla="*/ 406559 w 605557"/>
                <a:gd name="csY94" fmla="*/ 455351 h 614942"/>
                <a:gd name="csX95" fmla="*/ 405946 w 605557"/>
                <a:gd name="csY95" fmla="*/ 453002 h 614942"/>
                <a:gd name="csX96" fmla="*/ 222356 w 605557"/>
                <a:gd name="csY96" fmla="*/ 447850 h 614942"/>
                <a:gd name="csX97" fmla="*/ 224681 w 605557"/>
                <a:gd name="csY97" fmla="*/ 445525 h 614942"/>
                <a:gd name="csX98" fmla="*/ 225183 w 605557"/>
                <a:gd name="csY98" fmla="*/ 446027 h 614942"/>
                <a:gd name="csX99" fmla="*/ 222356 w 605557"/>
                <a:gd name="csY99" fmla="*/ 447850 h 614942"/>
                <a:gd name="csX100" fmla="*/ 381604 w 605557"/>
                <a:gd name="csY100" fmla="*/ 446027 h 614942"/>
                <a:gd name="csX101" fmla="*/ 382106 w 605557"/>
                <a:gd name="csY101" fmla="*/ 445525 h 614942"/>
                <a:gd name="csX102" fmla="*/ 383929 w 605557"/>
                <a:gd name="csY102" fmla="*/ 448352 h 614942"/>
                <a:gd name="csX103" fmla="*/ 381604 w 605557"/>
                <a:gd name="csY103" fmla="*/ 446027 h 614942"/>
                <a:gd name="csX104" fmla="*/ 297833 w 605557"/>
                <a:gd name="csY104" fmla="*/ 444787 h 614942"/>
                <a:gd name="csX105" fmla="*/ 300379 w 605557"/>
                <a:gd name="csY105" fmla="*/ 444893 h 614942"/>
                <a:gd name="csX106" fmla="*/ 298631 w 605557"/>
                <a:gd name="csY106" fmla="*/ 445591 h 614942"/>
                <a:gd name="csX107" fmla="*/ 297833 w 605557"/>
                <a:gd name="csY107" fmla="*/ 444787 h 614942"/>
                <a:gd name="csX108" fmla="*/ 307132 w 605557"/>
                <a:gd name="csY108" fmla="*/ 444787 h 614942"/>
                <a:gd name="csX109" fmla="*/ 309678 w 605557"/>
                <a:gd name="csY109" fmla="*/ 444893 h 614942"/>
                <a:gd name="csX110" fmla="*/ 307930 w 605557"/>
                <a:gd name="csY110" fmla="*/ 445591 h 614942"/>
                <a:gd name="csX111" fmla="*/ 307132 w 605557"/>
                <a:gd name="csY111" fmla="*/ 444787 h 614942"/>
                <a:gd name="csX112" fmla="*/ 208408 w 605557"/>
                <a:gd name="csY112" fmla="*/ 432410 h 614942"/>
                <a:gd name="csX113" fmla="*/ 211476 w 605557"/>
                <a:gd name="csY113" fmla="*/ 429754 h 614942"/>
                <a:gd name="csX114" fmla="*/ 209733 w 605557"/>
                <a:gd name="csY114" fmla="*/ 432410 h 614942"/>
                <a:gd name="csX115" fmla="*/ 206665 w 605557"/>
                <a:gd name="csY115" fmla="*/ 435066 h 614942"/>
                <a:gd name="csX116" fmla="*/ 208408 w 605557"/>
                <a:gd name="csY116" fmla="*/ 432410 h 614942"/>
                <a:gd name="csX117" fmla="*/ 396924 w 605557"/>
                <a:gd name="csY117" fmla="*/ 432079 h 614942"/>
                <a:gd name="csX118" fmla="*/ 394393 w 605557"/>
                <a:gd name="csY118" fmla="*/ 429091 h 614942"/>
                <a:gd name="csX119" fmla="*/ 397386 w 605557"/>
                <a:gd name="csY119" fmla="*/ 431622 h 614942"/>
                <a:gd name="csX120" fmla="*/ 400373 w 605557"/>
                <a:gd name="csY120" fmla="*/ 434609 h 614942"/>
                <a:gd name="csX121" fmla="*/ 396924 w 605557"/>
                <a:gd name="csY121" fmla="*/ 432079 h 614942"/>
                <a:gd name="csX122" fmla="*/ 168099 w 605557"/>
                <a:gd name="csY122" fmla="*/ 423111 h 614942"/>
                <a:gd name="csX123" fmla="*/ 168766 w 605557"/>
                <a:gd name="csY123" fmla="*/ 421449 h 614942"/>
                <a:gd name="csX124" fmla="*/ 168766 w 605557"/>
                <a:gd name="csY124" fmla="*/ 424773 h 614942"/>
                <a:gd name="csX125" fmla="*/ 168099 w 605557"/>
                <a:gd name="csY125" fmla="*/ 423111 h 614942"/>
                <a:gd name="csX126" fmla="*/ 437675 w 605557"/>
                <a:gd name="csY126" fmla="*/ 423664 h 614942"/>
                <a:gd name="csX127" fmla="*/ 438478 w 605557"/>
                <a:gd name="csY127" fmla="*/ 422860 h 614942"/>
                <a:gd name="csX128" fmla="*/ 438373 w 605557"/>
                <a:gd name="csY128" fmla="*/ 425411 h 614942"/>
                <a:gd name="csX129" fmla="*/ 437675 w 605557"/>
                <a:gd name="csY129" fmla="*/ 423664 h 614942"/>
                <a:gd name="csX130" fmla="*/ 227352 w 605557"/>
                <a:gd name="csY130" fmla="*/ 423503 h 614942"/>
                <a:gd name="csX131" fmla="*/ 232664 w 605557"/>
                <a:gd name="csY131" fmla="*/ 423528 h 614942"/>
                <a:gd name="csX132" fmla="*/ 229662 w 605557"/>
                <a:gd name="csY132" fmla="*/ 424106 h 614942"/>
                <a:gd name="csX133" fmla="*/ 227352 w 605557"/>
                <a:gd name="csY133" fmla="*/ 423498 h 614942"/>
                <a:gd name="csX134" fmla="*/ 296096 w 605557"/>
                <a:gd name="csY134" fmla="*/ 423126 h 614942"/>
                <a:gd name="csX135" fmla="*/ 297346 w 605557"/>
                <a:gd name="csY135" fmla="*/ 422604 h 614942"/>
                <a:gd name="csX136" fmla="*/ 298159 w 605557"/>
                <a:gd name="csY136" fmla="*/ 424442 h 614942"/>
                <a:gd name="csX137" fmla="*/ 296096 w 605557"/>
                <a:gd name="csY137" fmla="*/ 423126 h 614942"/>
                <a:gd name="csX138" fmla="*/ 374816 w 605557"/>
                <a:gd name="csY138" fmla="*/ 423503 h 614942"/>
                <a:gd name="csX139" fmla="*/ 380128 w 605557"/>
                <a:gd name="csY139" fmla="*/ 423528 h 614942"/>
                <a:gd name="csX140" fmla="*/ 377126 w 605557"/>
                <a:gd name="csY140" fmla="*/ 424106 h 614942"/>
                <a:gd name="csX141" fmla="*/ 374816 w 605557"/>
                <a:gd name="csY141" fmla="*/ 423498 h 614942"/>
                <a:gd name="csX142" fmla="*/ 288991 w 605557"/>
                <a:gd name="csY142" fmla="*/ 411156 h 614942"/>
                <a:gd name="csX143" fmla="*/ 289659 w 605557"/>
                <a:gd name="csY143" fmla="*/ 409494 h 614942"/>
                <a:gd name="csX144" fmla="*/ 289659 w 605557"/>
                <a:gd name="csY144" fmla="*/ 412818 h 614942"/>
                <a:gd name="csX145" fmla="*/ 288991 w 605557"/>
                <a:gd name="csY145" fmla="*/ 411156 h 614942"/>
                <a:gd name="csX146" fmla="*/ 316888 w 605557"/>
                <a:gd name="csY146" fmla="*/ 411156 h 614942"/>
                <a:gd name="csX147" fmla="*/ 317561 w 605557"/>
                <a:gd name="csY147" fmla="*/ 409494 h 614942"/>
                <a:gd name="csX148" fmla="*/ 317561 w 605557"/>
                <a:gd name="csY148" fmla="*/ 412818 h 614942"/>
                <a:gd name="csX149" fmla="*/ 316888 w 605557"/>
                <a:gd name="csY149" fmla="*/ 411156 h 614942"/>
                <a:gd name="csX150" fmla="*/ 291436 w 605557"/>
                <a:gd name="csY150" fmla="*/ 402680 h 614942"/>
                <a:gd name="csX151" fmla="*/ 293761 w 605557"/>
                <a:gd name="csY151" fmla="*/ 400356 h 614942"/>
                <a:gd name="csX152" fmla="*/ 294263 w 605557"/>
                <a:gd name="csY152" fmla="*/ 400858 h 614942"/>
                <a:gd name="csX153" fmla="*/ 291436 w 605557"/>
                <a:gd name="csY153" fmla="*/ 402680 h 614942"/>
                <a:gd name="csX154" fmla="*/ 312525 w 605557"/>
                <a:gd name="csY154" fmla="*/ 400858 h 614942"/>
                <a:gd name="csX155" fmla="*/ 313027 w 605557"/>
                <a:gd name="csY155" fmla="*/ 400356 h 614942"/>
                <a:gd name="csX156" fmla="*/ 315351 w 605557"/>
                <a:gd name="csY156" fmla="*/ 402680 h 614942"/>
                <a:gd name="csX157" fmla="*/ 312525 w 605557"/>
                <a:gd name="csY157" fmla="*/ 400858 h 614942"/>
                <a:gd name="csX158" fmla="*/ 437780 w 605557"/>
                <a:gd name="csY158" fmla="*/ 397870 h 614942"/>
                <a:gd name="csX159" fmla="*/ 438453 w 605557"/>
                <a:gd name="csY159" fmla="*/ 396208 h 614942"/>
                <a:gd name="csX160" fmla="*/ 438453 w 605557"/>
                <a:gd name="csY160" fmla="*/ 399532 h 614942"/>
                <a:gd name="csX161" fmla="*/ 437780 w 605557"/>
                <a:gd name="csY161" fmla="*/ 397870 h 614942"/>
                <a:gd name="csX162" fmla="*/ 301066 w 605557"/>
                <a:gd name="csY162" fmla="*/ 396956 h 614942"/>
                <a:gd name="csX163" fmla="*/ 305716 w 605557"/>
                <a:gd name="csY163" fmla="*/ 396956 h 614942"/>
                <a:gd name="csX164" fmla="*/ 303391 w 605557"/>
                <a:gd name="csY164" fmla="*/ 397564 h 614942"/>
                <a:gd name="csX165" fmla="*/ 301066 w 605557"/>
                <a:gd name="csY165" fmla="*/ 396956 h 614942"/>
                <a:gd name="csX166" fmla="*/ 200078 w 605557"/>
                <a:gd name="csY166" fmla="*/ 368643 h 614942"/>
                <a:gd name="csX167" fmla="*/ 200685 w 605557"/>
                <a:gd name="csY167" fmla="*/ 366318 h 614942"/>
                <a:gd name="csX168" fmla="*/ 200685 w 605557"/>
                <a:gd name="csY168" fmla="*/ 370968 h 614942"/>
                <a:gd name="csX169" fmla="*/ 200078 w 605557"/>
                <a:gd name="csY169" fmla="*/ 368643 h 614942"/>
                <a:gd name="csX170" fmla="*/ 405997 w 605557"/>
                <a:gd name="csY170" fmla="*/ 368643 h 614942"/>
                <a:gd name="csX171" fmla="*/ 406604 w 605557"/>
                <a:gd name="csY171" fmla="*/ 366318 h 614942"/>
                <a:gd name="csX172" fmla="*/ 406604 w 605557"/>
                <a:gd name="csY172" fmla="*/ 370968 h 614942"/>
                <a:gd name="csX173" fmla="*/ 405997 w 605557"/>
                <a:gd name="csY173" fmla="*/ 368643 h 614942"/>
                <a:gd name="csX174" fmla="*/ 238509 w 605557"/>
                <a:gd name="csY174" fmla="*/ 368643 h 614942"/>
                <a:gd name="csX175" fmla="*/ 239177 w 605557"/>
                <a:gd name="csY175" fmla="*/ 366981 h 614942"/>
                <a:gd name="csX176" fmla="*/ 239177 w 605557"/>
                <a:gd name="csY176" fmla="*/ 370305 h 614942"/>
                <a:gd name="csX177" fmla="*/ 238509 w 605557"/>
                <a:gd name="csY177" fmla="*/ 368643 h 614942"/>
                <a:gd name="csX178" fmla="*/ 367370 w 605557"/>
                <a:gd name="csY178" fmla="*/ 368643 h 614942"/>
                <a:gd name="csX179" fmla="*/ 368042 w 605557"/>
                <a:gd name="csY179" fmla="*/ 366981 h 614942"/>
                <a:gd name="csX180" fmla="*/ 368042 w 605557"/>
                <a:gd name="csY180" fmla="*/ 370305 h 614942"/>
                <a:gd name="csX181" fmla="*/ 367370 w 605557"/>
                <a:gd name="csY181" fmla="*/ 368643 h 614942"/>
                <a:gd name="csX182" fmla="*/ 511715 w 605557"/>
                <a:gd name="csY182" fmla="*/ 353123 h 614942"/>
                <a:gd name="csX183" fmla="*/ 514266 w 605557"/>
                <a:gd name="csY183" fmla="*/ 353228 h 614942"/>
                <a:gd name="csX184" fmla="*/ 512519 w 605557"/>
                <a:gd name="csY184" fmla="*/ 353926 h 614942"/>
                <a:gd name="csX185" fmla="*/ 511715 w 605557"/>
                <a:gd name="csY185" fmla="*/ 353123 h 614942"/>
                <a:gd name="csX186" fmla="*/ 356534 w 605557"/>
                <a:gd name="csY186" fmla="*/ 346886 h 614942"/>
                <a:gd name="csX187" fmla="*/ 358859 w 605557"/>
                <a:gd name="csY187" fmla="*/ 344562 h 614942"/>
                <a:gd name="csX188" fmla="*/ 359361 w 605557"/>
                <a:gd name="csY188" fmla="*/ 345064 h 614942"/>
                <a:gd name="csX189" fmla="*/ 356534 w 605557"/>
                <a:gd name="csY189" fmla="*/ 346886 h 614942"/>
                <a:gd name="csX190" fmla="*/ 198441 w 605557"/>
                <a:gd name="csY190" fmla="*/ 324302 h 614942"/>
                <a:gd name="csX191" fmla="*/ 200766 w 605557"/>
                <a:gd name="csY191" fmla="*/ 321977 h 614942"/>
                <a:gd name="csX192" fmla="*/ 201268 w 605557"/>
                <a:gd name="csY192" fmla="*/ 322479 h 614942"/>
                <a:gd name="csX193" fmla="*/ 198441 w 605557"/>
                <a:gd name="csY193" fmla="*/ 324302 h 614942"/>
                <a:gd name="csX194" fmla="*/ 404189 w 605557"/>
                <a:gd name="csY194" fmla="*/ 321149 h 614942"/>
                <a:gd name="csX195" fmla="*/ 404691 w 605557"/>
                <a:gd name="csY195" fmla="*/ 320646 h 614942"/>
                <a:gd name="csX196" fmla="*/ 406514 w 605557"/>
                <a:gd name="csY196" fmla="*/ 323473 h 614942"/>
                <a:gd name="csX197" fmla="*/ 404189 w 605557"/>
                <a:gd name="csY197" fmla="*/ 321149 h 614942"/>
                <a:gd name="csX198" fmla="*/ 390903 w 605557"/>
                <a:gd name="csY198" fmla="*/ 307868 h 614942"/>
                <a:gd name="csX199" fmla="*/ 391405 w 605557"/>
                <a:gd name="csY199" fmla="*/ 307366 h 614942"/>
                <a:gd name="csX200" fmla="*/ 393228 w 605557"/>
                <a:gd name="csY200" fmla="*/ 310193 h 614942"/>
                <a:gd name="csX201" fmla="*/ 390903 w 605557"/>
                <a:gd name="csY201" fmla="*/ 307868 h 614942"/>
                <a:gd name="csX202" fmla="*/ 287203 w 605557"/>
                <a:gd name="csY202" fmla="*/ 276069 h 614942"/>
                <a:gd name="csX203" fmla="*/ 289749 w 605557"/>
                <a:gd name="csY203" fmla="*/ 276175 h 614942"/>
                <a:gd name="csX204" fmla="*/ 288007 w 605557"/>
                <a:gd name="csY204" fmla="*/ 276873 h 614942"/>
                <a:gd name="csX205" fmla="*/ 287203 w 605557"/>
                <a:gd name="csY205" fmla="*/ 276069 h 614942"/>
                <a:gd name="csX206" fmla="*/ 317757 w 605557"/>
                <a:gd name="csY206" fmla="*/ 276069 h 614942"/>
                <a:gd name="csX207" fmla="*/ 320302 w 605557"/>
                <a:gd name="csY207" fmla="*/ 276175 h 614942"/>
                <a:gd name="csX208" fmla="*/ 318560 w 605557"/>
                <a:gd name="csY208" fmla="*/ 276873 h 614942"/>
                <a:gd name="csX209" fmla="*/ 317757 w 605557"/>
                <a:gd name="csY209" fmla="*/ 276069 h 614942"/>
                <a:gd name="csX210" fmla="*/ 1575 w 605557"/>
                <a:gd name="csY210" fmla="*/ 225587 h 614942"/>
                <a:gd name="csX211" fmla="*/ 4126 w 605557"/>
                <a:gd name="csY211" fmla="*/ 225693 h 614942"/>
                <a:gd name="csX212" fmla="*/ 2378 w 605557"/>
                <a:gd name="csY212" fmla="*/ 226391 h 614942"/>
                <a:gd name="csX213" fmla="*/ 1575 w 605557"/>
                <a:gd name="csY213" fmla="*/ 225587 h 614942"/>
                <a:gd name="csX214" fmla="*/ 603385 w 605557"/>
                <a:gd name="csY214" fmla="*/ 225587 h 614942"/>
                <a:gd name="csX215" fmla="*/ 605931 w 605557"/>
                <a:gd name="csY215" fmla="*/ 225693 h 614942"/>
                <a:gd name="csX216" fmla="*/ 604188 w 605557"/>
                <a:gd name="csY216" fmla="*/ 226391 h 614942"/>
                <a:gd name="csX217" fmla="*/ 603385 w 605557"/>
                <a:gd name="csY217" fmla="*/ 225587 h 614942"/>
                <a:gd name="csX218" fmla="*/ 459988 w 605557"/>
                <a:gd name="csY218" fmla="*/ 214873 h 614942"/>
                <a:gd name="csX219" fmla="*/ 460485 w 605557"/>
                <a:gd name="csY219" fmla="*/ 214371 h 614942"/>
                <a:gd name="csX220" fmla="*/ 462313 w 605557"/>
                <a:gd name="csY220" fmla="*/ 217197 h 614942"/>
                <a:gd name="csX221" fmla="*/ 459988 w 605557"/>
                <a:gd name="csY221" fmla="*/ 214873 h 614942"/>
                <a:gd name="csX222" fmla="*/ 168219 w 605557"/>
                <a:gd name="csY222" fmla="*/ 205614 h 614942"/>
                <a:gd name="csX223" fmla="*/ 175525 w 605557"/>
                <a:gd name="csY223" fmla="*/ 205614 h 614942"/>
                <a:gd name="csX224" fmla="*/ 171875 w 605557"/>
                <a:gd name="csY224" fmla="*/ 206171 h 614942"/>
                <a:gd name="csX225" fmla="*/ 168219 w 605557"/>
                <a:gd name="csY225" fmla="*/ 205614 h 614942"/>
                <a:gd name="csX226" fmla="*/ 431263 w 605557"/>
                <a:gd name="csY226" fmla="*/ 205614 h 614942"/>
                <a:gd name="csX227" fmla="*/ 438568 w 605557"/>
                <a:gd name="csY227" fmla="*/ 205614 h 614942"/>
                <a:gd name="csX228" fmla="*/ 434913 w 605557"/>
                <a:gd name="csY228" fmla="*/ 206171 h 614942"/>
                <a:gd name="csX229" fmla="*/ 431263 w 605557"/>
                <a:gd name="csY229" fmla="*/ 205614 h 614942"/>
                <a:gd name="csX230" fmla="*/ 278487 w 605557"/>
                <a:gd name="csY230" fmla="*/ 148449 h 614942"/>
                <a:gd name="csX231" fmla="*/ 328301 w 605557"/>
                <a:gd name="csY231" fmla="*/ 148449 h 614942"/>
                <a:gd name="csX232" fmla="*/ 303391 w 605557"/>
                <a:gd name="csY232" fmla="*/ 148841 h 614942"/>
                <a:gd name="csX233" fmla="*/ 278487 w 605557"/>
                <a:gd name="csY233" fmla="*/ 148449 h 614942"/>
                <a:gd name="csX234" fmla="*/ 495 w 605557"/>
                <a:gd name="csY234" fmla="*/ 50633 h 614942"/>
                <a:gd name="csX235" fmla="*/ 2820 w 605557"/>
                <a:gd name="csY235" fmla="*/ 48309 h 614942"/>
                <a:gd name="csX236" fmla="*/ 3322 w 605557"/>
                <a:gd name="csY236" fmla="*/ 48811 h 614942"/>
                <a:gd name="csX237" fmla="*/ 495 w 605557"/>
                <a:gd name="csY237" fmla="*/ 50633 h 614942"/>
                <a:gd name="csX238" fmla="*/ 88008 w 605557"/>
                <a:gd name="csY238" fmla="*/ 27552 h 614942"/>
                <a:gd name="csX239" fmla="*/ 88510 w 605557"/>
                <a:gd name="csY239" fmla="*/ 27055 h 614942"/>
                <a:gd name="csX240" fmla="*/ 90332 w 605557"/>
                <a:gd name="csY240" fmla="*/ 29877 h 614942"/>
                <a:gd name="csX241" fmla="*/ 88008 w 605557"/>
                <a:gd name="csY241" fmla="*/ 27552 h 614942"/>
                <a:gd name="csX242" fmla="*/ 172954 w 605557"/>
                <a:gd name="csY242" fmla="*/ 7714 h 614942"/>
                <a:gd name="csX243" fmla="*/ 175500 w 605557"/>
                <a:gd name="csY243" fmla="*/ 7819 h 614942"/>
                <a:gd name="csX244" fmla="*/ 173757 w 605557"/>
                <a:gd name="csY244" fmla="*/ 8517 h 614942"/>
                <a:gd name="csX245" fmla="*/ 172954 w 605557"/>
                <a:gd name="csY245" fmla="*/ 7714 h 614942"/>
                <a:gd name="csX246" fmla="*/ 194208 w 605557"/>
                <a:gd name="csY246" fmla="*/ 5057 h 614942"/>
                <a:gd name="csX247" fmla="*/ 196754 w 605557"/>
                <a:gd name="csY247" fmla="*/ 5163 h 614942"/>
                <a:gd name="csX248" fmla="*/ 195012 w 605557"/>
                <a:gd name="csY248" fmla="*/ 5861 h 614942"/>
                <a:gd name="csX249" fmla="*/ 194208 w 605557"/>
                <a:gd name="csY249" fmla="*/ 5057 h 614942"/>
                <a:gd name="csX250" fmla="*/ 410752 w 605557"/>
                <a:gd name="csY250" fmla="*/ 5057 h 614942"/>
                <a:gd name="csX251" fmla="*/ 413297 w 605557"/>
                <a:gd name="csY251" fmla="*/ 5163 h 614942"/>
                <a:gd name="csX252" fmla="*/ 411555 w 605557"/>
                <a:gd name="csY252" fmla="*/ 5861 h 614942"/>
                <a:gd name="csX253" fmla="*/ 410752 w 605557"/>
                <a:gd name="csY253" fmla="*/ 5057 h 614942"/>
                <a:gd name="csX254" fmla="*/ 206163 w 605557"/>
                <a:gd name="csY254" fmla="*/ 3732 h 614942"/>
                <a:gd name="csX255" fmla="*/ 208709 w 605557"/>
                <a:gd name="csY255" fmla="*/ 3837 h 614942"/>
                <a:gd name="csX256" fmla="*/ 206967 w 605557"/>
                <a:gd name="csY256" fmla="*/ 4535 h 614942"/>
                <a:gd name="csX257" fmla="*/ 206163 w 605557"/>
                <a:gd name="csY257" fmla="*/ 3732 h 614942"/>
                <a:gd name="csX258" fmla="*/ 398796 w 605557"/>
                <a:gd name="csY258" fmla="*/ 3732 h 614942"/>
                <a:gd name="csX259" fmla="*/ 401342 w 605557"/>
                <a:gd name="csY259" fmla="*/ 3837 h 614942"/>
                <a:gd name="csX260" fmla="*/ 399600 w 605557"/>
                <a:gd name="csY260" fmla="*/ 4535 h 614942"/>
                <a:gd name="csX261" fmla="*/ 398796 w 605557"/>
                <a:gd name="csY261" fmla="*/ 3732 h 614942"/>
                <a:gd name="csX262" fmla="*/ 220694 w 605557"/>
                <a:gd name="csY262" fmla="*/ 2431 h 614942"/>
                <a:gd name="csX263" fmla="*/ 224018 w 605557"/>
                <a:gd name="csY263" fmla="*/ 2431 h 614942"/>
                <a:gd name="csX264" fmla="*/ 222356 w 605557"/>
                <a:gd name="csY264" fmla="*/ 3099 h 614942"/>
                <a:gd name="csX265" fmla="*/ 220694 w 605557"/>
                <a:gd name="csY265" fmla="*/ 2431 h 614942"/>
                <a:gd name="csX266" fmla="*/ 384100 w 605557"/>
                <a:gd name="csY266" fmla="*/ 2431 h 614942"/>
                <a:gd name="csX267" fmla="*/ 387419 w 605557"/>
                <a:gd name="csY267" fmla="*/ 2431 h 614942"/>
                <a:gd name="csX268" fmla="*/ 385762 w 605557"/>
                <a:gd name="csY268" fmla="*/ 3099 h 614942"/>
                <a:gd name="csX269" fmla="*/ 384100 w 605557"/>
                <a:gd name="csY269" fmla="*/ 2431 h 614942"/>
                <a:gd name="csX270" fmla="*/ 237324 w 605557"/>
                <a:gd name="csY270" fmla="*/ 1061 h 614942"/>
                <a:gd name="csX271" fmla="*/ 241311 w 605557"/>
                <a:gd name="csY271" fmla="*/ 1111 h 614942"/>
                <a:gd name="csX272" fmla="*/ 238961 w 605557"/>
                <a:gd name="csY272" fmla="*/ 1723 h 614942"/>
                <a:gd name="csX273" fmla="*/ 237324 w 605557"/>
                <a:gd name="csY273" fmla="*/ 1061 h 614942"/>
                <a:gd name="csX274" fmla="*/ 366190 w 605557"/>
                <a:gd name="csY274" fmla="*/ 1061 h 614942"/>
                <a:gd name="csX275" fmla="*/ 370176 w 605557"/>
                <a:gd name="csY275" fmla="*/ 1111 h 614942"/>
                <a:gd name="csX276" fmla="*/ 367827 w 605557"/>
                <a:gd name="csY276" fmla="*/ 1723 h 614942"/>
                <a:gd name="csX277" fmla="*/ 366190 w 605557"/>
                <a:gd name="csY277" fmla="*/ 1061 h 614942"/>
                <a:gd name="csX278" fmla="*/ 260551 w 605557"/>
                <a:gd name="csY278" fmla="*/ -285 h 614942"/>
                <a:gd name="csX279" fmla="*/ 266527 w 605557"/>
                <a:gd name="csY279" fmla="*/ -285 h 614942"/>
                <a:gd name="csX280" fmla="*/ 263539 w 605557"/>
                <a:gd name="csY280" fmla="*/ 292 h 614942"/>
                <a:gd name="csX281" fmla="*/ 260551 w 605557"/>
                <a:gd name="csY281" fmla="*/ -285 h 614942"/>
                <a:gd name="csX282" fmla="*/ 340261 w 605557"/>
                <a:gd name="csY282" fmla="*/ -285 h 614942"/>
                <a:gd name="csX283" fmla="*/ 346236 w 605557"/>
                <a:gd name="csY283" fmla="*/ -285 h 614942"/>
                <a:gd name="csX284" fmla="*/ 343248 w 605557"/>
                <a:gd name="csY284" fmla="*/ 292 h 614942"/>
                <a:gd name="csX285" fmla="*/ 340261 w 605557"/>
                <a:gd name="csY285" fmla="*/ -285 h 614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</a:cxnLst>
              <a:rect l="l" t="t" r="r" b="b"/>
              <a:pathLst>
                <a:path w="605557" h="614942">
                  <a:moveTo>
                    <a:pt x="339262" y="613912"/>
                  </a:moveTo>
                  <a:cubicBezTo>
                    <a:pt x="339262" y="613635"/>
                    <a:pt x="340311" y="612591"/>
                    <a:pt x="341586" y="611587"/>
                  </a:cubicBezTo>
                  <a:cubicBezTo>
                    <a:pt x="343695" y="609935"/>
                    <a:pt x="343741" y="609980"/>
                    <a:pt x="342089" y="612089"/>
                  </a:cubicBezTo>
                  <a:cubicBezTo>
                    <a:pt x="340351" y="614304"/>
                    <a:pt x="339262" y="615006"/>
                    <a:pt x="339262" y="613912"/>
                  </a:cubicBezTo>
                  <a:close/>
                  <a:moveTo>
                    <a:pt x="291793" y="545741"/>
                  </a:moveTo>
                  <a:cubicBezTo>
                    <a:pt x="293088" y="545404"/>
                    <a:pt x="294881" y="545424"/>
                    <a:pt x="295779" y="545791"/>
                  </a:cubicBezTo>
                  <a:cubicBezTo>
                    <a:pt x="296678" y="546158"/>
                    <a:pt x="295624" y="546429"/>
                    <a:pt x="293429" y="546404"/>
                  </a:cubicBezTo>
                  <a:cubicBezTo>
                    <a:pt x="291240" y="546378"/>
                    <a:pt x="290502" y="546077"/>
                    <a:pt x="291793" y="545741"/>
                  </a:cubicBezTo>
                  <a:close/>
                  <a:moveTo>
                    <a:pt x="311721" y="545741"/>
                  </a:moveTo>
                  <a:cubicBezTo>
                    <a:pt x="313017" y="545404"/>
                    <a:pt x="314809" y="545424"/>
                    <a:pt x="315708" y="545791"/>
                  </a:cubicBezTo>
                  <a:cubicBezTo>
                    <a:pt x="316607" y="546158"/>
                    <a:pt x="315547" y="546429"/>
                    <a:pt x="313358" y="546404"/>
                  </a:cubicBezTo>
                  <a:cubicBezTo>
                    <a:pt x="311164" y="546378"/>
                    <a:pt x="310431" y="546077"/>
                    <a:pt x="311721" y="545741"/>
                  </a:cubicBezTo>
                  <a:close/>
                  <a:moveTo>
                    <a:pt x="281349" y="515775"/>
                  </a:moveTo>
                  <a:lnTo>
                    <a:pt x="278818" y="512788"/>
                  </a:lnTo>
                  <a:lnTo>
                    <a:pt x="281806" y="515318"/>
                  </a:lnTo>
                  <a:cubicBezTo>
                    <a:pt x="284612" y="517693"/>
                    <a:pt x="285401" y="518763"/>
                    <a:pt x="284336" y="518763"/>
                  </a:cubicBezTo>
                  <a:cubicBezTo>
                    <a:pt x="284085" y="518763"/>
                    <a:pt x="282740" y="517417"/>
                    <a:pt x="281349" y="515775"/>
                  </a:cubicBezTo>
                  <a:close/>
                  <a:moveTo>
                    <a:pt x="323983" y="516106"/>
                  </a:moveTo>
                  <a:cubicBezTo>
                    <a:pt x="325308" y="514645"/>
                    <a:pt x="326689" y="513450"/>
                    <a:pt x="327056" y="513450"/>
                  </a:cubicBezTo>
                  <a:cubicBezTo>
                    <a:pt x="327417" y="513450"/>
                    <a:pt x="326634" y="514645"/>
                    <a:pt x="325313" y="516106"/>
                  </a:cubicBezTo>
                  <a:cubicBezTo>
                    <a:pt x="323993" y="517567"/>
                    <a:pt x="322612" y="518763"/>
                    <a:pt x="322245" y="518763"/>
                  </a:cubicBezTo>
                  <a:cubicBezTo>
                    <a:pt x="321879" y="518763"/>
                    <a:pt x="322662" y="517567"/>
                    <a:pt x="323983" y="516106"/>
                  </a:cubicBezTo>
                  <a:close/>
                  <a:moveTo>
                    <a:pt x="207017" y="506476"/>
                  </a:moveTo>
                  <a:lnTo>
                    <a:pt x="201765" y="500827"/>
                  </a:lnTo>
                  <a:lnTo>
                    <a:pt x="207409" y="506079"/>
                  </a:lnTo>
                  <a:cubicBezTo>
                    <a:pt x="212661" y="510965"/>
                    <a:pt x="213665" y="512120"/>
                    <a:pt x="212661" y="512120"/>
                  </a:cubicBezTo>
                  <a:cubicBezTo>
                    <a:pt x="212445" y="512120"/>
                    <a:pt x="209904" y="509579"/>
                    <a:pt x="207017" y="506476"/>
                  </a:cubicBezTo>
                  <a:close/>
                  <a:moveTo>
                    <a:pt x="398380" y="506808"/>
                  </a:moveTo>
                  <a:cubicBezTo>
                    <a:pt x="401237" y="503885"/>
                    <a:pt x="403868" y="501490"/>
                    <a:pt x="404234" y="501490"/>
                  </a:cubicBezTo>
                  <a:cubicBezTo>
                    <a:pt x="404601" y="501490"/>
                    <a:pt x="402562" y="503885"/>
                    <a:pt x="399710" y="506808"/>
                  </a:cubicBezTo>
                  <a:cubicBezTo>
                    <a:pt x="396853" y="509730"/>
                    <a:pt x="394222" y="512120"/>
                    <a:pt x="393856" y="512120"/>
                  </a:cubicBezTo>
                  <a:cubicBezTo>
                    <a:pt x="393489" y="512120"/>
                    <a:pt x="395528" y="509730"/>
                    <a:pt x="398380" y="506808"/>
                  </a:cubicBezTo>
                  <a:close/>
                  <a:moveTo>
                    <a:pt x="296583" y="501827"/>
                  </a:moveTo>
                  <a:cubicBezTo>
                    <a:pt x="294931" y="499718"/>
                    <a:pt x="294976" y="499672"/>
                    <a:pt x="297085" y="501324"/>
                  </a:cubicBezTo>
                  <a:cubicBezTo>
                    <a:pt x="299294" y="503057"/>
                    <a:pt x="300002" y="504151"/>
                    <a:pt x="298907" y="504151"/>
                  </a:cubicBezTo>
                  <a:cubicBezTo>
                    <a:pt x="298631" y="504151"/>
                    <a:pt x="297587" y="503102"/>
                    <a:pt x="296583" y="501827"/>
                  </a:cubicBezTo>
                  <a:close/>
                  <a:moveTo>
                    <a:pt x="307378" y="503649"/>
                  </a:moveTo>
                  <a:cubicBezTo>
                    <a:pt x="307378" y="503373"/>
                    <a:pt x="308427" y="502324"/>
                    <a:pt x="309703" y="501324"/>
                  </a:cubicBezTo>
                  <a:cubicBezTo>
                    <a:pt x="311812" y="499672"/>
                    <a:pt x="311857" y="499718"/>
                    <a:pt x="310205" y="501827"/>
                  </a:cubicBezTo>
                  <a:cubicBezTo>
                    <a:pt x="308468" y="504036"/>
                    <a:pt x="307378" y="504744"/>
                    <a:pt x="307378" y="503649"/>
                  </a:cubicBezTo>
                  <a:close/>
                  <a:moveTo>
                    <a:pt x="295423" y="490363"/>
                  </a:moveTo>
                  <a:cubicBezTo>
                    <a:pt x="295423" y="490087"/>
                    <a:pt x="296467" y="489043"/>
                    <a:pt x="297748" y="488039"/>
                  </a:cubicBezTo>
                  <a:cubicBezTo>
                    <a:pt x="299856" y="486387"/>
                    <a:pt x="299902" y="486432"/>
                    <a:pt x="298250" y="488541"/>
                  </a:cubicBezTo>
                  <a:cubicBezTo>
                    <a:pt x="296512" y="490755"/>
                    <a:pt x="295423" y="491458"/>
                    <a:pt x="295423" y="490363"/>
                  </a:cubicBezTo>
                  <a:close/>
                  <a:moveTo>
                    <a:pt x="308538" y="488541"/>
                  </a:moveTo>
                  <a:cubicBezTo>
                    <a:pt x="306886" y="486432"/>
                    <a:pt x="306931" y="486387"/>
                    <a:pt x="309040" y="488039"/>
                  </a:cubicBezTo>
                  <a:cubicBezTo>
                    <a:pt x="311254" y="489776"/>
                    <a:pt x="311957" y="490865"/>
                    <a:pt x="310863" y="490865"/>
                  </a:cubicBezTo>
                  <a:cubicBezTo>
                    <a:pt x="310586" y="490865"/>
                    <a:pt x="309542" y="489816"/>
                    <a:pt x="308538" y="488541"/>
                  </a:cubicBezTo>
                  <a:close/>
                  <a:moveTo>
                    <a:pt x="248928" y="475747"/>
                  </a:moveTo>
                  <a:cubicBezTo>
                    <a:pt x="248928" y="475476"/>
                    <a:pt x="249972" y="474427"/>
                    <a:pt x="251253" y="473422"/>
                  </a:cubicBezTo>
                  <a:cubicBezTo>
                    <a:pt x="253356" y="471770"/>
                    <a:pt x="253407" y="471821"/>
                    <a:pt x="251750" y="473925"/>
                  </a:cubicBezTo>
                  <a:cubicBezTo>
                    <a:pt x="250017" y="476139"/>
                    <a:pt x="248928" y="476842"/>
                    <a:pt x="248928" y="475747"/>
                  </a:cubicBezTo>
                  <a:close/>
                  <a:moveTo>
                    <a:pt x="280811" y="475747"/>
                  </a:moveTo>
                  <a:cubicBezTo>
                    <a:pt x="280811" y="475476"/>
                    <a:pt x="281856" y="474427"/>
                    <a:pt x="283136" y="473422"/>
                  </a:cubicBezTo>
                  <a:cubicBezTo>
                    <a:pt x="285240" y="471770"/>
                    <a:pt x="285290" y="471821"/>
                    <a:pt x="283633" y="473925"/>
                  </a:cubicBezTo>
                  <a:cubicBezTo>
                    <a:pt x="281901" y="476139"/>
                    <a:pt x="280811" y="476842"/>
                    <a:pt x="280811" y="475747"/>
                  </a:cubicBezTo>
                  <a:close/>
                  <a:moveTo>
                    <a:pt x="323149" y="473925"/>
                  </a:moveTo>
                  <a:cubicBezTo>
                    <a:pt x="321497" y="471821"/>
                    <a:pt x="321547" y="471770"/>
                    <a:pt x="323651" y="473422"/>
                  </a:cubicBezTo>
                  <a:cubicBezTo>
                    <a:pt x="324932" y="474427"/>
                    <a:pt x="325976" y="475476"/>
                    <a:pt x="325976" y="475747"/>
                  </a:cubicBezTo>
                  <a:cubicBezTo>
                    <a:pt x="325976" y="476842"/>
                    <a:pt x="324886" y="476139"/>
                    <a:pt x="323149" y="473925"/>
                  </a:cubicBezTo>
                  <a:close/>
                  <a:moveTo>
                    <a:pt x="355033" y="473925"/>
                  </a:moveTo>
                  <a:cubicBezTo>
                    <a:pt x="353381" y="471821"/>
                    <a:pt x="353431" y="471770"/>
                    <a:pt x="355535" y="473422"/>
                  </a:cubicBezTo>
                  <a:cubicBezTo>
                    <a:pt x="356815" y="474427"/>
                    <a:pt x="357860" y="475476"/>
                    <a:pt x="357860" y="475747"/>
                  </a:cubicBezTo>
                  <a:cubicBezTo>
                    <a:pt x="357860" y="476842"/>
                    <a:pt x="356770" y="476139"/>
                    <a:pt x="355033" y="473925"/>
                  </a:cubicBezTo>
                  <a:close/>
                  <a:moveTo>
                    <a:pt x="228748" y="462060"/>
                  </a:moveTo>
                  <a:cubicBezTo>
                    <a:pt x="229707" y="461673"/>
                    <a:pt x="230852" y="461723"/>
                    <a:pt x="231294" y="462165"/>
                  </a:cubicBezTo>
                  <a:cubicBezTo>
                    <a:pt x="231736" y="462607"/>
                    <a:pt x="230952" y="462918"/>
                    <a:pt x="229551" y="462863"/>
                  </a:cubicBezTo>
                  <a:cubicBezTo>
                    <a:pt x="228005" y="462798"/>
                    <a:pt x="227689" y="462482"/>
                    <a:pt x="228748" y="462060"/>
                  </a:cubicBezTo>
                  <a:close/>
                  <a:moveTo>
                    <a:pt x="376212" y="462060"/>
                  </a:moveTo>
                  <a:cubicBezTo>
                    <a:pt x="377171" y="461673"/>
                    <a:pt x="378316" y="461723"/>
                    <a:pt x="378757" y="462165"/>
                  </a:cubicBezTo>
                  <a:cubicBezTo>
                    <a:pt x="379199" y="462607"/>
                    <a:pt x="378416" y="462918"/>
                    <a:pt x="377015" y="462863"/>
                  </a:cubicBezTo>
                  <a:cubicBezTo>
                    <a:pt x="375469" y="462798"/>
                    <a:pt x="375152" y="462482"/>
                    <a:pt x="376212" y="462060"/>
                  </a:cubicBezTo>
                  <a:close/>
                  <a:moveTo>
                    <a:pt x="234311" y="461136"/>
                  </a:moveTo>
                  <a:cubicBezTo>
                    <a:pt x="234311" y="460860"/>
                    <a:pt x="235356" y="459815"/>
                    <a:pt x="236636" y="458811"/>
                  </a:cubicBezTo>
                  <a:cubicBezTo>
                    <a:pt x="238745" y="457159"/>
                    <a:pt x="238790" y="457204"/>
                    <a:pt x="237138" y="459313"/>
                  </a:cubicBezTo>
                  <a:cubicBezTo>
                    <a:pt x="235401" y="461528"/>
                    <a:pt x="234311" y="462230"/>
                    <a:pt x="234311" y="461136"/>
                  </a:cubicBezTo>
                  <a:close/>
                  <a:moveTo>
                    <a:pt x="369649" y="459313"/>
                  </a:moveTo>
                  <a:cubicBezTo>
                    <a:pt x="367997" y="457204"/>
                    <a:pt x="368042" y="457159"/>
                    <a:pt x="370151" y="458811"/>
                  </a:cubicBezTo>
                  <a:cubicBezTo>
                    <a:pt x="372366" y="460548"/>
                    <a:pt x="373069" y="461638"/>
                    <a:pt x="371974" y="461638"/>
                  </a:cubicBezTo>
                  <a:cubicBezTo>
                    <a:pt x="371698" y="461638"/>
                    <a:pt x="370653" y="460593"/>
                    <a:pt x="369649" y="459313"/>
                  </a:cubicBezTo>
                  <a:close/>
                  <a:moveTo>
                    <a:pt x="200033" y="453002"/>
                  </a:moveTo>
                  <a:cubicBezTo>
                    <a:pt x="200058" y="450812"/>
                    <a:pt x="200354" y="450074"/>
                    <a:pt x="200690" y="451365"/>
                  </a:cubicBezTo>
                  <a:cubicBezTo>
                    <a:pt x="201027" y="452660"/>
                    <a:pt x="201007" y="454453"/>
                    <a:pt x="200640" y="455351"/>
                  </a:cubicBezTo>
                  <a:cubicBezTo>
                    <a:pt x="200279" y="456250"/>
                    <a:pt x="200003" y="455196"/>
                    <a:pt x="200028" y="453002"/>
                  </a:cubicBezTo>
                  <a:close/>
                  <a:moveTo>
                    <a:pt x="238509" y="453664"/>
                  </a:moveTo>
                  <a:cubicBezTo>
                    <a:pt x="238509" y="451842"/>
                    <a:pt x="238810" y="451094"/>
                    <a:pt x="239177" y="452008"/>
                  </a:cubicBezTo>
                  <a:cubicBezTo>
                    <a:pt x="239548" y="452921"/>
                    <a:pt x="239548" y="454412"/>
                    <a:pt x="239177" y="455326"/>
                  </a:cubicBezTo>
                  <a:cubicBezTo>
                    <a:pt x="238810" y="456240"/>
                    <a:pt x="238509" y="455492"/>
                    <a:pt x="238509" y="453664"/>
                  </a:cubicBezTo>
                  <a:close/>
                  <a:moveTo>
                    <a:pt x="367370" y="453664"/>
                  </a:moveTo>
                  <a:cubicBezTo>
                    <a:pt x="367370" y="451842"/>
                    <a:pt x="367671" y="451094"/>
                    <a:pt x="368042" y="452008"/>
                  </a:cubicBezTo>
                  <a:cubicBezTo>
                    <a:pt x="368409" y="452921"/>
                    <a:pt x="368409" y="454412"/>
                    <a:pt x="368042" y="455326"/>
                  </a:cubicBezTo>
                  <a:cubicBezTo>
                    <a:pt x="367671" y="456240"/>
                    <a:pt x="367370" y="455492"/>
                    <a:pt x="367370" y="453664"/>
                  </a:cubicBezTo>
                  <a:close/>
                  <a:moveTo>
                    <a:pt x="405946" y="453002"/>
                  </a:moveTo>
                  <a:cubicBezTo>
                    <a:pt x="405972" y="450812"/>
                    <a:pt x="406273" y="450074"/>
                    <a:pt x="406609" y="451365"/>
                  </a:cubicBezTo>
                  <a:cubicBezTo>
                    <a:pt x="406946" y="452660"/>
                    <a:pt x="406921" y="454453"/>
                    <a:pt x="406559" y="455351"/>
                  </a:cubicBezTo>
                  <a:cubicBezTo>
                    <a:pt x="406193" y="456250"/>
                    <a:pt x="405916" y="455196"/>
                    <a:pt x="405946" y="453002"/>
                  </a:cubicBezTo>
                  <a:close/>
                  <a:moveTo>
                    <a:pt x="222356" y="447850"/>
                  </a:moveTo>
                  <a:cubicBezTo>
                    <a:pt x="222356" y="447574"/>
                    <a:pt x="223401" y="446530"/>
                    <a:pt x="224681" y="445525"/>
                  </a:cubicBezTo>
                  <a:cubicBezTo>
                    <a:pt x="226790" y="443873"/>
                    <a:pt x="226835" y="443919"/>
                    <a:pt x="225183" y="446027"/>
                  </a:cubicBezTo>
                  <a:cubicBezTo>
                    <a:pt x="223446" y="448242"/>
                    <a:pt x="222356" y="448945"/>
                    <a:pt x="222356" y="447850"/>
                  </a:cubicBezTo>
                  <a:close/>
                  <a:moveTo>
                    <a:pt x="381604" y="446027"/>
                  </a:moveTo>
                  <a:cubicBezTo>
                    <a:pt x="379952" y="443919"/>
                    <a:pt x="379998" y="443873"/>
                    <a:pt x="382106" y="445525"/>
                  </a:cubicBezTo>
                  <a:cubicBezTo>
                    <a:pt x="384321" y="447263"/>
                    <a:pt x="385024" y="448352"/>
                    <a:pt x="383929" y="448352"/>
                  </a:cubicBezTo>
                  <a:cubicBezTo>
                    <a:pt x="383653" y="448352"/>
                    <a:pt x="382609" y="447308"/>
                    <a:pt x="381604" y="446027"/>
                  </a:cubicBezTo>
                  <a:close/>
                  <a:moveTo>
                    <a:pt x="297833" y="444787"/>
                  </a:moveTo>
                  <a:cubicBezTo>
                    <a:pt x="298792" y="444406"/>
                    <a:pt x="299937" y="444451"/>
                    <a:pt x="300379" y="444893"/>
                  </a:cubicBezTo>
                  <a:cubicBezTo>
                    <a:pt x="300820" y="445334"/>
                    <a:pt x="300032" y="445651"/>
                    <a:pt x="298631" y="445591"/>
                  </a:cubicBezTo>
                  <a:cubicBezTo>
                    <a:pt x="297085" y="445525"/>
                    <a:pt x="296768" y="445214"/>
                    <a:pt x="297833" y="444787"/>
                  </a:cubicBezTo>
                  <a:close/>
                  <a:moveTo>
                    <a:pt x="307132" y="444787"/>
                  </a:moveTo>
                  <a:cubicBezTo>
                    <a:pt x="308091" y="444406"/>
                    <a:pt x="309236" y="444451"/>
                    <a:pt x="309678" y="444893"/>
                  </a:cubicBezTo>
                  <a:cubicBezTo>
                    <a:pt x="310119" y="445334"/>
                    <a:pt x="309331" y="445651"/>
                    <a:pt x="307930" y="445591"/>
                  </a:cubicBezTo>
                  <a:cubicBezTo>
                    <a:pt x="306384" y="445525"/>
                    <a:pt x="306073" y="445214"/>
                    <a:pt x="307132" y="444787"/>
                  </a:cubicBezTo>
                  <a:close/>
                  <a:moveTo>
                    <a:pt x="208408" y="432410"/>
                  </a:moveTo>
                  <a:cubicBezTo>
                    <a:pt x="209728" y="430949"/>
                    <a:pt x="211109" y="429754"/>
                    <a:pt x="211476" y="429754"/>
                  </a:cubicBezTo>
                  <a:cubicBezTo>
                    <a:pt x="211842" y="429754"/>
                    <a:pt x="211059" y="430949"/>
                    <a:pt x="209733" y="432410"/>
                  </a:cubicBezTo>
                  <a:cubicBezTo>
                    <a:pt x="208413" y="433872"/>
                    <a:pt x="207032" y="435066"/>
                    <a:pt x="206665" y="435066"/>
                  </a:cubicBezTo>
                  <a:cubicBezTo>
                    <a:pt x="206299" y="435066"/>
                    <a:pt x="207082" y="433872"/>
                    <a:pt x="208408" y="432410"/>
                  </a:cubicBezTo>
                  <a:close/>
                  <a:moveTo>
                    <a:pt x="396924" y="432079"/>
                  </a:moveTo>
                  <a:lnTo>
                    <a:pt x="394393" y="429091"/>
                  </a:lnTo>
                  <a:lnTo>
                    <a:pt x="397386" y="431622"/>
                  </a:lnTo>
                  <a:cubicBezTo>
                    <a:pt x="399027" y="433013"/>
                    <a:pt x="400373" y="434359"/>
                    <a:pt x="400373" y="434609"/>
                  </a:cubicBezTo>
                  <a:cubicBezTo>
                    <a:pt x="400373" y="435674"/>
                    <a:pt x="399304" y="434886"/>
                    <a:pt x="396924" y="432079"/>
                  </a:cubicBezTo>
                  <a:close/>
                  <a:moveTo>
                    <a:pt x="168099" y="423111"/>
                  </a:moveTo>
                  <a:cubicBezTo>
                    <a:pt x="168099" y="421284"/>
                    <a:pt x="168400" y="420536"/>
                    <a:pt x="168766" y="421449"/>
                  </a:cubicBezTo>
                  <a:cubicBezTo>
                    <a:pt x="169138" y="422363"/>
                    <a:pt x="169138" y="423859"/>
                    <a:pt x="168766" y="424773"/>
                  </a:cubicBezTo>
                  <a:cubicBezTo>
                    <a:pt x="168400" y="425687"/>
                    <a:pt x="168099" y="424939"/>
                    <a:pt x="168099" y="423111"/>
                  </a:cubicBezTo>
                  <a:close/>
                  <a:moveTo>
                    <a:pt x="437675" y="423664"/>
                  </a:moveTo>
                  <a:cubicBezTo>
                    <a:pt x="437740" y="422117"/>
                    <a:pt x="438056" y="421801"/>
                    <a:pt x="438478" y="422860"/>
                  </a:cubicBezTo>
                  <a:cubicBezTo>
                    <a:pt x="438865" y="423824"/>
                    <a:pt x="438814" y="424969"/>
                    <a:pt x="438373" y="425411"/>
                  </a:cubicBezTo>
                  <a:cubicBezTo>
                    <a:pt x="437931" y="425848"/>
                    <a:pt x="437619" y="425064"/>
                    <a:pt x="437675" y="423664"/>
                  </a:cubicBezTo>
                  <a:close/>
                  <a:moveTo>
                    <a:pt x="227352" y="423503"/>
                  </a:moveTo>
                  <a:cubicBezTo>
                    <a:pt x="229004" y="423182"/>
                    <a:pt x="231399" y="423197"/>
                    <a:pt x="232664" y="423528"/>
                  </a:cubicBezTo>
                  <a:cubicBezTo>
                    <a:pt x="233935" y="423859"/>
                    <a:pt x="232584" y="424121"/>
                    <a:pt x="229662" y="424106"/>
                  </a:cubicBezTo>
                  <a:cubicBezTo>
                    <a:pt x="226740" y="424090"/>
                    <a:pt x="225700" y="423819"/>
                    <a:pt x="227352" y="423498"/>
                  </a:cubicBezTo>
                  <a:close/>
                  <a:moveTo>
                    <a:pt x="296096" y="423126"/>
                  </a:moveTo>
                  <a:cubicBezTo>
                    <a:pt x="295629" y="422373"/>
                    <a:pt x="296166" y="422152"/>
                    <a:pt x="297346" y="422604"/>
                  </a:cubicBezTo>
                  <a:cubicBezTo>
                    <a:pt x="299646" y="423488"/>
                    <a:pt x="300067" y="424442"/>
                    <a:pt x="298159" y="424442"/>
                  </a:cubicBezTo>
                  <a:cubicBezTo>
                    <a:pt x="297471" y="424442"/>
                    <a:pt x="296542" y="423849"/>
                    <a:pt x="296096" y="423126"/>
                  </a:cubicBezTo>
                  <a:close/>
                  <a:moveTo>
                    <a:pt x="374816" y="423503"/>
                  </a:moveTo>
                  <a:cubicBezTo>
                    <a:pt x="376468" y="423182"/>
                    <a:pt x="378858" y="423197"/>
                    <a:pt x="380128" y="423528"/>
                  </a:cubicBezTo>
                  <a:cubicBezTo>
                    <a:pt x="381399" y="423859"/>
                    <a:pt x="380048" y="424121"/>
                    <a:pt x="377126" y="424106"/>
                  </a:cubicBezTo>
                  <a:cubicBezTo>
                    <a:pt x="374203" y="424090"/>
                    <a:pt x="373164" y="423819"/>
                    <a:pt x="374816" y="423498"/>
                  </a:cubicBezTo>
                  <a:close/>
                  <a:moveTo>
                    <a:pt x="288991" y="411156"/>
                  </a:moveTo>
                  <a:cubicBezTo>
                    <a:pt x="288991" y="409329"/>
                    <a:pt x="289292" y="408580"/>
                    <a:pt x="289659" y="409494"/>
                  </a:cubicBezTo>
                  <a:cubicBezTo>
                    <a:pt x="290030" y="410408"/>
                    <a:pt x="290030" y="411904"/>
                    <a:pt x="289659" y="412818"/>
                  </a:cubicBezTo>
                  <a:cubicBezTo>
                    <a:pt x="289292" y="413727"/>
                    <a:pt x="288991" y="412984"/>
                    <a:pt x="288991" y="411156"/>
                  </a:cubicBezTo>
                  <a:close/>
                  <a:moveTo>
                    <a:pt x="316888" y="411156"/>
                  </a:moveTo>
                  <a:cubicBezTo>
                    <a:pt x="316888" y="409329"/>
                    <a:pt x="317189" y="408580"/>
                    <a:pt x="317561" y="409494"/>
                  </a:cubicBezTo>
                  <a:cubicBezTo>
                    <a:pt x="317927" y="410408"/>
                    <a:pt x="317927" y="411904"/>
                    <a:pt x="317561" y="412818"/>
                  </a:cubicBezTo>
                  <a:cubicBezTo>
                    <a:pt x="317189" y="413727"/>
                    <a:pt x="316888" y="412984"/>
                    <a:pt x="316888" y="411156"/>
                  </a:cubicBezTo>
                  <a:close/>
                  <a:moveTo>
                    <a:pt x="291436" y="402680"/>
                  </a:moveTo>
                  <a:cubicBezTo>
                    <a:pt x="291436" y="402409"/>
                    <a:pt x="292485" y="401360"/>
                    <a:pt x="293761" y="400356"/>
                  </a:cubicBezTo>
                  <a:cubicBezTo>
                    <a:pt x="295870" y="398704"/>
                    <a:pt x="295915" y="398754"/>
                    <a:pt x="294263" y="400858"/>
                  </a:cubicBezTo>
                  <a:cubicBezTo>
                    <a:pt x="292526" y="403072"/>
                    <a:pt x="291436" y="403775"/>
                    <a:pt x="291436" y="402680"/>
                  </a:cubicBezTo>
                  <a:close/>
                  <a:moveTo>
                    <a:pt x="312525" y="400858"/>
                  </a:moveTo>
                  <a:cubicBezTo>
                    <a:pt x="310873" y="398754"/>
                    <a:pt x="310918" y="398704"/>
                    <a:pt x="313027" y="400356"/>
                  </a:cubicBezTo>
                  <a:cubicBezTo>
                    <a:pt x="314302" y="401360"/>
                    <a:pt x="315351" y="402404"/>
                    <a:pt x="315351" y="402680"/>
                  </a:cubicBezTo>
                  <a:cubicBezTo>
                    <a:pt x="315351" y="403775"/>
                    <a:pt x="314257" y="403072"/>
                    <a:pt x="312525" y="400858"/>
                  </a:cubicBezTo>
                  <a:close/>
                  <a:moveTo>
                    <a:pt x="437780" y="397870"/>
                  </a:moveTo>
                  <a:cubicBezTo>
                    <a:pt x="437780" y="396043"/>
                    <a:pt x="438081" y="395294"/>
                    <a:pt x="438453" y="396208"/>
                  </a:cubicBezTo>
                  <a:cubicBezTo>
                    <a:pt x="438819" y="397122"/>
                    <a:pt x="438819" y="398618"/>
                    <a:pt x="438453" y="399532"/>
                  </a:cubicBezTo>
                  <a:cubicBezTo>
                    <a:pt x="438081" y="400446"/>
                    <a:pt x="437780" y="399698"/>
                    <a:pt x="437780" y="397870"/>
                  </a:cubicBezTo>
                  <a:close/>
                  <a:moveTo>
                    <a:pt x="301066" y="396956"/>
                  </a:moveTo>
                  <a:cubicBezTo>
                    <a:pt x="302347" y="396620"/>
                    <a:pt x="304441" y="396620"/>
                    <a:pt x="305716" y="396956"/>
                  </a:cubicBezTo>
                  <a:cubicBezTo>
                    <a:pt x="306996" y="397288"/>
                    <a:pt x="305952" y="397564"/>
                    <a:pt x="303391" y="397564"/>
                  </a:cubicBezTo>
                  <a:cubicBezTo>
                    <a:pt x="300836" y="397564"/>
                    <a:pt x="299791" y="397288"/>
                    <a:pt x="301066" y="396956"/>
                  </a:cubicBezTo>
                  <a:close/>
                  <a:moveTo>
                    <a:pt x="200078" y="368643"/>
                  </a:moveTo>
                  <a:cubicBezTo>
                    <a:pt x="200078" y="366087"/>
                    <a:pt x="200354" y="365038"/>
                    <a:pt x="200685" y="366318"/>
                  </a:cubicBezTo>
                  <a:cubicBezTo>
                    <a:pt x="201022" y="367598"/>
                    <a:pt x="201022" y="369692"/>
                    <a:pt x="200685" y="370968"/>
                  </a:cubicBezTo>
                  <a:cubicBezTo>
                    <a:pt x="200354" y="372248"/>
                    <a:pt x="200078" y="371198"/>
                    <a:pt x="200078" y="368643"/>
                  </a:cubicBezTo>
                  <a:close/>
                  <a:moveTo>
                    <a:pt x="405997" y="368643"/>
                  </a:moveTo>
                  <a:cubicBezTo>
                    <a:pt x="405997" y="366087"/>
                    <a:pt x="406268" y="365038"/>
                    <a:pt x="406604" y="366318"/>
                  </a:cubicBezTo>
                  <a:cubicBezTo>
                    <a:pt x="406936" y="367598"/>
                    <a:pt x="406936" y="369692"/>
                    <a:pt x="406604" y="370968"/>
                  </a:cubicBezTo>
                  <a:cubicBezTo>
                    <a:pt x="406268" y="372248"/>
                    <a:pt x="405997" y="371198"/>
                    <a:pt x="405997" y="368643"/>
                  </a:cubicBezTo>
                  <a:close/>
                  <a:moveTo>
                    <a:pt x="238509" y="368643"/>
                  </a:moveTo>
                  <a:cubicBezTo>
                    <a:pt x="238509" y="366815"/>
                    <a:pt x="238810" y="366072"/>
                    <a:pt x="239177" y="366981"/>
                  </a:cubicBezTo>
                  <a:cubicBezTo>
                    <a:pt x="239548" y="367895"/>
                    <a:pt x="239548" y="369391"/>
                    <a:pt x="239177" y="370305"/>
                  </a:cubicBezTo>
                  <a:cubicBezTo>
                    <a:pt x="238810" y="371219"/>
                    <a:pt x="238509" y="370470"/>
                    <a:pt x="238509" y="368643"/>
                  </a:cubicBezTo>
                  <a:close/>
                  <a:moveTo>
                    <a:pt x="367370" y="368643"/>
                  </a:moveTo>
                  <a:cubicBezTo>
                    <a:pt x="367370" y="366815"/>
                    <a:pt x="367671" y="366072"/>
                    <a:pt x="368042" y="366981"/>
                  </a:cubicBezTo>
                  <a:cubicBezTo>
                    <a:pt x="368409" y="367895"/>
                    <a:pt x="368409" y="369391"/>
                    <a:pt x="368042" y="370305"/>
                  </a:cubicBezTo>
                  <a:cubicBezTo>
                    <a:pt x="367671" y="371219"/>
                    <a:pt x="367370" y="370470"/>
                    <a:pt x="367370" y="368643"/>
                  </a:cubicBezTo>
                  <a:close/>
                  <a:moveTo>
                    <a:pt x="511715" y="353123"/>
                  </a:moveTo>
                  <a:cubicBezTo>
                    <a:pt x="512674" y="352741"/>
                    <a:pt x="513824" y="352786"/>
                    <a:pt x="514266" y="353228"/>
                  </a:cubicBezTo>
                  <a:cubicBezTo>
                    <a:pt x="514703" y="353670"/>
                    <a:pt x="513920" y="353981"/>
                    <a:pt x="512519" y="353926"/>
                  </a:cubicBezTo>
                  <a:cubicBezTo>
                    <a:pt x="510972" y="353861"/>
                    <a:pt x="510656" y="353544"/>
                    <a:pt x="511715" y="353123"/>
                  </a:cubicBezTo>
                  <a:close/>
                  <a:moveTo>
                    <a:pt x="356534" y="346886"/>
                  </a:moveTo>
                  <a:cubicBezTo>
                    <a:pt x="356534" y="346610"/>
                    <a:pt x="357579" y="345566"/>
                    <a:pt x="358859" y="344562"/>
                  </a:cubicBezTo>
                  <a:cubicBezTo>
                    <a:pt x="360963" y="342910"/>
                    <a:pt x="361013" y="342955"/>
                    <a:pt x="359361" y="345064"/>
                  </a:cubicBezTo>
                  <a:cubicBezTo>
                    <a:pt x="357624" y="347278"/>
                    <a:pt x="356534" y="347981"/>
                    <a:pt x="356534" y="346886"/>
                  </a:cubicBezTo>
                  <a:close/>
                  <a:moveTo>
                    <a:pt x="198441" y="324302"/>
                  </a:moveTo>
                  <a:cubicBezTo>
                    <a:pt x="198441" y="324026"/>
                    <a:pt x="199490" y="322981"/>
                    <a:pt x="200766" y="321977"/>
                  </a:cubicBezTo>
                  <a:cubicBezTo>
                    <a:pt x="202875" y="320325"/>
                    <a:pt x="202920" y="320370"/>
                    <a:pt x="201268" y="322479"/>
                  </a:cubicBezTo>
                  <a:cubicBezTo>
                    <a:pt x="199535" y="324693"/>
                    <a:pt x="198441" y="325396"/>
                    <a:pt x="198441" y="324302"/>
                  </a:cubicBezTo>
                  <a:close/>
                  <a:moveTo>
                    <a:pt x="404189" y="321149"/>
                  </a:moveTo>
                  <a:cubicBezTo>
                    <a:pt x="402537" y="319045"/>
                    <a:pt x="402582" y="318994"/>
                    <a:pt x="404691" y="320646"/>
                  </a:cubicBezTo>
                  <a:cubicBezTo>
                    <a:pt x="406906" y="322384"/>
                    <a:pt x="407608" y="323473"/>
                    <a:pt x="406514" y="323473"/>
                  </a:cubicBezTo>
                  <a:cubicBezTo>
                    <a:pt x="406238" y="323473"/>
                    <a:pt x="405193" y="322429"/>
                    <a:pt x="404189" y="321149"/>
                  </a:cubicBezTo>
                  <a:close/>
                  <a:moveTo>
                    <a:pt x="390903" y="307868"/>
                  </a:moveTo>
                  <a:cubicBezTo>
                    <a:pt x="389251" y="305759"/>
                    <a:pt x="389297" y="305709"/>
                    <a:pt x="391405" y="307366"/>
                  </a:cubicBezTo>
                  <a:cubicBezTo>
                    <a:pt x="393620" y="309098"/>
                    <a:pt x="394323" y="310193"/>
                    <a:pt x="393228" y="310193"/>
                  </a:cubicBezTo>
                  <a:cubicBezTo>
                    <a:pt x="392952" y="310193"/>
                    <a:pt x="391908" y="309143"/>
                    <a:pt x="390903" y="307868"/>
                  </a:cubicBezTo>
                  <a:close/>
                  <a:moveTo>
                    <a:pt x="287203" y="276069"/>
                  </a:moveTo>
                  <a:cubicBezTo>
                    <a:pt x="288162" y="275688"/>
                    <a:pt x="289307" y="275733"/>
                    <a:pt x="289749" y="276175"/>
                  </a:cubicBezTo>
                  <a:cubicBezTo>
                    <a:pt x="290191" y="276617"/>
                    <a:pt x="289408" y="276933"/>
                    <a:pt x="288007" y="276873"/>
                  </a:cubicBezTo>
                  <a:cubicBezTo>
                    <a:pt x="286455" y="276808"/>
                    <a:pt x="286144" y="276496"/>
                    <a:pt x="287203" y="276069"/>
                  </a:cubicBezTo>
                  <a:close/>
                  <a:moveTo>
                    <a:pt x="317757" y="276069"/>
                  </a:moveTo>
                  <a:cubicBezTo>
                    <a:pt x="318715" y="275688"/>
                    <a:pt x="319860" y="275733"/>
                    <a:pt x="320302" y="276175"/>
                  </a:cubicBezTo>
                  <a:cubicBezTo>
                    <a:pt x="320744" y="276617"/>
                    <a:pt x="319961" y="276933"/>
                    <a:pt x="318560" y="276873"/>
                  </a:cubicBezTo>
                  <a:cubicBezTo>
                    <a:pt x="317013" y="276808"/>
                    <a:pt x="316697" y="276496"/>
                    <a:pt x="317757" y="276069"/>
                  </a:cubicBezTo>
                  <a:close/>
                  <a:moveTo>
                    <a:pt x="1575" y="225587"/>
                  </a:moveTo>
                  <a:cubicBezTo>
                    <a:pt x="2534" y="225206"/>
                    <a:pt x="3684" y="225251"/>
                    <a:pt x="4126" y="225693"/>
                  </a:cubicBezTo>
                  <a:cubicBezTo>
                    <a:pt x="4563" y="226135"/>
                    <a:pt x="3779" y="226446"/>
                    <a:pt x="2378" y="226391"/>
                  </a:cubicBezTo>
                  <a:cubicBezTo>
                    <a:pt x="832" y="226326"/>
                    <a:pt x="516" y="226014"/>
                    <a:pt x="1575" y="225587"/>
                  </a:cubicBezTo>
                  <a:close/>
                  <a:moveTo>
                    <a:pt x="603385" y="225587"/>
                  </a:moveTo>
                  <a:cubicBezTo>
                    <a:pt x="604344" y="225206"/>
                    <a:pt x="605489" y="225251"/>
                    <a:pt x="605931" y="225693"/>
                  </a:cubicBezTo>
                  <a:cubicBezTo>
                    <a:pt x="606372" y="226135"/>
                    <a:pt x="605584" y="226446"/>
                    <a:pt x="604188" y="226391"/>
                  </a:cubicBezTo>
                  <a:cubicBezTo>
                    <a:pt x="602637" y="226326"/>
                    <a:pt x="602325" y="226014"/>
                    <a:pt x="603385" y="225587"/>
                  </a:cubicBezTo>
                  <a:close/>
                  <a:moveTo>
                    <a:pt x="459988" y="214873"/>
                  </a:moveTo>
                  <a:cubicBezTo>
                    <a:pt x="458331" y="212764"/>
                    <a:pt x="458381" y="212719"/>
                    <a:pt x="460485" y="214371"/>
                  </a:cubicBezTo>
                  <a:cubicBezTo>
                    <a:pt x="462700" y="216103"/>
                    <a:pt x="463403" y="217197"/>
                    <a:pt x="462313" y="217197"/>
                  </a:cubicBezTo>
                  <a:cubicBezTo>
                    <a:pt x="462037" y="217197"/>
                    <a:pt x="460987" y="216148"/>
                    <a:pt x="459988" y="214873"/>
                  </a:cubicBezTo>
                  <a:close/>
                  <a:moveTo>
                    <a:pt x="168219" y="205614"/>
                  </a:moveTo>
                  <a:cubicBezTo>
                    <a:pt x="170228" y="205313"/>
                    <a:pt x="173516" y="205313"/>
                    <a:pt x="175525" y="205614"/>
                  </a:cubicBezTo>
                  <a:cubicBezTo>
                    <a:pt x="177533" y="205920"/>
                    <a:pt x="175891" y="206171"/>
                    <a:pt x="171875" y="206171"/>
                  </a:cubicBezTo>
                  <a:cubicBezTo>
                    <a:pt x="167853" y="206171"/>
                    <a:pt x="166211" y="205920"/>
                    <a:pt x="168219" y="205614"/>
                  </a:cubicBezTo>
                  <a:close/>
                  <a:moveTo>
                    <a:pt x="431263" y="205614"/>
                  </a:moveTo>
                  <a:cubicBezTo>
                    <a:pt x="433271" y="205313"/>
                    <a:pt x="436560" y="205313"/>
                    <a:pt x="438568" y="205614"/>
                  </a:cubicBezTo>
                  <a:cubicBezTo>
                    <a:pt x="440577" y="205920"/>
                    <a:pt x="438935" y="206171"/>
                    <a:pt x="434913" y="206171"/>
                  </a:cubicBezTo>
                  <a:cubicBezTo>
                    <a:pt x="430896" y="206171"/>
                    <a:pt x="429249" y="205920"/>
                    <a:pt x="431263" y="205614"/>
                  </a:cubicBezTo>
                  <a:close/>
                  <a:moveTo>
                    <a:pt x="278487" y="148449"/>
                  </a:moveTo>
                  <a:cubicBezTo>
                    <a:pt x="292184" y="148233"/>
                    <a:pt x="314603" y="148233"/>
                    <a:pt x="328301" y="148449"/>
                  </a:cubicBezTo>
                  <a:cubicBezTo>
                    <a:pt x="342003" y="148665"/>
                    <a:pt x="330791" y="148841"/>
                    <a:pt x="303391" y="148841"/>
                  </a:cubicBezTo>
                  <a:cubicBezTo>
                    <a:pt x="275991" y="148841"/>
                    <a:pt x="264784" y="148665"/>
                    <a:pt x="278487" y="148449"/>
                  </a:cubicBezTo>
                  <a:close/>
                  <a:moveTo>
                    <a:pt x="495" y="50633"/>
                  </a:moveTo>
                  <a:cubicBezTo>
                    <a:pt x="495" y="50357"/>
                    <a:pt x="1545" y="49313"/>
                    <a:pt x="2820" y="48309"/>
                  </a:cubicBezTo>
                  <a:cubicBezTo>
                    <a:pt x="4929" y="46657"/>
                    <a:pt x="4974" y="46702"/>
                    <a:pt x="3322" y="48811"/>
                  </a:cubicBezTo>
                  <a:cubicBezTo>
                    <a:pt x="1590" y="51025"/>
                    <a:pt x="495" y="51728"/>
                    <a:pt x="495" y="50633"/>
                  </a:cubicBezTo>
                  <a:close/>
                  <a:moveTo>
                    <a:pt x="88008" y="27552"/>
                  </a:moveTo>
                  <a:cubicBezTo>
                    <a:pt x="86356" y="25448"/>
                    <a:pt x="86401" y="25398"/>
                    <a:pt x="88510" y="27055"/>
                  </a:cubicBezTo>
                  <a:cubicBezTo>
                    <a:pt x="90724" y="28787"/>
                    <a:pt x="91427" y="29877"/>
                    <a:pt x="90332" y="29877"/>
                  </a:cubicBezTo>
                  <a:cubicBezTo>
                    <a:pt x="90056" y="29877"/>
                    <a:pt x="89012" y="28832"/>
                    <a:pt x="88008" y="27552"/>
                  </a:cubicBezTo>
                  <a:close/>
                  <a:moveTo>
                    <a:pt x="172954" y="7714"/>
                  </a:moveTo>
                  <a:cubicBezTo>
                    <a:pt x="173913" y="7332"/>
                    <a:pt x="175058" y="7377"/>
                    <a:pt x="175500" y="7819"/>
                  </a:cubicBezTo>
                  <a:cubicBezTo>
                    <a:pt x="175942" y="8261"/>
                    <a:pt x="175153" y="8577"/>
                    <a:pt x="173757" y="8517"/>
                  </a:cubicBezTo>
                  <a:cubicBezTo>
                    <a:pt x="172206" y="8457"/>
                    <a:pt x="171895" y="8140"/>
                    <a:pt x="172954" y="7714"/>
                  </a:cubicBezTo>
                  <a:close/>
                  <a:moveTo>
                    <a:pt x="194208" y="5057"/>
                  </a:moveTo>
                  <a:cubicBezTo>
                    <a:pt x="195167" y="4676"/>
                    <a:pt x="196312" y="4721"/>
                    <a:pt x="196754" y="5163"/>
                  </a:cubicBezTo>
                  <a:cubicBezTo>
                    <a:pt x="197196" y="5605"/>
                    <a:pt x="196412" y="5921"/>
                    <a:pt x="195012" y="5861"/>
                  </a:cubicBezTo>
                  <a:cubicBezTo>
                    <a:pt x="193465" y="5795"/>
                    <a:pt x="193149" y="5484"/>
                    <a:pt x="194208" y="5057"/>
                  </a:cubicBezTo>
                  <a:close/>
                  <a:moveTo>
                    <a:pt x="410752" y="5057"/>
                  </a:moveTo>
                  <a:cubicBezTo>
                    <a:pt x="411711" y="4676"/>
                    <a:pt x="412855" y="4721"/>
                    <a:pt x="413297" y="5163"/>
                  </a:cubicBezTo>
                  <a:cubicBezTo>
                    <a:pt x="413739" y="5605"/>
                    <a:pt x="412956" y="5921"/>
                    <a:pt x="411555" y="5861"/>
                  </a:cubicBezTo>
                  <a:cubicBezTo>
                    <a:pt x="410009" y="5795"/>
                    <a:pt x="409692" y="5484"/>
                    <a:pt x="410752" y="5057"/>
                  </a:cubicBezTo>
                  <a:close/>
                  <a:moveTo>
                    <a:pt x="206163" y="3732"/>
                  </a:moveTo>
                  <a:cubicBezTo>
                    <a:pt x="207122" y="3345"/>
                    <a:pt x="208267" y="3395"/>
                    <a:pt x="208709" y="3837"/>
                  </a:cubicBezTo>
                  <a:cubicBezTo>
                    <a:pt x="209151" y="4274"/>
                    <a:pt x="208368" y="4590"/>
                    <a:pt x="206967" y="4535"/>
                  </a:cubicBezTo>
                  <a:cubicBezTo>
                    <a:pt x="205420" y="4470"/>
                    <a:pt x="205104" y="4154"/>
                    <a:pt x="206163" y="3732"/>
                  </a:cubicBezTo>
                  <a:close/>
                  <a:moveTo>
                    <a:pt x="398796" y="3732"/>
                  </a:moveTo>
                  <a:cubicBezTo>
                    <a:pt x="399755" y="3345"/>
                    <a:pt x="400900" y="3395"/>
                    <a:pt x="401342" y="3837"/>
                  </a:cubicBezTo>
                  <a:cubicBezTo>
                    <a:pt x="401784" y="4274"/>
                    <a:pt x="401001" y="4590"/>
                    <a:pt x="399600" y="4535"/>
                  </a:cubicBezTo>
                  <a:cubicBezTo>
                    <a:pt x="398048" y="4470"/>
                    <a:pt x="397737" y="4154"/>
                    <a:pt x="398796" y="3732"/>
                  </a:cubicBezTo>
                  <a:close/>
                  <a:moveTo>
                    <a:pt x="220694" y="2431"/>
                  </a:moveTo>
                  <a:cubicBezTo>
                    <a:pt x="221608" y="2060"/>
                    <a:pt x="223104" y="2060"/>
                    <a:pt x="224018" y="2431"/>
                  </a:cubicBezTo>
                  <a:cubicBezTo>
                    <a:pt x="224932" y="2798"/>
                    <a:pt x="224184" y="3099"/>
                    <a:pt x="222356" y="3099"/>
                  </a:cubicBezTo>
                  <a:cubicBezTo>
                    <a:pt x="220529" y="3099"/>
                    <a:pt x="219780" y="2798"/>
                    <a:pt x="220694" y="2431"/>
                  </a:cubicBezTo>
                  <a:close/>
                  <a:moveTo>
                    <a:pt x="384100" y="2431"/>
                  </a:moveTo>
                  <a:cubicBezTo>
                    <a:pt x="385014" y="2060"/>
                    <a:pt x="386505" y="2060"/>
                    <a:pt x="387419" y="2431"/>
                  </a:cubicBezTo>
                  <a:cubicBezTo>
                    <a:pt x="388333" y="2798"/>
                    <a:pt x="387584" y="3099"/>
                    <a:pt x="385762" y="3099"/>
                  </a:cubicBezTo>
                  <a:cubicBezTo>
                    <a:pt x="383934" y="3099"/>
                    <a:pt x="383186" y="2798"/>
                    <a:pt x="384100" y="2431"/>
                  </a:cubicBezTo>
                  <a:close/>
                  <a:moveTo>
                    <a:pt x="237324" y="1061"/>
                  </a:moveTo>
                  <a:cubicBezTo>
                    <a:pt x="238619" y="724"/>
                    <a:pt x="240412" y="744"/>
                    <a:pt x="241311" y="1111"/>
                  </a:cubicBezTo>
                  <a:cubicBezTo>
                    <a:pt x="242210" y="1472"/>
                    <a:pt x="241155" y="1749"/>
                    <a:pt x="238961" y="1723"/>
                  </a:cubicBezTo>
                  <a:cubicBezTo>
                    <a:pt x="236772" y="1698"/>
                    <a:pt x="236034" y="1397"/>
                    <a:pt x="237324" y="1061"/>
                  </a:cubicBezTo>
                  <a:close/>
                  <a:moveTo>
                    <a:pt x="366190" y="1061"/>
                  </a:moveTo>
                  <a:cubicBezTo>
                    <a:pt x="367480" y="724"/>
                    <a:pt x="369278" y="744"/>
                    <a:pt x="370176" y="1111"/>
                  </a:cubicBezTo>
                  <a:cubicBezTo>
                    <a:pt x="371075" y="1472"/>
                    <a:pt x="370016" y="1749"/>
                    <a:pt x="367827" y="1723"/>
                  </a:cubicBezTo>
                  <a:cubicBezTo>
                    <a:pt x="365632" y="1698"/>
                    <a:pt x="364899" y="1397"/>
                    <a:pt x="366190" y="1061"/>
                  </a:cubicBezTo>
                  <a:close/>
                  <a:moveTo>
                    <a:pt x="260551" y="-285"/>
                  </a:moveTo>
                  <a:cubicBezTo>
                    <a:pt x="262193" y="-601"/>
                    <a:pt x="264885" y="-601"/>
                    <a:pt x="266527" y="-285"/>
                  </a:cubicBezTo>
                  <a:cubicBezTo>
                    <a:pt x="268173" y="31"/>
                    <a:pt x="266828" y="292"/>
                    <a:pt x="263539" y="292"/>
                  </a:cubicBezTo>
                  <a:cubicBezTo>
                    <a:pt x="260250" y="292"/>
                    <a:pt x="258905" y="31"/>
                    <a:pt x="260551" y="-285"/>
                  </a:cubicBezTo>
                  <a:close/>
                  <a:moveTo>
                    <a:pt x="340261" y="-285"/>
                  </a:moveTo>
                  <a:cubicBezTo>
                    <a:pt x="341903" y="-601"/>
                    <a:pt x="344594" y="-601"/>
                    <a:pt x="346236" y="-285"/>
                  </a:cubicBezTo>
                  <a:cubicBezTo>
                    <a:pt x="347883" y="31"/>
                    <a:pt x="346537" y="292"/>
                    <a:pt x="343248" y="292"/>
                  </a:cubicBezTo>
                  <a:cubicBezTo>
                    <a:pt x="339960" y="292"/>
                    <a:pt x="338614" y="31"/>
                    <a:pt x="340261" y="-285"/>
                  </a:cubicBezTo>
                  <a:close/>
                </a:path>
              </a:pathLst>
            </a:custGeom>
            <a:solidFill>
              <a:srgbClr val="A19F9E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B111C39-98E6-84D0-4108-39B06B4CEF52}"/>
                </a:ext>
              </a:extLst>
            </p:cNvPr>
            <p:cNvSpPr/>
            <p:nvPr/>
          </p:nvSpPr>
          <p:spPr>
            <a:xfrm>
              <a:off x="6205281" y="4037009"/>
              <a:ext cx="623869" cy="546891"/>
            </a:xfrm>
            <a:custGeom>
              <a:avLst/>
              <a:gdLst>
                <a:gd name="csX0" fmla="*/ 71244 w 623869"/>
                <a:gd name="csY0" fmla="*/ 515424 h 546891"/>
                <a:gd name="csX1" fmla="*/ 71636 w 623869"/>
                <a:gd name="csY1" fmla="*/ 489766 h 546891"/>
                <a:gd name="csX2" fmla="*/ 71636 w 623869"/>
                <a:gd name="csY2" fmla="*/ 540248 h 546891"/>
                <a:gd name="csX3" fmla="*/ 71244 w 623869"/>
                <a:gd name="csY3" fmla="*/ 515424 h 546891"/>
                <a:gd name="csX4" fmla="*/ 564117 w 623869"/>
                <a:gd name="csY4" fmla="*/ 514761 h 546891"/>
                <a:gd name="csX5" fmla="*/ 564504 w 623869"/>
                <a:gd name="csY5" fmla="*/ 489189 h 546891"/>
                <a:gd name="csX6" fmla="*/ 564504 w 623869"/>
                <a:gd name="csY6" fmla="*/ 540334 h 546891"/>
                <a:gd name="csX7" fmla="*/ 564117 w 623869"/>
                <a:gd name="csY7" fmla="*/ 514761 h 546891"/>
                <a:gd name="csX8" fmla="*/ 14481 w 623869"/>
                <a:gd name="csY8" fmla="*/ 183637 h 546891"/>
                <a:gd name="csX9" fmla="*/ 6387 w 623869"/>
                <a:gd name="csY9" fmla="*/ 166360 h 546891"/>
                <a:gd name="csX10" fmla="*/ 493 w 623869"/>
                <a:gd name="csY10" fmla="*/ 150739 h 546891"/>
                <a:gd name="csX11" fmla="*/ 4012 w 623869"/>
                <a:gd name="csY11" fmla="*/ 149976 h 546891"/>
                <a:gd name="csX12" fmla="*/ 9269 w 623869"/>
                <a:gd name="csY12" fmla="*/ 148665 h 546891"/>
                <a:gd name="csX13" fmla="*/ 10173 w 623869"/>
                <a:gd name="csY13" fmla="*/ 149464 h 546891"/>
                <a:gd name="csX14" fmla="*/ 19678 w 623869"/>
                <a:gd name="csY14" fmla="*/ 174820 h 546891"/>
                <a:gd name="csX15" fmla="*/ 124794 w 623869"/>
                <a:gd name="csY15" fmla="*/ 156895 h 546891"/>
                <a:gd name="csX16" fmla="*/ 146907 w 623869"/>
                <a:gd name="csY16" fmla="*/ 155298 h 546891"/>
                <a:gd name="csX17" fmla="*/ 83014 w 623869"/>
                <a:gd name="csY17" fmla="*/ 174167 h 546891"/>
                <a:gd name="csX18" fmla="*/ 20748 w 623869"/>
                <a:gd name="csY18" fmla="*/ 185249 h 546891"/>
                <a:gd name="csX19" fmla="*/ 14481 w 623869"/>
                <a:gd name="csY19" fmla="*/ 183637 h 546891"/>
                <a:gd name="csX20" fmla="*/ 551781 w 623869"/>
                <a:gd name="csY20" fmla="*/ 174082 h 546891"/>
                <a:gd name="csX21" fmla="*/ 491638 w 623869"/>
                <a:gd name="csY21" fmla="*/ 160510 h 546891"/>
                <a:gd name="csX22" fmla="*/ 485879 w 623869"/>
                <a:gd name="csY22" fmla="*/ 140064 h 546891"/>
                <a:gd name="csX23" fmla="*/ 482987 w 623869"/>
                <a:gd name="csY23" fmla="*/ 121903 h 546891"/>
                <a:gd name="csX24" fmla="*/ 487918 w 623869"/>
                <a:gd name="csY24" fmla="*/ 122365 h 546891"/>
                <a:gd name="csX25" fmla="*/ 492733 w 623869"/>
                <a:gd name="csY25" fmla="*/ 125498 h 546891"/>
                <a:gd name="csX26" fmla="*/ 499190 w 623869"/>
                <a:gd name="csY26" fmla="*/ 153506 h 546891"/>
                <a:gd name="csX27" fmla="*/ 560502 w 623869"/>
                <a:gd name="csY27" fmla="*/ 166214 h 546891"/>
                <a:gd name="csX28" fmla="*/ 622537 w 623869"/>
                <a:gd name="csY28" fmla="*/ 178450 h 546891"/>
                <a:gd name="csX29" fmla="*/ 622206 w 623869"/>
                <a:gd name="csY29" fmla="*/ 182402 h 546891"/>
                <a:gd name="csX30" fmla="*/ 614328 w 623869"/>
                <a:gd name="csY30" fmla="*/ 185189 h 546891"/>
                <a:gd name="csX31" fmla="*/ 551781 w 623869"/>
                <a:gd name="csY31" fmla="*/ 174082 h 546891"/>
                <a:gd name="csX32" fmla="*/ 268798 w 623869"/>
                <a:gd name="csY32" fmla="*/ 84331 h 546891"/>
                <a:gd name="csX33" fmla="*/ 269466 w 623869"/>
                <a:gd name="csY33" fmla="*/ 82669 h 546891"/>
                <a:gd name="csX34" fmla="*/ 269466 w 623869"/>
                <a:gd name="csY34" fmla="*/ 85993 h 546891"/>
                <a:gd name="csX35" fmla="*/ 268798 w 623869"/>
                <a:gd name="csY35" fmla="*/ 84331 h 546891"/>
                <a:gd name="csX36" fmla="*/ 365775 w 623869"/>
                <a:gd name="csY36" fmla="*/ 84331 h 546891"/>
                <a:gd name="csX37" fmla="*/ 366448 w 623869"/>
                <a:gd name="csY37" fmla="*/ 82669 h 546891"/>
                <a:gd name="csX38" fmla="*/ 366448 w 623869"/>
                <a:gd name="csY38" fmla="*/ 85993 h 546891"/>
                <a:gd name="csX39" fmla="*/ 365775 w 623869"/>
                <a:gd name="csY39" fmla="*/ 84331 h 546891"/>
                <a:gd name="csX40" fmla="*/ 338747 w 623869"/>
                <a:gd name="csY40" fmla="*/ -269 h 546891"/>
                <a:gd name="csX41" fmla="*/ 341292 w 623869"/>
                <a:gd name="csY41" fmla="*/ -164 h 546891"/>
                <a:gd name="csX42" fmla="*/ 339550 w 623869"/>
                <a:gd name="csY42" fmla="*/ 534 h 546891"/>
                <a:gd name="csX43" fmla="*/ 338747 w 623869"/>
                <a:gd name="csY43" fmla="*/ -269 h 546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623869" h="546891">
                  <a:moveTo>
                    <a:pt x="71244" y="515424"/>
                  </a:moveTo>
                  <a:cubicBezTo>
                    <a:pt x="71244" y="487663"/>
                    <a:pt x="71420" y="476114"/>
                    <a:pt x="71636" y="489766"/>
                  </a:cubicBezTo>
                  <a:cubicBezTo>
                    <a:pt x="71852" y="503419"/>
                    <a:pt x="71852" y="526134"/>
                    <a:pt x="71636" y="540248"/>
                  </a:cubicBezTo>
                  <a:cubicBezTo>
                    <a:pt x="71420" y="554363"/>
                    <a:pt x="71244" y="543190"/>
                    <a:pt x="71244" y="515424"/>
                  </a:cubicBezTo>
                  <a:close/>
                  <a:moveTo>
                    <a:pt x="564117" y="514761"/>
                  </a:moveTo>
                  <a:cubicBezTo>
                    <a:pt x="564117" y="486633"/>
                    <a:pt x="564293" y="475125"/>
                    <a:pt x="564504" y="489189"/>
                  </a:cubicBezTo>
                  <a:cubicBezTo>
                    <a:pt x="564720" y="503253"/>
                    <a:pt x="564720" y="526270"/>
                    <a:pt x="564504" y="540334"/>
                  </a:cubicBezTo>
                  <a:cubicBezTo>
                    <a:pt x="564293" y="554403"/>
                    <a:pt x="564117" y="542894"/>
                    <a:pt x="564117" y="514761"/>
                  </a:cubicBezTo>
                  <a:close/>
                  <a:moveTo>
                    <a:pt x="14481" y="183637"/>
                  </a:moveTo>
                  <a:cubicBezTo>
                    <a:pt x="13271" y="182723"/>
                    <a:pt x="9631" y="174946"/>
                    <a:pt x="6387" y="166360"/>
                  </a:cubicBezTo>
                  <a:lnTo>
                    <a:pt x="493" y="150739"/>
                  </a:lnTo>
                  <a:lnTo>
                    <a:pt x="4012" y="149976"/>
                  </a:lnTo>
                  <a:cubicBezTo>
                    <a:pt x="5951" y="149549"/>
                    <a:pt x="8315" y="148961"/>
                    <a:pt x="9269" y="148665"/>
                  </a:cubicBezTo>
                  <a:cubicBezTo>
                    <a:pt x="10218" y="148369"/>
                    <a:pt x="10625" y="148731"/>
                    <a:pt x="10173" y="149464"/>
                  </a:cubicBezTo>
                  <a:cubicBezTo>
                    <a:pt x="9124" y="151166"/>
                    <a:pt x="17228" y="172787"/>
                    <a:pt x="19678" y="174820"/>
                  </a:cubicBezTo>
                  <a:cubicBezTo>
                    <a:pt x="21496" y="176332"/>
                    <a:pt x="31131" y="174685"/>
                    <a:pt x="124794" y="156895"/>
                  </a:cubicBezTo>
                  <a:cubicBezTo>
                    <a:pt x="147319" y="152617"/>
                    <a:pt x="147715" y="152587"/>
                    <a:pt x="146907" y="155298"/>
                  </a:cubicBezTo>
                  <a:cubicBezTo>
                    <a:pt x="144813" y="162348"/>
                    <a:pt x="143799" y="162649"/>
                    <a:pt x="83014" y="174167"/>
                  </a:cubicBezTo>
                  <a:cubicBezTo>
                    <a:pt x="51000" y="180238"/>
                    <a:pt x="22982" y="185224"/>
                    <a:pt x="20748" y="185249"/>
                  </a:cubicBezTo>
                  <a:cubicBezTo>
                    <a:pt x="18508" y="185274"/>
                    <a:pt x="15691" y="184551"/>
                    <a:pt x="14481" y="183637"/>
                  </a:cubicBezTo>
                  <a:close/>
                  <a:moveTo>
                    <a:pt x="551781" y="174082"/>
                  </a:moveTo>
                  <a:cubicBezTo>
                    <a:pt x="506375" y="165410"/>
                    <a:pt x="493667" y="162544"/>
                    <a:pt x="491638" y="160510"/>
                  </a:cubicBezTo>
                  <a:cubicBezTo>
                    <a:pt x="489785" y="158657"/>
                    <a:pt x="488174" y="152923"/>
                    <a:pt x="485879" y="140064"/>
                  </a:cubicBezTo>
                  <a:cubicBezTo>
                    <a:pt x="484132" y="130233"/>
                    <a:pt x="482826" y="122064"/>
                    <a:pt x="482987" y="121903"/>
                  </a:cubicBezTo>
                  <a:cubicBezTo>
                    <a:pt x="483148" y="121742"/>
                    <a:pt x="485367" y="121948"/>
                    <a:pt x="487918" y="122365"/>
                  </a:cubicBezTo>
                  <a:cubicBezTo>
                    <a:pt x="491106" y="122882"/>
                    <a:pt x="492612" y="123861"/>
                    <a:pt x="492733" y="125498"/>
                  </a:cubicBezTo>
                  <a:cubicBezTo>
                    <a:pt x="493345" y="133572"/>
                    <a:pt x="497638" y="152215"/>
                    <a:pt x="499190" y="153506"/>
                  </a:cubicBezTo>
                  <a:cubicBezTo>
                    <a:pt x="500204" y="154344"/>
                    <a:pt x="527795" y="160068"/>
                    <a:pt x="560502" y="166214"/>
                  </a:cubicBezTo>
                  <a:cubicBezTo>
                    <a:pt x="593209" y="172365"/>
                    <a:pt x="621126" y="177868"/>
                    <a:pt x="622537" y="178450"/>
                  </a:cubicBezTo>
                  <a:cubicBezTo>
                    <a:pt x="625028" y="179475"/>
                    <a:pt x="625018" y="179585"/>
                    <a:pt x="622206" y="182402"/>
                  </a:cubicBezTo>
                  <a:cubicBezTo>
                    <a:pt x="620197" y="184405"/>
                    <a:pt x="617777" y="185264"/>
                    <a:pt x="614328" y="185189"/>
                  </a:cubicBezTo>
                  <a:cubicBezTo>
                    <a:pt x="611586" y="185128"/>
                    <a:pt x="583438" y="180132"/>
                    <a:pt x="551781" y="174082"/>
                  </a:cubicBezTo>
                  <a:close/>
                  <a:moveTo>
                    <a:pt x="268798" y="84331"/>
                  </a:moveTo>
                  <a:cubicBezTo>
                    <a:pt x="268798" y="82503"/>
                    <a:pt x="269099" y="81760"/>
                    <a:pt x="269466" y="82669"/>
                  </a:cubicBezTo>
                  <a:cubicBezTo>
                    <a:pt x="269838" y="83582"/>
                    <a:pt x="269838" y="85079"/>
                    <a:pt x="269466" y="85993"/>
                  </a:cubicBezTo>
                  <a:cubicBezTo>
                    <a:pt x="269099" y="86906"/>
                    <a:pt x="268798" y="86158"/>
                    <a:pt x="268798" y="84331"/>
                  </a:cubicBezTo>
                  <a:close/>
                  <a:moveTo>
                    <a:pt x="365775" y="84331"/>
                  </a:moveTo>
                  <a:cubicBezTo>
                    <a:pt x="365775" y="82503"/>
                    <a:pt x="366076" y="81760"/>
                    <a:pt x="366448" y="82669"/>
                  </a:cubicBezTo>
                  <a:cubicBezTo>
                    <a:pt x="366814" y="83582"/>
                    <a:pt x="366814" y="85079"/>
                    <a:pt x="366448" y="85993"/>
                  </a:cubicBezTo>
                  <a:cubicBezTo>
                    <a:pt x="366076" y="86906"/>
                    <a:pt x="365775" y="86158"/>
                    <a:pt x="365775" y="84331"/>
                  </a:cubicBezTo>
                  <a:close/>
                  <a:moveTo>
                    <a:pt x="338747" y="-269"/>
                  </a:moveTo>
                  <a:cubicBezTo>
                    <a:pt x="339706" y="-656"/>
                    <a:pt x="340851" y="-606"/>
                    <a:pt x="341292" y="-164"/>
                  </a:cubicBezTo>
                  <a:cubicBezTo>
                    <a:pt x="341734" y="273"/>
                    <a:pt x="340951" y="589"/>
                    <a:pt x="339550" y="534"/>
                  </a:cubicBezTo>
                  <a:cubicBezTo>
                    <a:pt x="338004" y="469"/>
                    <a:pt x="337687" y="152"/>
                    <a:pt x="338747" y="-269"/>
                  </a:cubicBezTo>
                  <a:close/>
                </a:path>
              </a:pathLst>
            </a:custGeom>
            <a:solidFill>
              <a:srgbClr val="F88A3A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3215193-81B4-E9AB-C1FD-1FF5B227716C}"/>
                </a:ext>
              </a:extLst>
            </p:cNvPr>
            <p:cNvSpPr/>
            <p:nvPr/>
          </p:nvSpPr>
          <p:spPr>
            <a:xfrm>
              <a:off x="6224077" y="4036999"/>
              <a:ext cx="606424" cy="581725"/>
            </a:xfrm>
            <a:custGeom>
              <a:avLst/>
              <a:gdLst>
                <a:gd name="csX0" fmla="*/ 335979 w 606424"/>
                <a:gd name="csY0" fmla="*/ 578880 h 581725"/>
                <a:gd name="csX1" fmla="*/ 336481 w 606424"/>
                <a:gd name="csY1" fmla="*/ 578378 h 581725"/>
                <a:gd name="csX2" fmla="*/ 338303 w 606424"/>
                <a:gd name="csY2" fmla="*/ 581205 h 581725"/>
                <a:gd name="csX3" fmla="*/ 335979 w 606424"/>
                <a:gd name="csY3" fmla="*/ 578880 h 581725"/>
                <a:gd name="csX4" fmla="*/ 282760 w 606424"/>
                <a:gd name="csY4" fmla="*/ 545756 h 581725"/>
                <a:gd name="csX5" fmla="*/ 285306 w 606424"/>
                <a:gd name="csY5" fmla="*/ 545862 h 581725"/>
                <a:gd name="csX6" fmla="*/ 283564 w 606424"/>
                <a:gd name="csY6" fmla="*/ 546560 h 581725"/>
                <a:gd name="csX7" fmla="*/ 282760 w 606424"/>
                <a:gd name="csY7" fmla="*/ 545756 h 581725"/>
                <a:gd name="csX8" fmla="*/ 313313 w 606424"/>
                <a:gd name="csY8" fmla="*/ 545756 h 581725"/>
                <a:gd name="csX9" fmla="*/ 315859 w 606424"/>
                <a:gd name="csY9" fmla="*/ 545862 h 581725"/>
                <a:gd name="csX10" fmla="*/ 314117 w 606424"/>
                <a:gd name="csY10" fmla="*/ 546560 h 581725"/>
                <a:gd name="csX11" fmla="*/ 313313 w 606424"/>
                <a:gd name="csY11" fmla="*/ 545756 h 581725"/>
                <a:gd name="csX12" fmla="*/ 197814 w 606424"/>
                <a:gd name="csY12" fmla="*/ 509801 h 581725"/>
                <a:gd name="csX13" fmla="*/ 198316 w 606424"/>
                <a:gd name="csY13" fmla="*/ 509299 h 581725"/>
                <a:gd name="csX14" fmla="*/ 200641 w 606424"/>
                <a:gd name="csY14" fmla="*/ 511623 h 581725"/>
                <a:gd name="csX15" fmla="*/ 197814 w 606424"/>
                <a:gd name="csY15" fmla="*/ 509801 h 581725"/>
                <a:gd name="csX16" fmla="*/ 397261 w 606424"/>
                <a:gd name="csY16" fmla="*/ 511623 h 581725"/>
                <a:gd name="csX17" fmla="*/ 399585 w 606424"/>
                <a:gd name="csY17" fmla="*/ 509299 h 581725"/>
                <a:gd name="csX18" fmla="*/ 400087 w 606424"/>
                <a:gd name="csY18" fmla="*/ 509801 h 581725"/>
                <a:gd name="csX19" fmla="*/ 397261 w 606424"/>
                <a:gd name="csY19" fmla="*/ 511623 h 581725"/>
                <a:gd name="csX20" fmla="*/ 179216 w 606424"/>
                <a:gd name="csY20" fmla="*/ 491203 h 581725"/>
                <a:gd name="csX21" fmla="*/ 179718 w 606424"/>
                <a:gd name="csY21" fmla="*/ 490700 h 581725"/>
                <a:gd name="csX22" fmla="*/ 181541 w 606424"/>
                <a:gd name="csY22" fmla="*/ 493527 h 581725"/>
                <a:gd name="csX23" fmla="*/ 179216 w 606424"/>
                <a:gd name="csY23" fmla="*/ 491203 h 581725"/>
                <a:gd name="csX24" fmla="*/ 415859 w 606424"/>
                <a:gd name="csY24" fmla="*/ 493025 h 581725"/>
                <a:gd name="csX25" fmla="*/ 418183 w 606424"/>
                <a:gd name="csY25" fmla="*/ 490700 h 581725"/>
                <a:gd name="csX26" fmla="*/ 418686 w 606424"/>
                <a:gd name="csY26" fmla="*/ 491203 h 581725"/>
                <a:gd name="csX27" fmla="*/ 415859 w 606424"/>
                <a:gd name="csY27" fmla="*/ 493025 h 581725"/>
                <a:gd name="csX28" fmla="*/ 51957 w 606424"/>
                <a:gd name="csY28" fmla="*/ 463526 h 581725"/>
                <a:gd name="csX29" fmla="*/ 52760 w 606424"/>
                <a:gd name="csY29" fmla="*/ 462723 h 581725"/>
                <a:gd name="csX30" fmla="*/ 52655 w 606424"/>
                <a:gd name="csY30" fmla="*/ 465269 h 581725"/>
                <a:gd name="csX31" fmla="*/ 51957 w 606424"/>
                <a:gd name="csY31" fmla="*/ 463526 h 581725"/>
                <a:gd name="csX32" fmla="*/ 143622 w 606424"/>
                <a:gd name="csY32" fmla="*/ 409058 h 581725"/>
                <a:gd name="csX33" fmla="*/ 144425 w 606424"/>
                <a:gd name="csY33" fmla="*/ 408254 h 581725"/>
                <a:gd name="csX34" fmla="*/ 144319 w 606424"/>
                <a:gd name="csY34" fmla="*/ 410800 h 581725"/>
                <a:gd name="csX35" fmla="*/ 143622 w 606424"/>
                <a:gd name="csY35" fmla="*/ 409058 h 581725"/>
                <a:gd name="csX36" fmla="*/ 453160 w 606424"/>
                <a:gd name="csY36" fmla="*/ 409058 h 581725"/>
                <a:gd name="csX37" fmla="*/ 453963 w 606424"/>
                <a:gd name="csY37" fmla="*/ 408254 h 581725"/>
                <a:gd name="csX38" fmla="*/ 453858 w 606424"/>
                <a:gd name="csY38" fmla="*/ 410800 h 581725"/>
                <a:gd name="csX39" fmla="*/ 453160 w 606424"/>
                <a:gd name="csY39" fmla="*/ 409058 h 581725"/>
                <a:gd name="csX40" fmla="*/ 453160 w 606424"/>
                <a:gd name="csY40" fmla="*/ 373187 h 581725"/>
                <a:gd name="csX41" fmla="*/ 453963 w 606424"/>
                <a:gd name="csY41" fmla="*/ 372384 h 581725"/>
                <a:gd name="csX42" fmla="*/ 453858 w 606424"/>
                <a:gd name="csY42" fmla="*/ 374930 h 581725"/>
                <a:gd name="csX43" fmla="*/ 453160 w 606424"/>
                <a:gd name="csY43" fmla="*/ 373187 h 581725"/>
                <a:gd name="csX44" fmla="*/ 499555 w 606424"/>
                <a:gd name="csY44" fmla="*/ 337593 h 581725"/>
                <a:gd name="csX45" fmla="*/ 501880 w 606424"/>
                <a:gd name="csY45" fmla="*/ 335268 h 581725"/>
                <a:gd name="csX46" fmla="*/ 502377 w 606424"/>
                <a:gd name="csY46" fmla="*/ 335771 h 581725"/>
                <a:gd name="csX47" fmla="*/ 499555 w 606424"/>
                <a:gd name="csY47" fmla="*/ 337593 h 581725"/>
                <a:gd name="csX48" fmla="*/ 188686 w 606424"/>
                <a:gd name="csY48" fmla="*/ 280303 h 581725"/>
                <a:gd name="csX49" fmla="*/ 196564 w 606424"/>
                <a:gd name="csY49" fmla="*/ 272997 h 581725"/>
                <a:gd name="csX50" fmla="*/ 190016 w 606424"/>
                <a:gd name="csY50" fmla="*/ 280303 h 581725"/>
                <a:gd name="csX51" fmla="*/ 182133 w 606424"/>
                <a:gd name="csY51" fmla="*/ 287608 h 581725"/>
                <a:gd name="csX52" fmla="*/ 188686 w 606424"/>
                <a:gd name="csY52" fmla="*/ 280303 h 581725"/>
                <a:gd name="csX53" fmla="*/ 409145 w 606424"/>
                <a:gd name="csY53" fmla="*/ 281302 h 581725"/>
                <a:gd name="csX54" fmla="*/ 404566 w 606424"/>
                <a:gd name="csY54" fmla="*/ 276316 h 581725"/>
                <a:gd name="csX55" fmla="*/ 409547 w 606424"/>
                <a:gd name="csY55" fmla="*/ 280895 h 581725"/>
                <a:gd name="csX56" fmla="*/ 414528 w 606424"/>
                <a:gd name="csY56" fmla="*/ 285876 h 581725"/>
                <a:gd name="csX57" fmla="*/ 409145 w 606424"/>
                <a:gd name="csY57" fmla="*/ 281302 h 581725"/>
                <a:gd name="csX58" fmla="*/ 317300 w 606424"/>
                <a:gd name="csY58" fmla="*/ 236218 h 581725"/>
                <a:gd name="csX59" fmla="*/ 319846 w 606424"/>
                <a:gd name="csY59" fmla="*/ 236323 h 581725"/>
                <a:gd name="csX60" fmla="*/ 318103 w 606424"/>
                <a:gd name="csY60" fmla="*/ 237021 h 581725"/>
                <a:gd name="csX61" fmla="*/ 317300 w 606424"/>
                <a:gd name="csY61" fmla="*/ 236218 h 581725"/>
                <a:gd name="csX62" fmla="*/ 295298 w 606424"/>
                <a:gd name="csY62" fmla="*/ 234847 h 581725"/>
                <a:gd name="csX63" fmla="*/ 302603 w 606424"/>
                <a:gd name="csY63" fmla="*/ 234847 h 581725"/>
                <a:gd name="csX64" fmla="*/ 298948 w 606424"/>
                <a:gd name="csY64" fmla="*/ 235399 h 581725"/>
                <a:gd name="csX65" fmla="*/ 295298 w 606424"/>
                <a:gd name="csY65" fmla="*/ 234847 h 581725"/>
                <a:gd name="csX66" fmla="*/ 1119 w 606424"/>
                <a:gd name="csY66" fmla="*/ 185736 h 581725"/>
                <a:gd name="csX67" fmla="*/ 3664 w 606424"/>
                <a:gd name="csY67" fmla="*/ 185841 h 581725"/>
                <a:gd name="csX68" fmla="*/ 1922 w 606424"/>
                <a:gd name="csY68" fmla="*/ 186539 h 581725"/>
                <a:gd name="csX69" fmla="*/ 1119 w 606424"/>
                <a:gd name="csY69" fmla="*/ 185736 h 581725"/>
                <a:gd name="csX70" fmla="*/ 194314 w 606424"/>
                <a:gd name="csY70" fmla="*/ 133838 h 581725"/>
                <a:gd name="csX71" fmla="*/ 194631 w 606424"/>
                <a:gd name="csY71" fmla="*/ 81032 h 581725"/>
                <a:gd name="csX72" fmla="*/ 194997 w 606424"/>
                <a:gd name="csY72" fmla="*/ 133176 h 581725"/>
                <a:gd name="csX73" fmla="*/ 195359 w 606424"/>
                <a:gd name="csY73" fmla="*/ 185314 h 581725"/>
                <a:gd name="csX74" fmla="*/ 298953 w 606424"/>
                <a:gd name="csY74" fmla="*/ 185314 h 581725"/>
                <a:gd name="csX75" fmla="*/ 402543 w 606424"/>
                <a:gd name="csY75" fmla="*/ 185314 h 581725"/>
                <a:gd name="csX76" fmla="*/ 402904 w 606424"/>
                <a:gd name="csY76" fmla="*/ 133176 h 581725"/>
                <a:gd name="csX77" fmla="*/ 403271 w 606424"/>
                <a:gd name="csY77" fmla="*/ 81032 h 581725"/>
                <a:gd name="csX78" fmla="*/ 403587 w 606424"/>
                <a:gd name="csY78" fmla="*/ 133838 h 581725"/>
                <a:gd name="csX79" fmla="*/ 403904 w 606424"/>
                <a:gd name="csY79" fmla="*/ 186645 h 581725"/>
                <a:gd name="csX80" fmla="*/ 298953 w 606424"/>
                <a:gd name="csY80" fmla="*/ 186645 h 581725"/>
                <a:gd name="csX81" fmla="*/ 194003 w 606424"/>
                <a:gd name="csY81" fmla="*/ 186645 h 581725"/>
                <a:gd name="csX82" fmla="*/ 594955 w 606424"/>
                <a:gd name="csY82" fmla="*/ 185736 h 581725"/>
                <a:gd name="csX83" fmla="*/ 597501 w 606424"/>
                <a:gd name="csY83" fmla="*/ 185841 h 581725"/>
                <a:gd name="csX84" fmla="*/ 595758 w 606424"/>
                <a:gd name="csY84" fmla="*/ 186539 h 581725"/>
                <a:gd name="csX85" fmla="*/ 594955 w 606424"/>
                <a:gd name="csY85" fmla="*/ 185736 h 581725"/>
                <a:gd name="csX86" fmla="*/ 9092 w 606424"/>
                <a:gd name="csY86" fmla="*/ 184410 h 581725"/>
                <a:gd name="csX87" fmla="*/ 11638 w 606424"/>
                <a:gd name="csY87" fmla="*/ 184516 h 581725"/>
                <a:gd name="csX88" fmla="*/ 9896 w 606424"/>
                <a:gd name="csY88" fmla="*/ 185214 h 581725"/>
                <a:gd name="csX89" fmla="*/ 9092 w 606424"/>
                <a:gd name="csY89" fmla="*/ 184410 h 581725"/>
                <a:gd name="csX90" fmla="*/ 586982 w 606424"/>
                <a:gd name="csY90" fmla="*/ 184410 h 581725"/>
                <a:gd name="csX91" fmla="*/ 589532 w 606424"/>
                <a:gd name="csY91" fmla="*/ 184516 h 581725"/>
                <a:gd name="csX92" fmla="*/ 587785 w 606424"/>
                <a:gd name="csY92" fmla="*/ 185214 h 581725"/>
                <a:gd name="csX93" fmla="*/ 586982 w 606424"/>
                <a:gd name="csY93" fmla="*/ 184410 h 581725"/>
                <a:gd name="csX94" fmla="*/ 51600 w 606424"/>
                <a:gd name="csY94" fmla="*/ 176437 h 581725"/>
                <a:gd name="csX95" fmla="*/ 54146 w 606424"/>
                <a:gd name="csY95" fmla="*/ 176542 h 581725"/>
                <a:gd name="csX96" fmla="*/ 52404 w 606424"/>
                <a:gd name="csY96" fmla="*/ 177240 h 581725"/>
                <a:gd name="csX97" fmla="*/ 51600 w 606424"/>
                <a:gd name="csY97" fmla="*/ 176437 h 581725"/>
                <a:gd name="csX98" fmla="*/ 58243 w 606424"/>
                <a:gd name="csY98" fmla="*/ 175111 h 581725"/>
                <a:gd name="csX99" fmla="*/ 60789 w 606424"/>
                <a:gd name="csY99" fmla="*/ 175217 h 581725"/>
                <a:gd name="csX100" fmla="*/ 59047 w 606424"/>
                <a:gd name="csY100" fmla="*/ 175910 h 581725"/>
                <a:gd name="csX101" fmla="*/ 58243 w 606424"/>
                <a:gd name="csY101" fmla="*/ 175111 h 581725"/>
                <a:gd name="csX102" fmla="*/ 537830 w 606424"/>
                <a:gd name="csY102" fmla="*/ 175111 h 581725"/>
                <a:gd name="csX103" fmla="*/ 540376 w 606424"/>
                <a:gd name="csY103" fmla="*/ 175217 h 581725"/>
                <a:gd name="csX104" fmla="*/ 538634 w 606424"/>
                <a:gd name="csY104" fmla="*/ 175910 h 581725"/>
                <a:gd name="csX105" fmla="*/ 537830 w 606424"/>
                <a:gd name="csY105" fmla="*/ 175111 h 581725"/>
                <a:gd name="csX106" fmla="*/ 488674 w 606424"/>
                <a:gd name="csY106" fmla="*/ 165813 h 581725"/>
                <a:gd name="csX107" fmla="*/ 491220 w 606424"/>
                <a:gd name="csY107" fmla="*/ 165913 h 581725"/>
                <a:gd name="csX108" fmla="*/ 489478 w 606424"/>
                <a:gd name="csY108" fmla="*/ 166611 h 581725"/>
                <a:gd name="csX109" fmla="*/ 488674 w 606424"/>
                <a:gd name="csY109" fmla="*/ 165813 h 581725"/>
                <a:gd name="csX110" fmla="*/ 123587 w 606424"/>
                <a:gd name="csY110" fmla="*/ 162232 h 581725"/>
                <a:gd name="csX111" fmla="*/ 125912 w 606424"/>
                <a:gd name="csY111" fmla="*/ 159908 h 581725"/>
                <a:gd name="csX112" fmla="*/ 126414 w 606424"/>
                <a:gd name="csY112" fmla="*/ 160410 h 581725"/>
                <a:gd name="csX113" fmla="*/ 123587 w 606424"/>
                <a:gd name="csY113" fmla="*/ 162232 h 581725"/>
                <a:gd name="csX114" fmla="*/ 471487 w 606424"/>
                <a:gd name="csY114" fmla="*/ 160410 h 581725"/>
                <a:gd name="csX115" fmla="*/ 471984 w 606424"/>
                <a:gd name="csY115" fmla="*/ 159908 h 581725"/>
                <a:gd name="csX116" fmla="*/ 474309 w 606424"/>
                <a:gd name="csY116" fmla="*/ 162232 h 581725"/>
                <a:gd name="csX117" fmla="*/ 471487 w 606424"/>
                <a:gd name="csY117" fmla="*/ 160410 h 581725"/>
                <a:gd name="csX118" fmla="*/ 129010 w 606424"/>
                <a:gd name="csY118" fmla="*/ 148671 h 581725"/>
                <a:gd name="csX119" fmla="*/ 129814 w 606424"/>
                <a:gd name="csY119" fmla="*/ 147872 h 581725"/>
                <a:gd name="csX120" fmla="*/ 129708 w 606424"/>
                <a:gd name="csY120" fmla="*/ 150418 h 581725"/>
                <a:gd name="csX121" fmla="*/ 129010 w 606424"/>
                <a:gd name="csY121" fmla="*/ 148671 h 581725"/>
                <a:gd name="csX122" fmla="*/ 467771 w 606424"/>
                <a:gd name="csY122" fmla="*/ 148671 h 581725"/>
                <a:gd name="csX123" fmla="*/ 468575 w 606424"/>
                <a:gd name="csY123" fmla="*/ 147872 h 581725"/>
                <a:gd name="csX124" fmla="*/ 468469 w 606424"/>
                <a:gd name="csY124" fmla="*/ 150418 h 581725"/>
                <a:gd name="csX125" fmla="*/ 467771 w 606424"/>
                <a:gd name="csY125" fmla="*/ 148671 h 581725"/>
                <a:gd name="csX126" fmla="*/ 586982 w 606424"/>
                <a:gd name="csY126" fmla="*/ 144553 h 581725"/>
                <a:gd name="csX127" fmla="*/ 589532 w 606424"/>
                <a:gd name="csY127" fmla="*/ 144659 h 581725"/>
                <a:gd name="csX128" fmla="*/ 587785 w 606424"/>
                <a:gd name="csY128" fmla="*/ 145357 h 581725"/>
                <a:gd name="csX129" fmla="*/ 586982 w 606424"/>
                <a:gd name="csY129" fmla="*/ 144553 h 581725"/>
                <a:gd name="csX130" fmla="*/ 79502 w 606424"/>
                <a:gd name="csY130" fmla="*/ 131268 h 581725"/>
                <a:gd name="csX131" fmla="*/ 82048 w 606424"/>
                <a:gd name="csY131" fmla="*/ 131373 h 581725"/>
                <a:gd name="csX132" fmla="*/ 80301 w 606424"/>
                <a:gd name="csY132" fmla="*/ 132071 h 581725"/>
                <a:gd name="csX133" fmla="*/ 79502 w 606424"/>
                <a:gd name="csY133" fmla="*/ 131268 h 581725"/>
                <a:gd name="csX134" fmla="*/ 463790 w 606424"/>
                <a:gd name="csY134" fmla="*/ 126086 h 581725"/>
                <a:gd name="csX135" fmla="*/ 464593 w 606424"/>
                <a:gd name="csY135" fmla="*/ 125287 h 581725"/>
                <a:gd name="csX136" fmla="*/ 464488 w 606424"/>
                <a:gd name="csY136" fmla="*/ 127833 h 581725"/>
                <a:gd name="csX137" fmla="*/ 463790 w 606424"/>
                <a:gd name="csY137" fmla="*/ 126086 h 581725"/>
                <a:gd name="csX138" fmla="*/ 604254 w 606424"/>
                <a:gd name="csY138" fmla="*/ 127286 h 581725"/>
                <a:gd name="csX139" fmla="*/ 606800 w 606424"/>
                <a:gd name="csY139" fmla="*/ 127391 h 581725"/>
                <a:gd name="csX140" fmla="*/ 605057 w 606424"/>
                <a:gd name="csY140" fmla="*/ 128089 h 581725"/>
                <a:gd name="csX141" fmla="*/ 604254 w 606424"/>
                <a:gd name="csY141" fmla="*/ 127286 h 581725"/>
                <a:gd name="csX142" fmla="*/ 62230 w 606424"/>
                <a:gd name="csY142" fmla="*/ 114000 h 581725"/>
                <a:gd name="csX143" fmla="*/ 64776 w 606424"/>
                <a:gd name="csY143" fmla="*/ 114105 h 581725"/>
                <a:gd name="csX144" fmla="*/ 63033 w 606424"/>
                <a:gd name="csY144" fmla="*/ 114804 h 581725"/>
                <a:gd name="csX145" fmla="*/ 62230 w 606424"/>
                <a:gd name="csY145" fmla="*/ 114000 h 581725"/>
                <a:gd name="csX146" fmla="*/ 471407 w 606424"/>
                <a:gd name="csY146" fmla="*/ 102045 h 581725"/>
                <a:gd name="csX147" fmla="*/ 473952 w 606424"/>
                <a:gd name="csY147" fmla="*/ 102145 h 581725"/>
                <a:gd name="csX148" fmla="*/ 472210 w 606424"/>
                <a:gd name="csY148" fmla="*/ 102843 h 581725"/>
                <a:gd name="csX149" fmla="*/ 471407 w 606424"/>
                <a:gd name="csY149" fmla="*/ 102045 h 581725"/>
                <a:gd name="csX150" fmla="*/ 202303 w 606424"/>
                <a:gd name="csY150" fmla="*/ 60782 h 581725"/>
                <a:gd name="csX151" fmla="*/ 222894 w 606424"/>
                <a:gd name="csY151" fmla="*/ 60782 h 581725"/>
                <a:gd name="csX152" fmla="*/ 212601 w 606424"/>
                <a:gd name="csY152" fmla="*/ 61234 h 581725"/>
                <a:gd name="csX153" fmla="*/ 202303 w 606424"/>
                <a:gd name="csY153" fmla="*/ 60782 h 581725"/>
                <a:gd name="csX154" fmla="*/ 375007 w 606424"/>
                <a:gd name="csY154" fmla="*/ 60782 h 581725"/>
                <a:gd name="csX155" fmla="*/ 395599 w 606424"/>
                <a:gd name="csY155" fmla="*/ 60782 h 581725"/>
                <a:gd name="csX156" fmla="*/ 385300 w 606424"/>
                <a:gd name="csY156" fmla="*/ 61234 h 581725"/>
                <a:gd name="csX157" fmla="*/ 375007 w 606424"/>
                <a:gd name="csY157" fmla="*/ 60782 h 581725"/>
                <a:gd name="csX158" fmla="*/ 86602 w 606424"/>
                <a:gd name="csY158" fmla="*/ 15271 h 581725"/>
                <a:gd name="csX159" fmla="*/ 87270 w 606424"/>
                <a:gd name="csY159" fmla="*/ 13609 h 581725"/>
                <a:gd name="csX160" fmla="*/ 87270 w 606424"/>
                <a:gd name="csY160" fmla="*/ 16933 h 581725"/>
                <a:gd name="csX161" fmla="*/ 86602 w 606424"/>
                <a:gd name="csY161" fmla="*/ 15271 h 581725"/>
                <a:gd name="csX162" fmla="*/ 423581 w 606424"/>
                <a:gd name="csY162" fmla="*/ 7719 h 581725"/>
                <a:gd name="csX163" fmla="*/ 426127 w 606424"/>
                <a:gd name="csY163" fmla="*/ 7825 h 581725"/>
                <a:gd name="csX164" fmla="*/ 424384 w 606424"/>
                <a:gd name="csY164" fmla="*/ 8522 h 581725"/>
                <a:gd name="csX165" fmla="*/ 423581 w 606424"/>
                <a:gd name="csY165" fmla="*/ 7719 h 581725"/>
                <a:gd name="csX166" fmla="*/ 414282 w 606424"/>
                <a:gd name="csY166" fmla="*/ 6394 h 581725"/>
                <a:gd name="csX167" fmla="*/ 416828 w 606424"/>
                <a:gd name="csY167" fmla="*/ 6494 h 581725"/>
                <a:gd name="csX168" fmla="*/ 415080 w 606424"/>
                <a:gd name="csY168" fmla="*/ 7192 h 581725"/>
                <a:gd name="csX169" fmla="*/ 414282 w 606424"/>
                <a:gd name="csY169" fmla="*/ 6394 h 581725"/>
                <a:gd name="csX170" fmla="*/ 193752 w 606424"/>
                <a:gd name="csY170" fmla="*/ 5063 h 581725"/>
                <a:gd name="csX171" fmla="*/ 196298 w 606424"/>
                <a:gd name="csY171" fmla="*/ 5168 h 581725"/>
                <a:gd name="csX172" fmla="*/ 194555 w 606424"/>
                <a:gd name="csY172" fmla="*/ 5866 h 581725"/>
                <a:gd name="csX173" fmla="*/ 193752 w 606424"/>
                <a:gd name="csY173" fmla="*/ 5063 h 581725"/>
                <a:gd name="csX174" fmla="*/ 402322 w 606424"/>
                <a:gd name="csY174" fmla="*/ 5063 h 581725"/>
                <a:gd name="csX175" fmla="*/ 404867 w 606424"/>
                <a:gd name="csY175" fmla="*/ 5168 h 581725"/>
                <a:gd name="csX176" fmla="*/ 403125 w 606424"/>
                <a:gd name="csY176" fmla="*/ 5866 h 581725"/>
                <a:gd name="csX177" fmla="*/ 402322 w 606424"/>
                <a:gd name="csY177" fmla="*/ 5063 h 581725"/>
                <a:gd name="csX178" fmla="*/ 205707 w 606424"/>
                <a:gd name="csY178" fmla="*/ 3732 h 581725"/>
                <a:gd name="csX179" fmla="*/ 208253 w 606424"/>
                <a:gd name="csY179" fmla="*/ 3838 h 581725"/>
                <a:gd name="csX180" fmla="*/ 206510 w 606424"/>
                <a:gd name="csY180" fmla="*/ 4536 h 581725"/>
                <a:gd name="csX181" fmla="*/ 205707 w 606424"/>
                <a:gd name="csY181" fmla="*/ 3732 h 581725"/>
                <a:gd name="csX182" fmla="*/ 388956 w 606424"/>
                <a:gd name="csY182" fmla="*/ 3762 h 581725"/>
                <a:gd name="csX183" fmla="*/ 392275 w 606424"/>
                <a:gd name="csY183" fmla="*/ 3762 h 581725"/>
                <a:gd name="csX184" fmla="*/ 390618 w 606424"/>
                <a:gd name="csY184" fmla="*/ 4435 h 581725"/>
                <a:gd name="csX185" fmla="*/ 388956 w 606424"/>
                <a:gd name="csY185" fmla="*/ 3762 h 581725"/>
                <a:gd name="csX186" fmla="*/ 220926 w 606424"/>
                <a:gd name="csY186" fmla="*/ 2397 h 581725"/>
                <a:gd name="csX187" fmla="*/ 224913 w 606424"/>
                <a:gd name="csY187" fmla="*/ 2447 h 581725"/>
                <a:gd name="csX188" fmla="*/ 222563 w 606424"/>
                <a:gd name="csY188" fmla="*/ 3060 h 581725"/>
                <a:gd name="csX189" fmla="*/ 220926 w 606424"/>
                <a:gd name="csY189" fmla="*/ 2397 h 581725"/>
                <a:gd name="csX190" fmla="*/ 374344 w 606424"/>
                <a:gd name="csY190" fmla="*/ 2437 h 581725"/>
                <a:gd name="csX191" fmla="*/ 377663 w 606424"/>
                <a:gd name="csY191" fmla="*/ 2437 h 581725"/>
                <a:gd name="csX192" fmla="*/ 376001 w 606424"/>
                <a:gd name="csY192" fmla="*/ 3105 h 581725"/>
                <a:gd name="csX193" fmla="*/ 374344 w 606424"/>
                <a:gd name="csY193" fmla="*/ 2437 h 581725"/>
                <a:gd name="csX194" fmla="*/ 238173 w 606424"/>
                <a:gd name="csY194" fmla="*/ 1071 h 581725"/>
                <a:gd name="csX195" fmla="*/ 242823 w 606424"/>
                <a:gd name="csY195" fmla="*/ 1071 h 581725"/>
                <a:gd name="csX196" fmla="*/ 240498 w 606424"/>
                <a:gd name="csY196" fmla="*/ 1679 h 581725"/>
                <a:gd name="csX197" fmla="*/ 238173 w 606424"/>
                <a:gd name="csY197" fmla="*/ 1071 h 581725"/>
                <a:gd name="csX198" fmla="*/ 355079 w 606424"/>
                <a:gd name="csY198" fmla="*/ 1071 h 581725"/>
                <a:gd name="csX199" fmla="*/ 359728 w 606424"/>
                <a:gd name="csY199" fmla="*/ 1071 h 581725"/>
                <a:gd name="csX200" fmla="*/ 357403 w 606424"/>
                <a:gd name="csY200" fmla="*/ 1679 h 581725"/>
                <a:gd name="csX201" fmla="*/ 355079 w 606424"/>
                <a:gd name="csY201" fmla="*/ 1071 h 581725"/>
                <a:gd name="csX202" fmla="*/ 264740 w 606424"/>
                <a:gd name="csY202" fmla="*/ -295 h 581725"/>
                <a:gd name="csX203" fmla="*/ 272050 w 606424"/>
                <a:gd name="csY203" fmla="*/ -295 h 581725"/>
                <a:gd name="csX204" fmla="*/ 268395 w 606424"/>
                <a:gd name="csY204" fmla="*/ 258 h 581725"/>
                <a:gd name="csX205" fmla="*/ 264740 w 606424"/>
                <a:gd name="csY205" fmla="*/ -295 h 581725"/>
                <a:gd name="csX206" fmla="*/ 325871 w 606424"/>
                <a:gd name="csY206" fmla="*/ -295 h 581725"/>
                <a:gd name="csX207" fmla="*/ 332514 w 606424"/>
                <a:gd name="csY207" fmla="*/ -274 h 581725"/>
                <a:gd name="csX208" fmla="*/ 328844 w 606424"/>
                <a:gd name="csY208" fmla="*/ 278 h 581725"/>
                <a:gd name="csX209" fmla="*/ 325871 w 606424"/>
                <a:gd name="csY209" fmla="*/ -295 h 581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</a:cxnLst>
              <a:rect l="l" t="t" r="r" b="b"/>
              <a:pathLst>
                <a:path w="606424" h="581725">
                  <a:moveTo>
                    <a:pt x="335979" y="578880"/>
                  </a:moveTo>
                  <a:cubicBezTo>
                    <a:pt x="334327" y="576776"/>
                    <a:pt x="334372" y="576726"/>
                    <a:pt x="336481" y="578378"/>
                  </a:cubicBezTo>
                  <a:cubicBezTo>
                    <a:pt x="338695" y="580116"/>
                    <a:pt x="339398" y="581205"/>
                    <a:pt x="338303" y="581205"/>
                  </a:cubicBezTo>
                  <a:cubicBezTo>
                    <a:pt x="338027" y="581205"/>
                    <a:pt x="336983" y="580161"/>
                    <a:pt x="335979" y="578880"/>
                  </a:cubicBezTo>
                  <a:close/>
                  <a:moveTo>
                    <a:pt x="282760" y="545756"/>
                  </a:moveTo>
                  <a:cubicBezTo>
                    <a:pt x="283719" y="545375"/>
                    <a:pt x="284864" y="545420"/>
                    <a:pt x="285306" y="545862"/>
                  </a:cubicBezTo>
                  <a:cubicBezTo>
                    <a:pt x="285748" y="546304"/>
                    <a:pt x="284964" y="546620"/>
                    <a:pt x="283564" y="546560"/>
                  </a:cubicBezTo>
                  <a:cubicBezTo>
                    <a:pt x="282012" y="546500"/>
                    <a:pt x="281701" y="546183"/>
                    <a:pt x="282760" y="545756"/>
                  </a:cubicBezTo>
                  <a:close/>
                  <a:moveTo>
                    <a:pt x="313313" y="545756"/>
                  </a:moveTo>
                  <a:cubicBezTo>
                    <a:pt x="314272" y="545375"/>
                    <a:pt x="315417" y="545420"/>
                    <a:pt x="315859" y="545862"/>
                  </a:cubicBezTo>
                  <a:cubicBezTo>
                    <a:pt x="316301" y="546304"/>
                    <a:pt x="315518" y="546620"/>
                    <a:pt x="314117" y="546560"/>
                  </a:cubicBezTo>
                  <a:cubicBezTo>
                    <a:pt x="312570" y="546500"/>
                    <a:pt x="312254" y="546183"/>
                    <a:pt x="313313" y="545756"/>
                  </a:cubicBezTo>
                  <a:close/>
                  <a:moveTo>
                    <a:pt x="197814" y="509801"/>
                  </a:moveTo>
                  <a:cubicBezTo>
                    <a:pt x="196162" y="507692"/>
                    <a:pt x="196212" y="507646"/>
                    <a:pt x="198316" y="509299"/>
                  </a:cubicBezTo>
                  <a:cubicBezTo>
                    <a:pt x="199596" y="510302"/>
                    <a:pt x="200641" y="511347"/>
                    <a:pt x="200641" y="511623"/>
                  </a:cubicBezTo>
                  <a:cubicBezTo>
                    <a:pt x="200641" y="512718"/>
                    <a:pt x="199551" y="512015"/>
                    <a:pt x="197814" y="509801"/>
                  </a:cubicBezTo>
                  <a:close/>
                  <a:moveTo>
                    <a:pt x="397261" y="511623"/>
                  </a:moveTo>
                  <a:cubicBezTo>
                    <a:pt x="397261" y="511347"/>
                    <a:pt x="398305" y="510302"/>
                    <a:pt x="399585" y="509299"/>
                  </a:cubicBezTo>
                  <a:cubicBezTo>
                    <a:pt x="401689" y="507646"/>
                    <a:pt x="401739" y="507692"/>
                    <a:pt x="400087" y="509801"/>
                  </a:cubicBezTo>
                  <a:cubicBezTo>
                    <a:pt x="398350" y="512015"/>
                    <a:pt x="397261" y="512718"/>
                    <a:pt x="397261" y="511623"/>
                  </a:cubicBezTo>
                  <a:close/>
                  <a:moveTo>
                    <a:pt x="179216" y="491203"/>
                  </a:moveTo>
                  <a:cubicBezTo>
                    <a:pt x="177564" y="489094"/>
                    <a:pt x="177609" y="489048"/>
                    <a:pt x="179718" y="490700"/>
                  </a:cubicBezTo>
                  <a:cubicBezTo>
                    <a:pt x="181932" y="492438"/>
                    <a:pt x="182635" y="493527"/>
                    <a:pt x="181541" y="493527"/>
                  </a:cubicBezTo>
                  <a:cubicBezTo>
                    <a:pt x="181264" y="493527"/>
                    <a:pt x="180220" y="492478"/>
                    <a:pt x="179216" y="491203"/>
                  </a:cubicBezTo>
                  <a:close/>
                  <a:moveTo>
                    <a:pt x="415859" y="493025"/>
                  </a:moveTo>
                  <a:cubicBezTo>
                    <a:pt x="415859" y="492749"/>
                    <a:pt x="416903" y="491705"/>
                    <a:pt x="418183" y="490700"/>
                  </a:cubicBezTo>
                  <a:cubicBezTo>
                    <a:pt x="420287" y="489048"/>
                    <a:pt x="420337" y="489094"/>
                    <a:pt x="418686" y="491203"/>
                  </a:cubicBezTo>
                  <a:cubicBezTo>
                    <a:pt x="416948" y="493417"/>
                    <a:pt x="415859" y="494120"/>
                    <a:pt x="415859" y="493025"/>
                  </a:cubicBezTo>
                  <a:close/>
                  <a:moveTo>
                    <a:pt x="51957" y="463526"/>
                  </a:moveTo>
                  <a:cubicBezTo>
                    <a:pt x="52022" y="461975"/>
                    <a:pt x="52334" y="461664"/>
                    <a:pt x="52760" y="462723"/>
                  </a:cubicBezTo>
                  <a:cubicBezTo>
                    <a:pt x="53142" y="463682"/>
                    <a:pt x="53097" y="464827"/>
                    <a:pt x="52655" y="465269"/>
                  </a:cubicBezTo>
                  <a:cubicBezTo>
                    <a:pt x="52213" y="465711"/>
                    <a:pt x="51897" y="464922"/>
                    <a:pt x="51957" y="463526"/>
                  </a:cubicBezTo>
                  <a:close/>
                  <a:moveTo>
                    <a:pt x="143622" y="409058"/>
                  </a:moveTo>
                  <a:cubicBezTo>
                    <a:pt x="143687" y="407506"/>
                    <a:pt x="144003" y="407195"/>
                    <a:pt x="144425" y="408254"/>
                  </a:cubicBezTo>
                  <a:cubicBezTo>
                    <a:pt x="144806" y="409213"/>
                    <a:pt x="144761" y="410358"/>
                    <a:pt x="144319" y="410800"/>
                  </a:cubicBezTo>
                  <a:cubicBezTo>
                    <a:pt x="143878" y="411242"/>
                    <a:pt x="143566" y="410459"/>
                    <a:pt x="143622" y="409058"/>
                  </a:cubicBezTo>
                  <a:close/>
                  <a:moveTo>
                    <a:pt x="453160" y="409058"/>
                  </a:moveTo>
                  <a:cubicBezTo>
                    <a:pt x="453225" y="407506"/>
                    <a:pt x="453537" y="407195"/>
                    <a:pt x="453963" y="408254"/>
                  </a:cubicBezTo>
                  <a:cubicBezTo>
                    <a:pt x="454345" y="409213"/>
                    <a:pt x="454300" y="410358"/>
                    <a:pt x="453858" y="410800"/>
                  </a:cubicBezTo>
                  <a:cubicBezTo>
                    <a:pt x="453416" y="411242"/>
                    <a:pt x="453105" y="410459"/>
                    <a:pt x="453160" y="409058"/>
                  </a:cubicBezTo>
                  <a:close/>
                  <a:moveTo>
                    <a:pt x="453160" y="373187"/>
                  </a:moveTo>
                  <a:cubicBezTo>
                    <a:pt x="453225" y="371641"/>
                    <a:pt x="453537" y="371325"/>
                    <a:pt x="453963" y="372384"/>
                  </a:cubicBezTo>
                  <a:cubicBezTo>
                    <a:pt x="454345" y="373343"/>
                    <a:pt x="454300" y="374488"/>
                    <a:pt x="453858" y="374930"/>
                  </a:cubicBezTo>
                  <a:cubicBezTo>
                    <a:pt x="453416" y="375371"/>
                    <a:pt x="453105" y="374588"/>
                    <a:pt x="453160" y="373187"/>
                  </a:cubicBezTo>
                  <a:close/>
                  <a:moveTo>
                    <a:pt x="499555" y="337593"/>
                  </a:moveTo>
                  <a:cubicBezTo>
                    <a:pt x="499555" y="337317"/>
                    <a:pt x="500599" y="336268"/>
                    <a:pt x="501880" y="335268"/>
                  </a:cubicBezTo>
                  <a:cubicBezTo>
                    <a:pt x="503983" y="333616"/>
                    <a:pt x="504034" y="333661"/>
                    <a:pt x="502377" y="335771"/>
                  </a:cubicBezTo>
                  <a:cubicBezTo>
                    <a:pt x="500644" y="337980"/>
                    <a:pt x="499555" y="338683"/>
                    <a:pt x="499555" y="337593"/>
                  </a:cubicBezTo>
                  <a:close/>
                  <a:moveTo>
                    <a:pt x="188686" y="280303"/>
                  </a:moveTo>
                  <a:cubicBezTo>
                    <a:pt x="192652" y="276286"/>
                    <a:pt x="196202" y="272997"/>
                    <a:pt x="196564" y="272997"/>
                  </a:cubicBezTo>
                  <a:cubicBezTo>
                    <a:pt x="196930" y="272997"/>
                    <a:pt x="193983" y="276286"/>
                    <a:pt x="190016" y="280303"/>
                  </a:cubicBezTo>
                  <a:cubicBezTo>
                    <a:pt x="186045" y="284325"/>
                    <a:pt x="182500" y="287608"/>
                    <a:pt x="182133" y="287608"/>
                  </a:cubicBezTo>
                  <a:cubicBezTo>
                    <a:pt x="181766" y="287608"/>
                    <a:pt x="184719" y="284325"/>
                    <a:pt x="188686" y="280303"/>
                  </a:cubicBezTo>
                  <a:close/>
                  <a:moveTo>
                    <a:pt x="409145" y="281302"/>
                  </a:moveTo>
                  <a:lnTo>
                    <a:pt x="404566" y="276316"/>
                  </a:lnTo>
                  <a:lnTo>
                    <a:pt x="409547" y="280895"/>
                  </a:lnTo>
                  <a:cubicBezTo>
                    <a:pt x="412289" y="283416"/>
                    <a:pt x="414528" y="285655"/>
                    <a:pt x="414528" y="285876"/>
                  </a:cubicBezTo>
                  <a:cubicBezTo>
                    <a:pt x="414528" y="286890"/>
                    <a:pt x="413403" y="285936"/>
                    <a:pt x="409145" y="281302"/>
                  </a:cubicBezTo>
                  <a:close/>
                  <a:moveTo>
                    <a:pt x="317300" y="236218"/>
                  </a:moveTo>
                  <a:cubicBezTo>
                    <a:pt x="318259" y="235836"/>
                    <a:pt x="319404" y="235881"/>
                    <a:pt x="319846" y="236323"/>
                  </a:cubicBezTo>
                  <a:cubicBezTo>
                    <a:pt x="320288" y="236765"/>
                    <a:pt x="319504" y="237081"/>
                    <a:pt x="318103" y="237021"/>
                  </a:cubicBezTo>
                  <a:cubicBezTo>
                    <a:pt x="316557" y="236961"/>
                    <a:pt x="316241" y="236645"/>
                    <a:pt x="317300" y="236218"/>
                  </a:cubicBezTo>
                  <a:close/>
                  <a:moveTo>
                    <a:pt x="295298" y="234847"/>
                  </a:moveTo>
                  <a:cubicBezTo>
                    <a:pt x="297306" y="234546"/>
                    <a:pt x="300595" y="234546"/>
                    <a:pt x="302603" y="234847"/>
                  </a:cubicBezTo>
                  <a:cubicBezTo>
                    <a:pt x="304612" y="235153"/>
                    <a:pt x="302970" y="235399"/>
                    <a:pt x="298948" y="235399"/>
                  </a:cubicBezTo>
                  <a:cubicBezTo>
                    <a:pt x="294931" y="235399"/>
                    <a:pt x="293289" y="235153"/>
                    <a:pt x="295298" y="234847"/>
                  </a:cubicBezTo>
                  <a:close/>
                  <a:moveTo>
                    <a:pt x="1119" y="185736"/>
                  </a:moveTo>
                  <a:cubicBezTo>
                    <a:pt x="2078" y="185354"/>
                    <a:pt x="3222" y="185400"/>
                    <a:pt x="3664" y="185841"/>
                  </a:cubicBezTo>
                  <a:cubicBezTo>
                    <a:pt x="4106" y="186283"/>
                    <a:pt x="3323" y="186599"/>
                    <a:pt x="1922" y="186539"/>
                  </a:cubicBezTo>
                  <a:cubicBezTo>
                    <a:pt x="375" y="186479"/>
                    <a:pt x="59" y="186163"/>
                    <a:pt x="1119" y="185736"/>
                  </a:cubicBezTo>
                  <a:close/>
                  <a:moveTo>
                    <a:pt x="194314" y="133838"/>
                  </a:moveTo>
                  <a:lnTo>
                    <a:pt x="194631" y="81032"/>
                  </a:lnTo>
                  <a:lnTo>
                    <a:pt x="194997" y="133176"/>
                  </a:lnTo>
                  <a:lnTo>
                    <a:pt x="195359" y="185314"/>
                  </a:lnTo>
                  <a:lnTo>
                    <a:pt x="298953" y="185314"/>
                  </a:lnTo>
                  <a:lnTo>
                    <a:pt x="402543" y="185314"/>
                  </a:lnTo>
                  <a:lnTo>
                    <a:pt x="402904" y="133176"/>
                  </a:lnTo>
                  <a:lnTo>
                    <a:pt x="403271" y="81032"/>
                  </a:lnTo>
                  <a:lnTo>
                    <a:pt x="403587" y="133838"/>
                  </a:lnTo>
                  <a:lnTo>
                    <a:pt x="403904" y="186645"/>
                  </a:lnTo>
                  <a:lnTo>
                    <a:pt x="298953" y="186645"/>
                  </a:lnTo>
                  <a:lnTo>
                    <a:pt x="194003" y="186645"/>
                  </a:lnTo>
                  <a:close/>
                  <a:moveTo>
                    <a:pt x="594955" y="185736"/>
                  </a:moveTo>
                  <a:cubicBezTo>
                    <a:pt x="595914" y="185354"/>
                    <a:pt x="597059" y="185400"/>
                    <a:pt x="597501" y="185841"/>
                  </a:cubicBezTo>
                  <a:cubicBezTo>
                    <a:pt x="597943" y="186283"/>
                    <a:pt x="597159" y="186599"/>
                    <a:pt x="595758" y="186539"/>
                  </a:cubicBezTo>
                  <a:cubicBezTo>
                    <a:pt x="594212" y="186479"/>
                    <a:pt x="593896" y="186163"/>
                    <a:pt x="594955" y="185736"/>
                  </a:cubicBezTo>
                  <a:close/>
                  <a:moveTo>
                    <a:pt x="9092" y="184410"/>
                  </a:moveTo>
                  <a:cubicBezTo>
                    <a:pt x="10051" y="184024"/>
                    <a:pt x="11196" y="184074"/>
                    <a:pt x="11638" y="184516"/>
                  </a:cubicBezTo>
                  <a:cubicBezTo>
                    <a:pt x="12080" y="184958"/>
                    <a:pt x="11291" y="185269"/>
                    <a:pt x="9896" y="185214"/>
                  </a:cubicBezTo>
                  <a:cubicBezTo>
                    <a:pt x="8344" y="185148"/>
                    <a:pt x="8033" y="184832"/>
                    <a:pt x="9092" y="184410"/>
                  </a:cubicBezTo>
                  <a:close/>
                  <a:moveTo>
                    <a:pt x="586982" y="184410"/>
                  </a:moveTo>
                  <a:cubicBezTo>
                    <a:pt x="587941" y="184024"/>
                    <a:pt x="589090" y="184074"/>
                    <a:pt x="589532" y="184516"/>
                  </a:cubicBezTo>
                  <a:cubicBezTo>
                    <a:pt x="589969" y="184958"/>
                    <a:pt x="589186" y="185269"/>
                    <a:pt x="587785" y="185214"/>
                  </a:cubicBezTo>
                  <a:cubicBezTo>
                    <a:pt x="586238" y="185148"/>
                    <a:pt x="585922" y="184832"/>
                    <a:pt x="586982" y="184410"/>
                  </a:cubicBezTo>
                  <a:close/>
                  <a:moveTo>
                    <a:pt x="51600" y="176437"/>
                  </a:moveTo>
                  <a:cubicBezTo>
                    <a:pt x="52559" y="176055"/>
                    <a:pt x="53709" y="176100"/>
                    <a:pt x="54146" y="176542"/>
                  </a:cubicBezTo>
                  <a:cubicBezTo>
                    <a:pt x="54588" y="176984"/>
                    <a:pt x="53805" y="177301"/>
                    <a:pt x="52404" y="177240"/>
                  </a:cubicBezTo>
                  <a:cubicBezTo>
                    <a:pt x="50857" y="177175"/>
                    <a:pt x="50541" y="176864"/>
                    <a:pt x="51600" y="176437"/>
                  </a:cubicBezTo>
                  <a:close/>
                  <a:moveTo>
                    <a:pt x="58243" y="175111"/>
                  </a:moveTo>
                  <a:cubicBezTo>
                    <a:pt x="59202" y="174725"/>
                    <a:pt x="60347" y="174775"/>
                    <a:pt x="60789" y="175217"/>
                  </a:cubicBezTo>
                  <a:cubicBezTo>
                    <a:pt x="61231" y="175654"/>
                    <a:pt x="60448" y="175970"/>
                    <a:pt x="59047" y="175910"/>
                  </a:cubicBezTo>
                  <a:cubicBezTo>
                    <a:pt x="57500" y="175849"/>
                    <a:pt x="57184" y="175533"/>
                    <a:pt x="58243" y="175111"/>
                  </a:cubicBezTo>
                  <a:close/>
                  <a:moveTo>
                    <a:pt x="537830" y="175111"/>
                  </a:moveTo>
                  <a:cubicBezTo>
                    <a:pt x="538789" y="174725"/>
                    <a:pt x="539934" y="174775"/>
                    <a:pt x="540376" y="175217"/>
                  </a:cubicBezTo>
                  <a:cubicBezTo>
                    <a:pt x="540818" y="175654"/>
                    <a:pt x="540035" y="175970"/>
                    <a:pt x="538634" y="175910"/>
                  </a:cubicBezTo>
                  <a:cubicBezTo>
                    <a:pt x="537082" y="175849"/>
                    <a:pt x="536771" y="175533"/>
                    <a:pt x="537830" y="175111"/>
                  </a:cubicBezTo>
                  <a:close/>
                  <a:moveTo>
                    <a:pt x="488674" y="165813"/>
                  </a:moveTo>
                  <a:cubicBezTo>
                    <a:pt x="489633" y="165426"/>
                    <a:pt x="490778" y="165476"/>
                    <a:pt x="491220" y="165913"/>
                  </a:cubicBezTo>
                  <a:cubicBezTo>
                    <a:pt x="491662" y="166355"/>
                    <a:pt x="490878" y="166671"/>
                    <a:pt x="489478" y="166611"/>
                  </a:cubicBezTo>
                  <a:cubicBezTo>
                    <a:pt x="487931" y="166550"/>
                    <a:pt x="487615" y="166234"/>
                    <a:pt x="488674" y="165813"/>
                  </a:cubicBezTo>
                  <a:close/>
                  <a:moveTo>
                    <a:pt x="123587" y="162232"/>
                  </a:moveTo>
                  <a:cubicBezTo>
                    <a:pt x="123587" y="161956"/>
                    <a:pt x="124637" y="160907"/>
                    <a:pt x="125912" y="159908"/>
                  </a:cubicBezTo>
                  <a:cubicBezTo>
                    <a:pt x="128021" y="158256"/>
                    <a:pt x="128066" y="158301"/>
                    <a:pt x="126414" y="160410"/>
                  </a:cubicBezTo>
                  <a:cubicBezTo>
                    <a:pt x="124682" y="162619"/>
                    <a:pt x="123587" y="163322"/>
                    <a:pt x="123587" y="162232"/>
                  </a:cubicBezTo>
                  <a:close/>
                  <a:moveTo>
                    <a:pt x="471487" y="160410"/>
                  </a:moveTo>
                  <a:cubicBezTo>
                    <a:pt x="469830" y="158301"/>
                    <a:pt x="469880" y="158256"/>
                    <a:pt x="471984" y="159908"/>
                  </a:cubicBezTo>
                  <a:cubicBezTo>
                    <a:pt x="473264" y="160907"/>
                    <a:pt x="474309" y="161956"/>
                    <a:pt x="474309" y="162232"/>
                  </a:cubicBezTo>
                  <a:cubicBezTo>
                    <a:pt x="474309" y="163322"/>
                    <a:pt x="473219" y="162619"/>
                    <a:pt x="471487" y="160410"/>
                  </a:cubicBezTo>
                  <a:close/>
                  <a:moveTo>
                    <a:pt x="129010" y="148671"/>
                  </a:moveTo>
                  <a:cubicBezTo>
                    <a:pt x="129070" y="147124"/>
                    <a:pt x="129387" y="146808"/>
                    <a:pt x="129814" y="147872"/>
                  </a:cubicBezTo>
                  <a:cubicBezTo>
                    <a:pt x="130195" y="148831"/>
                    <a:pt x="130150" y="149976"/>
                    <a:pt x="129708" y="150418"/>
                  </a:cubicBezTo>
                  <a:cubicBezTo>
                    <a:pt x="129266" y="150860"/>
                    <a:pt x="128950" y="150071"/>
                    <a:pt x="129010" y="148671"/>
                  </a:cubicBezTo>
                  <a:close/>
                  <a:moveTo>
                    <a:pt x="467771" y="148671"/>
                  </a:moveTo>
                  <a:cubicBezTo>
                    <a:pt x="467837" y="147124"/>
                    <a:pt x="468153" y="146808"/>
                    <a:pt x="468575" y="147872"/>
                  </a:cubicBezTo>
                  <a:cubicBezTo>
                    <a:pt x="468961" y="148831"/>
                    <a:pt x="468911" y="149976"/>
                    <a:pt x="468469" y="150418"/>
                  </a:cubicBezTo>
                  <a:cubicBezTo>
                    <a:pt x="468028" y="150860"/>
                    <a:pt x="467716" y="150071"/>
                    <a:pt x="467771" y="148671"/>
                  </a:cubicBezTo>
                  <a:close/>
                  <a:moveTo>
                    <a:pt x="586982" y="144553"/>
                  </a:moveTo>
                  <a:cubicBezTo>
                    <a:pt x="587941" y="144172"/>
                    <a:pt x="589090" y="144217"/>
                    <a:pt x="589532" y="144659"/>
                  </a:cubicBezTo>
                  <a:cubicBezTo>
                    <a:pt x="589969" y="145101"/>
                    <a:pt x="589186" y="145417"/>
                    <a:pt x="587785" y="145357"/>
                  </a:cubicBezTo>
                  <a:cubicBezTo>
                    <a:pt x="586238" y="145291"/>
                    <a:pt x="585922" y="144980"/>
                    <a:pt x="586982" y="144553"/>
                  </a:cubicBezTo>
                  <a:close/>
                  <a:moveTo>
                    <a:pt x="79502" y="131268"/>
                  </a:moveTo>
                  <a:cubicBezTo>
                    <a:pt x="80462" y="130886"/>
                    <a:pt x="81606" y="130931"/>
                    <a:pt x="82048" y="131373"/>
                  </a:cubicBezTo>
                  <a:cubicBezTo>
                    <a:pt x="82490" y="131815"/>
                    <a:pt x="81702" y="132131"/>
                    <a:pt x="80301" y="132071"/>
                  </a:cubicBezTo>
                  <a:cubicBezTo>
                    <a:pt x="78754" y="132011"/>
                    <a:pt x="78443" y="131694"/>
                    <a:pt x="79502" y="131268"/>
                  </a:cubicBezTo>
                  <a:close/>
                  <a:moveTo>
                    <a:pt x="463790" y="126086"/>
                  </a:moveTo>
                  <a:cubicBezTo>
                    <a:pt x="463850" y="124539"/>
                    <a:pt x="464166" y="124228"/>
                    <a:pt x="464593" y="125287"/>
                  </a:cubicBezTo>
                  <a:cubicBezTo>
                    <a:pt x="464975" y="126246"/>
                    <a:pt x="464929" y="127391"/>
                    <a:pt x="464488" y="127833"/>
                  </a:cubicBezTo>
                  <a:cubicBezTo>
                    <a:pt x="464046" y="128275"/>
                    <a:pt x="463729" y="127487"/>
                    <a:pt x="463790" y="126086"/>
                  </a:cubicBezTo>
                  <a:close/>
                  <a:moveTo>
                    <a:pt x="604254" y="127286"/>
                  </a:moveTo>
                  <a:cubicBezTo>
                    <a:pt x="605213" y="126899"/>
                    <a:pt x="606358" y="126949"/>
                    <a:pt x="606800" y="127391"/>
                  </a:cubicBezTo>
                  <a:cubicBezTo>
                    <a:pt x="607242" y="127828"/>
                    <a:pt x="606458" y="128144"/>
                    <a:pt x="605057" y="128089"/>
                  </a:cubicBezTo>
                  <a:cubicBezTo>
                    <a:pt x="603511" y="128024"/>
                    <a:pt x="603195" y="127707"/>
                    <a:pt x="604254" y="127286"/>
                  </a:cubicBezTo>
                  <a:close/>
                  <a:moveTo>
                    <a:pt x="62230" y="114000"/>
                  </a:moveTo>
                  <a:cubicBezTo>
                    <a:pt x="63189" y="113614"/>
                    <a:pt x="64334" y="113663"/>
                    <a:pt x="64776" y="114105"/>
                  </a:cubicBezTo>
                  <a:cubicBezTo>
                    <a:pt x="65218" y="114547"/>
                    <a:pt x="64434" y="114859"/>
                    <a:pt x="63033" y="114804"/>
                  </a:cubicBezTo>
                  <a:cubicBezTo>
                    <a:pt x="61487" y="114738"/>
                    <a:pt x="61171" y="114422"/>
                    <a:pt x="62230" y="114000"/>
                  </a:cubicBezTo>
                  <a:close/>
                  <a:moveTo>
                    <a:pt x="471407" y="102045"/>
                  </a:moveTo>
                  <a:cubicBezTo>
                    <a:pt x="472366" y="101658"/>
                    <a:pt x="473510" y="101708"/>
                    <a:pt x="473952" y="102145"/>
                  </a:cubicBezTo>
                  <a:cubicBezTo>
                    <a:pt x="474394" y="102587"/>
                    <a:pt x="473606" y="102903"/>
                    <a:pt x="472210" y="102843"/>
                  </a:cubicBezTo>
                  <a:cubicBezTo>
                    <a:pt x="470659" y="102783"/>
                    <a:pt x="470347" y="102467"/>
                    <a:pt x="471407" y="102045"/>
                  </a:cubicBezTo>
                  <a:close/>
                  <a:moveTo>
                    <a:pt x="202303" y="60782"/>
                  </a:moveTo>
                  <a:cubicBezTo>
                    <a:pt x="207967" y="60531"/>
                    <a:pt x="217230" y="60531"/>
                    <a:pt x="222894" y="60782"/>
                  </a:cubicBezTo>
                  <a:cubicBezTo>
                    <a:pt x="228558" y="61028"/>
                    <a:pt x="223923" y="61234"/>
                    <a:pt x="212601" y="61234"/>
                  </a:cubicBezTo>
                  <a:cubicBezTo>
                    <a:pt x="201273" y="61234"/>
                    <a:pt x="196639" y="61028"/>
                    <a:pt x="202303" y="60782"/>
                  </a:cubicBezTo>
                  <a:close/>
                  <a:moveTo>
                    <a:pt x="375007" y="60782"/>
                  </a:moveTo>
                  <a:cubicBezTo>
                    <a:pt x="380671" y="60531"/>
                    <a:pt x="389935" y="60531"/>
                    <a:pt x="395599" y="60782"/>
                  </a:cubicBezTo>
                  <a:cubicBezTo>
                    <a:pt x="401262" y="61028"/>
                    <a:pt x="396628" y="61234"/>
                    <a:pt x="385300" y="61234"/>
                  </a:cubicBezTo>
                  <a:cubicBezTo>
                    <a:pt x="373978" y="61234"/>
                    <a:pt x="369343" y="61028"/>
                    <a:pt x="375007" y="60782"/>
                  </a:cubicBezTo>
                  <a:close/>
                  <a:moveTo>
                    <a:pt x="86602" y="15271"/>
                  </a:moveTo>
                  <a:cubicBezTo>
                    <a:pt x="86602" y="13443"/>
                    <a:pt x="86903" y="12695"/>
                    <a:pt x="87270" y="13609"/>
                  </a:cubicBezTo>
                  <a:cubicBezTo>
                    <a:pt x="87642" y="14523"/>
                    <a:pt x="87642" y="16019"/>
                    <a:pt x="87270" y="16933"/>
                  </a:cubicBezTo>
                  <a:cubicBezTo>
                    <a:pt x="86903" y="17842"/>
                    <a:pt x="86602" y="17098"/>
                    <a:pt x="86602" y="15271"/>
                  </a:cubicBezTo>
                  <a:close/>
                  <a:moveTo>
                    <a:pt x="423581" y="7719"/>
                  </a:moveTo>
                  <a:cubicBezTo>
                    <a:pt x="424540" y="7338"/>
                    <a:pt x="425685" y="7383"/>
                    <a:pt x="426127" y="7825"/>
                  </a:cubicBezTo>
                  <a:cubicBezTo>
                    <a:pt x="426569" y="8266"/>
                    <a:pt x="425780" y="8583"/>
                    <a:pt x="424384" y="8522"/>
                  </a:cubicBezTo>
                  <a:cubicBezTo>
                    <a:pt x="422833" y="8457"/>
                    <a:pt x="422522" y="8146"/>
                    <a:pt x="423581" y="7719"/>
                  </a:cubicBezTo>
                  <a:close/>
                  <a:moveTo>
                    <a:pt x="414282" y="6394"/>
                  </a:moveTo>
                  <a:cubicBezTo>
                    <a:pt x="415241" y="6007"/>
                    <a:pt x="416386" y="6057"/>
                    <a:pt x="416828" y="6494"/>
                  </a:cubicBezTo>
                  <a:cubicBezTo>
                    <a:pt x="417270" y="6936"/>
                    <a:pt x="416481" y="7252"/>
                    <a:pt x="415080" y="7192"/>
                  </a:cubicBezTo>
                  <a:cubicBezTo>
                    <a:pt x="413534" y="7132"/>
                    <a:pt x="413223" y="6815"/>
                    <a:pt x="414282" y="6394"/>
                  </a:cubicBezTo>
                  <a:close/>
                  <a:moveTo>
                    <a:pt x="193752" y="5063"/>
                  </a:moveTo>
                  <a:cubicBezTo>
                    <a:pt x="194711" y="4681"/>
                    <a:pt x="195856" y="4727"/>
                    <a:pt x="196298" y="5168"/>
                  </a:cubicBezTo>
                  <a:cubicBezTo>
                    <a:pt x="196739" y="5610"/>
                    <a:pt x="195951" y="5922"/>
                    <a:pt x="194555" y="5866"/>
                  </a:cubicBezTo>
                  <a:cubicBezTo>
                    <a:pt x="193004" y="5801"/>
                    <a:pt x="192692" y="5485"/>
                    <a:pt x="193752" y="5063"/>
                  </a:cubicBezTo>
                  <a:close/>
                  <a:moveTo>
                    <a:pt x="402322" y="5063"/>
                  </a:moveTo>
                  <a:cubicBezTo>
                    <a:pt x="403281" y="4681"/>
                    <a:pt x="404431" y="4727"/>
                    <a:pt x="404867" y="5168"/>
                  </a:cubicBezTo>
                  <a:cubicBezTo>
                    <a:pt x="405309" y="5610"/>
                    <a:pt x="404526" y="5922"/>
                    <a:pt x="403125" y="5866"/>
                  </a:cubicBezTo>
                  <a:cubicBezTo>
                    <a:pt x="401579" y="5801"/>
                    <a:pt x="401262" y="5485"/>
                    <a:pt x="402322" y="5063"/>
                  </a:cubicBezTo>
                  <a:close/>
                  <a:moveTo>
                    <a:pt x="205707" y="3732"/>
                  </a:moveTo>
                  <a:cubicBezTo>
                    <a:pt x="206666" y="3351"/>
                    <a:pt x="207811" y="3396"/>
                    <a:pt x="208253" y="3838"/>
                  </a:cubicBezTo>
                  <a:cubicBezTo>
                    <a:pt x="208695" y="4280"/>
                    <a:pt x="207911" y="4596"/>
                    <a:pt x="206510" y="4536"/>
                  </a:cubicBezTo>
                  <a:cubicBezTo>
                    <a:pt x="204964" y="4476"/>
                    <a:pt x="204648" y="4159"/>
                    <a:pt x="205707" y="3732"/>
                  </a:cubicBezTo>
                  <a:close/>
                  <a:moveTo>
                    <a:pt x="388956" y="3762"/>
                  </a:moveTo>
                  <a:cubicBezTo>
                    <a:pt x="389870" y="3396"/>
                    <a:pt x="391366" y="3396"/>
                    <a:pt x="392275" y="3762"/>
                  </a:cubicBezTo>
                  <a:cubicBezTo>
                    <a:pt x="393189" y="4134"/>
                    <a:pt x="392445" y="4435"/>
                    <a:pt x="390618" y="4435"/>
                  </a:cubicBezTo>
                  <a:cubicBezTo>
                    <a:pt x="388790" y="4435"/>
                    <a:pt x="388042" y="4134"/>
                    <a:pt x="388956" y="3762"/>
                  </a:cubicBezTo>
                  <a:close/>
                  <a:moveTo>
                    <a:pt x="220926" y="2397"/>
                  </a:moveTo>
                  <a:cubicBezTo>
                    <a:pt x="222221" y="2060"/>
                    <a:pt x="224014" y="2081"/>
                    <a:pt x="224913" y="2447"/>
                  </a:cubicBezTo>
                  <a:cubicBezTo>
                    <a:pt x="225811" y="2808"/>
                    <a:pt x="224752" y="3085"/>
                    <a:pt x="222563" y="3060"/>
                  </a:cubicBezTo>
                  <a:cubicBezTo>
                    <a:pt x="220368" y="3035"/>
                    <a:pt x="219635" y="2733"/>
                    <a:pt x="220926" y="2397"/>
                  </a:cubicBezTo>
                  <a:close/>
                  <a:moveTo>
                    <a:pt x="374344" y="2437"/>
                  </a:moveTo>
                  <a:cubicBezTo>
                    <a:pt x="375253" y="2066"/>
                    <a:pt x="376750" y="2066"/>
                    <a:pt x="377663" y="2437"/>
                  </a:cubicBezTo>
                  <a:cubicBezTo>
                    <a:pt x="378577" y="2803"/>
                    <a:pt x="377829" y="3105"/>
                    <a:pt x="376001" y="3105"/>
                  </a:cubicBezTo>
                  <a:cubicBezTo>
                    <a:pt x="374174" y="3105"/>
                    <a:pt x="373431" y="2803"/>
                    <a:pt x="374344" y="2437"/>
                  </a:cubicBezTo>
                  <a:close/>
                  <a:moveTo>
                    <a:pt x="238173" y="1071"/>
                  </a:moveTo>
                  <a:cubicBezTo>
                    <a:pt x="239449" y="735"/>
                    <a:pt x="241542" y="735"/>
                    <a:pt x="242823" y="1071"/>
                  </a:cubicBezTo>
                  <a:cubicBezTo>
                    <a:pt x="244098" y="1408"/>
                    <a:pt x="243054" y="1679"/>
                    <a:pt x="240498" y="1679"/>
                  </a:cubicBezTo>
                  <a:cubicBezTo>
                    <a:pt x="237937" y="1679"/>
                    <a:pt x="236893" y="1408"/>
                    <a:pt x="238173" y="1071"/>
                  </a:cubicBezTo>
                  <a:close/>
                  <a:moveTo>
                    <a:pt x="355079" y="1071"/>
                  </a:moveTo>
                  <a:cubicBezTo>
                    <a:pt x="356359" y="735"/>
                    <a:pt x="358448" y="735"/>
                    <a:pt x="359728" y="1071"/>
                  </a:cubicBezTo>
                  <a:cubicBezTo>
                    <a:pt x="361009" y="1408"/>
                    <a:pt x="359959" y="1679"/>
                    <a:pt x="357403" y="1679"/>
                  </a:cubicBezTo>
                  <a:cubicBezTo>
                    <a:pt x="354848" y="1679"/>
                    <a:pt x="353798" y="1408"/>
                    <a:pt x="355079" y="1071"/>
                  </a:cubicBezTo>
                  <a:close/>
                  <a:moveTo>
                    <a:pt x="264740" y="-295"/>
                  </a:moveTo>
                  <a:cubicBezTo>
                    <a:pt x="266753" y="-596"/>
                    <a:pt x="270037" y="-596"/>
                    <a:pt x="272050" y="-295"/>
                  </a:cubicBezTo>
                  <a:cubicBezTo>
                    <a:pt x="274059" y="12"/>
                    <a:pt x="272412" y="258"/>
                    <a:pt x="268395" y="258"/>
                  </a:cubicBezTo>
                  <a:cubicBezTo>
                    <a:pt x="264378" y="258"/>
                    <a:pt x="262731" y="12"/>
                    <a:pt x="264740" y="-295"/>
                  </a:cubicBezTo>
                  <a:close/>
                  <a:moveTo>
                    <a:pt x="325871" y="-295"/>
                  </a:moveTo>
                  <a:cubicBezTo>
                    <a:pt x="327890" y="-601"/>
                    <a:pt x="330877" y="-591"/>
                    <a:pt x="332514" y="-274"/>
                  </a:cubicBezTo>
                  <a:cubicBezTo>
                    <a:pt x="334146" y="42"/>
                    <a:pt x="332494" y="288"/>
                    <a:pt x="328844" y="278"/>
                  </a:cubicBezTo>
                  <a:cubicBezTo>
                    <a:pt x="325188" y="268"/>
                    <a:pt x="323853" y="12"/>
                    <a:pt x="325871" y="-295"/>
                  </a:cubicBezTo>
                  <a:close/>
                </a:path>
              </a:pathLst>
            </a:custGeom>
            <a:solidFill>
              <a:srgbClr val="A26B2D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E83641-AC8B-8547-A799-90E79B0957B8}"/>
                </a:ext>
              </a:extLst>
            </p:cNvPr>
            <p:cNvSpPr/>
            <p:nvPr/>
          </p:nvSpPr>
          <p:spPr>
            <a:xfrm>
              <a:off x="6215650" y="4017068"/>
              <a:ext cx="613757" cy="609630"/>
            </a:xfrm>
            <a:custGeom>
              <a:avLst/>
              <a:gdLst>
                <a:gd name="csX0" fmla="*/ 48859 w 613757"/>
                <a:gd name="csY0" fmla="*/ 606114 h 609630"/>
                <a:gd name="csX1" fmla="*/ 46328 w 613757"/>
                <a:gd name="csY1" fmla="*/ 603126 h 609630"/>
                <a:gd name="csX2" fmla="*/ 49315 w 613757"/>
                <a:gd name="csY2" fmla="*/ 605657 h 609630"/>
                <a:gd name="csX3" fmla="*/ 52303 w 613757"/>
                <a:gd name="csY3" fmla="*/ 608650 h 609630"/>
                <a:gd name="csX4" fmla="*/ 48859 w 613757"/>
                <a:gd name="csY4" fmla="*/ 606114 h 609630"/>
                <a:gd name="csX5" fmla="*/ 564436 w 613757"/>
                <a:gd name="csY5" fmla="*/ 606450 h 609630"/>
                <a:gd name="csX6" fmla="*/ 567509 w 613757"/>
                <a:gd name="csY6" fmla="*/ 603789 h 609630"/>
                <a:gd name="csX7" fmla="*/ 565767 w 613757"/>
                <a:gd name="csY7" fmla="*/ 606450 h 609630"/>
                <a:gd name="csX8" fmla="*/ 562699 w 613757"/>
                <a:gd name="csY8" fmla="*/ 609106 h 609630"/>
                <a:gd name="csX9" fmla="*/ 564436 w 613757"/>
                <a:gd name="csY9" fmla="*/ 606450 h 609630"/>
                <a:gd name="csX10" fmla="*/ 40955 w 613757"/>
                <a:gd name="csY10" fmla="*/ 534709 h 609630"/>
                <a:gd name="csX11" fmla="*/ 41342 w 613757"/>
                <a:gd name="csY11" fmla="*/ 507144 h 609630"/>
                <a:gd name="csX12" fmla="*/ 41342 w 613757"/>
                <a:gd name="csY12" fmla="*/ 562275 h 609630"/>
                <a:gd name="csX13" fmla="*/ 40955 w 613757"/>
                <a:gd name="csY13" fmla="*/ 534709 h 609630"/>
                <a:gd name="csX14" fmla="*/ 573680 w 613757"/>
                <a:gd name="csY14" fmla="*/ 534709 h 609630"/>
                <a:gd name="csX15" fmla="*/ 574067 w 613757"/>
                <a:gd name="csY15" fmla="*/ 507144 h 609630"/>
                <a:gd name="csX16" fmla="*/ 574067 w 613757"/>
                <a:gd name="csY16" fmla="*/ 562275 h 609630"/>
                <a:gd name="csX17" fmla="*/ 573680 w 613757"/>
                <a:gd name="csY17" fmla="*/ 534709 h 609630"/>
                <a:gd name="csX18" fmla="*/ 291185 w 613757"/>
                <a:gd name="csY18" fmla="*/ 545761 h 609630"/>
                <a:gd name="csX19" fmla="*/ 293731 w 613757"/>
                <a:gd name="csY19" fmla="*/ 545861 h 609630"/>
                <a:gd name="csX20" fmla="*/ 291988 w 613757"/>
                <a:gd name="csY20" fmla="*/ 546559 h 609630"/>
                <a:gd name="csX21" fmla="*/ 291185 w 613757"/>
                <a:gd name="csY21" fmla="*/ 545761 h 609630"/>
                <a:gd name="csX22" fmla="*/ 321738 w 613757"/>
                <a:gd name="csY22" fmla="*/ 545761 h 609630"/>
                <a:gd name="csX23" fmla="*/ 324284 w 613757"/>
                <a:gd name="csY23" fmla="*/ 545861 h 609630"/>
                <a:gd name="csX24" fmla="*/ 322542 w 613757"/>
                <a:gd name="csY24" fmla="*/ 546559 h 609630"/>
                <a:gd name="csX25" fmla="*/ 321738 w 613757"/>
                <a:gd name="csY25" fmla="*/ 545761 h 609630"/>
                <a:gd name="csX26" fmla="*/ 305048 w 613757"/>
                <a:gd name="csY26" fmla="*/ 524496 h 609630"/>
                <a:gd name="csX27" fmla="*/ 309698 w 613757"/>
                <a:gd name="csY27" fmla="*/ 524496 h 609630"/>
                <a:gd name="csX28" fmla="*/ 307373 w 613757"/>
                <a:gd name="csY28" fmla="*/ 525104 h 609630"/>
                <a:gd name="csX29" fmla="*/ 305048 w 613757"/>
                <a:gd name="csY29" fmla="*/ 524496 h 609630"/>
                <a:gd name="csX30" fmla="*/ 218199 w 613757"/>
                <a:gd name="csY30" fmla="*/ 513787 h 609630"/>
                <a:gd name="csX31" fmla="*/ 218701 w 613757"/>
                <a:gd name="csY31" fmla="*/ 513284 h 609630"/>
                <a:gd name="csX32" fmla="*/ 221026 w 613757"/>
                <a:gd name="csY32" fmla="*/ 515609 h 609630"/>
                <a:gd name="csX33" fmla="*/ 218199 w 613757"/>
                <a:gd name="csY33" fmla="*/ 513787 h 609630"/>
                <a:gd name="csX34" fmla="*/ 393725 w 613757"/>
                <a:gd name="csY34" fmla="*/ 515609 h 609630"/>
                <a:gd name="csX35" fmla="*/ 396050 w 613757"/>
                <a:gd name="csY35" fmla="*/ 513284 h 609630"/>
                <a:gd name="csX36" fmla="*/ 396552 w 613757"/>
                <a:gd name="csY36" fmla="*/ 513787 h 609630"/>
                <a:gd name="csX37" fmla="*/ 393725 w 613757"/>
                <a:gd name="csY37" fmla="*/ 515609 h 609630"/>
                <a:gd name="csX38" fmla="*/ 203582 w 613757"/>
                <a:gd name="csY38" fmla="*/ 499170 h 609630"/>
                <a:gd name="csX39" fmla="*/ 204085 w 613757"/>
                <a:gd name="csY39" fmla="*/ 498673 h 609630"/>
                <a:gd name="csX40" fmla="*/ 206409 w 613757"/>
                <a:gd name="csY40" fmla="*/ 500998 h 609630"/>
                <a:gd name="csX41" fmla="*/ 203582 w 613757"/>
                <a:gd name="csY41" fmla="*/ 499170 h 609630"/>
                <a:gd name="csX42" fmla="*/ 408342 w 613757"/>
                <a:gd name="csY42" fmla="*/ 500998 h 609630"/>
                <a:gd name="csX43" fmla="*/ 410666 w 613757"/>
                <a:gd name="csY43" fmla="*/ 498673 h 609630"/>
                <a:gd name="csX44" fmla="*/ 411168 w 613757"/>
                <a:gd name="csY44" fmla="*/ 499170 h 609630"/>
                <a:gd name="csX45" fmla="*/ 408342 w 613757"/>
                <a:gd name="csY45" fmla="*/ 500998 h 609630"/>
                <a:gd name="csX46" fmla="*/ 305716 w 613757"/>
                <a:gd name="csY46" fmla="*/ 486005 h 609630"/>
                <a:gd name="csX47" fmla="*/ 309035 w 613757"/>
                <a:gd name="csY47" fmla="*/ 486005 h 609630"/>
                <a:gd name="csX48" fmla="*/ 307373 w 613757"/>
                <a:gd name="csY48" fmla="*/ 486673 h 609630"/>
                <a:gd name="csX49" fmla="*/ 305716 w 613757"/>
                <a:gd name="csY49" fmla="*/ 486005 h 609630"/>
                <a:gd name="csX50" fmla="*/ 231319 w 613757"/>
                <a:gd name="csY50" fmla="*/ 481963 h 609630"/>
                <a:gd name="csX51" fmla="*/ 237299 w 613757"/>
                <a:gd name="csY51" fmla="*/ 481963 h 609630"/>
                <a:gd name="csX52" fmla="*/ 234306 w 613757"/>
                <a:gd name="csY52" fmla="*/ 482535 h 609630"/>
                <a:gd name="csX53" fmla="*/ 231319 w 613757"/>
                <a:gd name="csY53" fmla="*/ 481963 h 609630"/>
                <a:gd name="csX54" fmla="*/ 377452 w 613757"/>
                <a:gd name="csY54" fmla="*/ 481963 h 609630"/>
                <a:gd name="csX55" fmla="*/ 383432 w 613757"/>
                <a:gd name="csY55" fmla="*/ 481963 h 609630"/>
                <a:gd name="csX56" fmla="*/ 380445 w 613757"/>
                <a:gd name="csY56" fmla="*/ 482535 h 609630"/>
                <a:gd name="csX57" fmla="*/ 377452 w 613757"/>
                <a:gd name="csY57" fmla="*/ 481963 h 609630"/>
                <a:gd name="csX58" fmla="*/ 212882 w 613757"/>
                <a:gd name="csY58" fmla="*/ 473929 h 609630"/>
                <a:gd name="csX59" fmla="*/ 213384 w 613757"/>
                <a:gd name="csY59" fmla="*/ 473432 h 609630"/>
                <a:gd name="csX60" fmla="*/ 215708 w 613757"/>
                <a:gd name="csY60" fmla="*/ 475757 h 609630"/>
                <a:gd name="csX61" fmla="*/ 212882 w 613757"/>
                <a:gd name="csY61" fmla="*/ 473929 h 609630"/>
                <a:gd name="csX62" fmla="*/ 399043 w 613757"/>
                <a:gd name="csY62" fmla="*/ 475757 h 609630"/>
                <a:gd name="csX63" fmla="*/ 401367 w 613757"/>
                <a:gd name="csY63" fmla="*/ 473432 h 609630"/>
                <a:gd name="csX64" fmla="*/ 401869 w 613757"/>
                <a:gd name="csY64" fmla="*/ 473929 h 609630"/>
                <a:gd name="csX65" fmla="*/ 399043 w 613757"/>
                <a:gd name="csY65" fmla="*/ 475757 h 609630"/>
                <a:gd name="csX66" fmla="*/ 305716 w 613757"/>
                <a:gd name="csY66" fmla="*/ 466076 h 609630"/>
                <a:gd name="csX67" fmla="*/ 309035 w 613757"/>
                <a:gd name="csY67" fmla="*/ 466076 h 609630"/>
                <a:gd name="csX68" fmla="*/ 307373 w 613757"/>
                <a:gd name="csY68" fmla="*/ 466749 h 609630"/>
                <a:gd name="csX69" fmla="*/ 305716 w 613757"/>
                <a:gd name="csY69" fmla="*/ 466076 h 609630"/>
                <a:gd name="csX70" fmla="*/ 305716 w 613757"/>
                <a:gd name="csY70" fmla="*/ 444822 h 609630"/>
                <a:gd name="csX71" fmla="*/ 309035 w 613757"/>
                <a:gd name="csY71" fmla="*/ 444822 h 609630"/>
                <a:gd name="csX72" fmla="*/ 307373 w 613757"/>
                <a:gd name="csY72" fmla="*/ 445490 h 609630"/>
                <a:gd name="csX73" fmla="*/ 305716 w 613757"/>
                <a:gd name="csY73" fmla="*/ 444822 h 609630"/>
                <a:gd name="csX74" fmla="*/ 232730 w 613757"/>
                <a:gd name="csY74" fmla="*/ 443466 h 609630"/>
                <a:gd name="csX75" fmla="*/ 235276 w 613757"/>
                <a:gd name="csY75" fmla="*/ 443572 h 609630"/>
                <a:gd name="csX76" fmla="*/ 233533 w 613757"/>
                <a:gd name="csY76" fmla="*/ 444270 h 609630"/>
                <a:gd name="csX77" fmla="*/ 232730 w 613757"/>
                <a:gd name="csY77" fmla="*/ 443466 h 609630"/>
                <a:gd name="csX78" fmla="*/ 380193 w 613757"/>
                <a:gd name="csY78" fmla="*/ 443466 h 609630"/>
                <a:gd name="csX79" fmla="*/ 382739 w 613757"/>
                <a:gd name="csY79" fmla="*/ 443572 h 609630"/>
                <a:gd name="csX80" fmla="*/ 380997 w 613757"/>
                <a:gd name="csY80" fmla="*/ 444270 h 609630"/>
                <a:gd name="csX81" fmla="*/ 380193 w 613757"/>
                <a:gd name="csY81" fmla="*/ 443466 h 609630"/>
                <a:gd name="csX82" fmla="*/ 282674 w 613757"/>
                <a:gd name="csY82" fmla="*/ 434740 h 609630"/>
                <a:gd name="csX83" fmla="*/ 280139 w 613757"/>
                <a:gd name="csY83" fmla="*/ 431752 h 609630"/>
                <a:gd name="csX84" fmla="*/ 283131 w 613757"/>
                <a:gd name="csY84" fmla="*/ 434283 h 609630"/>
                <a:gd name="csX85" fmla="*/ 285662 w 613757"/>
                <a:gd name="csY85" fmla="*/ 437732 h 609630"/>
                <a:gd name="csX86" fmla="*/ 282674 w 613757"/>
                <a:gd name="csY86" fmla="*/ 434740 h 609630"/>
                <a:gd name="csX87" fmla="*/ 330626 w 613757"/>
                <a:gd name="csY87" fmla="*/ 435071 h 609630"/>
                <a:gd name="csX88" fmla="*/ 333693 w 613757"/>
                <a:gd name="csY88" fmla="*/ 432415 h 609630"/>
                <a:gd name="csX89" fmla="*/ 331951 w 613757"/>
                <a:gd name="csY89" fmla="*/ 435071 h 609630"/>
                <a:gd name="csX90" fmla="*/ 328883 w 613757"/>
                <a:gd name="csY90" fmla="*/ 437727 h 609630"/>
                <a:gd name="csX91" fmla="*/ 330626 w 613757"/>
                <a:gd name="csY91" fmla="*/ 435071 h 609630"/>
                <a:gd name="csX92" fmla="*/ 254135 w 613757"/>
                <a:gd name="csY92" fmla="*/ 432746 h 609630"/>
                <a:gd name="csX93" fmla="*/ 250916 w 613757"/>
                <a:gd name="csY93" fmla="*/ 429096 h 609630"/>
                <a:gd name="csX94" fmla="*/ 254566 w 613757"/>
                <a:gd name="csY94" fmla="*/ 432315 h 609630"/>
                <a:gd name="csX95" fmla="*/ 257790 w 613757"/>
                <a:gd name="csY95" fmla="*/ 436402 h 609630"/>
                <a:gd name="csX96" fmla="*/ 254135 w 613757"/>
                <a:gd name="csY96" fmla="*/ 432746 h 609630"/>
                <a:gd name="csX97" fmla="*/ 359185 w 613757"/>
                <a:gd name="csY97" fmla="*/ 433078 h 609630"/>
                <a:gd name="csX98" fmla="*/ 362971 w 613757"/>
                <a:gd name="csY98" fmla="*/ 429759 h 609630"/>
                <a:gd name="csX99" fmla="*/ 360516 w 613757"/>
                <a:gd name="csY99" fmla="*/ 433078 h 609630"/>
                <a:gd name="csX100" fmla="*/ 356730 w 613757"/>
                <a:gd name="csY100" fmla="*/ 436402 h 609630"/>
                <a:gd name="csX101" fmla="*/ 359185 w 613757"/>
                <a:gd name="csY101" fmla="*/ 433078 h 609630"/>
                <a:gd name="csX102" fmla="*/ 171975 w 613757"/>
                <a:gd name="csY102" fmla="*/ 427655 h 609630"/>
                <a:gd name="csX103" fmla="*/ 172778 w 613757"/>
                <a:gd name="csY103" fmla="*/ 426852 h 609630"/>
                <a:gd name="csX104" fmla="*/ 172673 w 613757"/>
                <a:gd name="csY104" fmla="*/ 429397 h 609630"/>
                <a:gd name="csX105" fmla="*/ 171975 w 613757"/>
                <a:gd name="csY105" fmla="*/ 427655 h 609630"/>
                <a:gd name="csX106" fmla="*/ 441656 w 613757"/>
                <a:gd name="csY106" fmla="*/ 427655 h 609630"/>
                <a:gd name="csX107" fmla="*/ 442460 w 613757"/>
                <a:gd name="csY107" fmla="*/ 426852 h 609630"/>
                <a:gd name="csX108" fmla="*/ 442354 w 613757"/>
                <a:gd name="csY108" fmla="*/ 429397 h 609630"/>
                <a:gd name="csX109" fmla="*/ 441656 w 613757"/>
                <a:gd name="csY109" fmla="*/ 427655 h 609630"/>
                <a:gd name="csX110" fmla="*/ 305048 w 613757"/>
                <a:gd name="csY110" fmla="*/ 424858 h 609630"/>
                <a:gd name="csX111" fmla="*/ 309698 w 613757"/>
                <a:gd name="csY111" fmla="*/ 424858 h 609630"/>
                <a:gd name="csX112" fmla="*/ 307373 w 613757"/>
                <a:gd name="csY112" fmla="*/ 425466 h 609630"/>
                <a:gd name="csX113" fmla="*/ 305048 w 613757"/>
                <a:gd name="csY113" fmla="*/ 424858 h 609630"/>
                <a:gd name="csX114" fmla="*/ 296578 w 613757"/>
                <a:gd name="csY114" fmla="*/ 420791 h 609630"/>
                <a:gd name="csX115" fmla="*/ 297080 w 613757"/>
                <a:gd name="csY115" fmla="*/ 420289 h 609630"/>
                <a:gd name="csX116" fmla="*/ 299405 w 613757"/>
                <a:gd name="csY116" fmla="*/ 422614 h 609630"/>
                <a:gd name="csX117" fmla="*/ 296578 w 613757"/>
                <a:gd name="csY117" fmla="*/ 420791 h 609630"/>
                <a:gd name="csX118" fmla="*/ 315346 w 613757"/>
                <a:gd name="csY118" fmla="*/ 422614 h 609630"/>
                <a:gd name="csX119" fmla="*/ 317671 w 613757"/>
                <a:gd name="csY119" fmla="*/ 420289 h 609630"/>
                <a:gd name="csX120" fmla="*/ 318173 w 613757"/>
                <a:gd name="csY120" fmla="*/ 420791 h 609630"/>
                <a:gd name="csX121" fmla="*/ 315346 w 613757"/>
                <a:gd name="csY121" fmla="*/ 422614 h 609630"/>
                <a:gd name="csX122" fmla="*/ 273195 w 613757"/>
                <a:gd name="csY122" fmla="*/ 411161 h 609630"/>
                <a:gd name="csX123" fmla="*/ 273772 w 613757"/>
                <a:gd name="csY123" fmla="*/ 408168 h 609630"/>
                <a:gd name="csX124" fmla="*/ 273772 w 613757"/>
                <a:gd name="csY124" fmla="*/ 414149 h 609630"/>
                <a:gd name="csX125" fmla="*/ 273195 w 613757"/>
                <a:gd name="csY125" fmla="*/ 411161 h 609630"/>
                <a:gd name="csX126" fmla="*/ 340949 w 613757"/>
                <a:gd name="csY126" fmla="*/ 411161 h 609630"/>
                <a:gd name="csX127" fmla="*/ 341526 w 613757"/>
                <a:gd name="csY127" fmla="*/ 408168 h 609630"/>
                <a:gd name="csX128" fmla="*/ 341526 w 613757"/>
                <a:gd name="csY128" fmla="*/ 414149 h 609630"/>
                <a:gd name="csX129" fmla="*/ 340949 w 613757"/>
                <a:gd name="csY129" fmla="*/ 411161 h 609630"/>
                <a:gd name="csX130" fmla="*/ 167712 w 613757"/>
                <a:gd name="csY130" fmla="*/ 394220 h 609630"/>
                <a:gd name="csX131" fmla="*/ 168214 w 613757"/>
                <a:gd name="csY131" fmla="*/ 393718 h 609630"/>
                <a:gd name="csX132" fmla="*/ 170037 w 613757"/>
                <a:gd name="csY132" fmla="*/ 396544 h 609630"/>
                <a:gd name="csX133" fmla="*/ 167712 w 613757"/>
                <a:gd name="csY133" fmla="*/ 394220 h 609630"/>
                <a:gd name="csX134" fmla="*/ 160994 w 613757"/>
                <a:gd name="csY134" fmla="*/ 391654 h 609630"/>
                <a:gd name="csX135" fmla="*/ 163540 w 613757"/>
                <a:gd name="csY135" fmla="*/ 391760 h 609630"/>
                <a:gd name="csX136" fmla="*/ 161797 w 613757"/>
                <a:gd name="csY136" fmla="*/ 392457 h 609630"/>
                <a:gd name="csX137" fmla="*/ 160994 w 613757"/>
                <a:gd name="csY137" fmla="*/ 391654 h 609630"/>
                <a:gd name="csX138" fmla="*/ 254064 w 613757"/>
                <a:gd name="csY138" fmla="*/ 347725 h 609630"/>
                <a:gd name="csX139" fmla="*/ 254566 w 613757"/>
                <a:gd name="csY139" fmla="*/ 347223 h 609630"/>
                <a:gd name="csX140" fmla="*/ 256891 w 613757"/>
                <a:gd name="csY140" fmla="*/ 349547 h 609630"/>
                <a:gd name="csX141" fmla="*/ 254064 w 613757"/>
                <a:gd name="csY141" fmla="*/ 347725 h 609630"/>
                <a:gd name="csX142" fmla="*/ 286018 w 613757"/>
                <a:gd name="csY142" fmla="*/ 346394 h 609630"/>
                <a:gd name="csX143" fmla="*/ 282800 w 613757"/>
                <a:gd name="csY143" fmla="*/ 342744 h 609630"/>
                <a:gd name="csX144" fmla="*/ 286450 w 613757"/>
                <a:gd name="csY144" fmla="*/ 345962 h 609630"/>
                <a:gd name="csX145" fmla="*/ 289674 w 613757"/>
                <a:gd name="csY145" fmla="*/ 350050 h 609630"/>
                <a:gd name="csX146" fmla="*/ 286018 w 613757"/>
                <a:gd name="csY146" fmla="*/ 346394 h 609630"/>
                <a:gd name="csX147" fmla="*/ 327302 w 613757"/>
                <a:gd name="csY147" fmla="*/ 346731 h 609630"/>
                <a:gd name="csX148" fmla="*/ 331087 w 613757"/>
                <a:gd name="csY148" fmla="*/ 343407 h 609630"/>
                <a:gd name="csX149" fmla="*/ 328632 w 613757"/>
                <a:gd name="csY149" fmla="*/ 346731 h 609630"/>
                <a:gd name="csX150" fmla="*/ 324846 w 613757"/>
                <a:gd name="csY150" fmla="*/ 350050 h 609630"/>
                <a:gd name="csX151" fmla="*/ 327302 w 613757"/>
                <a:gd name="csY151" fmla="*/ 346731 h 609630"/>
                <a:gd name="csX152" fmla="*/ 300564 w 613757"/>
                <a:gd name="csY152" fmla="*/ 333113 h 609630"/>
                <a:gd name="csX153" fmla="*/ 301067 w 613757"/>
                <a:gd name="csY153" fmla="*/ 332611 h 609630"/>
                <a:gd name="csX154" fmla="*/ 302889 w 613757"/>
                <a:gd name="csY154" fmla="*/ 335438 h 609630"/>
                <a:gd name="csX155" fmla="*/ 300564 w 613757"/>
                <a:gd name="csY155" fmla="*/ 333113 h 609630"/>
                <a:gd name="csX156" fmla="*/ 313353 w 613757"/>
                <a:gd name="csY156" fmla="*/ 332777 h 609630"/>
                <a:gd name="csX157" fmla="*/ 316421 w 613757"/>
                <a:gd name="csY157" fmla="*/ 330121 h 609630"/>
                <a:gd name="csX158" fmla="*/ 314684 w 613757"/>
                <a:gd name="csY158" fmla="*/ 332777 h 609630"/>
                <a:gd name="csX159" fmla="*/ 311611 w 613757"/>
                <a:gd name="csY159" fmla="*/ 335438 h 609630"/>
                <a:gd name="csX160" fmla="*/ 313353 w 613757"/>
                <a:gd name="csY160" fmla="*/ 332777 h 609630"/>
                <a:gd name="csX161" fmla="*/ 508185 w 613757"/>
                <a:gd name="csY161" fmla="*/ 320822 h 609630"/>
                <a:gd name="csX162" fmla="*/ 508858 w 613757"/>
                <a:gd name="csY162" fmla="*/ 319160 h 609630"/>
                <a:gd name="csX163" fmla="*/ 508858 w 613757"/>
                <a:gd name="csY163" fmla="*/ 322484 h 609630"/>
                <a:gd name="csX164" fmla="*/ 508185 w 613757"/>
                <a:gd name="csY164" fmla="*/ 320822 h 609630"/>
                <a:gd name="csX165" fmla="*/ 207740 w 613757"/>
                <a:gd name="csY165" fmla="*/ 317749 h 609630"/>
                <a:gd name="csX166" fmla="*/ 212058 w 613757"/>
                <a:gd name="csY166" fmla="*/ 313431 h 609630"/>
                <a:gd name="csX167" fmla="*/ 216376 w 613757"/>
                <a:gd name="csY167" fmla="*/ 309530 h 609630"/>
                <a:gd name="csX168" fmla="*/ 212470 w 613757"/>
                <a:gd name="csY168" fmla="*/ 313848 h 609630"/>
                <a:gd name="csX169" fmla="*/ 207740 w 613757"/>
                <a:gd name="csY169" fmla="*/ 317749 h 609630"/>
                <a:gd name="csX170" fmla="*/ 284793 w 613757"/>
                <a:gd name="csY170" fmla="*/ 307034 h 609630"/>
                <a:gd name="csX171" fmla="*/ 287118 w 613757"/>
                <a:gd name="csY171" fmla="*/ 304709 h 609630"/>
                <a:gd name="csX172" fmla="*/ 287615 w 613757"/>
                <a:gd name="csY172" fmla="*/ 305212 h 609630"/>
                <a:gd name="csX173" fmla="*/ 284793 w 613757"/>
                <a:gd name="csY173" fmla="*/ 307034 h 609630"/>
                <a:gd name="csX174" fmla="*/ 327131 w 613757"/>
                <a:gd name="csY174" fmla="*/ 305212 h 609630"/>
                <a:gd name="csX175" fmla="*/ 327633 w 613757"/>
                <a:gd name="csY175" fmla="*/ 304709 h 609630"/>
                <a:gd name="csX176" fmla="*/ 329456 w 613757"/>
                <a:gd name="csY176" fmla="*/ 307536 h 609630"/>
                <a:gd name="csX177" fmla="*/ 327131 w 613757"/>
                <a:gd name="csY177" fmla="*/ 305212 h 609630"/>
                <a:gd name="csX178" fmla="*/ 287198 w 613757"/>
                <a:gd name="csY178" fmla="*/ 276074 h 609630"/>
                <a:gd name="csX179" fmla="*/ 289744 w 613757"/>
                <a:gd name="csY179" fmla="*/ 276180 h 609630"/>
                <a:gd name="csX180" fmla="*/ 288002 w 613757"/>
                <a:gd name="csY180" fmla="*/ 276878 h 609630"/>
                <a:gd name="csX181" fmla="*/ 287198 w 613757"/>
                <a:gd name="csY181" fmla="*/ 276074 h 609630"/>
                <a:gd name="csX182" fmla="*/ 325725 w 613757"/>
                <a:gd name="csY182" fmla="*/ 276074 h 609630"/>
                <a:gd name="csX183" fmla="*/ 328271 w 613757"/>
                <a:gd name="csY183" fmla="*/ 276180 h 609630"/>
                <a:gd name="csX184" fmla="*/ 326528 w 613757"/>
                <a:gd name="csY184" fmla="*/ 276878 h 609630"/>
                <a:gd name="csX185" fmla="*/ 325725 w 613757"/>
                <a:gd name="csY185" fmla="*/ 276074 h 609630"/>
                <a:gd name="csX186" fmla="*/ 304411 w 613757"/>
                <a:gd name="csY186" fmla="*/ 274694 h 609630"/>
                <a:gd name="csX187" fmla="*/ 312379 w 613757"/>
                <a:gd name="csY187" fmla="*/ 274709 h 609630"/>
                <a:gd name="csX188" fmla="*/ 308041 w 613757"/>
                <a:gd name="csY188" fmla="*/ 275246 h 609630"/>
                <a:gd name="csX189" fmla="*/ 304411 w 613757"/>
                <a:gd name="csY189" fmla="*/ 274694 h 609630"/>
                <a:gd name="csX190" fmla="*/ 9463 w 613757"/>
                <a:gd name="csY190" fmla="*/ 225623 h 609630"/>
                <a:gd name="csX191" fmla="*/ 12782 w 613757"/>
                <a:gd name="csY191" fmla="*/ 225623 h 609630"/>
                <a:gd name="csX192" fmla="*/ 11120 w 613757"/>
                <a:gd name="csY192" fmla="*/ 226290 h 609630"/>
                <a:gd name="csX193" fmla="*/ 9463 w 613757"/>
                <a:gd name="csY193" fmla="*/ 225623 h 609630"/>
                <a:gd name="csX194" fmla="*/ 238625 w 613757"/>
                <a:gd name="csY194" fmla="*/ 225502 h 609630"/>
                <a:gd name="csX195" fmla="*/ 376126 w 613757"/>
                <a:gd name="csY195" fmla="*/ 225502 h 609630"/>
                <a:gd name="csX196" fmla="*/ 307373 w 613757"/>
                <a:gd name="csY196" fmla="*/ 225859 h 609630"/>
                <a:gd name="csX197" fmla="*/ 238625 w 613757"/>
                <a:gd name="csY197" fmla="*/ 225502 h 609630"/>
                <a:gd name="csX198" fmla="*/ 601969 w 613757"/>
                <a:gd name="csY198" fmla="*/ 225623 h 609630"/>
                <a:gd name="csX199" fmla="*/ 605288 w 613757"/>
                <a:gd name="csY199" fmla="*/ 225623 h 609630"/>
                <a:gd name="csX200" fmla="*/ 603631 w 613757"/>
                <a:gd name="csY200" fmla="*/ 226290 h 609630"/>
                <a:gd name="csX201" fmla="*/ 601969 w 613757"/>
                <a:gd name="csY201" fmla="*/ 225623 h 609630"/>
                <a:gd name="csX202" fmla="*/ 183087 w 613757"/>
                <a:gd name="csY202" fmla="*/ 166720 h 609630"/>
                <a:gd name="csX203" fmla="*/ 183493 w 613757"/>
                <a:gd name="csY203" fmla="*/ 146461 h 609630"/>
                <a:gd name="csX204" fmla="*/ 183493 w 613757"/>
                <a:gd name="csY204" fmla="*/ 186975 h 609630"/>
                <a:gd name="csX205" fmla="*/ 183087 w 613757"/>
                <a:gd name="csY205" fmla="*/ 166720 h 609630"/>
                <a:gd name="csX206" fmla="*/ 431514 w 613757"/>
                <a:gd name="csY206" fmla="*/ 166720 h 609630"/>
                <a:gd name="csX207" fmla="*/ 431921 w 613757"/>
                <a:gd name="csY207" fmla="*/ 146461 h 609630"/>
                <a:gd name="csX208" fmla="*/ 431921 w 613757"/>
                <a:gd name="csY208" fmla="*/ 186975 h 609630"/>
                <a:gd name="csX209" fmla="*/ 431514 w 613757"/>
                <a:gd name="csY209" fmla="*/ 166720 h 609630"/>
                <a:gd name="csX210" fmla="*/ 466691 w 613757"/>
                <a:gd name="csY210" fmla="*/ 194949 h 609630"/>
                <a:gd name="csX211" fmla="*/ 463473 w 613757"/>
                <a:gd name="csY211" fmla="*/ 191293 h 609630"/>
                <a:gd name="csX212" fmla="*/ 467128 w 613757"/>
                <a:gd name="csY212" fmla="*/ 194517 h 609630"/>
                <a:gd name="csX213" fmla="*/ 470347 w 613757"/>
                <a:gd name="csY213" fmla="*/ 198604 h 609630"/>
                <a:gd name="csX214" fmla="*/ 466691 w 613757"/>
                <a:gd name="csY214" fmla="*/ 194949 h 609630"/>
                <a:gd name="csX215" fmla="*/ 147291 w 613757"/>
                <a:gd name="csY215" fmla="*/ 194618 h 609630"/>
                <a:gd name="csX216" fmla="*/ 150359 w 613757"/>
                <a:gd name="csY216" fmla="*/ 191961 h 609630"/>
                <a:gd name="csX217" fmla="*/ 148622 w 613757"/>
                <a:gd name="csY217" fmla="*/ 194618 h 609630"/>
                <a:gd name="csX218" fmla="*/ 145554 w 613757"/>
                <a:gd name="csY218" fmla="*/ 197274 h 609630"/>
                <a:gd name="csX219" fmla="*/ 147291 w 613757"/>
                <a:gd name="csY219" fmla="*/ 194618 h 609630"/>
                <a:gd name="csX220" fmla="*/ 182755 w 613757"/>
                <a:gd name="csY220" fmla="*/ 103616 h 609630"/>
                <a:gd name="csX221" fmla="*/ 183418 w 613757"/>
                <a:gd name="csY221" fmla="*/ 101979 h 609630"/>
                <a:gd name="csX222" fmla="*/ 183368 w 613757"/>
                <a:gd name="csY222" fmla="*/ 105966 h 609630"/>
                <a:gd name="csX223" fmla="*/ 182755 w 613757"/>
                <a:gd name="csY223" fmla="*/ 103616 h 609630"/>
                <a:gd name="csX224" fmla="*/ 431182 w 613757"/>
                <a:gd name="csY224" fmla="*/ 103616 h 609630"/>
                <a:gd name="csX225" fmla="*/ 431845 w 613757"/>
                <a:gd name="csY225" fmla="*/ 101979 h 609630"/>
                <a:gd name="csX226" fmla="*/ 431795 w 613757"/>
                <a:gd name="csY226" fmla="*/ 105966 h 609630"/>
                <a:gd name="csX227" fmla="*/ 431182 w 613757"/>
                <a:gd name="csY227" fmla="*/ 103616 h 609630"/>
                <a:gd name="csX228" fmla="*/ 212113 w 613757"/>
                <a:gd name="csY228" fmla="*/ 100638 h 609630"/>
                <a:gd name="csX229" fmla="*/ 229381 w 613757"/>
                <a:gd name="csY229" fmla="*/ 100638 h 609630"/>
                <a:gd name="csX230" fmla="*/ 220358 w 613757"/>
                <a:gd name="csY230" fmla="*/ 101105 h 609630"/>
                <a:gd name="csX231" fmla="*/ 212113 w 613757"/>
                <a:gd name="csY231" fmla="*/ 100633 h 609630"/>
                <a:gd name="csX232" fmla="*/ 386143 w 613757"/>
                <a:gd name="csY232" fmla="*/ 100638 h 609630"/>
                <a:gd name="csX233" fmla="*/ 403416 w 613757"/>
                <a:gd name="csY233" fmla="*/ 100638 h 609630"/>
                <a:gd name="csX234" fmla="*/ 394393 w 613757"/>
                <a:gd name="csY234" fmla="*/ 101105 h 609630"/>
                <a:gd name="csX235" fmla="*/ 386143 w 613757"/>
                <a:gd name="csY235" fmla="*/ 100633 h 609630"/>
                <a:gd name="csX236" fmla="*/ 15107 w 613757"/>
                <a:gd name="csY236" fmla="*/ 67906 h 609630"/>
                <a:gd name="csX237" fmla="*/ 17432 w 613757"/>
                <a:gd name="csY237" fmla="*/ 65581 h 609630"/>
                <a:gd name="csX238" fmla="*/ 17934 w 613757"/>
                <a:gd name="csY238" fmla="*/ 66083 h 609630"/>
                <a:gd name="csX239" fmla="*/ 15107 w 613757"/>
                <a:gd name="csY239" fmla="*/ 67906 h 609630"/>
                <a:gd name="csX240" fmla="*/ 596195 w 613757"/>
                <a:gd name="csY240" fmla="*/ 65420 h 609630"/>
                <a:gd name="csX241" fmla="*/ 593664 w 613757"/>
                <a:gd name="csY241" fmla="*/ 62433 h 609630"/>
                <a:gd name="csX242" fmla="*/ 596652 w 613757"/>
                <a:gd name="csY242" fmla="*/ 64964 h 609630"/>
                <a:gd name="csX243" fmla="*/ 599187 w 613757"/>
                <a:gd name="csY243" fmla="*/ 68408 h 609630"/>
                <a:gd name="csX244" fmla="*/ 596195 w 613757"/>
                <a:gd name="csY244" fmla="*/ 65420 h 609630"/>
                <a:gd name="csX245" fmla="*/ 496 w 613757"/>
                <a:gd name="csY245" fmla="*/ 54625 h 609630"/>
                <a:gd name="csX246" fmla="*/ 2820 w 613757"/>
                <a:gd name="csY246" fmla="*/ 52300 h 609630"/>
                <a:gd name="csX247" fmla="*/ 3322 w 613757"/>
                <a:gd name="csY247" fmla="*/ 52803 h 609630"/>
                <a:gd name="csX248" fmla="*/ 496 w 613757"/>
                <a:gd name="csY248" fmla="*/ 54625 h 609630"/>
                <a:gd name="csX249" fmla="*/ 610811 w 613757"/>
                <a:gd name="csY249" fmla="*/ 52135 h 609630"/>
                <a:gd name="csX250" fmla="*/ 608280 w 613757"/>
                <a:gd name="csY250" fmla="*/ 49147 h 609630"/>
                <a:gd name="csX251" fmla="*/ 611268 w 613757"/>
                <a:gd name="csY251" fmla="*/ 51678 h 609630"/>
                <a:gd name="csX252" fmla="*/ 613799 w 613757"/>
                <a:gd name="csY252" fmla="*/ 55127 h 609630"/>
                <a:gd name="csX253" fmla="*/ 610811 w 613757"/>
                <a:gd name="csY253" fmla="*/ 52135 h 609630"/>
                <a:gd name="csX254" fmla="*/ 83855 w 613757"/>
                <a:gd name="csY254" fmla="*/ 25021 h 609630"/>
                <a:gd name="csX255" fmla="*/ 87179 w 613757"/>
                <a:gd name="csY255" fmla="*/ 25021 h 609630"/>
                <a:gd name="csX256" fmla="*/ 85517 w 613757"/>
                <a:gd name="csY256" fmla="*/ 25689 h 609630"/>
                <a:gd name="csX257" fmla="*/ 83855 w 613757"/>
                <a:gd name="csY257" fmla="*/ 25021 h 609630"/>
                <a:gd name="csX258" fmla="*/ 242029 w 613757"/>
                <a:gd name="csY258" fmla="*/ 21004 h 609630"/>
                <a:gd name="csX259" fmla="*/ 244575 w 613757"/>
                <a:gd name="csY259" fmla="*/ 21110 h 609630"/>
                <a:gd name="csX260" fmla="*/ 242832 w 613757"/>
                <a:gd name="csY260" fmla="*/ 21807 h 609630"/>
                <a:gd name="csX261" fmla="*/ 242029 w 613757"/>
                <a:gd name="csY261" fmla="*/ 21004 h 609630"/>
                <a:gd name="csX262" fmla="*/ 265859 w 613757"/>
                <a:gd name="csY262" fmla="*/ 19704 h 609630"/>
                <a:gd name="csX263" fmla="*/ 269183 w 613757"/>
                <a:gd name="csY263" fmla="*/ 19704 h 609630"/>
                <a:gd name="csX264" fmla="*/ 267521 w 613757"/>
                <a:gd name="csY264" fmla="*/ 20376 h 609630"/>
                <a:gd name="csX265" fmla="*/ 265859 w 613757"/>
                <a:gd name="csY265" fmla="*/ 19704 h 609630"/>
                <a:gd name="csX266" fmla="*/ 344243 w 613757"/>
                <a:gd name="csY266" fmla="*/ 19704 h 609630"/>
                <a:gd name="csX267" fmla="*/ 347562 w 613757"/>
                <a:gd name="csY267" fmla="*/ 19704 h 609630"/>
                <a:gd name="csX268" fmla="*/ 345900 w 613757"/>
                <a:gd name="csY268" fmla="*/ 20376 h 609630"/>
                <a:gd name="csX269" fmla="*/ 344243 w 613757"/>
                <a:gd name="csY269" fmla="*/ 19704 h 609630"/>
                <a:gd name="csX270" fmla="*/ 442630 w 613757"/>
                <a:gd name="csY270" fmla="*/ 9049 h 609630"/>
                <a:gd name="csX271" fmla="*/ 445176 w 613757"/>
                <a:gd name="csY271" fmla="*/ 9154 h 609630"/>
                <a:gd name="csX272" fmla="*/ 443434 w 613757"/>
                <a:gd name="csY272" fmla="*/ 9852 h 609630"/>
                <a:gd name="csX273" fmla="*/ 442630 w 613757"/>
                <a:gd name="csY273" fmla="*/ 9049 h 609630"/>
                <a:gd name="csX274" fmla="*/ 433331 w 613757"/>
                <a:gd name="csY274" fmla="*/ 7718 h 609630"/>
                <a:gd name="csX275" fmla="*/ 435877 w 613757"/>
                <a:gd name="csY275" fmla="*/ 7824 h 609630"/>
                <a:gd name="csX276" fmla="*/ 434135 w 613757"/>
                <a:gd name="csY276" fmla="*/ 8522 h 609630"/>
                <a:gd name="csX277" fmla="*/ 433331 w 613757"/>
                <a:gd name="csY277" fmla="*/ 7718 h 609630"/>
                <a:gd name="csX278" fmla="*/ 190222 w 613757"/>
                <a:gd name="csY278" fmla="*/ 6393 h 609630"/>
                <a:gd name="csX279" fmla="*/ 192767 w 613757"/>
                <a:gd name="csY279" fmla="*/ 6498 h 609630"/>
                <a:gd name="csX280" fmla="*/ 191020 w 613757"/>
                <a:gd name="csY280" fmla="*/ 7196 h 609630"/>
                <a:gd name="csX281" fmla="*/ 190222 w 613757"/>
                <a:gd name="csY281" fmla="*/ 6393 h 609630"/>
                <a:gd name="csX282" fmla="*/ 422707 w 613757"/>
                <a:gd name="csY282" fmla="*/ 6393 h 609630"/>
                <a:gd name="csX283" fmla="*/ 425253 w 613757"/>
                <a:gd name="csY283" fmla="*/ 6498 h 609630"/>
                <a:gd name="csX284" fmla="*/ 423505 w 613757"/>
                <a:gd name="csY284" fmla="*/ 7196 h 609630"/>
                <a:gd name="csX285" fmla="*/ 422707 w 613757"/>
                <a:gd name="csY285" fmla="*/ 6393 h 609630"/>
                <a:gd name="csX286" fmla="*/ 202177 w 613757"/>
                <a:gd name="csY286" fmla="*/ 5062 h 609630"/>
                <a:gd name="csX287" fmla="*/ 204722 w 613757"/>
                <a:gd name="csY287" fmla="*/ 5168 h 609630"/>
                <a:gd name="csX288" fmla="*/ 202980 w 613757"/>
                <a:gd name="csY288" fmla="*/ 5866 h 609630"/>
                <a:gd name="csX289" fmla="*/ 202177 w 613757"/>
                <a:gd name="csY289" fmla="*/ 5062 h 609630"/>
                <a:gd name="csX290" fmla="*/ 410747 w 613757"/>
                <a:gd name="csY290" fmla="*/ 5062 h 609630"/>
                <a:gd name="csX291" fmla="*/ 413292 w 613757"/>
                <a:gd name="csY291" fmla="*/ 5168 h 609630"/>
                <a:gd name="csX292" fmla="*/ 411550 w 613757"/>
                <a:gd name="csY292" fmla="*/ 5866 h 609630"/>
                <a:gd name="csX293" fmla="*/ 410747 w 613757"/>
                <a:gd name="csY293" fmla="*/ 5062 h 609630"/>
                <a:gd name="csX294" fmla="*/ 214132 w 613757"/>
                <a:gd name="csY294" fmla="*/ 3737 h 609630"/>
                <a:gd name="csX295" fmla="*/ 216677 w 613757"/>
                <a:gd name="csY295" fmla="*/ 3842 h 609630"/>
                <a:gd name="csX296" fmla="*/ 214935 w 613757"/>
                <a:gd name="csY296" fmla="*/ 4540 h 609630"/>
                <a:gd name="csX297" fmla="*/ 214132 w 613757"/>
                <a:gd name="csY297" fmla="*/ 3737 h 609630"/>
                <a:gd name="csX298" fmla="*/ 398792 w 613757"/>
                <a:gd name="csY298" fmla="*/ 3737 h 609630"/>
                <a:gd name="csX299" fmla="*/ 401337 w 613757"/>
                <a:gd name="csY299" fmla="*/ 3842 h 609630"/>
                <a:gd name="csX300" fmla="*/ 399595 w 613757"/>
                <a:gd name="csY300" fmla="*/ 4540 h 609630"/>
                <a:gd name="csX301" fmla="*/ 398792 w 613757"/>
                <a:gd name="csY301" fmla="*/ 3737 h 609630"/>
                <a:gd name="csX302" fmla="*/ 229988 w 613757"/>
                <a:gd name="csY302" fmla="*/ 2436 h 609630"/>
                <a:gd name="csX303" fmla="*/ 233312 w 613757"/>
                <a:gd name="csY303" fmla="*/ 2436 h 609630"/>
                <a:gd name="csX304" fmla="*/ 231650 w 613757"/>
                <a:gd name="csY304" fmla="*/ 3104 h 609630"/>
                <a:gd name="csX305" fmla="*/ 229988 w 613757"/>
                <a:gd name="csY305" fmla="*/ 2436 h 609630"/>
                <a:gd name="csX306" fmla="*/ 382769 w 613757"/>
                <a:gd name="csY306" fmla="*/ 2436 h 609630"/>
                <a:gd name="csX307" fmla="*/ 386088 w 613757"/>
                <a:gd name="csY307" fmla="*/ 2436 h 609630"/>
                <a:gd name="csX308" fmla="*/ 384426 w 613757"/>
                <a:gd name="csY308" fmla="*/ 3104 h 609630"/>
                <a:gd name="csX309" fmla="*/ 382769 w 613757"/>
                <a:gd name="csY309" fmla="*/ 2436 h 609630"/>
                <a:gd name="csX310" fmla="*/ 247949 w 613757"/>
                <a:gd name="csY310" fmla="*/ 1065 h 609630"/>
                <a:gd name="csX311" fmla="*/ 251935 w 613757"/>
                <a:gd name="csY311" fmla="*/ 1116 h 609630"/>
                <a:gd name="csX312" fmla="*/ 249586 w 613757"/>
                <a:gd name="csY312" fmla="*/ 1728 h 609630"/>
                <a:gd name="csX313" fmla="*/ 247949 w 613757"/>
                <a:gd name="csY313" fmla="*/ 1065 h 609630"/>
                <a:gd name="csX314" fmla="*/ 363529 w 613757"/>
                <a:gd name="csY314" fmla="*/ 1065 h 609630"/>
                <a:gd name="csX315" fmla="*/ 367515 w 613757"/>
                <a:gd name="csY315" fmla="*/ 1116 h 609630"/>
                <a:gd name="csX316" fmla="*/ 365165 w 613757"/>
                <a:gd name="csY316" fmla="*/ 1728 h 609630"/>
                <a:gd name="csX317" fmla="*/ 363529 w 613757"/>
                <a:gd name="csY317" fmla="*/ 1065 h 609630"/>
                <a:gd name="csX318" fmla="*/ 275826 w 613757"/>
                <a:gd name="csY318" fmla="*/ -295 h 609630"/>
                <a:gd name="csX319" fmla="*/ 283131 w 613757"/>
                <a:gd name="csY319" fmla="*/ -295 h 609630"/>
                <a:gd name="csX320" fmla="*/ 279476 w 613757"/>
                <a:gd name="csY320" fmla="*/ 257 h 609630"/>
                <a:gd name="csX321" fmla="*/ 275826 w 613757"/>
                <a:gd name="csY321" fmla="*/ -295 h 609630"/>
                <a:gd name="csX322" fmla="*/ 330982 w 613757"/>
                <a:gd name="csY322" fmla="*/ -305 h 609630"/>
                <a:gd name="csX323" fmla="*/ 338950 w 613757"/>
                <a:gd name="csY323" fmla="*/ -290 h 609630"/>
                <a:gd name="csX324" fmla="*/ 334607 w 613757"/>
                <a:gd name="csY324" fmla="*/ 247 h 609630"/>
                <a:gd name="csX325" fmla="*/ 330982 w 613757"/>
                <a:gd name="csY325" fmla="*/ -305 h 6096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</a:cxnLst>
              <a:rect l="l" t="t" r="r" b="b"/>
              <a:pathLst>
                <a:path w="613757" h="609630">
                  <a:moveTo>
                    <a:pt x="48859" y="606114"/>
                  </a:moveTo>
                  <a:lnTo>
                    <a:pt x="46328" y="603126"/>
                  </a:lnTo>
                  <a:lnTo>
                    <a:pt x="49315" y="605657"/>
                  </a:lnTo>
                  <a:cubicBezTo>
                    <a:pt x="50962" y="607048"/>
                    <a:pt x="52303" y="608393"/>
                    <a:pt x="52303" y="608650"/>
                  </a:cubicBezTo>
                  <a:cubicBezTo>
                    <a:pt x="52303" y="609709"/>
                    <a:pt x="51238" y="608926"/>
                    <a:pt x="48859" y="606114"/>
                  </a:cubicBezTo>
                  <a:close/>
                  <a:moveTo>
                    <a:pt x="564436" y="606450"/>
                  </a:moveTo>
                  <a:cubicBezTo>
                    <a:pt x="565762" y="604989"/>
                    <a:pt x="567143" y="603789"/>
                    <a:pt x="567509" y="603789"/>
                  </a:cubicBezTo>
                  <a:cubicBezTo>
                    <a:pt x="567871" y="603789"/>
                    <a:pt x="567088" y="604989"/>
                    <a:pt x="565767" y="606450"/>
                  </a:cubicBezTo>
                  <a:cubicBezTo>
                    <a:pt x="564447" y="607911"/>
                    <a:pt x="563061" y="609106"/>
                    <a:pt x="562699" y="609106"/>
                  </a:cubicBezTo>
                  <a:cubicBezTo>
                    <a:pt x="562333" y="609106"/>
                    <a:pt x="563116" y="607911"/>
                    <a:pt x="564436" y="606450"/>
                  </a:cubicBezTo>
                  <a:close/>
                  <a:moveTo>
                    <a:pt x="40955" y="534709"/>
                  </a:moveTo>
                  <a:cubicBezTo>
                    <a:pt x="40955" y="504387"/>
                    <a:pt x="41131" y="491980"/>
                    <a:pt x="41342" y="507144"/>
                  </a:cubicBezTo>
                  <a:cubicBezTo>
                    <a:pt x="41558" y="522307"/>
                    <a:pt x="41558" y="547116"/>
                    <a:pt x="41342" y="562275"/>
                  </a:cubicBezTo>
                  <a:cubicBezTo>
                    <a:pt x="41131" y="577439"/>
                    <a:pt x="40955" y="565031"/>
                    <a:pt x="40955" y="534709"/>
                  </a:cubicBezTo>
                  <a:close/>
                  <a:moveTo>
                    <a:pt x="573680" y="534709"/>
                  </a:moveTo>
                  <a:cubicBezTo>
                    <a:pt x="573680" y="504387"/>
                    <a:pt x="573856" y="491980"/>
                    <a:pt x="574067" y="507144"/>
                  </a:cubicBezTo>
                  <a:cubicBezTo>
                    <a:pt x="574283" y="522307"/>
                    <a:pt x="574283" y="547116"/>
                    <a:pt x="574067" y="562275"/>
                  </a:cubicBezTo>
                  <a:cubicBezTo>
                    <a:pt x="573856" y="577439"/>
                    <a:pt x="573680" y="565031"/>
                    <a:pt x="573680" y="534709"/>
                  </a:cubicBezTo>
                  <a:close/>
                  <a:moveTo>
                    <a:pt x="291185" y="545761"/>
                  </a:moveTo>
                  <a:cubicBezTo>
                    <a:pt x="292144" y="545374"/>
                    <a:pt x="293289" y="545424"/>
                    <a:pt x="293731" y="545861"/>
                  </a:cubicBezTo>
                  <a:cubicBezTo>
                    <a:pt x="294173" y="546303"/>
                    <a:pt x="293389" y="546619"/>
                    <a:pt x="291988" y="546559"/>
                  </a:cubicBezTo>
                  <a:cubicBezTo>
                    <a:pt x="290437" y="546499"/>
                    <a:pt x="290126" y="546182"/>
                    <a:pt x="291185" y="545761"/>
                  </a:cubicBezTo>
                  <a:close/>
                  <a:moveTo>
                    <a:pt x="321738" y="545761"/>
                  </a:moveTo>
                  <a:cubicBezTo>
                    <a:pt x="322697" y="545374"/>
                    <a:pt x="323842" y="545424"/>
                    <a:pt x="324284" y="545861"/>
                  </a:cubicBezTo>
                  <a:cubicBezTo>
                    <a:pt x="324726" y="546303"/>
                    <a:pt x="323942" y="546619"/>
                    <a:pt x="322542" y="546559"/>
                  </a:cubicBezTo>
                  <a:cubicBezTo>
                    <a:pt x="320995" y="546499"/>
                    <a:pt x="320679" y="546182"/>
                    <a:pt x="321738" y="545761"/>
                  </a:cubicBezTo>
                  <a:close/>
                  <a:moveTo>
                    <a:pt x="305048" y="524496"/>
                  </a:moveTo>
                  <a:cubicBezTo>
                    <a:pt x="306329" y="524160"/>
                    <a:pt x="308422" y="524160"/>
                    <a:pt x="309698" y="524496"/>
                  </a:cubicBezTo>
                  <a:cubicBezTo>
                    <a:pt x="310978" y="524828"/>
                    <a:pt x="309934" y="525104"/>
                    <a:pt x="307373" y="525104"/>
                  </a:cubicBezTo>
                  <a:cubicBezTo>
                    <a:pt x="304817" y="525104"/>
                    <a:pt x="303773" y="524828"/>
                    <a:pt x="305048" y="524496"/>
                  </a:cubicBezTo>
                  <a:close/>
                  <a:moveTo>
                    <a:pt x="218199" y="513787"/>
                  </a:moveTo>
                  <a:cubicBezTo>
                    <a:pt x="216547" y="511678"/>
                    <a:pt x="216592" y="511632"/>
                    <a:pt x="218701" y="513284"/>
                  </a:cubicBezTo>
                  <a:cubicBezTo>
                    <a:pt x="219976" y="514288"/>
                    <a:pt x="221026" y="515333"/>
                    <a:pt x="221026" y="515609"/>
                  </a:cubicBezTo>
                  <a:cubicBezTo>
                    <a:pt x="221026" y="516704"/>
                    <a:pt x="219931" y="516001"/>
                    <a:pt x="218199" y="513787"/>
                  </a:cubicBezTo>
                  <a:close/>
                  <a:moveTo>
                    <a:pt x="393725" y="515609"/>
                  </a:moveTo>
                  <a:cubicBezTo>
                    <a:pt x="393725" y="515333"/>
                    <a:pt x="394775" y="514288"/>
                    <a:pt x="396050" y="513284"/>
                  </a:cubicBezTo>
                  <a:cubicBezTo>
                    <a:pt x="398159" y="511632"/>
                    <a:pt x="398204" y="511678"/>
                    <a:pt x="396552" y="513787"/>
                  </a:cubicBezTo>
                  <a:cubicBezTo>
                    <a:pt x="394820" y="516001"/>
                    <a:pt x="393725" y="516704"/>
                    <a:pt x="393725" y="515609"/>
                  </a:cubicBezTo>
                  <a:close/>
                  <a:moveTo>
                    <a:pt x="203582" y="499170"/>
                  </a:moveTo>
                  <a:cubicBezTo>
                    <a:pt x="201931" y="497066"/>
                    <a:pt x="201976" y="497016"/>
                    <a:pt x="204085" y="498673"/>
                  </a:cubicBezTo>
                  <a:cubicBezTo>
                    <a:pt x="205365" y="499672"/>
                    <a:pt x="206409" y="500722"/>
                    <a:pt x="206409" y="500998"/>
                  </a:cubicBezTo>
                  <a:cubicBezTo>
                    <a:pt x="206409" y="502087"/>
                    <a:pt x="205320" y="501384"/>
                    <a:pt x="203582" y="499170"/>
                  </a:cubicBezTo>
                  <a:close/>
                  <a:moveTo>
                    <a:pt x="408342" y="500998"/>
                  </a:moveTo>
                  <a:cubicBezTo>
                    <a:pt x="408342" y="500722"/>
                    <a:pt x="409386" y="499672"/>
                    <a:pt x="410666" y="498673"/>
                  </a:cubicBezTo>
                  <a:cubicBezTo>
                    <a:pt x="412770" y="497016"/>
                    <a:pt x="412820" y="497066"/>
                    <a:pt x="411168" y="499170"/>
                  </a:cubicBezTo>
                  <a:cubicBezTo>
                    <a:pt x="409431" y="501384"/>
                    <a:pt x="408342" y="502087"/>
                    <a:pt x="408342" y="500998"/>
                  </a:cubicBezTo>
                  <a:close/>
                  <a:moveTo>
                    <a:pt x="305716" y="486005"/>
                  </a:moveTo>
                  <a:cubicBezTo>
                    <a:pt x="306630" y="485633"/>
                    <a:pt x="308121" y="485633"/>
                    <a:pt x="309035" y="486005"/>
                  </a:cubicBezTo>
                  <a:cubicBezTo>
                    <a:pt x="309949" y="486371"/>
                    <a:pt x="309201" y="486673"/>
                    <a:pt x="307373" y="486673"/>
                  </a:cubicBezTo>
                  <a:cubicBezTo>
                    <a:pt x="305550" y="486673"/>
                    <a:pt x="304802" y="486371"/>
                    <a:pt x="305716" y="486005"/>
                  </a:cubicBezTo>
                  <a:close/>
                  <a:moveTo>
                    <a:pt x="231319" y="481963"/>
                  </a:moveTo>
                  <a:cubicBezTo>
                    <a:pt x="232961" y="481647"/>
                    <a:pt x="235652" y="481647"/>
                    <a:pt x="237299" y="481963"/>
                  </a:cubicBezTo>
                  <a:cubicBezTo>
                    <a:pt x="238941" y="482279"/>
                    <a:pt x="237595" y="482535"/>
                    <a:pt x="234306" y="482535"/>
                  </a:cubicBezTo>
                  <a:cubicBezTo>
                    <a:pt x="231023" y="482535"/>
                    <a:pt x="229677" y="482279"/>
                    <a:pt x="231319" y="481963"/>
                  </a:cubicBezTo>
                  <a:close/>
                  <a:moveTo>
                    <a:pt x="377452" y="481963"/>
                  </a:moveTo>
                  <a:cubicBezTo>
                    <a:pt x="379099" y="481647"/>
                    <a:pt x="381785" y="481647"/>
                    <a:pt x="383432" y="481963"/>
                  </a:cubicBezTo>
                  <a:cubicBezTo>
                    <a:pt x="385074" y="482279"/>
                    <a:pt x="383728" y="482535"/>
                    <a:pt x="380445" y="482535"/>
                  </a:cubicBezTo>
                  <a:cubicBezTo>
                    <a:pt x="377156" y="482535"/>
                    <a:pt x="375810" y="482279"/>
                    <a:pt x="377452" y="481963"/>
                  </a:cubicBezTo>
                  <a:close/>
                  <a:moveTo>
                    <a:pt x="212882" y="473929"/>
                  </a:moveTo>
                  <a:cubicBezTo>
                    <a:pt x="211230" y="471825"/>
                    <a:pt x="211280" y="471775"/>
                    <a:pt x="213384" y="473432"/>
                  </a:cubicBezTo>
                  <a:cubicBezTo>
                    <a:pt x="214664" y="474431"/>
                    <a:pt x="215708" y="475481"/>
                    <a:pt x="215708" y="475757"/>
                  </a:cubicBezTo>
                  <a:cubicBezTo>
                    <a:pt x="215708" y="476847"/>
                    <a:pt x="214619" y="476144"/>
                    <a:pt x="212882" y="473929"/>
                  </a:cubicBezTo>
                  <a:close/>
                  <a:moveTo>
                    <a:pt x="399043" y="475757"/>
                  </a:moveTo>
                  <a:cubicBezTo>
                    <a:pt x="399043" y="475481"/>
                    <a:pt x="400087" y="474431"/>
                    <a:pt x="401367" y="473432"/>
                  </a:cubicBezTo>
                  <a:cubicBezTo>
                    <a:pt x="403471" y="471775"/>
                    <a:pt x="403521" y="471825"/>
                    <a:pt x="401869" y="473929"/>
                  </a:cubicBezTo>
                  <a:cubicBezTo>
                    <a:pt x="400132" y="476144"/>
                    <a:pt x="399043" y="476847"/>
                    <a:pt x="399043" y="475757"/>
                  </a:cubicBezTo>
                  <a:close/>
                  <a:moveTo>
                    <a:pt x="305716" y="466076"/>
                  </a:moveTo>
                  <a:cubicBezTo>
                    <a:pt x="306630" y="465710"/>
                    <a:pt x="308121" y="465710"/>
                    <a:pt x="309035" y="466076"/>
                  </a:cubicBezTo>
                  <a:cubicBezTo>
                    <a:pt x="309949" y="466448"/>
                    <a:pt x="309201" y="466749"/>
                    <a:pt x="307373" y="466749"/>
                  </a:cubicBezTo>
                  <a:cubicBezTo>
                    <a:pt x="305550" y="466749"/>
                    <a:pt x="304802" y="466443"/>
                    <a:pt x="305716" y="466076"/>
                  </a:cubicBezTo>
                  <a:close/>
                  <a:moveTo>
                    <a:pt x="305716" y="444822"/>
                  </a:moveTo>
                  <a:cubicBezTo>
                    <a:pt x="306630" y="444451"/>
                    <a:pt x="308121" y="444451"/>
                    <a:pt x="309035" y="444822"/>
                  </a:cubicBezTo>
                  <a:cubicBezTo>
                    <a:pt x="309949" y="445189"/>
                    <a:pt x="309201" y="445490"/>
                    <a:pt x="307373" y="445490"/>
                  </a:cubicBezTo>
                  <a:cubicBezTo>
                    <a:pt x="305550" y="445490"/>
                    <a:pt x="304802" y="445189"/>
                    <a:pt x="305716" y="444822"/>
                  </a:cubicBezTo>
                  <a:close/>
                  <a:moveTo>
                    <a:pt x="232730" y="443466"/>
                  </a:moveTo>
                  <a:cubicBezTo>
                    <a:pt x="233689" y="443080"/>
                    <a:pt x="234834" y="443130"/>
                    <a:pt x="235276" y="443572"/>
                  </a:cubicBezTo>
                  <a:cubicBezTo>
                    <a:pt x="235717" y="444009"/>
                    <a:pt x="234934" y="444325"/>
                    <a:pt x="233533" y="444270"/>
                  </a:cubicBezTo>
                  <a:cubicBezTo>
                    <a:pt x="231987" y="444204"/>
                    <a:pt x="231670" y="443888"/>
                    <a:pt x="232730" y="443466"/>
                  </a:cubicBezTo>
                  <a:close/>
                  <a:moveTo>
                    <a:pt x="380193" y="443466"/>
                  </a:moveTo>
                  <a:cubicBezTo>
                    <a:pt x="381153" y="443080"/>
                    <a:pt x="382297" y="443130"/>
                    <a:pt x="382739" y="443572"/>
                  </a:cubicBezTo>
                  <a:cubicBezTo>
                    <a:pt x="383181" y="444009"/>
                    <a:pt x="382398" y="444325"/>
                    <a:pt x="380997" y="444270"/>
                  </a:cubicBezTo>
                  <a:cubicBezTo>
                    <a:pt x="379450" y="444204"/>
                    <a:pt x="379134" y="443888"/>
                    <a:pt x="380193" y="443466"/>
                  </a:cubicBezTo>
                  <a:close/>
                  <a:moveTo>
                    <a:pt x="282674" y="434740"/>
                  </a:moveTo>
                  <a:lnTo>
                    <a:pt x="280139" y="431752"/>
                  </a:lnTo>
                  <a:lnTo>
                    <a:pt x="283131" y="434283"/>
                  </a:lnTo>
                  <a:cubicBezTo>
                    <a:pt x="285938" y="436663"/>
                    <a:pt x="286726" y="437732"/>
                    <a:pt x="285662" y="437732"/>
                  </a:cubicBezTo>
                  <a:cubicBezTo>
                    <a:pt x="285411" y="437732"/>
                    <a:pt x="284065" y="436387"/>
                    <a:pt x="282674" y="434740"/>
                  </a:cubicBezTo>
                  <a:close/>
                  <a:moveTo>
                    <a:pt x="330626" y="435071"/>
                  </a:moveTo>
                  <a:cubicBezTo>
                    <a:pt x="331946" y="433610"/>
                    <a:pt x="333327" y="432415"/>
                    <a:pt x="333693" y="432415"/>
                  </a:cubicBezTo>
                  <a:cubicBezTo>
                    <a:pt x="334060" y="432415"/>
                    <a:pt x="333277" y="433610"/>
                    <a:pt x="331951" y="435071"/>
                  </a:cubicBezTo>
                  <a:cubicBezTo>
                    <a:pt x="330631" y="436532"/>
                    <a:pt x="329250" y="437727"/>
                    <a:pt x="328883" y="437727"/>
                  </a:cubicBezTo>
                  <a:cubicBezTo>
                    <a:pt x="328517" y="437727"/>
                    <a:pt x="329300" y="436532"/>
                    <a:pt x="330626" y="435071"/>
                  </a:cubicBezTo>
                  <a:close/>
                  <a:moveTo>
                    <a:pt x="254135" y="432746"/>
                  </a:moveTo>
                  <a:lnTo>
                    <a:pt x="250916" y="429096"/>
                  </a:lnTo>
                  <a:lnTo>
                    <a:pt x="254566" y="432315"/>
                  </a:lnTo>
                  <a:cubicBezTo>
                    <a:pt x="257981" y="435327"/>
                    <a:pt x="258829" y="436402"/>
                    <a:pt x="257790" y="436402"/>
                  </a:cubicBezTo>
                  <a:cubicBezTo>
                    <a:pt x="257549" y="436402"/>
                    <a:pt x="255907" y="434755"/>
                    <a:pt x="254135" y="432746"/>
                  </a:cubicBezTo>
                  <a:close/>
                  <a:moveTo>
                    <a:pt x="359185" y="433078"/>
                  </a:moveTo>
                  <a:cubicBezTo>
                    <a:pt x="360903" y="431255"/>
                    <a:pt x="362605" y="429759"/>
                    <a:pt x="362971" y="429759"/>
                  </a:cubicBezTo>
                  <a:cubicBezTo>
                    <a:pt x="363338" y="429759"/>
                    <a:pt x="362233" y="431255"/>
                    <a:pt x="360516" y="433078"/>
                  </a:cubicBezTo>
                  <a:cubicBezTo>
                    <a:pt x="358799" y="434905"/>
                    <a:pt x="357097" y="436402"/>
                    <a:pt x="356730" y="436402"/>
                  </a:cubicBezTo>
                  <a:cubicBezTo>
                    <a:pt x="356364" y="436402"/>
                    <a:pt x="357468" y="434905"/>
                    <a:pt x="359185" y="433078"/>
                  </a:cubicBezTo>
                  <a:close/>
                  <a:moveTo>
                    <a:pt x="171975" y="427655"/>
                  </a:moveTo>
                  <a:cubicBezTo>
                    <a:pt x="172040" y="426108"/>
                    <a:pt x="172351" y="425792"/>
                    <a:pt x="172778" y="426852"/>
                  </a:cubicBezTo>
                  <a:cubicBezTo>
                    <a:pt x="173160" y="427811"/>
                    <a:pt x="173115" y="428956"/>
                    <a:pt x="172673" y="429397"/>
                  </a:cubicBezTo>
                  <a:cubicBezTo>
                    <a:pt x="172231" y="429839"/>
                    <a:pt x="171915" y="429056"/>
                    <a:pt x="171975" y="427655"/>
                  </a:cubicBezTo>
                  <a:close/>
                  <a:moveTo>
                    <a:pt x="441656" y="427655"/>
                  </a:moveTo>
                  <a:cubicBezTo>
                    <a:pt x="441722" y="426108"/>
                    <a:pt x="442038" y="425792"/>
                    <a:pt x="442460" y="426852"/>
                  </a:cubicBezTo>
                  <a:cubicBezTo>
                    <a:pt x="442846" y="427811"/>
                    <a:pt x="442796" y="428956"/>
                    <a:pt x="442354" y="429397"/>
                  </a:cubicBezTo>
                  <a:cubicBezTo>
                    <a:pt x="441912" y="429839"/>
                    <a:pt x="441601" y="429056"/>
                    <a:pt x="441656" y="427655"/>
                  </a:cubicBezTo>
                  <a:close/>
                  <a:moveTo>
                    <a:pt x="305048" y="424858"/>
                  </a:moveTo>
                  <a:cubicBezTo>
                    <a:pt x="306329" y="424522"/>
                    <a:pt x="308422" y="424522"/>
                    <a:pt x="309698" y="424858"/>
                  </a:cubicBezTo>
                  <a:cubicBezTo>
                    <a:pt x="310978" y="425190"/>
                    <a:pt x="309934" y="425466"/>
                    <a:pt x="307373" y="425466"/>
                  </a:cubicBezTo>
                  <a:cubicBezTo>
                    <a:pt x="304817" y="425466"/>
                    <a:pt x="303773" y="425190"/>
                    <a:pt x="305048" y="424858"/>
                  </a:cubicBezTo>
                  <a:close/>
                  <a:moveTo>
                    <a:pt x="296578" y="420791"/>
                  </a:moveTo>
                  <a:cubicBezTo>
                    <a:pt x="294926" y="418683"/>
                    <a:pt x="294971" y="418637"/>
                    <a:pt x="297080" y="420289"/>
                  </a:cubicBezTo>
                  <a:cubicBezTo>
                    <a:pt x="298360" y="421293"/>
                    <a:pt x="299405" y="422338"/>
                    <a:pt x="299405" y="422614"/>
                  </a:cubicBezTo>
                  <a:cubicBezTo>
                    <a:pt x="299405" y="423709"/>
                    <a:pt x="298315" y="423006"/>
                    <a:pt x="296578" y="420791"/>
                  </a:cubicBezTo>
                  <a:close/>
                  <a:moveTo>
                    <a:pt x="315346" y="422614"/>
                  </a:moveTo>
                  <a:cubicBezTo>
                    <a:pt x="315346" y="422338"/>
                    <a:pt x="316391" y="421293"/>
                    <a:pt x="317671" y="420289"/>
                  </a:cubicBezTo>
                  <a:cubicBezTo>
                    <a:pt x="319780" y="418637"/>
                    <a:pt x="319825" y="418683"/>
                    <a:pt x="318173" y="420791"/>
                  </a:cubicBezTo>
                  <a:cubicBezTo>
                    <a:pt x="316436" y="423006"/>
                    <a:pt x="315346" y="423709"/>
                    <a:pt x="315346" y="422614"/>
                  </a:cubicBezTo>
                  <a:close/>
                  <a:moveTo>
                    <a:pt x="273195" y="411161"/>
                  </a:moveTo>
                  <a:cubicBezTo>
                    <a:pt x="273195" y="407872"/>
                    <a:pt x="273456" y="406527"/>
                    <a:pt x="273772" y="408168"/>
                  </a:cubicBezTo>
                  <a:cubicBezTo>
                    <a:pt x="274088" y="409815"/>
                    <a:pt x="274088" y="412507"/>
                    <a:pt x="273772" y="414149"/>
                  </a:cubicBezTo>
                  <a:cubicBezTo>
                    <a:pt x="273456" y="415790"/>
                    <a:pt x="273195" y="414450"/>
                    <a:pt x="273195" y="411161"/>
                  </a:cubicBezTo>
                  <a:close/>
                  <a:moveTo>
                    <a:pt x="340949" y="411161"/>
                  </a:moveTo>
                  <a:cubicBezTo>
                    <a:pt x="340949" y="407872"/>
                    <a:pt x="341210" y="406527"/>
                    <a:pt x="341526" y="408168"/>
                  </a:cubicBezTo>
                  <a:cubicBezTo>
                    <a:pt x="341843" y="409815"/>
                    <a:pt x="341843" y="412507"/>
                    <a:pt x="341526" y="414149"/>
                  </a:cubicBezTo>
                  <a:cubicBezTo>
                    <a:pt x="341210" y="415790"/>
                    <a:pt x="340949" y="414450"/>
                    <a:pt x="340949" y="411161"/>
                  </a:cubicBezTo>
                  <a:close/>
                  <a:moveTo>
                    <a:pt x="167712" y="394220"/>
                  </a:moveTo>
                  <a:cubicBezTo>
                    <a:pt x="166060" y="392116"/>
                    <a:pt x="166110" y="392066"/>
                    <a:pt x="168214" y="393718"/>
                  </a:cubicBezTo>
                  <a:cubicBezTo>
                    <a:pt x="170428" y="395455"/>
                    <a:pt x="171131" y="396544"/>
                    <a:pt x="170037" y="396544"/>
                  </a:cubicBezTo>
                  <a:cubicBezTo>
                    <a:pt x="169766" y="396544"/>
                    <a:pt x="168716" y="395500"/>
                    <a:pt x="167712" y="394220"/>
                  </a:cubicBezTo>
                  <a:close/>
                  <a:moveTo>
                    <a:pt x="160994" y="391654"/>
                  </a:moveTo>
                  <a:cubicBezTo>
                    <a:pt x="161953" y="391267"/>
                    <a:pt x="163098" y="391318"/>
                    <a:pt x="163540" y="391760"/>
                  </a:cubicBezTo>
                  <a:cubicBezTo>
                    <a:pt x="163981" y="392201"/>
                    <a:pt x="163193" y="392513"/>
                    <a:pt x="161797" y="392457"/>
                  </a:cubicBezTo>
                  <a:cubicBezTo>
                    <a:pt x="160246" y="392392"/>
                    <a:pt x="159934" y="392076"/>
                    <a:pt x="160994" y="391654"/>
                  </a:cubicBezTo>
                  <a:close/>
                  <a:moveTo>
                    <a:pt x="254064" y="347725"/>
                  </a:moveTo>
                  <a:cubicBezTo>
                    <a:pt x="252412" y="345616"/>
                    <a:pt x="252463" y="345571"/>
                    <a:pt x="254566" y="347223"/>
                  </a:cubicBezTo>
                  <a:cubicBezTo>
                    <a:pt x="255847" y="348227"/>
                    <a:pt x="256891" y="349271"/>
                    <a:pt x="256891" y="349547"/>
                  </a:cubicBezTo>
                  <a:cubicBezTo>
                    <a:pt x="256891" y="350642"/>
                    <a:pt x="255802" y="349939"/>
                    <a:pt x="254064" y="347725"/>
                  </a:cubicBezTo>
                  <a:close/>
                  <a:moveTo>
                    <a:pt x="286018" y="346394"/>
                  </a:moveTo>
                  <a:lnTo>
                    <a:pt x="282800" y="342744"/>
                  </a:lnTo>
                  <a:lnTo>
                    <a:pt x="286450" y="345962"/>
                  </a:lnTo>
                  <a:cubicBezTo>
                    <a:pt x="289865" y="348975"/>
                    <a:pt x="290713" y="350050"/>
                    <a:pt x="289674" y="350050"/>
                  </a:cubicBezTo>
                  <a:cubicBezTo>
                    <a:pt x="289433" y="350050"/>
                    <a:pt x="287791" y="348408"/>
                    <a:pt x="286018" y="346394"/>
                  </a:cubicBezTo>
                  <a:close/>
                  <a:moveTo>
                    <a:pt x="327302" y="346731"/>
                  </a:moveTo>
                  <a:cubicBezTo>
                    <a:pt x="329019" y="344903"/>
                    <a:pt x="330721" y="343407"/>
                    <a:pt x="331087" y="343407"/>
                  </a:cubicBezTo>
                  <a:cubicBezTo>
                    <a:pt x="331454" y="343407"/>
                    <a:pt x="330349" y="344903"/>
                    <a:pt x="328632" y="346731"/>
                  </a:cubicBezTo>
                  <a:cubicBezTo>
                    <a:pt x="326915" y="348553"/>
                    <a:pt x="325213" y="350050"/>
                    <a:pt x="324846" y="350050"/>
                  </a:cubicBezTo>
                  <a:cubicBezTo>
                    <a:pt x="324480" y="350050"/>
                    <a:pt x="325584" y="348553"/>
                    <a:pt x="327302" y="346731"/>
                  </a:cubicBezTo>
                  <a:close/>
                  <a:moveTo>
                    <a:pt x="300564" y="333113"/>
                  </a:moveTo>
                  <a:cubicBezTo>
                    <a:pt x="298912" y="331005"/>
                    <a:pt x="298958" y="330960"/>
                    <a:pt x="301067" y="332611"/>
                  </a:cubicBezTo>
                  <a:cubicBezTo>
                    <a:pt x="303276" y="334344"/>
                    <a:pt x="303984" y="335438"/>
                    <a:pt x="302889" y="335438"/>
                  </a:cubicBezTo>
                  <a:cubicBezTo>
                    <a:pt x="302613" y="335438"/>
                    <a:pt x="301569" y="334389"/>
                    <a:pt x="300564" y="333113"/>
                  </a:cubicBezTo>
                  <a:close/>
                  <a:moveTo>
                    <a:pt x="313353" y="332777"/>
                  </a:moveTo>
                  <a:cubicBezTo>
                    <a:pt x="314674" y="331316"/>
                    <a:pt x="316059" y="330121"/>
                    <a:pt x="316421" y="330121"/>
                  </a:cubicBezTo>
                  <a:cubicBezTo>
                    <a:pt x="316788" y="330121"/>
                    <a:pt x="316004" y="331316"/>
                    <a:pt x="314684" y="332777"/>
                  </a:cubicBezTo>
                  <a:cubicBezTo>
                    <a:pt x="313358" y="334238"/>
                    <a:pt x="311977" y="335438"/>
                    <a:pt x="311611" y="335438"/>
                  </a:cubicBezTo>
                  <a:cubicBezTo>
                    <a:pt x="311249" y="335438"/>
                    <a:pt x="312033" y="334238"/>
                    <a:pt x="313353" y="332777"/>
                  </a:cubicBezTo>
                  <a:close/>
                  <a:moveTo>
                    <a:pt x="508185" y="320822"/>
                  </a:moveTo>
                  <a:cubicBezTo>
                    <a:pt x="508185" y="318994"/>
                    <a:pt x="508487" y="318251"/>
                    <a:pt x="508858" y="319160"/>
                  </a:cubicBezTo>
                  <a:cubicBezTo>
                    <a:pt x="509225" y="320074"/>
                    <a:pt x="509225" y="321570"/>
                    <a:pt x="508858" y="322484"/>
                  </a:cubicBezTo>
                  <a:cubicBezTo>
                    <a:pt x="508487" y="323398"/>
                    <a:pt x="508185" y="322650"/>
                    <a:pt x="508185" y="320822"/>
                  </a:cubicBezTo>
                  <a:close/>
                  <a:moveTo>
                    <a:pt x="207740" y="317749"/>
                  </a:moveTo>
                  <a:cubicBezTo>
                    <a:pt x="207740" y="317523"/>
                    <a:pt x="209683" y="315580"/>
                    <a:pt x="212058" y="313431"/>
                  </a:cubicBezTo>
                  <a:lnTo>
                    <a:pt x="216376" y="309530"/>
                  </a:lnTo>
                  <a:lnTo>
                    <a:pt x="212470" y="313848"/>
                  </a:lnTo>
                  <a:cubicBezTo>
                    <a:pt x="208835" y="317875"/>
                    <a:pt x="207740" y="318778"/>
                    <a:pt x="207740" y="317749"/>
                  </a:cubicBezTo>
                  <a:close/>
                  <a:moveTo>
                    <a:pt x="284793" y="307034"/>
                  </a:moveTo>
                  <a:cubicBezTo>
                    <a:pt x="284793" y="306763"/>
                    <a:pt x="285838" y="305714"/>
                    <a:pt x="287118" y="304709"/>
                  </a:cubicBezTo>
                  <a:cubicBezTo>
                    <a:pt x="289222" y="303057"/>
                    <a:pt x="289272" y="303108"/>
                    <a:pt x="287615" y="305212"/>
                  </a:cubicBezTo>
                  <a:cubicBezTo>
                    <a:pt x="285883" y="307426"/>
                    <a:pt x="284793" y="308129"/>
                    <a:pt x="284793" y="307034"/>
                  </a:cubicBezTo>
                  <a:close/>
                  <a:moveTo>
                    <a:pt x="327131" y="305212"/>
                  </a:moveTo>
                  <a:cubicBezTo>
                    <a:pt x="325479" y="303108"/>
                    <a:pt x="325529" y="303057"/>
                    <a:pt x="327633" y="304709"/>
                  </a:cubicBezTo>
                  <a:cubicBezTo>
                    <a:pt x="329847" y="306447"/>
                    <a:pt x="330550" y="307536"/>
                    <a:pt x="329456" y="307536"/>
                  </a:cubicBezTo>
                  <a:cubicBezTo>
                    <a:pt x="329185" y="307536"/>
                    <a:pt x="328135" y="306492"/>
                    <a:pt x="327131" y="305212"/>
                  </a:cubicBezTo>
                  <a:close/>
                  <a:moveTo>
                    <a:pt x="287198" y="276074"/>
                  </a:moveTo>
                  <a:cubicBezTo>
                    <a:pt x="288157" y="275693"/>
                    <a:pt x="289302" y="275738"/>
                    <a:pt x="289744" y="276180"/>
                  </a:cubicBezTo>
                  <a:cubicBezTo>
                    <a:pt x="290186" y="276621"/>
                    <a:pt x="289403" y="276938"/>
                    <a:pt x="288002" y="276878"/>
                  </a:cubicBezTo>
                  <a:cubicBezTo>
                    <a:pt x="286455" y="276812"/>
                    <a:pt x="286139" y="276501"/>
                    <a:pt x="287198" y="276074"/>
                  </a:cubicBezTo>
                  <a:close/>
                  <a:moveTo>
                    <a:pt x="325725" y="276074"/>
                  </a:moveTo>
                  <a:cubicBezTo>
                    <a:pt x="326684" y="275693"/>
                    <a:pt x="327829" y="275738"/>
                    <a:pt x="328271" y="276180"/>
                  </a:cubicBezTo>
                  <a:cubicBezTo>
                    <a:pt x="328713" y="276621"/>
                    <a:pt x="327929" y="276938"/>
                    <a:pt x="326528" y="276878"/>
                  </a:cubicBezTo>
                  <a:cubicBezTo>
                    <a:pt x="324982" y="276812"/>
                    <a:pt x="324666" y="276501"/>
                    <a:pt x="325725" y="276074"/>
                  </a:cubicBezTo>
                  <a:close/>
                  <a:moveTo>
                    <a:pt x="304411" y="274694"/>
                  </a:moveTo>
                  <a:cubicBezTo>
                    <a:pt x="306796" y="274397"/>
                    <a:pt x="310386" y="274402"/>
                    <a:pt x="312379" y="274709"/>
                  </a:cubicBezTo>
                  <a:cubicBezTo>
                    <a:pt x="314377" y="275010"/>
                    <a:pt x="312419" y="275251"/>
                    <a:pt x="308041" y="275246"/>
                  </a:cubicBezTo>
                  <a:cubicBezTo>
                    <a:pt x="303657" y="275241"/>
                    <a:pt x="302021" y="274990"/>
                    <a:pt x="304411" y="274694"/>
                  </a:cubicBezTo>
                  <a:close/>
                  <a:moveTo>
                    <a:pt x="9463" y="225623"/>
                  </a:moveTo>
                  <a:cubicBezTo>
                    <a:pt x="10377" y="225251"/>
                    <a:pt x="11868" y="225251"/>
                    <a:pt x="12782" y="225623"/>
                  </a:cubicBezTo>
                  <a:cubicBezTo>
                    <a:pt x="13696" y="225989"/>
                    <a:pt x="12948" y="226290"/>
                    <a:pt x="11120" y="226290"/>
                  </a:cubicBezTo>
                  <a:cubicBezTo>
                    <a:pt x="9297" y="226290"/>
                    <a:pt x="8549" y="225989"/>
                    <a:pt x="9463" y="225623"/>
                  </a:cubicBezTo>
                  <a:close/>
                  <a:moveTo>
                    <a:pt x="238625" y="225502"/>
                  </a:moveTo>
                  <a:cubicBezTo>
                    <a:pt x="276438" y="225306"/>
                    <a:pt x="338313" y="225306"/>
                    <a:pt x="376126" y="225502"/>
                  </a:cubicBezTo>
                  <a:cubicBezTo>
                    <a:pt x="413935" y="225698"/>
                    <a:pt x="383000" y="225859"/>
                    <a:pt x="307373" y="225859"/>
                  </a:cubicBezTo>
                  <a:cubicBezTo>
                    <a:pt x="231751" y="225859"/>
                    <a:pt x="200816" y="225698"/>
                    <a:pt x="238625" y="225502"/>
                  </a:cubicBezTo>
                  <a:close/>
                  <a:moveTo>
                    <a:pt x="601969" y="225623"/>
                  </a:moveTo>
                  <a:cubicBezTo>
                    <a:pt x="602883" y="225251"/>
                    <a:pt x="604374" y="225251"/>
                    <a:pt x="605288" y="225623"/>
                  </a:cubicBezTo>
                  <a:cubicBezTo>
                    <a:pt x="606202" y="225989"/>
                    <a:pt x="605454" y="226290"/>
                    <a:pt x="603631" y="226290"/>
                  </a:cubicBezTo>
                  <a:cubicBezTo>
                    <a:pt x="601803" y="226290"/>
                    <a:pt x="601055" y="225989"/>
                    <a:pt x="601969" y="225623"/>
                  </a:cubicBezTo>
                  <a:close/>
                  <a:moveTo>
                    <a:pt x="183087" y="166720"/>
                  </a:moveTo>
                  <a:cubicBezTo>
                    <a:pt x="183087" y="144432"/>
                    <a:pt x="183267" y="135314"/>
                    <a:pt x="183493" y="146461"/>
                  </a:cubicBezTo>
                  <a:cubicBezTo>
                    <a:pt x="183714" y="157602"/>
                    <a:pt x="183714" y="175834"/>
                    <a:pt x="183493" y="186975"/>
                  </a:cubicBezTo>
                  <a:cubicBezTo>
                    <a:pt x="183267" y="198122"/>
                    <a:pt x="183087" y="189004"/>
                    <a:pt x="183087" y="166720"/>
                  </a:cubicBezTo>
                  <a:close/>
                  <a:moveTo>
                    <a:pt x="431514" y="166720"/>
                  </a:moveTo>
                  <a:cubicBezTo>
                    <a:pt x="431514" y="144432"/>
                    <a:pt x="431695" y="135314"/>
                    <a:pt x="431921" y="146461"/>
                  </a:cubicBezTo>
                  <a:cubicBezTo>
                    <a:pt x="432141" y="157602"/>
                    <a:pt x="432141" y="175834"/>
                    <a:pt x="431921" y="186975"/>
                  </a:cubicBezTo>
                  <a:cubicBezTo>
                    <a:pt x="431695" y="198122"/>
                    <a:pt x="431514" y="189004"/>
                    <a:pt x="431514" y="166720"/>
                  </a:cubicBezTo>
                  <a:close/>
                  <a:moveTo>
                    <a:pt x="466691" y="194949"/>
                  </a:moveTo>
                  <a:lnTo>
                    <a:pt x="463473" y="191293"/>
                  </a:lnTo>
                  <a:lnTo>
                    <a:pt x="467128" y="194517"/>
                  </a:lnTo>
                  <a:cubicBezTo>
                    <a:pt x="470543" y="197525"/>
                    <a:pt x="471391" y="198604"/>
                    <a:pt x="470347" y="198604"/>
                  </a:cubicBezTo>
                  <a:cubicBezTo>
                    <a:pt x="470111" y="198604"/>
                    <a:pt x="468464" y="196957"/>
                    <a:pt x="466691" y="194949"/>
                  </a:cubicBezTo>
                  <a:close/>
                  <a:moveTo>
                    <a:pt x="147291" y="194618"/>
                  </a:moveTo>
                  <a:cubicBezTo>
                    <a:pt x="148617" y="193156"/>
                    <a:pt x="149998" y="191961"/>
                    <a:pt x="150359" y="191961"/>
                  </a:cubicBezTo>
                  <a:cubicBezTo>
                    <a:pt x="150726" y="191961"/>
                    <a:pt x="149943" y="193156"/>
                    <a:pt x="148622" y="194618"/>
                  </a:cubicBezTo>
                  <a:cubicBezTo>
                    <a:pt x="147296" y="196078"/>
                    <a:pt x="145916" y="197274"/>
                    <a:pt x="145554" y="197274"/>
                  </a:cubicBezTo>
                  <a:cubicBezTo>
                    <a:pt x="145188" y="197274"/>
                    <a:pt x="145971" y="196078"/>
                    <a:pt x="147291" y="194618"/>
                  </a:cubicBezTo>
                  <a:close/>
                  <a:moveTo>
                    <a:pt x="182755" y="103616"/>
                  </a:moveTo>
                  <a:cubicBezTo>
                    <a:pt x="182780" y="101421"/>
                    <a:pt x="183082" y="100688"/>
                    <a:pt x="183418" y="101979"/>
                  </a:cubicBezTo>
                  <a:cubicBezTo>
                    <a:pt x="183754" y="103274"/>
                    <a:pt x="183734" y="105067"/>
                    <a:pt x="183368" y="105966"/>
                  </a:cubicBezTo>
                  <a:cubicBezTo>
                    <a:pt x="183001" y="106864"/>
                    <a:pt x="182730" y="105805"/>
                    <a:pt x="182755" y="103616"/>
                  </a:cubicBezTo>
                  <a:close/>
                  <a:moveTo>
                    <a:pt x="431182" y="103616"/>
                  </a:moveTo>
                  <a:cubicBezTo>
                    <a:pt x="431208" y="101421"/>
                    <a:pt x="431509" y="100688"/>
                    <a:pt x="431845" y="101979"/>
                  </a:cubicBezTo>
                  <a:cubicBezTo>
                    <a:pt x="432182" y="103274"/>
                    <a:pt x="432162" y="105067"/>
                    <a:pt x="431795" y="105966"/>
                  </a:cubicBezTo>
                  <a:cubicBezTo>
                    <a:pt x="431433" y="106864"/>
                    <a:pt x="431157" y="105805"/>
                    <a:pt x="431182" y="103616"/>
                  </a:cubicBezTo>
                  <a:close/>
                  <a:moveTo>
                    <a:pt x="212113" y="100638"/>
                  </a:moveTo>
                  <a:cubicBezTo>
                    <a:pt x="217074" y="100382"/>
                    <a:pt x="224847" y="100382"/>
                    <a:pt x="229381" y="100638"/>
                  </a:cubicBezTo>
                  <a:cubicBezTo>
                    <a:pt x="233920" y="100899"/>
                    <a:pt x="229858" y="101110"/>
                    <a:pt x="220358" y="101105"/>
                  </a:cubicBezTo>
                  <a:cubicBezTo>
                    <a:pt x="210858" y="101105"/>
                    <a:pt x="207148" y="100894"/>
                    <a:pt x="212113" y="100633"/>
                  </a:cubicBezTo>
                  <a:close/>
                  <a:moveTo>
                    <a:pt x="386143" y="100638"/>
                  </a:moveTo>
                  <a:cubicBezTo>
                    <a:pt x="391104" y="100382"/>
                    <a:pt x="398877" y="100382"/>
                    <a:pt x="403416" y="100638"/>
                  </a:cubicBezTo>
                  <a:cubicBezTo>
                    <a:pt x="407950" y="100899"/>
                    <a:pt x="403888" y="101110"/>
                    <a:pt x="394393" y="101105"/>
                  </a:cubicBezTo>
                  <a:cubicBezTo>
                    <a:pt x="384893" y="101105"/>
                    <a:pt x="381183" y="100894"/>
                    <a:pt x="386143" y="100633"/>
                  </a:cubicBezTo>
                  <a:close/>
                  <a:moveTo>
                    <a:pt x="15107" y="67906"/>
                  </a:moveTo>
                  <a:cubicBezTo>
                    <a:pt x="15107" y="67635"/>
                    <a:pt x="16151" y="66585"/>
                    <a:pt x="17432" y="65581"/>
                  </a:cubicBezTo>
                  <a:cubicBezTo>
                    <a:pt x="19540" y="63929"/>
                    <a:pt x="19586" y="63979"/>
                    <a:pt x="17934" y="66083"/>
                  </a:cubicBezTo>
                  <a:cubicBezTo>
                    <a:pt x="16196" y="68298"/>
                    <a:pt x="15107" y="69001"/>
                    <a:pt x="15107" y="67906"/>
                  </a:cubicBezTo>
                  <a:close/>
                  <a:moveTo>
                    <a:pt x="596195" y="65420"/>
                  </a:moveTo>
                  <a:lnTo>
                    <a:pt x="593664" y="62433"/>
                  </a:lnTo>
                  <a:lnTo>
                    <a:pt x="596652" y="64964"/>
                  </a:lnTo>
                  <a:cubicBezTo>
                    <a:pt x="599463" y="67339"/>
                    <a:pt x="600247" y="68408"/>
                    <a:pt x="599187" y="68408"/>
                  </a:cubicBezTo>
                  <a:cubicBezTo>
                    <a:pt x="598931" y="68408"/>
                    <a:pt x="597586" y="67067"/>
                    <a:pt x="596195" y="65420"/>
                  </a:cubicBezTo>
                  <a:close/>
                  <a:moveTo>
                    <a:pt x="496" y="54625"/>
                  </a:moveTo>
                  <a:cubicBezTo>
                    <a:pt x="496" y="54349"/>
                    <a:pt x="1540" y="53300"/>
                    <a:pt x="2820" y="52300"/>
                  </a:cubicBezTo>
                  <a:cubicBezTo>
                    <a:pt x="4924" y="50648"/>
                    <a:pt x="4974" y="50694"/>
                    <a:pt x="3322" y="52803"/>
                  </a:cubicBezTo>
                  <a:cubicBezTo>
                    <a:pt x="1585" y="55012"/>
                    <a:pt x="496" y="55715"/>
                    <a:pt x="496" y="54625"/>
                  </a:cubicBezTo>
                  <a:close/>
                  <a:moveTo>
                    <a:pt x="610811" y="52135"/>
                  </a:moveTo>
                  <a:lnTo>
                    <a:pt x="608280" y="49147"/>
                  </a:lnTo>
                  <a:lnTo>
                    <a:pt x="611268" y="51678"/>
                  </a:lnTo>
                  <a:cubicBezTo>
                    <a:pt x="614075" y="54058"/>
                    <a:pt x="614863" y="55127"/>
                    <a:pt x="613799" y="55127"/>
                  </a:cubicBezTo>
                  <a:cubicBezTo>
                    <a:pt x="613548" y="55127"/>
                    <a:pt x="612202" y="53782"/>
                    <a:pt x="610811" y="52135"/>
                  </a:cubicBezTo>
                  <a:close/>
                  <a:moveTo>
                    <a:pt x="83855" y="25021"/>
                  </a:moveTo>
                  <a:cubicBezTo>
                    <a:pt x="84769" y="24649"/>
                    <a:pt x="86265" y="24649"/>
                    <a:pt x="87179" y="25021"/>
                  </a:cubicBezTo>
                  <a:cubicBezTo>
                    <a:pt x="88093" y="25387"/>
                    <a:pt x="87345" y="25689"/>
                    <a:pt x="85517" y="25689"/>
                  </a:cubicBezTo>
                  <a:cubicBezTo>
                    <a:pt x="83690" y="25689"/>
                    <a:pt x="82941" y="25387"/>
                    <a:pt x="83855" y="25021"/>
                  </a:cubicBezTo>
                  <a:close/>
                  <a:moveTo>
                    <a:pt x="242029" y="21004"/>
                  </a:moveTo>
                  <a:cubicBezTo>
                    <a:pt x="242988" y="20623"/>
                    <a:pt x="244133" y="20668"/>
                    <a:pt x="244575" y="21110"/>
                  </a:cubicBezTo>
                  <a:cubicBezTo>
                    <a:pt x="245016" y="21551"/>
                    <a:pt x="244233" y="21868"/>
                    <a:pt x="242832" y="21807"/>
                  </a:cubicBezTo>
                  <a:cubicBezTo>
                    <a:pt x="241286" y="21742"/>
                    <a:pt x="240969" y="21431"/>
                    <a:pt x="242029" y="21004"/>
                  </a:cubicBezTo>
                  <a:close/>
                  <a:moveTo>
                    <a:pt x="265859" y="19704"/>
                  </a:moveTo>
                  <a:cubicBezTo>
                    <a:pt x="266773" y="19337"/>
                    <a:pt x="268269" y="19337"/>
                    <a:pt x="269183" y="19704"/>
                  </a:cubicBezTo>
                  <a:cubicBezTo>
                    <a:pt x="270097" y="20075"/>
                    <a:pt x="269348" y="20376"/>
                    <a:pt x="267521" y="20376"/>
                  </a:cubicBezTo>
                  <a:cubicBezTo>
                    <a:pt x="265693" y="20376"/>
                    <a:pt x="264945" y="20075"/>
                    <a:pt x="265859" y="19704"/>
                  </a:cubicBezTo>
                  <a:close/>
                  <a:moveTo>
                    <a:pt x="344243" y="19704"/>
                  </a:moveTo>
                  <a:cubicBezTo>
                    <a:pt x="345157" y="19337"/>
                    <a:pt x="346648" y="19337"/>
                    <a:pt x="347562" y="19704"/>
                  </a:cubicBezTo>
                  <a:cubicBezTo>
                    <a:pt x="348475" y="20075"/>
                    <a:pt x="347727" y="20376"/>
                    <a:pt x="345900" y="20376"/>
                  </a:cubicBezTo>
                  <a:cubicBezTo>
                    <a:pt x="344077" y="20376"/>
                    <a:pt x="343329" y="20075"/>
                    <a:pt x="344243" y="19704"/>
                  </a:cubicBezTo>
                  <a:close/>
                  <a:moveTo>
                    <a:pt x="442630" y="9049"/>
                  </a:moveTo>
                  <a:cubicBezTo>
                    <a:pt x="443589" y="8667"/>
                    <a:pt x="444739" y="8713"/>
                    <a:pt x="445176" y="9154"/>
                  </a:cubicBezTo>
                  <a:cubicBezTo>
                    <a:pt x="445618" y="9596"/>
                    <a:pt x="444835" y="9907"/>
                    <a:pt x="443434" y="9852"/>
                  </a:cubicBezTo>
                  <a:cubicBezTo>
                    <a:pt x="441887" y="9787"/>
                    <a:pt x="441571" y="9471"/>
                    <a:pt x="442630" y="9049"/>
                  </a:cubicBezTo>
                  <a:close/>
                  <a:moveTo>
                    <a:pt x="433331" y="7718"/>
                  </a:moveTo>
                  <a:cubicBezTo>
                    <a:pt x="434290" y="7337"/>
                    <a:pt x="435435" y="7382"/>
                    <a:pt x="435877" y="7824"/>
                  </a:cubicBezTo>
                  <a:cubicBezTo>
                    <a:pt x="436319" y="8266"/>
                    <a:pt x="435536" y="8582"/>
                    <a:pt x="434135" y="8522"/>
                  </a:cubicBezTo>
                  <a:cubicBezTo>
                    <a:pt x="432588" y="8462"/>
                    <a:pt x="432272" y="8145"/>
                    <a:pt x="433331" y="7718"/>
                  </a:cubicBezTo>
                  <a:close/>
                  <a:moveTo>
                    <a:pt x="190222" y="6393"/>
                  </a:moveTo>
                  <a:cubicBezTo>
                    <a:pt x="191176" y="6006"/>
                    <a:pt x="192325" y="6056"/>
                    <a:pt x="192767" y="6498"/>
                  </a:cubicBezTo>
                  <a:cubicBezTo>
                    <a:pt x="193209" y="6940"/>
                    <a:pt x="192421" y="7251"/>
                    <a:pt x="191020" y="7196"/>
                  </a:cubicBezTo>
                  <a:cubicBezTo>
                    <a:pt x="189473" y="7131"/>
                    <a:pt x="189157" y="6815"/>
                    <a:pt x="190222" y="6393"/>
                  </a:cubicBezTo>
                  <a:close/>
                  <a:moveTo>
                    <a:pt x="422707" y="6393"/>
                  </a:moveTo>
                  <a:cubicBezTo>
                    <a:pt x="423666" y="6006"/>
                    <a:pt x="424811" y="6056"/>
                    <a:pt x="425253" y="6498"/>
                  </a:cubicBezTo>
                  <a:cubicBezTo>
                    <a:pt x="425694" y="6940"/>
                    <a:pt x="424906" y="7251"/>
                    <a:pt x="423505" y="7196"/>
                  </a:cubicBezTo>
                  <a:cubicBezTo>
                    <a:pt x="421959" y="7131"/>
                    <a:pt x="421647" y="6815"/>
                    <a:pt x="422707" y="6393"/>
                  </a:cubicBezTo>
                  <a:close/>
                  <a:moveTo>
                    <a:pt x="202177" y="5062"/>
                  </a:moveTo>
                  <a:cubicBezTo>
                    <a:pt x="203136" y="4681"/>
                    <a:pt x="204280" y="4726"/>
                    <a:pt x="204722" y="5168"/>
                  </a:cubicBezTo>
                  <a:cubicBezTo>
                    <a:pt x="205164" y="5610"/>
                    <a:pt x="204376" y="5926"/>
                    <a:pt x="202980" y="5866"/>
                  </a:cubicBezTo>
                  <a:cubicBezTo>
                    <a:pt x="201429" y="5800"/>
                    <a:pt x="201117" y="5489"/>
                    <a:pt x="202177" y="5062"/>
                  </a:cubicBezTo>
                  <a:close/>
                  <a:moveTo>
                    <a:pt x="410747" y="5062"/>
                  </a:moveTo>
                  <a:cubicBezTo>
                    <a:pt x="411706" y="4681"/>
                    <a:pt x="412856" y="4726"/>
                    <a:pt x="413292" y="5168"/>
                  </a:cubicBezTo>
                  <a:cubicBezTo>
                    <a:pt x="413734" y="5610"/>
                    <a:pt x="412951" y="5926"/>
                    <a:pt x="411550" y="5866"/>
                  </a:cubicBezTo>
                  <a:cubicBezTo>
                    <a:pt x="410004" y="5800"/>
                    <a:pt x="409687" y="5489"/>
                    <a:pt x="410747" y="5062"/>
                  </a:cubicBezTo>
                  <a:close/>
                  <a:moveTo>
                    <a:pt x="214132" y="3737"/>
                  </a:moveTo>
                  <a:cubicBezTo>
                    <a:pt x="215091" y="3350"/>
                    <a:pt x="216236" y="3400"/>
                    <a:pt x="216677" y="3842"/>
                  </a:cubicBezTo>
                  <a:cubicBezTo>
                    <a:pt x="217119" y="4279"/>
                    <a:pt x="216336" y="4595"/>
                    <a:pt x="214935" y="4540"/>
                  </a:cubicBezTo>
                  <a:cubicBezTo>
                    <a:pt x="213389" y="4475"/>
                    <a:pt x="213072" y="4159"/>
                    <a:pt x="214132" y="3737"/>
                  </a:cubicBezTo>
                  <a:close/>
                  <a:moveTo>
                    <a:pt x="398792" y="3737"/>
                  </a:moveTo>
                  <a:cubicBezTo>
                    <a:pt x="399751" y="3350"/>
                    <a:pt x="400895" y="3400"/>
                    <a:pt x="401337" y="3842"/>
                  </a:cubicBezTo>
                  <a:cubicBezTo>
                    <a:pt x="401779" y="4279"/>
                    <a:pt x="400996" y="4595"/>
                    <a:pt x="399595" y="4540"/>
                  </a:cubicBezTo>
                  <a:cubicBezTo>
                    <a:pt x="398048" y="4475"/>
                    <a:pt x="397732" y="4159"/>
                    <a:pt x="398792" y="3737"/>
                  </a:cubicBezTo>
                  <a:close/>
                  <a:moveTo>
                    <a:pt x="229988" y="2436"/>
                  </a:moveTo>
                  <a:cubicBezTo>
                    <a:pt x="230902" y="2065"/>
                    <a:pt x="232398" y="2065"/>
                    <a:pt x="233312" y="2436"/>
                  </a:cubicBezTo>
                  <a:cubicBezTo>
                    <a:pt x="234226" y="2803"/>
                    <a:pt x="233478" y="3104"/>
                    <a:pt x="231650" y="3104"/>
                  </a:cubicBezTo>
                  <a:cubicBezTo>
                    <a:pt x="229823" y="3104"/>
                    <a:pt x="229080" y="2803"/>
                    <a:pt x="229988" y="2436"/>
                  </a:cubicBezTo>
                  <a:close/>
                  <a:moveTo>
                    <a:pt x="382769" y="2436"/>
                  </a:moveTo>
                  <a:cubicBezTo>
                    <a:pt x="383678" y="2065"/>
                    <a:pt x="385174" y="2065"/>
                    <a:pt x="386088" y="2436"/>
                  </a:cubicBezTo>
                  <a:cubicBezTo>
                    <a:pt x="387002" y="2803"/>
                    <a:pt x="386254" y="3104"/>
                    <a:pt x="384426" y="3104"/>
                  </a:cubicBezTo>
                  <a:cubicBezTo>
                    <a:pt x="382599" y="3104"/>
                    <a:pt x="381856" y="2803"/>
                    <a:pt x="382769" y="2436"/>
                  </a:cubicBezTo>
                  <a:close/>
                  <a:moveTo>
                    <a:pt x="247949" y="1065"/>
                  </a:moveTo>
                  <a:cubicBezTo>
                    <a:pt x="249244" y="729"/>
                    <a:pt x="251037" y="749"/>
                    <a:pt x="251935" y="1116"/>
                  </a:cubicBezTo>
                  <a:cubicBezTo>
                    <a:pt x="252834" y="1477"/>
                    <a:pt x="251780" y="1753"/>
                    <a:pt x="249586" y="1728"/>
                  </a:cubicBezTo>
                  <a:cubicBezTo>
                    <a:pt x="247396" y="1703"/>
                    <a:pt x="246658" y="1402"/>
                    <a:pt x="247949" y="1065"/>
                  </a:cubicBezTo>
                  <a:close/>
                  <a:moveTo>
                    <a:pt x="363529" y="1065"/>
                  </a:moveTo>
                  <a:cubicBezTo>
                    <a:pt x="364824" y="729"/>
                    <a:pt x="366617" y="749"/>
                    <a:pt x="367515" y="1116"/>
                  </a:cubicBezTo>
                  <a:cubicBezTo>
                    <a:pt x="368414" y="1477"/>
                    <a:pt x="367355" y="1753"/>
                    <a:pt x="365165" y="1728"/>
                  </a:cubicBezTo>
                  <a:cubicBezTo>
                    <a:pt x="362971" y="1703"/>
                    <a:pt x="362238" y="1402"/>
                    <a:pt x="363529" y="1065"/>
                  </a:cubicBezTo>
                  <a:close/>
                  <a:moveTo>
                    <a:pt x="275826" y="-295"/>
                  </a:moveTo>
                  <a:cubicBezTo>
                    <a:pt x="277834" y="-597"/>
                    <a:pt x="281123" y="-597"/>
                    <a:pt x="283131" y="-295"/>
                  </a:cubicBezTo>
                  <a:cubicBezTo>
                    <a:pt x="285140" y="11"/>
                    <a:pt x="283498" y="257"/>
                    <a:pt x="279476" y="257"/>
                  </a:cubicBezTo>
                  <a:cubicBezTo>
                    <a:pt x="275459" y="257"/>
                    <a:pt x="273812" y="11"/>
                    <a:pt x="275826" y="-295"/>
                  </a:cubicBezTo>
                  <a:close/>
                  <a:moveTo>
                    <a:pt x="330982" y="-305"/>
                  </a:moveTo>
                  <a:cubicBezTo>
                    <a:pt x="333367" y="-601"/>
                    <a:pt x="336952" y="-597"/>
                    <a:pt x="338950" y="-290"/>
                  </a:cubicBezTo>
                  <a:cubicBezTo>
                    <a:pt x="340949" y="16"/>
                    <a:pt x="338991" y="257"/>
                    <a:pt x="334607" y="247"/>
                  </a:cubicBezTo>
                  <a:cubicBezTo>
                    <a:pt x="330224" y="242"/>
                    <a:pt x="328592" y="-9"/>
                    <a:pt x="330982" y="-305"/>
                  </a:cubicBezTo>
                  <a:close/>
                </a:path>
              </a:pathLst>
            </a:custGeom>
            <a:solidFill>
              <a:srgbClr val="5D5C5C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8E206F3-677D-4ABE-0875-91A59E253AD9}"/>
                </a:ext>
              </a:extLst>
            </p:cNvPr>
            <p:cNvSpPr/>
            <p:nvPr/>
          </p:nvSpPr>
          <p:spPr>
            <a:xfrm>
              <a:off x="6183091" y="4017505"/>
              <a:ext cx="678803" cy="615722"/>
            </a:xfrm>
            <a:custGeom>
              <a:avLst/>
              <a:gdLst>
                <a:gd name="csX0" fmla="*/ 97484 w 678803"/>
                <a:gd name="csY0" fmla="*/ 614078 h 615722"/>
                <a:gd name="csX1" fmla="*/ 76381 w 678803"/>
                <a:gd name="csY1" fmla="*/ 597112 h 615722"/>
                <a:gd name="csX2" fmla="*/ 74237 w 678803"/>
                <a:gd name="csY2" fmla="*/ 534876 h 615722"/>
                <a:gd name="csX3" fmla="*/ 74237 w 678803"/>
                <a:gd name="csY3" fmla="*/ 476893 h 615722"/>
                <a:gd name="csX4" fmla="*/ 126074 w 678803"/>
                <a:gd name="csY4" fmla="*/ 349248 h 615722"/>
                <a:gd name="csX5" fmla="*/ 181166 w 678803"/>
                <a:gd name="csY5" fmla="*/ 217329 h 615722"/>
                <a:gd name="csX6" fmla="*/ 207345 w 678803"/>
                <a:gd name="csY6" fmla="*/ 206137 h 615722"/>
                <a:gd name="csX7" fmla="*/ 216383 w 678803"/>
                <a:gd name="csY7" fmla="*/ 206137 h 615722"/>
                <a:gd name="csX8" fmla="*/ 216383 w 678803"/>
                <a:gd name="csY8" fmla="*/ 166285 h 615722"/>
                <a:gd name="csX9" fmla="*/ 216383 w 678803"/>
                <a:gd name="csY9" fmla="*/ 126428 h 615722"/>
                <a:gd name="csX10" fmla="*/ 207717 w 678803"/>
                <a:gd name="csY10" fmla="*/ 126428 h 615722"/>
                <a:gd name="csX11" fmla="*/ 197936 w 678803"/>
                <a:gd name="csY11" fmla="*/ 129415 h 615722"/>
                <a:gd name="csX12" fmla="*/ 192498 w 678803"/>
                <a:gd name="csY12" fmla="*/ 156986 h 615722"/>
                <a:gd name="csX13" fmla="*/ 185750 w 678803"/>
                <a:gd name="csY13" fmla="*/ 186334 h 615722"/>
                <a:gd name="csX14" fmla="*/ 170109 w 678803"/>
                <a:gd name="csY14" fmla="*/ 200990 h 615722"/>
                <a:gd name="csX15" fmla="*/ 42283 w 678803"/>
                <a:gd name="csY15" fmla="*/ 224730 h 615722"/>
                <a:gd name="csX16" fmla="*/ 19226 w 678803"/>
                <a:gd name="csY16" fmla="*/ 213639 h 615722"/>
                <a:gd name="csX17" fmla="*/ 628 w 678803"/>
                <a:gd name="csY17" fmla="*/ 165918 h 615722"/>
                <a:gd name="csX18" fmla="*/ 9777 w 678803"/>
                <a:gd name="csY18" fmla="*/ 119423 h 615722"/>
                <a:gd name="csX19" fmla="*/ 36509 w 678803"/>
                <a:gd name="csY19" fmla="*/ 52342 h 615722"/>
                <a:gd name="csX20" fmla="*/ 87628 w 678803"/>
                <a:gd name="csY20" fmla="*/ 30651 h 615722"/>
                <a:gd name="csX21" fmla="*/ 125176 w 678803"/>
                <a:gd name="csY21" fmla="*/ 27894 h 615722"/>
                <a:gd name="csX22" fmla="*/ 125376 w 678803"/>
                <a:gd name="csY22" fmla="*/ 40557 h 615722"/>
                <a:gd name="csX23" fmla="*/ 92509 w 678803"/>
                <a:gd name="csY23" fmla="*/ 49309 h 615722"/>
                <a:gd name="csX24" fmla="*/ 54655 w 678803"/>
                <a:gd name="csY24" fmla="*/ 61741 h 615722"/>
                <a:gd name="csX25" fmla="*/ 30970 w 678803"/>
                <a:gd name="csY25" fmla="*/ 113915 h 615722"/>
                <a:gd name="csX26" fmla="*/ 23107 w 678803"/>
                <a:gd name="csY26" fmla="*/ 148812 h 615722"/>
                <a:gd name="csX27" fmla="*/ 101587 w 678803"/>
                <a:gd name="csY27" fmla="*/ 134637 h 615722"/>
                <a:gd name="csX28" fmla="*/ 179443 w 678803"/>
                <a:gd name="csY28" fmla="*/ 119840 h 615722"/>
                <a:gd name="csX29" fmla="*/ 184545 w 678803"/>
                <a:gd name="csY29" fmla="*/ 114588 h 615722"/>
                <a:gd name="csX30" fmla="*/ 208084 w 678803"/>
                <a:gd name="csY30" fmla="*/ 106509 h 615722"/>
                <a:gd name="csX31" fmla="*/ 216383 w 678803"/>
                <a:gd name="csY31" fmla="*/ 106504 h 615722"/>
                <a:gd name="csX32" fmla="*/ 216383 w 678803"/>
                <a:gd name="csY32" fmla="*/ 100720 h 615722"/>
                <a:gd name="csX33" fmla="*/ 227038 w 678803"/>
                <a:gd name="csY33" fmla="*/ 83588 h 615722"/>
                <a:gd name="csX34" fmla="*/ 253720 w 678803"/>
                <a:gd name="csY34" fmla="*/ 81263 h 615722"/>
                <a:gd name="csX35" fmla="*/ 280166 w 678803"/>
                <a:gd name="csY35" fmla="*/ 84251 h 615722"/>
                <a:gd name="csX36" fmla="*/ 290434 w 678803"/>
                <a:gd name="csY36" fmla="*/ 100373 h 615722"/>
                <a:gd name="csX37" fmla="*/ 291127 w 678803"/>
                <a:gd name="csY37" fmla="*/ 106504 h 615722"/>
                <a:gd name="csX38" fmla="*/ 339932 w 678803"/>
                <a:gd name="csY38" fmla="*/ 106504 h 615722"/>
                <a:gd name="csX39" fmla="*/ 388741 w 678803"/>
                <a:gd name="csY39" fmla="*/ 106504 h 615722"/>
                <a:gd name="csX40" fmla="*/ 389434 w 678803"/>
                <a:gd name="csY40" fmla="*/ 100373 h 615722"/>
                <a:gd name="csX41" fmla="*/ 399702 w 678803"/>
                <a:gd name="csY41" fmla="*/ 84251 h 615722"/>
                <a:gd name="csX42" fmla="*/ 426148 w 678803"/>
                <a:gd name="csY42" fmla="*/ 81263 h 615722"/>
                <a:gd name="csX43" fmla="*/ 452830 w 678803"/>
                <a:gd name="csY43" fmla="*/ 83588 h 615722"/>
                <a:gd name="csX44" fmla="*/ 463485 w 678803"/>
                <a:gd name="csY44" fmla="*/ 100720 h 615722"/>
                <a:gd name="csX45" fmla="*/ 463485 w 678803"/>
                <a:gd name="csY45" fmla="*/ 106504 h 615722"/>
                <a:gd name="csX46" fmla="*/ 471785 w 678803"/>
                <a:gd name="csY46" fmla="*/ 106509 h 615722"/>
                <a:gd name="csX47" fmla="*/ 495278 w 678803"/>
                <a:gd name="csY47" fmla="*/ 114538 h 615722"/>
                <a:gd name="csX48" fmla="*/ 500335 w 678803"/>
                <a:gd name="csY48" fmla="*/ 119750 h 615722"/>
                <a:gd name="csX49" fmla="*/ 578262 w 678803"/>
                <a:gd name="csY49" fmla="*/ 134567 h 615722"/>
                <a:gd name="csX50" fmla="*/ 656826 w 678803"/>
                <a:gd name="csY50" fmla="*/ 148741 h 615722"/>
                <a:gd name="csX51" fmla="*/ 640176 w 678803"/>
                <a:gd name="csY51" fmla="*/ 80595 h 615722"/>
                <a:gd name="csX52" fmla="*/ 621302 w 678803"/>
                <a:gd name="csY52" fmla="*/ 58980 h 615722"/>
                <a:gd name="csX53" fmla="*/ 561014 w 678803"/>
                <a:gd name="csY53" fmla="*/ 44047 h 615722"/>
                <a:gd name="csX54" fmla="*/ 441528 w 678803"/>
                <a:gd name="csY54" fmla="*/ 24194 h 615722"/>
                <a:gd name="csX55" fmla="*/ 175537 w 678803"/>
                <a:gd name="csY55" fmla="*/ 33011 h 615722"/>
                <a:gd name="csX56" fmla="*/ 159901 w 678803"/>
                <a:gd name="csY56" fmla="*/ 33663 h 615722"/>
                <a:gd name="csX57" fmla="*/ 158194 w 678803"/>
                <a:gd name="csY57" fmla="*/ 17822 h 615722"/>
                <a:gd name="csX58" fmla="*/ 220812 w 678803"/>
                <a:gd name="csY58" fmla="*/ 6846 h 615722"/>
                <a:gd name="csX59" fmla="*/ 514966 w 678803"/>
                <a:gd name="csY59" fmla="*/ 15477 h 615722"/>
                <a:gd name="csX60" fmla="*/ 626238 w 678803"/>
                <a:gd name="csY60" fmla="*/ 39884 h 615722"/>
                <a:gd name="csX61" fmla="*/ 655842 w 678803"/>
                <a:gd name="csY61" fmla="*/ 69303 h 615722"/>
                <a:gd name="csX62" fmla="*/ 679235 w 678803"/>
                <a:gd name="csY62" fmla="*/ 165918 h 615722"/>
                <a:gd name="csX63" fmla="*/ 663032 w 678803"/>
                <a:gd name="csY63" fmla="*/ 209581 h 615722"/>
                <a:gd name="csX64" fmla="*/ 657891 w 678803"/>
                <a:gd name="csY64" fmla="*/ 217023 h 615722"/>
                <a:gd name="csX65" fmla="*/ 637666 w 678803"/>
                <a:gd name="csY65" fmla="*/ 224705 h 615722"/>
                <a:gd name="csX66" fmla="*/ 509609 w 678803"/>
                <a:gd name="csY66" fmla="*/ 200935 h 615722"/>
                <a:gd name="csX67" fmla="*/ 494119 w 678803"/>
                <a:gd name="csY67" fmla="*/ 186334 h 615722"/>
                <a:gd name="csX68" fmla="*/ 487370 w 678803"/>
                <a:gd name="csY68" fmla="*/ 156986 h 615722"/>
                <a:gd name="csX69" fmla="*/ 481932 w 678803"/>
                <a:gd name="csY69" fmla="*/ 129415 h 615722"/>
                <a:gd name="csX70" fmla="*/ 472151 w 678803"/>
                <a:gd name="csY70" fmla="*/ 126428 h 615722"/>
                <a:gd name="csX71" fmla="*/ 463485 w 678803"/>
                <a:gd name="csY71" fmla="*/ 126428 h 615722"/>
                <a:gd name="csX72" fmla="*/ 463485 w 678803"/>
                <a:gd name="csY72" fmla="*/ 166285 h 615722"/>
                <a:gd name="csX73" fmla="*/ 463485 w 678803"/>
                <a:gd name="csY73" fmla="*/ 206137 h 615722"/>
                <a:gd name="csX74" fmla="*/ 472523 w 678803"/>
                <a:gd name="csY74" fmla="*/ 206137 h 615722"/>
                <a:gd name="csX75" fmla="*/ 498713 w 678803"/>
                <a:gd name="csY75" fmla="*/ 217344 h 615722"/>
                <a:gd name="csX76" fmla="*/ 540538 w 678803"/>
                <a:gd name="csY76" fmla="*/ 320512 h 615722"/>
                <a:gd name="csX77" fmla="*/ 525490 w 678803"/>
                <a:gd name="csY77" fmla="*/ 326698 h 615722"/>
                <a:gd name="csX78" fmla="*/ 504030 w 678803"/>
                <a:gd name="csY78" fmla="*/ 277973 h 615722"/>
                <a:gd name="csX79" fmla="*/ 482595 w 678803"/>
                <a:gd name="csY79" fmla="*/ 228822 h 615722"/>
                <a:gd name="csX80" fmla="*/ 479653 w 678803"/>
                <a:gd name="csY80" fmla="*/ 225403 h 615722"/>
                <a:gd name="csX81" fmla="*/ 340087 w 678803"/>
                <a:gd name="csY81" fmla="*/ 225403 h 615722"/>
                <a:gd name="csX82" fmla="*/ 197760 w 678803"/>
                <a:gd name="csY82" fmla="*/ 228159 h 615722"/>
                <a:gd name="csX83" fmla="*/ 143919 w 678803"/>
                <a:gd name="csY83" fmla="*/ 356573 h 615722"/>
                <a:gd name="csX84" fmla="*/ 92835 w 678803"/>
                <a:gd name="csY84" fmla="*/ 482225 h 615722"/>
                <a:gd name="csX85" fmla="*/ 92835 w 678803"/>
                <a:gd name="csY85" fmla="*/ 535544 h 615722"/>
                <a:gd name="csX86" fmla="*/ 92835 w 678803"/>
                <a:gd name="csY86" fmla="*/ 588863 h 615722"/>
                <a:gd name="csX87" fmla="*/ 96094 w 678803"/>
                <a:gd name="csY87" fmla="*/ 592126 h 615722"/>
                <a:gd name="csX88" fmla="*/ 99357 w 678803"/>
                <a:gd name="csY88" fmla="*/ 595385 h 615722"/>
                <a:gd name="csX89" fmla="*/ 236071 w 678803"/>
                <a:gd name="csY89" fmla="*/ 595385 h 615722"/>
                <a:gd name="csX90" fmla="*/ 376289 w 678803"/>
                <a:gd name="csY90" fmla="*/ 598137 h 615722"/>
                <a:gd name="csX91" fmla="*/ 377248 w 678803"/>
                <a:gd name="csY91" fmla="*/ 611513 h 615722"/>
                <a:gd name="csX92" fmla="*/ 374708 w 678803"/>
                <a:gd name="csY92" fmla="*/ 614646 h 615722"/>
                <a:gd name="csX93" fmla="*/ 238089 w 678803"/>
                <a:gd name="csY93" fmla="*/ 614852 h 615722"/>
                <a:gd name="csX94" fmla="*/ 97484 w 678803"/>
                <a:gd name="csY94" fmla="*/ 614078 h 615722"/>
                <a:gd name="csX95" fmla="*/ 102315 w 678803"/>
                <a:gd name="csY95" fmla="*/ 194870 h 615722"/>
                <a:gd name="csX96" fmla="*/ 164586 w 678803"/>
                <a:gd name="csY96" fmla="*/ 182216 h 615722"/>
                <a:gd name="csX97" fmla="*/ 168382 w 678803"/>
                <a:gd name="csY97" fmla="*/ 178541 h 615722"/>
                <a:gd name="csX98" fmla="*/ 174708 w 678803"/>
                <a:gd name="csY98" fmla="*/ 141430 h 615722"/>
                <a:gd name="csX99" fmla="*/ 22590 w 678803"/>
                <a:gd name="csY99" fmla="*/ 169679 h 615722"/>
                <a:gd name="csX100" fmla="*/ 27807 w 678803"/>
                <a:gd name="csY100" fmla="*/ 185581 h 615722"/>
                <a:gd name="csX101" fmla="*/ 41344 w 678803"/>
                <a:gd name="csY101" fmla="*/ 206137 h 615722"/>
                <a:gd name="csX102" fmla="*/ 102315 w 678803"/>
                <a:gd name="csY102" fmla="*/ 194870 h 615722"/>
                <a:gd name="csX103" fmla="*/ 444566 w 678803"/>
                <a:gd name="csY103" fmla="*/ 153330 h 615722"/>
                <a:gd name="csX104" fmla="*/ 444219 w 678803"/>
                <a:gd name="csY104" fmla="*/ 100524 h 615722"/>
                <a:gd name="csX105" fmla="*/ 426952 w 678803"/>
                <a:gd name="csY105" fmla="*/ 100524 h 615722"/>
                <a:gd name="csX106" fmla="*/ 409679 w 678803"/>
                <a:gd name="csY106" fmla="*/ 100524 h 615722"/>
                <a:gd name="csX107" fmla="*/ 409016 w 678803"/>
                <a:gd name="csY107" fmla="*/ 127090 h 615722"/>
                <a:gd name="csX108" fmla="*/ 398387 w 678803"/>
                <a:gd name="csY108" fmla="*/ 165376 h 615722"/>
                <a:gd name="csX109" fmla="*/ 339932 w 678803"/>
                <a:gd name="csY109" fmla="*/ 168273 h 615722"/>
                <a:gd name="csX110" fmla="*/ 281722 w 678803"/>
                <a:gd name="csY110" fmla="*/ 165617 h 615722"/>
                <a:gd name="csX111" fmla="*/ 274412 w 678803"/>
                <a:gd name="csY111" fmla="*/ 158311 h 615722"/>
                <a:gd name="csX112" fmla="*/ 270852 w 678803"/>
                <a:gd name="csY112" fmla="*/ 127090 h 615722"/>
                <a:gd name="csX113" fmla="*/ 270189 w 678803"/>
                <a:gd name="csY113" fmla="*/ 100524 h 615722"/>
                <a:gd name="csX114" fmla="*/ 252917 w 678803"/>
                <a:gd name="csY114" fmla="*/ 100524 h 615722"/>
                <a:gd name="csX115" fmla="*/ 235649 w 678803"/>
                <a:gd name="csY115" fmla="*/ 100524 h 615722"/>
                <a:gd name="csX116" fmla="*/ 235298 w 678803"/>
                <a:gd name="csY116" fmla="*/ 153330 h 615722"/>
                <a:gd name="csX117" fmla="*/ 234951 w 678803"/>
                <a:gd name="csY117" fmla="*/ 206137 h 615722"/>
                <a:gd name="csX118" fmla="*/ 339932 w 678803"/>
                <a:gd name="csY118" fmla="*/ 206137 h 615722"/>
                <a:gd name="csX119" fmla="*/ 444917 w 678803"/>
                <a:gd name="csY119" fmla="*/ 206137 h 615722"/>
                <a:gd name="csX120" fmla="*/ 643159 w 678803"/>
                <a:gd name="csY120" fmla="*/ 203506 h 615722"/>
                <a:gd name="csX121" fmla="*/ 652182 w 678803"/>
                <a:gd name="csY121" fmla="*/ 185556 h 615722"/>
                <a:gd name="csX122" fmla="*/ 657318 w 678803"/>
                <a:gd name="csY122" fmla="*/ 169729 h 615722"/>
                <a:gd name="csX123" fmla="*/ 510311 w 678803"/>
                <a:gd name="csY123" fmla="*/ 141571 h 615722"/>
                <a:gd name="csX124" fmla="*/ 507861 w 678803"/>
                <a:gd name="csY124" fmla="*/ 162208 h 615722"/>
                <a:gd name="csX125" fmla="*/ 513721 w 678803"/>
                <a:gd name="csY125" fmla="*/ 180961 h 615722"/>
                <a:gd name="csX126" fmla="*/ 542130 w 678803"/>
                <a:gd name="csY126" fmla="*/ 188096 h 615722"/>
                <a:gd name="csX127" fmla="*/ 600982 w 678803"/>
                <a:gd name="csY127" fmla="*/ 199419 h 615722"/>
                <a:gd name="csX128" fmla="*/ 637003 w 678803"/>
                <a:gd name="csY128" fmla="*/ 205996 h 615722"/>
                <a:gd name="csX129" fmla="*/ 643159 w 678803"/>
                <a:gd name="csY129" fmla="*/ 203506 h 615722"/>
                <a:gd name="csX130" fmla="*/ 389088 w 678803"/>
                <a:gd name="csY130" fmla="*/ 137720 h 615722"/>
                <a:gd name="csX131" fmla="*/ 389088 w 678803"/>
                <a:gd name="csY131" fmla="*/ 126428 h 615722"/>
                <a:gd name="csX132" fmla="*/ 339932 w 678803"/>
                <a:gd name="csY132" fmla="*/ 126428 h 615722"/>
                <a:gd name="csX133" fmla="*/ 290780 w 678803"/>
                <a:gd name="csY133" fmla="*/ 126428 h 615722"/>
                <a:gd name="csX134" fmla="*/ 290780 w 678803"/>
                <a:gd name="csY134" fmla="*/ 137720 h 615722"/>
                <a:gd name="csX135" fmla="*/ 290780 w 678803"/>
                <a:gd name="csY135" fmla="*/ 149012 h 615722"/>
                <a:gd name="csX136" fmla="*/ 339932 w 678803"/>
                <a:gd name="csY136" fmla="*/ 149012 h 615722"/>
                <a:gd name="csX137" fmla="*/ 389088 w 678803"/>
                <a:gd name="csY137" fmla="*/ 149012 h 615722"/>
                <a:gd name="csX138" fmla="*/ 411246 w 678803"/>
                <a:gd name="csY138" fmla="*/ 612607 h 615722"/>
                <a:gd name="csX139" fmla="*/ 411186 w 678803"/>
                <a:gd name="csY139" fmla="*/ 598137 h 615722"/>
                <a:gd name="csX140" fmla="*/ 497598 w 678803"/>
                <a:gd name="csY140" fmla="*/ 595385 h 615722"/>
                <a:gd name="csX141" fmla="*/ 580511 w 678803"/>
                <a:gd name="csY141" fmla="*/ 595385 h 615722"/>
                <a:gd name="csX142" fmla="*/ 583775 w 678803"/>
                <a:gd name="csY142" fmla="*/ 592126 h 615722"/>
                <a:gd name="csX143" fmla="*/ 587033 w 678803"/>
                <a:gd name="csY143" fmla="*/ 588863 h 615722"/>
                <a:gd name="csX144" fmla="*/ 587033 w 678803"/>
                <a:gd name="csY144" fmla="*/ 535589 h 615722"/>
                <a:gd name="csX145" fmla="*/ 587033 w 678803"/>
                <a:gd name="csY145" fmla="*/ 482321 h 615722"/>
                <a:gd name="csX146" fmla="*/ 563118 w 678803"/>
                <a:gd name="csY146" fmla="*/ 423383 h 615722"/>
                <a:gd name="csX147" fmla="*/ 539208 w 678803"/>
                <a:gd name="csY147" fmla="*/ 362523 h 615722"/>
                <a:gd name="csX148" fmla="*/ 541959 w 678803"/>
                <a:gd name="csY148" fmla="*/ 357100 h 615722"/>
                <a:gd name="csX149" fmla="*/ 554909 w 678803"/>
                <a:gd name="csY149" fmla="*/ 355925 h 615722"/>
                <a:gd name="csX150" fmla="*/ 581626 w 678803"/>
                <a:gd name="csY150" fmla="*/ 417589 h 615722"/>
                <a:gd name="csX151" fmla="*/ 605631 w 678803"/>
                <a:gd name="csY151" fmla="*/ 476933 h 615722"/>
                <a:gd name="csX152" fmla="*/ 605631 w 678803"/>
                <a:gd name="csY152" fmla="*/ 534896 h 615722"/>
                <a:gd name="csX153" fmla="*/ 603487 w 678803"/>
                <a:gd name="csY153" fmla="*/ 597112 h 615722"/>
                <a:gd name="csX154" fmla="*/ 589027 w 678803"/>
                <a:gd name="csY154" fmla="*/ 611779 h 615722"/>
                <a:gd name="csX155" fmla="*/ 499260 w 678803"/>
                <a:gd name="csY155" fmla="*/ 615027 h 615722"/>
                <a:gd name="csX156" fmla="*/ 411246 w 678803"/>
                <a:gd name="csY156" fmla="*/ 612607 h 615722"/>
                <a:gd name="csX157" fmla="*/ 326651 w 678803"/>
                <a:gd name="csY157" fmla="*/ 565404 h 615722"/>
                <a:gd name="csX158" fmla="*/ 313365 w 678803"/>
                <a:gd name="csY158" fmla="*/ 563345 h 615722"/>
                <a:gd name="csX159" fmla="*/ 269993 w 678803"/>
                <a:gd name="csY159" fmla="*/ 549096 h 615722"/>
                <a:gd name="csX160" fmla="*/ 184510 w 678803"/>
                <a:gd name="csY160" fmla="*/ 409907 h 615722"/>
                <a:gd name="csX161" fmla="*/ 194356 w 678803"/>
                <a:gd name="csY161" fmla="*/ 392127 h 615722"/>
                <a:gd name="csX162" fmla="*/ 204629 w 678803"/>
                <a:gd name="csY162" fmla="*/ 416504 h 615722"/>
                <a:gd name="csX163" fmla="*/ 226546 w 678803"/>
                <a:gd name="csY163" fmla="*/ 485419 h 615722"/>
                <a:gd name="csX164" fmla="*/ 423542 w 678803"/>
                <a:gd name="csY164" fmla="*/ 517734 h 615722"/>
                <a:gd name="csX165" fmla="*/ 471042 w 678803"/>
                <a:gd name="csY165" fmla="*/ 446972 h 615722"/>
                <a:gd name="csX166" fmla="*/ 474702 w 678803"/>
                <a:gd name="csY166" fmla="*/ 411388 h 615722"/>
                <a:gd name="csX167" fmla="*/ 471694 w 678803"/>
                <a:gd name="csY167" fmla="*/ 376185 h 615722"/>
                <a:gd name="csX168" fmla="*/ 453312 w 678803"/>
                <a:gd name="csY168" fmla="*/ 335409 h 615722"/>
                <a:gd name="csX169" fmla="*/ 420394 w 678803"/>
                <a:gd name="csY169" fmla="*/ 300900 h 615722"/>
                <a:gd name="csX170" fmla="*/ 327525 w 678803"/>
                <a:gd name="csY170" fmla="*/ 275076 h 615722"/>
                <a:gd name="csX171" fmla="*/ 217578 w 678803"/>
                <a:gd name="csY171" fmla="*/ 351226 h 615722"/>
                <a:gd name="csX172" fmla="*/ 207958 w 678803"/>
                <a:gd name="csY172" fmla="*/ 364416 h 615722"/>
                <a:gd name="csX173" fmla="*/ 195912 w 678803"/>
                <a:gd name="csY173" fmla="*/ 358617 h 615722"/>
                <a:gd name="csX174" fmla="*/ 209655 w 678803"/>
                <a:gd name="csY174" fmla="*/ 326055 h 615722"/>
                <a:gd name="csX175" fmla="*/ 425516 w 678803"/>
                <a:gd name="csY175" fmla="*/ 281106 h 615722"/>
                <a:gd name="csX176" fmla="*/ 467231 w 678803"/>
                <a:gd name="csY176" fmla="*/ 499357 h 615722"/>
                <a:gd name="csX177" fmla="*/ 370289 w 678803"/>
                <a:gd name="csY177" fmla="*/ 562813 h 615722"/>
                <a:gd name="csX178" fmla="*/ 326651 w 678803"/>
                <a:gd name="csY178" fmla="*/ 565404 h 615722"/>
                <a:gd name="csX179" fmla="*/ 121656 w 678803"/>
                <a:gd name="csY179" fmla="*/ 556713 h 615722"/>
                <a:gd name="csX180" fmla="*/ 122876 w 678803"/>
                <a:gd name="csY180" fmla="*/ 539762 h 615722"/>
                <a:gd name="csX181" fmla="*/ 189772 w 678803"/>
                <a:gd name="csY181" fmla="*/ 540228 h 615722"/>
                <a:gd name="csX182" fmla="*/ 189872 w 678803"/>
                <a:gd name="csY182" fmla="*/ 556828 h 615722"/>
                <a:gd name="csX183" fmla="*/ 121656 w 678803"/>
                <a:gd name="csY183" fmla="*/ 556713 h 615722"/>
                <a:gd name="csX184" fmla="*/ 329347 w 678803"/>
                <a:gd name="csY184" fmla="*/ 522238 h 615722"/>
                <a:gd name="csX185" fmla="*/ 315102 w 678803"/>
                <a:gd name="csY185" fmla="*/ 480774 h 615722"/>
                <a:gd name="csX186" fmla="*/ 324301 w 678803"/>
                <a:gd name="csY186" fmla="*/ 470807 h 615722"/>
                <a:gd name="csX187" fmla="*/ 339932 w 678803"/>
                <a:gd name="csY187" fmla="*/ 467187 h 615722"/>
                <a:gd name="csX188" fmla="*/ 355567 w 678803"/>
                <a:gd name="csY188" fmla="*/ 470807 h 615722"/>
                <a:gd name="csX189" fmla="*/ 356150 w 678803"/>
                <a:gd name="csY189" fmla="*/ 518899 h 615722"/>
                <a:gd name="csX190" fmla="*/ 341538 w 678803"/>
                <a:gd name="csY190" fmla="*/ 523258 h 615722"/>
                <a:gd name="csX191" fmla="*/ 329347 w 678803"/>
                <a:gd name="csY191" fmla="*/ 522238 h 615722"/>
                <a:gd name="csX192" fmla="*/ 345731 w 678803"/>
                <a:gd name="csY192" fmla="*/ 502294 h 615722"/>
                <a:gd name="csX193" fmla="*/ 345731 w 678803"/>
                <a:gd name="csY193" fmla="*/ 487874 h 615722"/>
                <a:gd name="csX194" fmla="*/ 339932 w 678803"/>
                <a:gd name="csY194" fmla="*/ 485122 h 615722"/>
                <a:gd name="csX195" fmla="*/ 330633 w 678803"/>
                <a:gd name="csY195" fmla="*/ 495084 h 615722"/>
                <a:gd name="csX196" fmla="*/ 339932 w 678803"/>
                <a:gd name="csY196" fmla="*/ 505046 h 615722"/>
                <a:gd name="csX197" fmla="*/ 345731 w 678803"/>
                <a:gd name="csY197" fmla="*/ 502294 h 615722"/>
                <a:gd name="csX198" fmla="*/ 253449 w 678803"/>
                <a:gd name="csY198" fmla="*/ 478490 h 615722"/>
                <a:gd name="csX199" fmla="*/ 267397 w 678803"/>
                <a:gd name="csY199" fmla="*/ 424011 h 615722"/>
                <a:gd name="csX200" fmla="*/ 295294 w 678803"/>
                <a:gd name="csY200" fmla="*/ 456989 h 615722"/>
                <a:gd name="csX201" fmla="*/ 280276 w 678803"/>
                <a:gd name="csY201" fmla="*/ 478068 h 615722"/>
                <a:gd name="csX202" fmla="*/ 253449 w 678803"/>
                <a:gd name="csY202" fmla="*/ 478490 h 615722"/>
                <a:gd name="csX203" fmla="*/ 273091 w 678803"/>
                <a:gd name="csY203" fmla="*/ 459646 h 615722"/>
                <a:gd name="csX204" fmla="*/ 262020 w 678803"/>
                <a:gd name="csY204" fmla="*/ 444612 h 615722"/>
                <a:gd name="csX205" fmla="*/ 258209 w 678803"/>
                <a:gd name="csY205" fmla="*/ 457175 h 615722"/>
                <a:gd name="csX206" fmla="*/ 273091 w 678803"/>
                <a:gd name="csY206" fmla="*/ 459646 h 615722"/>
                <a:gd name="csX207" fmla="*/ 399592 w 678803"/>
                <a:gd name="csY207" fmla="*/ 478068 h 615722"/>
                <a:gd name="csX208" fmla="*/ 384574 w 678803"/>
                <a:gd name="csY208" fmla="*/ 456989 h 615722"/>
                <a:gd name="csX209" fmla="*/ 412762 w 678803"/>
                <a:gd name="csY209" fmla="*/ 424011 h 615722"/>
                <a:gd name="csX210" fmla="*/ 439037 w 678803"/>
                <a:gd name="csY210" fmla="*/ 440460 h 615722"/>
                <a:gd name="csX211" fmla="*/ 426133 w 678803"/>
                <a:gd name="csY211" fmla="*/ 478555 h 615722"/>
                <a:gd name="csX212" fmla="*/ 399592 w 678803"/>
                <a:gd name="csY212" fmla="*/ 478068 h 615722"/>
                <a:gd name="csX213" fmla="*/ 417592 w 678803"/>
                <a:gd name="csY213" fmla="*/ 461709 h 615722"/>
                <a:gd name="csX214" fmla="*/ 421680 w 678803"/>
                <a:gd name="csY214" fmla="*/ 457135 h 615722"/>
                <a:gd name="csX215" fmla="*/ 405662 w 678803"/>
                <a:gd name="csY215" fmla="*/ 447043 h 615722"/>
                <a:gd name="csX216" fmla="*/ 417592 w 678803"/>
                <a:gd name="csY216" fmla="*/ 461709 h 615722"/>
                <a:gd name="csX217" fmla="*/ 328207 w 678803"/>
                <a:gd name="csY217" fmla="*/ 442252 h 615722"/>
                <a:gd name="csX218" fmla="*/ 308655 w 678803"/>
                <a:gd name="csY218" fmla="*/ 423378 h 615722"/>
                <a:gd name="csX219" fmla="*/ 311452 w 678803"/>
                <a:gd name="csY219" fmla="*/ 392629 h 615722"/>
                <a:gd name="csX220" fmla="*/ 334604 w 678803"/>
                <a:gd name="csY220" fmla="*/ 377004 h 615722"/>
                <a:gd name="csX221" fmla="*/ 368431 w 678803"/>
                <a:gd name="csY221" fmla="*/ 392660 h 615722"/>
                <a:gd name="csX222" fmla="*/ 370520 w 678803"/>
                <a:gd name="csY222" fmla="*/ 424609 h 615722"/>
                <a:gd name="csX223" fmla="*/ 350817 w 678803"/>
                <a:gd name="csY223" fmla="*/ 442373 h 615722"/>
                <a:gd name="csX224" fmla="*/ 328207 w 678803"/>
                <a:gd name="csY224" fmla="*/ 442252 h 615722"/>
                <a:gd name="csX225" fmla="*/ 347348 w 678803"/>
                <a:gd name="csY225" fmla="*/ 422831 h 615722"/>
                <a:gd name="csX226" fmla="*/ 349085 w 678803"/>
                <a:gd name="csY226" fmla="*/ 399513 h 615722"/>
                <a:gd name="csX227" fmla="*/ 326721 w 678803"/>
                <a:gd name="csY227" fmla="*/ 416218 h 615722"/>
                <a:gd name="csX228" fmla="*/ 339932 w 678803"/>
                <a:gd name="csY228" fmla="*/ 425327 h 615722"/>
                <a:gd name="csX229" fmla="*/ 347348 w 678803"/>
                <a:gd name="csY229" fmla="*/ 422831 h 615722"/>
                <a:gd name="csX230" fmla="*/ 257149 w 678803"/>
                <a:gd name="csY230" fmla="*/ 395516 h 615722"/>
                <a:gd name="csX231" fmla="*/ 241157 w 678803"/>
                <a:gd name="csY231" fmla="*/ 355037 h 615722"/>
                <a:gd name="csX232" fmla="*/ 284700 w 678803"/>
                <a:gd name="csY232" fmla="*/ 345888 h 615722"/>
                <a:gd name="csX233" fmla="*/ 274090 w 678803"/>
                <a:gd name="csY233" fmla="*/ 395994 h 615722"/>
                <a:gd name="csX234" fmla="*/ 257149 w 678803"/>
                <a:gd name="csY234" fmla="*/ 395516 h 615722"/>
                <a:gd name="csX235" fmla="*/ 273508 w 678803"/>
                <a:gd name="csY235" fmla="*/ 374855 h 615722"/>
                <a:gd name="csX236" fmla="*/ 266408 w 678803"/>
                <a:gd name="csY236" fmla="*/ 358913 h 615722"/>
                <a:gd name="csX237" fmla="*/ 257124 w 678803"/>
                <a:gd name="csY237" fmla="*/ 368212 h 615722"/>
                <a:gd name="csX238" fmla="*/ 273508 w 678803"/>
                <a:gd name="csY238" fmla="*/ 374855 h 615722"/>
                <a:gd name="csX239" fmla="*/ 404668 w 678803"/>
                <a:gd name="csY239" fmla="*/ 395752 h 615722"/>
                <a:gd name="csX240" fmla="*/ 395229 w 678803"/>
                <a:gd name="csY240" fmla="*/ 345843 h 615722"/>
                <a:gd name="csX241" fmla="*/ 438822 w 678803"/>
                <a:gd name="csY241" fmla="*/ 355258 h 615722"/>
                <a:gd name="csX242" fmla="*/ 425907 w 678803"/>
                <a:gd name="csY242" fmla="*/ 394311 h 615722"/>
                <a:gd name="csX243" fmla="*/ 404668 w 678803"/>
                <a:gd name="csY243" fmla="*/ 395752 h 615722"/>
                <a:gd name="csX244" fmla="*/ 420324 w 678803"/>
                <a:gd name="csY244" fmla="*/ 374840 h 615722"/>
                <a:gd name="csX245" fmla="*/ 413460 w 678803"/>
                <a:gd name="csY245" fmla="*/ 358913 h 615722"/>
                <a:gd name="csX246" fmla="*/ 403699 w 678803"/>
                <a:gd name="csY246" fmla="*/ 368212 h 615722"/>
                <a:gd name="csX247" fmla="*/ 420324 w 678803"/>
                <a:gd name="csY247" fmla="*/ 374840 h 615722"/>
                <a:gd name="csX248" fmla="*/ 329970 w 678803"/>
                <a:gd name="csY248" fmla="*/ 352933 h 615722"/>
                <a:gd name="csX249" fmla="*/ 310714 w 678803"/>
                <a:gd name="csY249" fmla="*/ 325854 h 615722"/>
                <a:gd name="csX250" fmla="*/ 333033 w 678803"/>
                <a:gd name="csY250" fmla="*/ 297867 h 615722"/>
                <a:gd name="csX251" fmla="*/ 365810 w 678803"/>
                <a:gd name="csY251" fmla="*/ 339040 h 615722"/>
                <a:gd name="csX252" fmla="*/ 348332 w 678803"/>
                <a:gd name="csY252" fmla="*/ 353505 h 615722"/>
                <a:gd name="csX253" fmla="*/ 329970 w 678803"/>
                <a:gd name="csY253" fmla="*/ 352933 h 615722"/>
                <a:gd name="csX254" fmla="*/ 346805 w 678803"/>
                <a:gd name="csY254" fmla="*/ 332803 h 615722"/>
                <a:gd name="csX255" fmla="*/ 346575 w 678803"/>
                <a:gd name="csY255" fmla="*/ 319061 h 615722"/>
                <a:gd name="csX256" fmla="*/ 330633 w 678803"/>
                <a:gd name="csY256" fmla="*/ 325407 h 615722"/>
                <a:gd name="csX257" fmla="*/ 339570 w 678803"/>
                <a:gd name="csY257" fmla="*/ 335003 h 615722"/>
                <a:gd name="csX258" fmla="*/ 346805 w 678803"/>
                <a:gd name="csY258" fmla="*/ 332803 h 615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</a:cxnLst>
              <a:rect l="l" t="t" r="r" b="b"/>
              <a:pathLst>
                <a:path w="678803" h="615722">
                  <a:moveTo>
                    <a:pt x="97484" y="614078"/>
                  </a:moveTo>
                  <a:cubicBezTo>
                    <a:pt x="88401" y="611849"/>
                    <a:pt x="80684" y="605643"/>
                    <a:pt x="76381" y="597112"/>
                  </a:cubicBezTo>
                  <a:cubicBezTo>
                    <a:pt x="74503" y="593392"/>
                    <a:pt x="74237" y="585599"/>
                    <a:pt x="74237" y="534876"/>
                  </a:cubicBezTo>
                  <a:lnTo>
                    <a:pt x="74237" y="476893"/>
                  </a:lnTo>
                  <a:lnTo>
                    <a:pt x="126074" y="349248"/>
                  </a:lnTo>
                  <a:cubicBezTo>
                    <a:pt x="154584" y="279038"/>
                    <a:pt x="179378" y="219674"/>
                    <a:pt x="181166" y="217329"/>
                  </a:cubicBezTo>
                  <a:cubicBezTo>
                    <a:pt x="186367" y="210510"/>
                    <a:pt x="196600" y="206137"/>
                    <a:pt x="207345" y="206137"/>
                  </a:cubicBezTo>
                  <a:lnTo>
                    <a:pt x="216383" y="206137"/>
                  </a:lnTo>
                  <a:lnTo>
                    <a:pt x="216383" y="166285"/>
                  </a:lnTo>
                  <a:lnTo>
                    <a:pt x="216383" y="126428"/>
                  </a:lnTo>
                  <a:lnTo>
                    <a:pt x="207717" y="126428"/>
                  </a:lnTo>
                  <a:cubicBezTo>
                    <a:pt x="199944" y="126428"/>
                    <a:pt x="198935" y="126734"/>
                    <a:pt x="197936" y="129415"/>
                  </a:cubicBezTo>
                  <a:cubicBezTo>
                    <a:pt x="197328" y="131062"/>
                    <a:pt x="194878" y="143464"/>
                    <a:pt x="192498" y="156986"/>
                  </a:cubicBezTo>
                  <a:cubicBezTo>
                    <a:pt x="190118" y="170503"/>
                    <a:pt x="187080" y="183708"/>
                    <a:pt x="185750" y="186334"/>
                  </a:cubicBezTo>
                  <a:cubicBezTo>
                    <a:pt x="182993" y="191777"/>
                    <a:pt x="175241" y="199042"/>
                    <a:pt x="170109" y="200990"/>
                  </a:cubicBezTo>
                  <a:cubicBezTo>
                    <a:pt x="164089" y="203280"/>
                    <a:pt x="48619" y="224725"/>
                    <a:pt x="42283" y="224730"/>
                  </a:cubicBezTo>
                  <a:cubicBezTo>
                    <a:pt x="34676" y="224740"/>
                    <a:pt x="23504" y="219362"/>
                    <a:pt x="19226" y="213639"/>
                  </a:cubicBezTo>
                  <a:cubicBezTo>
                    <a:pt x="15787" y="209044"/>
                    <a:pt x="2089" y="173892"/>
                    <a:pt x="628" y="165918"/>
                  </a:cubicBezTo>
                  <a:cubicBezTo>
                    <a:pt x="-85" y="162027"/>
                    <a:pt x="1954" y="151648"/>
                    <a:pt x="9777" y="119423"/>
                  </a:cubicBezTo>
                  <a:cubicBezTo>
                    <a:pt x="21405" y="71527"/>
                    <a:pt x="24087" y="64794"/>
                    <a:pt x="36509" y="52342"/>
                  </a:cubicBezTo>
                  <a:cubicBezTo>
                    <a:pt x="48258" y="40557"/>
                    <a:pt x="56663" y="36992"/>
                    <a:pt x="87628" y="30651"/>
                  </a:cubicBezTo>
                  <a:cubicBezTo>
                    <a:pt x="116324" y="24781"/>
                    <a:pt x="121982" y="24364"/>
                    <a:pt x="125176" y="27894"/>
                  </a:cubicBezTo>
                  <a:cubicBezTo>
                    <a:pt x="127922" y="30927"/>
                    <a:pt x="128033" y="37901"/>
                    <a:pt x="125376" y="40557"/>
                  </a:cubicBezTo>
                  <a:cubicBezTo>
                    <a:pt x="122710" y="43224"/>
                    <a:pt x="122655" y="43239"/>
                    <a:pt x="92509" y="49309"/>
                  </a:cubicBezTo>
                  <a:cubicBezTo>
                    <a:pt x="65053" y="54837"/>
                    <a:pt x="63758" y="55264"/>
                    <a:pt x="54655" y="61741"/>
                  </a:cubicBezTo>
                  <a:cubicBezTo>
                    <a:pt x="43101" y="69961"/>
                    <a:pt x="40345" y="76031"/>
                    <a:pt x="30970" y="113915"/>
                  </a:cubicBezTo>
                  <a:cubicBezTo>
                    <a:pt x="26306" y="132769"/>
                    <a:pt x="22766" y="148470"/>
                    <a:pt x="23107" y="148812"/>
                  </a:cubicBezTo>
                  <a:cubicBezTo>
                    <a:pt x="23449" y="149153"/>
                    <a:pt x="58767" y="142776"/>
                    <a:pt x="101587" y="134637"/>
                  </a:cubicBezTo>
                  <a:lnTo>
                    <a:pt x="179443" y="119840"/>
                  </a:lnTo>
                  <a:lnTo>
                    <a:pt x="184545" y="114588"/>
                  </a:lnTo>
                  <a:cubicBezTo>
                    <a:pt x="190424" y="108528"/>
                    <a:pt x="196274" y="106519"/>
                    <a:pt x="208084" y="106509"/>
                  </a:cubicBezTo>
                  <a:lnTo>
                    <a:pt x="216383" y="106504"/>
                  </a:lnTo>
                  <a:lnTo>
                    <a:pt x="216383" y="100720"/>
                  </a:lnTo>
                  <a:cubicBezTo>
                    <a:pt x="216383" y="93585"/>
                    <a:pt x="220586" y="86832"/>
                    <a:pt x="227038" y="83588"/>
                  </a:cubicBezTo>
                  <a:cubicBezTo>
                    <a:pt x="230884" y="81655"/>
                    <a:pt x="235373" y="81263"/>
                    <a:pt x="253720" y="81263"/>
                  </a:cubicBezTo>
                  <a:cubicBezTo>
                    <a:pt x="274407" y="81263"/>
                    <a:pt x="276044" y="81449"/>
                    <a:pt x="280166" y="84251"/>
                  </a:cubicBezTo>
                  <a:cubicBezTo>
                    <a:pt x="286578" y="88614"/>
                    <a:pt x="289651" y="93444"/>
                    <a:pt x="290434" y="100373"/>
                  </a:cubicBezTo>
                  <a:lnTo>
                    <a:pt x="291127" y="106504"/>
                  </a:lnTo>
                  <a:lnTo>
                    <a:pt x="339932" y="106504"/>
                  </a:lnTo>
                  <a:lnTo>
                    <a:pt x="388741" y="106504"/>
                  </a:lnTo>
                  <a:lnTo>
                    <a:pt x="389434" y="100373"/>
                  </a:lnTo>
                  <a:cubicBezTo>
                    <a:pt x="390213" y="93444"/>
                    <a:pt x="393291" y="88614"/>
                    <a:pt x="399702" y="84251"/>
                  </a:cubicBezTo>
                  <a:cubicBezTo>
                    <a:pt x="403820" y="81449"/>
                    <a:pt x="405462" y="81263"/>
                    <a:pt x="426148" y="81263"/>
                  </a:cubicBezTo>
                  <a:cubicBezTo>
                    <a:pt x="444495" y="81263"/>
                    <a:pt x="448984" y="81655"/>
                    <a:pt x="452830" y="83588"/>
                  </a:cubicBezTo>
                  <a:cubicBezTo>
                    <a:pt x="459282" y="86832"/>
                    <a:pt x="463485" y="93585"/>
                    <a:pt x="463485" y="100720"/>
                  </a:cubicBezTo>
                  <a:lnTo>
                    <a:pt x="463485" y="106504"/>
                  </a:lnTo>
                  <a:lnTo>
                    <a:pt x="471785" y="106509"/>
                  </a:lnTo>
                  <a:cubicBezTo>
                    <a:pt x="483564" y="106519"/>
                    <a:pt x="489449" y="108528"/>
                    <a:pt x="495278" y="114538"/>
                  </a:cubicBezTo>
                  <a:lnTo>
                    <a:pt x="500335" y="119750"/>
                  </a:lnTo>
                  <a:lnTo>
                    <a:pt x="578262" y="134567"/>
                  </a:lnTo>
                  <a:cubicBezTo>
                    <a:pt x="621121" y="142716"/>
                    <a:pt x="656475" y="149093"/>
                    <a:pt x="656826" y="148741"/>
                  </a:cubicBezTo>
                  <a:cubicBezTo>
                    <a:pt x="657529" y="148043"/>
                    <a:pt x="642617" y="87017"/>
                    <a:pt x="640176" y="80595"/>
                  </a:cubicBezTo>
                  <a:cubicBezTo>
                    <a:pt x="637450" y="73430"/>
                    <a:pt x="628703" y="63413"/>
                    <a:pt x="621302" y="58980"/>
                  </a:cubicBezTo>
                  <a:cubicBezTo>
                    <a:pt x="614775" y="55068"/>
                    <a:pt x="608724" y="53572"/>
                    <a:pt x="561014" y="44047"/>
                  </a:cubicBezTo>
                  <a:cubicBezTo>
                    <a:pt x="501791" y="32222"/>
                    <a:pt x="476555" y="28030"/>
                    <a:pt x="441528" y="24194"/>
                  </a:cubicBezTo>
                  <a:cubicBezTo>
                    <a:pt x="355492" y="14764"/>
                    <a:pt x="260554" y="17912"/>
                    <a:pt x="175537" y="33011"/>
                  </a:cubicBezTo>
                  <a:cubicBezTo>
                    <a:pt x="165957" y="34713"/>
                    <a:pt x="162517" y="34858"/>
                    <a:pt x="159901" y="33663"/>
                  </a:cubicBezTo>
                  <a:cubicBezTo>
                    <a:pt x="153861" y="30912"/>
                    <a:pt x="152927" y="22195"/>
                    <a:pt x="158194" y="17822"/>
                  </a:cubicBezTo>
                  <a:cubicBezTo>
                    <a:pt x="160474" y="15929"/>
                    <a:pt x="191660" y="10461"/>
                    <a:pt x="220812" y="6846"/>
                  </a:cubicBezTo>
                  <a:cubicBezTo>
                    <a:pt x="318783" y="-5320"/>
                    <a:pt x="418125" y="-2403"/>
                    <a:pt x="514966" y="15477"/>
                  </a:cubicBezTo>
                  <a:cubicBezTo>
                    <a:pt x="578432" y="27196"/>
                    <a:pt x="617371" y="35737"/>
                    <a:pt x="626238" y="39884"/>
                  </a:cubicBezTo>
                  <a:cubicBezTo>
                    <a:pt x="637796" y="45297"/>
                    <a:pt x="650178" y="57599"/>
                    <a:pt x="655842" y="69303"/>
                  </a:cubicBezTo>
                  <a:cubicBezTo>
                    <a:pt x="661822" y="81670"/>
                    <a:pt x="680526" y="158919"/>
                    <a:pt x="679235" y="165918"/>
                  </a:cubicBezTo>
                  <a:cubicBezTo>
                    <a:pt x="678166" y="171682"/>
                    <a:pt x="666969" y="201874"/>
                    <a:pt x="663032" y="209581"/>
                  </a:cubicBezTo>
                  <a:cubicBezTo>
                    <a:pt x="661576" y="212438"/>
                    <a:pt x="659261" y="215788"/>
                    <a:pt x="657891" y="217023"/>
                  </a:cubicBezTo>
                  <a:cubicBezTo>
                    <a:pt x="653572" y="220934"/>
                    <a:pt x="643711" y="224675"/>
                    <a:pt x="637666" y="224705"/>
                  </a:cubicBezTo>
                  <a:cubicBezTo>
                    <a:pt x="631645" y="224735"/>
                    <a:pt x="515508" y="203180"/>
                    <a:pt x="509609" y="200935"/>
                  </a:cubicBezTo>
                  <a:cubicBezTo>
                    <a:pt x="504613" y="199037"/>
                    <a:pt x="496845" y="191712"/>
                    <a:pt x="494119" y="186334"/>
                  </a:cubicBezTo>
                  <a:cubicBezTo>
                    <a:pt x="492788" y="183708"/>
                    <a:pt x="489750" y="170503"/>
                    <a:pt x="487370" y="156986"/>
                  </a:cubicBezTo>
                  <a:cubicBezTo>
                    <a:pt x="484990" y="143464"/>
                    <a:pt x="482540" y="131062"/>
                    <a:pt x="481932" y="129415"/>
                  </a:cubicBezTo>
                  <a:cubicBezTo>
                    <a:pt x="480933" y="126734"/>
                    <a:pt x="479924" y="126428"/>
                    <a:pt x="472151" y="126428"/>
                  </a:cubicBezTo>
                  <a:lnTo>
                    <a:pt x="463485" y="126428"/>
                  </a:lnTo>
                  <a:lnTo>
                    <a:pt x="463485" y="166285"/>
                  </a:lnTo>
                  <a:lnTo>
                    <a:pt x="463485" y="206137"/>
                  </a:lnTo>
                  <a:lnTo>
                    <a:pt x="472523" y="206137"/>
                  </a:lnTo>
                  <a:cubicBezTo>
                    <a:pt x="483278" y="206137"/>
                    <a:pt x="493501" y="210510"/>
                    <a:pt x="498713" y="217344"/>
                  </a:cubicBezTo>
                  <a:cubicBezTo>
                    <a:pt x="503026" y="222998"/>
                    <a:pt x="540538" y="315531"/>
                    <a:pt x="540538" y="320512"/>
                  </a:cubicBezTo>
                  <a:cubicBezTo>
                    <a:pt x="540538" y="328671"/>
                    <a:pt x="531244" y="332492"/>
                    <a:pt x="525490" y="326698"/>
                  </a:cubicBezTo>
                  <a:cubicBezTo>
                    <a:pt x="523823" y="325021"/>
                    <a:pt x="514404" y="303631"/>
                    <a:pt x="504030" y="277973"/>
                  </a:cubicBezTo>
                  <a:cubicBezTo>
                    <a:pt x="493857" y="252818"/>
                    <a:pt x="484212" y="230700"/>
                    <a:pt x="482595" y="228822"/>
                  </a:cubicBezTo>
                  <a:lnTo>
                    <a:pt x="479653" y="225403"/>
                  </a:lnTo>
                  <a:lnTo>
                    <a:pt x="340087" y="225403"/>
                  </a:lnTo>
                  <a:cubicBezTo>
                    <a:pt x="200577" y="225403"/>
                    <a:pt x="200517" y="225403"/>
                    <a:pt x="197760" y="228159"/>
                  </a:cubicBezTo>
                  <a:cubicBezTo>
                    <a:pt x="196239" y="229676"/>
                    <a:pt x="172012" y="287463"/>
                    <a:pt x="143919" y="356573"/>
                  </a:cubicBezTo>
                  <a:lnTo>
                    <a:pt x="92835" y="482225"/>
                  </a:lnTo>
                  <a:lnTo>
                    <a:pt x="92835" y="535544"/>
                  </a:lnTo>
                  <a:lnTo>
                    <a:pt x="92835" y="588863"/>
                  </a:lnTo>
                  <a:lnTo>
                    <a:pt x="96094" y="592126"/>
                  </a:lnTo>
                  <a:lnTo>
                    <a:pt x="99357" y="595385"/>
                  </a:lnTo>
                  <a:lnTo>
                    <a:pt x="236071" y="595385"/>
                  </a:lnTo>
                  <a:cubicBezTo>
                    <a:pt x="372373" y="595385"/>
                    <a:pt x="372800" y="595395"/>
                    <a:pt x="376289" y="598137"/>
                  </a:cubicBezTo>
                  <a:cubicBezTo>
                    <a:pt x="380517" y="601466"/>
                    <a:pt x="380914" y="606989"/>
                    <a:pt x="377248" y="611513"/>
                  </a:cubicBezTo>
                  <a:lnTo>
                    <a:pt x="374708" y="614646"/>
                  </a:lnTo>
                  <a:lnTo>
                    <a:pt x="238089" y="614852"/>
                  </a:lnTo>
                  <a:cubicBezTo>
                    <a:pt x="162949" y="614967"/>
                    <a:pt x="99679" y="614616"/>
                    <a:pt x="97484" y="614078"/>
                  </a:cubicBezTo>
                  <a:close/>
                  <a:moveTo>
                    <a:pt x="102315" y="194870"/>
                  </a:moveTo>
                  <a:cubicBezTo>
                    <a:pt x="135142" y="188674"/>
                    <a:pt x="163165" y="182980"/>
                    <a:pt x="164586" y="182216"/>
                  </a:cubicBezTo>
                  <a:cubicBezTo>
                    <a:pt x="166007" y="181458"/>
                    <a:pt x="167714" y="179802"/>
                    <a:pt x="168382" y="178541"/>
                  </a:cubicBezTo>
                  <a:cubicBezTo>
                    <a:pt x="170099" y="175293"/>
                    <a:pt x="175698" y="142425"/>
                    <a:pt x="174708" y="141430"/>
                  </a:cubicBezTo>
                  <a:cubicBezTo>
                    <a:pt x="173955" y="140682"/>
                    <a:pt x="23745" y="168580"/>
                    <a:pt x="22590" y="169679"/>
                  </a:cubicBezTo>
                  <a:cubicBezTo>
                    <a:pt x="22319" y="169945"/>
                    <a:pt x="24664" y="177095"/>
                    <a:pt x="27807" y="185581"/>
                  </a:cubicBezTo>
                  <a:cubicBezTo>
                    <a:pt x="33155" y="200006"/>
                    <a:pt x="37192" y="206137"/>
                    <a:pt x="41344" y="206137"/>
                  </a:cubicBezTo>
                  <a:cubicBezTo>
                    <a:pt x="42052" y="206137"/>
                    <a:pt x="69487" y="201066"/>
                    <a:pt x="102315" y="194870"/>
                  </a:cubicBezTo>
                  <a:close/>
                  <a:moveTo>
                    <a:pt x="444566" y="153330"/>
                  </a:moveTo>
                  <a:lnTo>
                    <a:pt x="444219" y="100524"/>
                  </a:lnTo>
                  <a:lnTo>
                    <a:pt x="426952" y="100524"/>
                  </a:lnTo>
                  <a:lnTo>
                    <a:pt x="409679" y="100524"/>
                  </a:lnTo>
                  <a:lnTo>
                    <a:pt x="409016" y="127090"/>
                  </a:lnTo>
                  <a:cubicBezTo>
                    <a:pt x="408273" y="156825"/>
                    <a:pt x="407470" y="159717"/>
                    <a:pt x="398387" y="165376"/>
                  </a:cubicBezTo>
                  <a:cubicBezTo>
                    <a:pt x="393808" y="168233"/>
                    <a:pt x="392919" y="168273"/>
                    <a:pt x="339932" y="168273"/>
                  </a:cubicBezTo>
                  <a:cubicBezTo>
                    <a:pt x="288486" y="168273"/>
                    <a:pt x="285935" y="168158"/>
                    <a:pt x="281722" y="165617"/>
                  </a:cubicBezTo>
                  <a:cubicBezTo>
                    <a:pt x="279297" y="164156"/>
                    <a:pt x="276008" y="160867"/>
                    <a:pt x="274412" y="158311"/>
                  </a:cubicBezTo>
                  <a:cubicBezTo>
                    <a:pt x="271761" y="154048"/>
                    <a:pt x="271459" y="151443"/>
                    <a:pt x="270852" y="127090"/>
                  </a:cubicBezTo>
                  <a:lnTo>
                    <a:pt x="270189" y="100524"/>
                  </a:lnTo>
                  <a:lnTo>
                    <a:pt x="252917" y="100524"/>
                  </a:lnTo>
                  <a:lnTo>
                    <a:pt x="235649" y="100524"/>
                  </a:lnTo>
                  <a:lnTo>
                    <a:pt x="235298" y="153330"/>
                  </a:lnTo>
                  <a:lnTo>
                    <a:pt x="234951" y="206137"/>
                  </a:lnTo>
                  <a:lnTo>
                    <a:pt x="339932" y="206137"/>
                  </a:lnTo>
                  <a:lnTo>
                    <a:pt x="444917" y="206137"/>
                  </a:lnTo>
                  <a:close/>
                  <a:moveTo>
                    <a:pt x="643159" y="203506"/>
                  </a:moveTo>
                  <a:cubicBezTo>
                    <a:pt x="645418" y="201729"/>
                    <a:pt x="648346" y="195904"/>
                    <a:pt x="652182" y="185556"/>
                  </a:cubicBezTo>
                  <a:cubicBezTo>
                    <a:pt x="655305" y="177130"/>
                    <a:pt x="657614" y="170010"/>
                    <a:pt x="657318" y="169729"/>
                  </a:cubicBezTo>
                  <a:cubicBezTo>
                    <a:pt x="656781" y="169217"/>
                    <a:pt x="521077" y="143223"/>
                    <a:pt x="510311" y="141571"/>
                  </a:cubicBezTo>
                  <a:cubicBezTo>
                    <a:pt x="503493" y="140522"/>
                    <a:pt x="503613" y="139487"/>
                    <a:pt x="507861" y="162208"/>
                  </a:cubicBezTo>
                  <a:cubicBezTo>
                    <a:pt x="510246" y="174946"/>
                    <a:pt x="511582" y="179234"/>
                    <a:pt x="513721" y="180961"/>
                  </a:cubicBezTo>
                  <a:cubicBezTo>
                    <a:pt x="515428" y="182347"/>
                    <a:pt x="526309" y="185079"/>
                    <a:pt x="542130" y="188096"/>
                  </a:cubicBezTo>
                  <a:cubicBezTo>
                    <a:pt x="556229" y="190788"/>
                    <a:pt x="582715" y="195884"/>
                    <a:pt x="600982" y="199419"/>
                  </a:cubicBezTo>
                  <a:cubicBezTo>
                    <a:pt x="619249" y="202959"/>
                    <a:pt x="635461" y="205916"/>
                    <a:pt x="637003" y="205996"/>
                  </a:cubicBezTo>
                  <a:cubicBezTo>
                    <a:pt x="638549" y="206072"/>
                    <a:pt x="641321" y="204952"/>
                    <a:pt x="643159" y="203506"/>
                  </a:cubicBezTo>
                  <a:close/>
                  <a:moveTo>
                    <a:pt x="389088" y="137720"/>
                  </a:moveTo>
                  <a:lnTo>
                    <a:pt x="389088" y="126428"/>
                  </a:lnTo>
                  <a:lnTo>
                    <a:pt x="339932" y="126428"/>
                  </a:lnTo>
                  <a:lnTo>
                    <a:pt x="290780" y="126428"/>
                  </a:lnTo>
                  <a:lnTo>
                    <a:pt x="290780" y="137720"/>
                  </a:lnTo>
                  <a:lnTo>
                    <a:pt x="290780" y="149012"/>
                  </a:lnTo>
                  <a:lnTo>
                    <a:pt x="339932" y="149012"/>
                  </a:lnTo>
                  <a:lnTo>
                    <a:pt x="389088" y="149012"/>
                  </a:lnTo>
                  <a:close/>
                  <a:moveTo>
                    <a:pt x="411246" y="612607"/>
                  </a:moveTo>
                  <a:cubicBezTo>
                    <a:pt x="406345" y="608751"/>
                    <a:pt x="406320" y="601968"/>
                    <a:pt x="411186" y="598137"/>
                  </a:cubicBezTo>
                  <a:cubicBezTo>
                    <a:pt x="414645" y="595420"/>
                    <a:pt x="415730" y="595385"/>
                    <a:pt x="497598" y="595385"/>
                  </a:cubicBezTo>
                  <a:lnTo>
                    <a:pt x="580511" y="595385"/>
                  </a:lnTo>
                  <a:lnTo>
                    <a:pt x="583775" y="592126"/>
                  </a:lnTo>
                  <a:lnTo>
                    <a:pt x="587033" y="588863"/>
                  </a:lnTo>
                  <a:lnTo>
                    <a:pt x="587033" y="535589"/>
                  </a:lnTo>
                  <a:lnTo>
                    <a:pt x="587033" y="482321"/>
                  </a:lnTo>
                  <a:lnTo>
                    <a:pt x="563118" y="423383"/>
                  </a:lnTo>
                  <a:cubicBezTo>
                    <a:pt x="549968" y="390967"/>
                    <a:pt x="539208" y="363583"/>
                    <a:pt x="539208" y="362523"/>
                  </a:cubicBezTo>
                  <a:cubicBezTo>
                    <a:pt x="539208" y="361464"/>
                    <a:pt x="540448" y="359023"/>
                    <a:pt x="541959" y="357100"/>
                  </a:cubicBezTo>
                  <a:cubicBezTo>
                    <a:pt x="545218" y="352963"/>
                    <a:pt x="550857" y="352451"/>
                    <a:pt x="554909" y="355925"/>
                  </a:cubicBezTo>
                  <a:cubicBezTo>
                    <a:pt x="556510" y="357296"/>
                    <a:pt x="567486" y="382632"/>
                    <a:pt x="581626" y="417589"/>
                  </a:cubicBezTo>
                  <a:lnTo>
                    <a:pt x="605631" y="476933"/>
                  </a:lnTo>
                  <a:lnTo>
                    <a:pt x="605631" y="534896"/>
                  </a:lnTo>
                  <a:cubicBezTo>
                    <a:pt x="605631" y="585599"/>
                    <a:pt x="605365" y="593392"/>
                    <a:pt x="603487" y="597112"/>
                  </a:cubicBezTo>
                  <a:cubicBezTo>
                    <a:pt x="600455" y="603122"/>
                    <a:pt x="595208" y="608445"/>
                    <a:pt x="589027" y="611779"/>
                  </a:cubicBezTo>
                  <a:cubicBezTo>
                    <a:pt x="583765" y="614621"/>
                    <a:pt x="582896" y="614651"/>
                    <a:pt x="499260" y="615027"/>
                  </a:cubicBezTo>
                  <a:cubicBezTo>
                    <a:pt x="415102" y="615404"/>
                    <a:pt x="414791" y="615394"/>
                    <a:pt x="411246" y="612607"/>
                  </a:cubicBezTo>
                  <a:close/>
                  <a:moveTo>
                    <a:pt x="326651" y="565404"/>
                  </a:moveTo>
                  <a:cubicBezTo>
                    <a:pt x="324823" y="565083"/>
                    <a:pt x="318843" y="564159"/>
                    <a:pt x="313365" y="563345"/>
                  </a:cubicBezTo>
                  <a:cubicBezTo>
                    <a:pt x="300491" y="561443"/>
                    <a:pt x="283143" y="555744"/>
                    <a:pt x="269993" y="549096"/>
                  </a:cubicBezTo>
                  <a:cubicBezTo>
                    <a:pt x="217905" y="522755"/>
                    <a:pt x="184550" y="468448"/>
                    <a:pt x="184510" y="409907"/>
                  </a:cubicBezTo>
                  <a:cubicBezTo>
                    <a:pt x="184500" y="396882"/>
                    <a:pt x="187131" y="392127"/>
                    <a:pt x="194356" y="392127"/>
                  </a:cubicBezTo>
                  <a:cubicBezTo>
                    <a:pt x="202344" y="392127"/>
                    <a:pt x="203650" y="395215"/>
                    <a:pt x="204629" y="416504"/>
                  </a:cubicBezTo>
                  <a:cubicBezTo>
                    <a:pt x="205874" y="443643"/>
                    <a:pt x="212387" y="464119"/>
                    <a:pt x="226546" y="485419"/>
                  </a:cubicBezTo>
                  <a:cubicBezTo>
                    <a:pt x="270485" y="551516"/>
                    <a:pt x="360458" y="566278"/>
                    <a:pt x="423542" y="517734"/>
                  </a:cubicBezTo>
                  <a:cubicBezTo>
                    <a:pt x="445645" y="500723"/>
                    <a:pt x="462014" y="476346"/>
                    <a:pt x="471042" y="446972"/>
                  </a:cubicBezTo>
                  <a:cubicBezTo>
                    <a:pt x="474356" y="436187"/>
                    <a:pt x="474637" y="433486"/>
                    <a:pt x="474702" y="411388"/>
                  </a:cubicBezTo>
                  <a:cubicBezTo>
                    <a:pt x="474767" y="390360"/>
                    <a:pt x="474406" y="386112"/>
                    <a:pt x="471694" y="376185"/>
                  </a:cubicBezTo>
                  <a:cubicBezTo>
                    <a:pt x="468124" y="363111"/>
                    <a:pt x="460618" y="346461"/>
                    <a:pt x="453312" y="335409"/>
                  </a:cubicBezTo>
                  <a:cubicBezTo>
                    <a:pt x="446740" y="325468"/>
                    <a:pt x="430682" y="308637"/>
                    <a:pt x="420394" y="300900"/>
                  </a:cubicBezTo>
                  <a:cubicBezTo>
                    <a:pt x="394968" y="281784"/>
                    <a:pt x="359328" y="271873"/>
                    <a:pt x="327525" y="275076"/>
                  </a:cubicBezTo>
                  <a:cubicBezTo>
                    <a:pt x="279172" y="279952"/>
                    <a:pt x="239109" y="307698"/>
                    <a:pt x="217578" y="351226"/>
                  </a:cubicBezTo>
                  <a:cubicBezTo>
                    <a:pt x="213170" y="360138"/>
                    <a:pt x="210961" y="363176"/>
                    <a:pt x="207958" y="364416"/>
                  </a:cubicBezTo>
                  <a:cubicBezTo>
                    <a:pt x="203062" y="366445"/>
                    <a:pt x="197770" y="363894"/>
                    <a:pt x="195912" y="358617"/>
                  </a:cubicBezTo>
                  <a:cubicBezTo>
                    <a:pt x="194265" y="353927"/>
                    <a:pt x="199216" y="342198"/>
                    <a:pt x="209655" y="326055"/>
                  </a:cubicBezTo>
                  <a:cubicBezTo>
                    <a:pt x="256446" y="253696"/>
                    <a:pt x="353976" y="233386"/>
                    <a:pt x="425516" y="281106"/>
                  </a:cubicBezTo>
                  <a:cubicBezTo>
                    <a:pt x="498396" y="329720"/>
                    <a:pt x="516974" y="426923"/>
                    <a:pt x="467231" y="499357"/>
                  </a:cubicBezTo>
                  <a:cubicBezTo>
                    <a:pt x="445359" y="531206"/>
                    <a:pt x="408118" y="555583"/>
                    <a:pt x="370289" y="562813"/>
                  </a:cubicBezTo>
                  <a:cubicBezTo>
                    <a:pt x="359187" y="564932"/>
                    <a:pt x="332897" y="566494"/>
                    <a:pt x="326651" y="565404"/>
                  </a:cubicBezTo>
                  <a:close/>
                  <a:moveTo>
                    <a:pt x="121656" y="556713"/>
                  </a:moveTo>
                  <a:cubicBezTo>
                    <a:pt x="115525" y="553143"/>
                    <a:pt x="116273" y="542769"/>
                    <a:pt x="122876" y="539762"/>
                  </a:cubicBezTo>
                  <a:cubicBezTo>
                    <a:pt x="128203" y="537332"/>
                    <a:pt x="184941" y="537733"/>
                    <a:pt x="189772" y="540228"/>
                  </a:cubicBezTo>
                  <a:cubicBezTo>
                    <a:pt x="196334" y="543623"/>
                    <a:pt x="196394" y="553339"/>
                    <a:pt x="189872" y="556828"/>
                  </a:cubicBezTo>
                  <a:cubicBezTo>
                    <a:pt x="186418" y="558676"/>
                    <a:pt x="124854" y="558571"/>
                    <a:pt x="121656" y="556713"/>
                  </a:cubicBezTo>
                  <a:close/>
                  <a:moveTo>
                    <a:pt x="329347" y="522238"/>
                  </a:moveTo>
                  <a:cubicBezTo>
                    <a:pt x="313079" y="515404"/>
                    <a:pt x="306326" y="495727"/>
                    <a:pt x="315102" y="480774"/>
                  </a:cubicBezTo>
                  <a:cubicBezTo>
                    <a:pt x="317151" y="477285"/>
                    <a:pt x="321288" y="472801"/>
                    <a:pt x="324301" y="470807"/>
                  </a:cubicBezTo>
                  <a:cubicBezTo>
                    <a:pt x="329066" y="467659"/>
                    <a:pt x="331095" y="467187"/>
                    <a:pt x="339932" y="467187"/>
                  </a:cubicBezTo>
                  <a:cubicBezTo>
                    <a:pt x="348769" y="467187"/>
                    <a:pt x="350802" y="467654"/>
                    <a:pt x="355567" y="470807"/>
                  </a:cubicBezTo>
                  <a:cubicBezTo>
                    <a:pt x="372619" y="482090"/>
                    <a:pt x="372920" y="507125"/>
                    <a:pt x="356150" y="518899"/>
                  </a:cubicBezTo>
                  <a:cubicBezTo>
                    <a:pt x="351395" y="522238"/>
                    <a:pt x="348965" y="522961"/>
                    <a:pt x="341538" y="523258"/>
                  </a:cubicBezTo>
                  <a:cubicBezTo>
                    <a:pt x="336638" y="523458"/>
                    <a:pt x="331150" y="522996"/>
                    <a:pt x="329347" y="522238"/>
                  </a:cubicBezTo>
                  <a:close/>
                  <a:moveTo>
                    <a:pt x="345731" y="502294"/>
                  </a:moveTo>
                  <a:cubicBezTo>
                    <a:pt x="350576" y="498488"/>
                    <a:pt x="350576" y="491680"/>
                    <a:pt x="345731" y="487874"/>
                  </a:cubicBezTo>
                  <a:cubicBezTo>
                    <a:pt x="343808" y="486357"/>
                    <a:pt x="341197" y="485122"/>
                    <a:pt x="339932" y="485122"/>
                  </a:cubicBezTo>
                  <a:cubicBezTo>
                    <a:pt x="335478" y="485122"/>
                    <a:pt x="330633" y="490309"/>
                    <a:pt x="330633" y="495084"/>
                  </a:cubicBezTo>
                  <a:cubicBezTo>
                    <a:pt x="330633" y="499859"/>
                    <a:pt x="335478" y="505046"/>
                    <a:pt x="339932" y="505046"/>
                  </a:cubicBezTo>
                  <a:cubicBezTo>
                    <a:pt x="341197" y="505046"/>
                    <a:pt x="343808" y="503811"/>
                    <a:pt x="345731" y="502294"/>
                  </a:cubicBezTo>
                  <a:close/>
                  <a:moveTo>
                    <a:pt x="253449" y="478490"/>
                  </a:moveTo>
                  <a:cubicBezTo>
                    <a:pt x="226441" y="464215"/>
                    <a:pt x="236734" y="424011"/>
                    <a:pt x="267397" y="424011"/>
                  </a:cubicBezTo>
                  <a:cubicBezTo>
                    <a:pt x="283600" y="424011"/>
                    <a:pt x="297730" y="440706"/>
                    <a:pt x="295294" y="456989"/>
                  </a:cubicBezTo>
                  <a:cubicBezTo>
                    <a:pt x="294104" y="464943"/>
                    <a:pt x="287416" y="474332"/>
                    <a:pt x="280276" y="478068"/>
                  </a:cubicBezTo>
                  <a:cubicBezTo>
                    <a:pt x="272765" y="482004"/>
                    <a:pt x="260458" y="482195"/>
                    <a:pt x="253449" y="478490"/>
                  </a:cubicBezTo>
                  <a:close/>
                  <a:moveTo>
                    <a:pt x="273091" y="459646"/>
                  </a:moveTo>
                  <a:cubicBezTo>
                    <a:pt x="281185" y="452044"/>
                    <a:pt x="271254" y="438557"/>
                    <a:pt x="262020" y="444612"/>
                  </a:cubicBezTo>
                  <a:cubicBezTo>
                    <a:pt x="257275" y="447715"/>
                    <a:pt x="255814" y="452541"/>
                    <a:pt x="258209" y="457175"/>
                  </a:cubicBezTo>
                  <a:cubicBezTo>
                    <a:pt x="261357" y="463261"/>
                    <a:pt x="268060" y="464375"/>
                    <a:pt x="273091" y="459646"/>
                  </a:cubicBezTo>
                  <a:close/>
                  <a:moveTo>
                    <a:pt x="399592" y="478068"/>
                  </a:moveTo>
                  <a:cubicBezTo>
                    <a:pt x="392452" y="474332"/>
                    <a:pt x="385764" y="464943"/>
                    <a:pt x="384574" y="456989"/>
                  </a:cubicBezTo>
                  <a:cubicBezTo>
                    <a:pt x="382119" y="440565"/>
                    <a:pt x="396268" y="424011"/>
                    <a:pt x="412762" y="424011"/>
                  </a:cubicBezTo>
                  <a:cubicBezTo>
                    <a:pt x="424396" y="424011"/>
                    <a:pt x="434247" y="430177"/>
                    <a:pt x="439037" y="440460"/>
                  </a:cubicBezTo>
                  <a:cubicBezTo>
                    <a:pt x="445896" y="455197"/>
                    <a:pt x="440463" y="471244"/>
                    <a:pt x="426133" y="478555"/>
                  </a:cubicBezTo>
                  <a:cubicBezTo>
                    <a:pt x="418898" y="482245"/>
                    <a:pt x="407164" y="482035"/>
                    <a:pt x="399592" y="478068"/>
                  </a:cubicBezTo>
                  <a:close/>
                  <a:moveTo>
                    <a:pt x="417592" y="461709"/>
                  </a:moveTo>
                  <a:cubicBezTo>
                    <a:pt x="418772" y="461257"/>
                    <a:pt x="420615" y="459199"/>
                    <a:pt x="421680" y="457135"/>
                  </a:cubicBezTo>
                  <a:cubicBezTo>
                    <a:pt x="426917" y="447012"/>
                    <a:pt x="412185" y="437728"/>
                    <a:pt x="405662" y="447043"/>
                  </a:cubicBezTo>
                  <a:cubicBezTo>
                    <a:pt x="399938" y="455212"/>
                    <a:pt x="408163" y="465329"/>
                    <a:pt x="417592" y="461709"/>
                  </a:cubicBezTo>
                  <a:close/>
                  <a:moveTo>
                    <a:pt x="328207" y="442252"/>
                  </a:moveTo>
                  <a:cubicBezTo>
                    <a:pt x="321550" y="440119"/>
                    <a:pt x="311256" y="430187"/>
                    <a:pt x="308655" y="423378"/>
                  </a:cubicBezTo>
                  <a:cubicBezTo>
                    <a:pt x="305156" y="414220"/>
                    <a:pt x="306371" y="400869"/>
                    <a:pt x="311452" y="392629"/>
                  </a:cubicBezTo>
                  <a:cubicBezTo>
                    <a:pt x="316026" y="385213"/>
                    <a:pt x="326199" y="378349"/>
                    <a:pt x="334604" y="377004"/>
                  </a:cubicBezTo>
                  <a:cubicBezTo>
                    <a:pt x="347368" y="374965"/>
                    <a:pt x="361572" y="381538"/>
                    <a:pt x="368431" y="392660"/>
                  </a:cubicBezTo>
                  <a:cubicBezTo>
                    <a:pt x="373949" y="401607"/>
                    <a:pt x="374868" y="415631"/>
                    <a:pt x="370520" y="424609"/>
                  </a:cubicBezTo>
                  <a:cubicBezTo>
                    <a:pt x="366930" y="432030"/>
                    <a:pt x="357766" y="440294"/>
                    <a:pt x="350817" y="442373"/>
                  </a:cubicBezTo>
                  <a:cubicBezTo>
                    <a:pt x="344556" y="444251"/>
                    <a:pt x="334278" y="444196"/>
                    <a:pt x="328207" y="442252"/>
                  </a:cubicBezTo>
                  <a:close/>
                  <a:moveTo>
                    <a:pt x="347348" y="422831"/>
                  </a:moveTo>
                  <a:cubicBezTo>
                    <a:pt x="355748" y="417709"/>
                    <a:pt x="356632" y="405860"/>
                    <a:pt x="349085" y="399513"/>
                  </a:cubicBezTo>
                  <a:cubicBezTo>
                    <a:pt x="337612" y="389858"/>
                    <a:pt x="320957" y="402300"/>
                    <a:pt x="326721" y="416218"/>
                  </a:cubicBezTo>
                  <a:cubicBezTo>
                    <a:pt x="328674" y="420928"/>
                    <a:pt x="335051" y="425327"/>
                    <a:pt x="339932" y="425327"/>
                  </a:cubicBezTo>
                  <a:cubicBezTo>
                    <a:pt x="341759" y="425327"/>
                    <a:pt x="345098" y="424207"/>
                    <a:pt x="347348" y="422831"/>
                  </a:cubicBezTo>
                  <a:close/>
                  <a:moveTo>
                    <a:pt x="257149" y="395516"/>
                  </a:moveTo>
                  <a:cubicBezTo>
                    <a:pt x="240469" y="389566"/>
                    <a:pt x="233164" y="371074"/>
                    <a:pt x="241157" y="355037"/>
                  </a:cubicBezTo>
                  <a:cubicBezTo>
                    <a:pt x="249317" y="338658"/>
                    <a:pt x="270520" y="334204"/>
                    <a:pt x="284700" y="345888"/>
                  </a:cubicBezTo>
                  <a:cubicBezTo>
                    <a:pt x="302650" y="360685"/>
                    <a:pt x="296359" y="390385"/>
                    <a:pt x="274090" y="395994"/>
                  </a:cubicBezTo>
                  <a:cubicBezTo>
                    <a:pt x="266745" y="397841"/>
                    <a:pt x="263411" y="397751"/>
                    <a:pt x="257149" y="395516"/>
                  </a:cubicBezTo>
                  <a:close/>
                  <a:moveTo>
                    <a:pt x="273508" y="374855"/>
                  </a:moveTo>
                  <a:cubicBezTo>
                    <a:pt x="279453" y="368910"/>
                    <a:pt x="274999" y="358913"/>
                    <a:pt x="266408" y="358913"/>
                  </a:cubicBezTo>
                  <a:cubicBezTo>
                    <a:pt x="260950" y="358913"/>
                    <a:pt x="257124" y="362749"/>
                    <a:pt x="257124" y="368212"/>
                  </a:cubicBezTo>
                  <a:cubicBezTo>
                    <a:pt x="257124" y="376602"/>
                    <a:pt x="267543" y="380825"/>
                    <a:pt x="273508" y="374855"/>
                  </a:cubicBezTo>
                  <a:close/>
                  <a:moveTo>
                    <a:pt x="404668" y="395752"/>
                  </a:moveTo>
                  <a:cubicBezTo>
                    <a:pt x="382927" y="388668"/>
                    <a:pt x="377580" y="360389"/>
                    <a:pt x="395229" y="345843"/>
                  </a:cubicBezTo>
                  <a:cubicBezTo>
                    <a:pt x="409257" y="334280"/>
                    <a:pt x="430672" y="338904"/>
                    <a:pt x="438822" y="355258"/>
                  </a:cubicBezTo>
                  <a:cubicBezTo>
                    <a:pt x="446042" y="369748"/>
                    <a:pt x="440398" y="386820"/>
                    <a:pt x="425907" y="394311"/>
                  </a:cubicBezTo>
                  <a:cubicBezTo>
                    <a:pt x="420685" y="397013"/>
                    <a:pt x="410633" y="397696"/>
                    <a:pt x="404668" y="395752"/>
                  </a:cubicBezTo>
                  <a:close/>
                  <a:moveTo>
                    <a:pt x="420324" y="374840"/>
                  </a:moveTo>
                  <a:cubicBezTo>
                    <a:pt x="425867" y="368709"/>
                    <a:pt x="421644" y="358913"/>
                    <a:pt x="413460" y="358913"/>
                  </a:cubicBezTo>
                  <a:cubicBezTo>
                    <a:pt x="407872" y="358913"/>
                    <a:pt x="403699" y="362890"/>
                    <a:pt x="403699" y="368212"/>
                  </a:cubicBezTo>
                  <a:cubicBezTo>
                    <a:pt x="403699" y="376457"/>
                    <a:pt x="414841" y="380895"/>
                    <a:pt x="420324" y="374840"/>
                  </a:cubicBezTo>
                  <a:close/>
                  <a:moveTo>
                    <a:pt x="329970" y="352933"/>
                  </a:moveTo>
                  <a:cubicBezTo>
                    <a:pt x="319878" y="349358"/>
                    <a:pt x="310739" y="336509"/>
                    <a:pt x="310714" y="325854"/>
                  </a:cubicBezTo>
                  <a:cubicBezTo>
                    <a:pt x="310684" y="313884"/>
                    <a:pt x="321193" y="300704"/>
                    <a:pt x="333033" y="297867"/>
                  </a:cubicBezTo>
                  <a:cubicBezTo>
                    <a:pt x="356687" y="292188"/>
                    <a:pt x="376907" y="317589"/>
                    <a:pt x="365810" y="339040"/>
                  </a:cubicBezTo>
                  <a:cubicBezTo>
                    <a:pt x="363024" y="344427"/>
                    <a:pt x="353940" y="351949"/>
                    <a:pt x="348332" y="353505"/>
                  </a:cubicBezTo>
                  <a:cubicBezTo>
                    <a:pt x="341599" y="355373"/>
                    <a:pt x="336412" y="355212"/>
                    <a:pt x="329970" y="352933"/>
                  </a:cubicBezTo>
                  <a:close/>
                  <a:moveTo>
                    <a:pt x="346805" y="332803"/>
                  </a:moveTo>
                  <a:cubicBezTo>
                    <a:pt x="350089" y="329826"/>
                    <a:pt x="349969" y="322450"/>
                    <a:pt x="346575" y="319061"/>
                  </a:cubicBezTo>
                  <a:cubicBezTo>
                    <a:pt x="340946" y="313427"/>
                    <a:pt x="330633" y="317529"/>
                    <a:pt x="330633" y="325407"/>
                  </a:cubicBezTo>
                  <a:cubicBezTo>
                    <a:pt x="330633" y="331352"/>
                    <a:pt x="334032" y="335003"/>
                    <a:pt x="339570" y="335003"/>
                  </a:cubicBezTo>
                  <a:cubicBezTo>
                    <a:pt x="342211" y="335003"/>
                    <a:pt x="345470" y="334014"/>
                    <a:pt x="346805" y="332803"/>
                  </a:cubicBezTo>
                  <a:close/>
                </a:path>
              </a:pathLst>
            </a:custGeom>
            <a:solidFill>
              <a:srgbClr val="010000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D61E644-951D-58D8-30C2-0C9C90640C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218" y="2299216"/>
            <a:ext cx="662124" cy="662124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B406AB-E7EE-A61B-4050-E45AB1EEEB5D}"/>
              </a:ext>
            </a:extLst>
          </p:cNvPr>
          <p:cNvCxnSpPr>
            <a:cxnSpLocks/>
          </p:cNvCxnSpPr>
          <p:nvPr/>
        </p:nvCxnSpPr>
        <p:spPr>
          <a:xfrm>
            <a:off x="4627305" y="2608792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1ACE79-EAEC-3407-4C4B-B45B90D622D8}"/>
              </a:ext>
            </a:extLst>
          </p:cNvPr>
          <p:cNvCxnSpPr>
            <a:cxnSpLocks/>
          </p:cNvCxnSpPr>
          <p:nvPr/>
        </p:nvCxnSpPr>
        <p:spPr>
          <a:xfrm>
            <a:off x="6484545" y="2608792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148063-1DBD-7302-49B5-C9A4DECA6943}"/>
              </a:ext>
            </a:extLst>
          </p:cNvPr>
          <p:cNvSpPr txBox="1"/>
          <p:nvPr/>
        </p:nvSpPr>
        <p:spPr>
          <a:xfrm>
            <a:off x="3979558" y="296134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21A953-EA90-230A-F843-F6B516562904}"/>
              </a:ext>
            </a:extLst>
          </p:cNvPr>
          <p:cNvSpPr txBox="1"/>
          <p:nvPr/>
        </p:nvSpPr>
        <p:spPr>
          <a:xfrm>
            <a:off x="7653476" y="296134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Proxima Soft Medium" panose="02000506030000020004" pitchFamily="2" charset="0"/>
              </a:rPr>
              <a:t>Node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E73C83-C1E6-B141-9EC5-13D8131EC044}"/>
              </a:ext>
            </a:extLst>
          </p:cNvPr>
          <p:cNvSpPr txBox="1"/>
          <p:nvPr/>
        </p:nvSpPr>
        <p:spPr>
          <a:xfrm>
            <a:off x="5803662" y="2961340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Switch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2E930-6D34-4E48-292C-5D76F4A52F51}"/>
              </a:ext>
            </a:extLst>
          </p:cNvPr>
          <p:cNvSpPr txBox="1"/>
          <p:nvPr/>
        </p:nvSpPr>
        <p:spPr>
          <a:xfrm>
            <a:off x="4807916" y="2191174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68253F-38CF-4B6A-F852-A8CC35F902C7}"/>
              </a:ext>
            </a:extLst>
          </p:cNvPr>
          <p:cNvSpPr txBox="1"/>
          <p:nvPr/>
        </p:nvSpPr>
        <p:spPr>
          <a:xfrm>
            <a:off x="6631957" y="2191174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237FB76-88D2-0DEE-4052-24E0D7C67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836" y="2586053"/>
            <a:ext cx="569301" cy="5693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4A8EEBE-0D43-38C7-E751-E0CABFB9F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313" y="2586053"/>
            <a:ext cx="569301" cy="5693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5EAB268-C12A-BFF7-243F-E34D34E86A3F}"/>
              </a:ext>
            </a:extLst>
          </p:cNvPr>
          <p:cNvSpPr txBox="1"/>
          <p:nvPr/>
        </p:nvSpPr>
        <p:spPr>
          <a:xfrm>
            <a:off x="4753443" y="3962297"/>
            <a:ext cx="2688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Proxima Soft Medium" panose="02000506030000020004" pitchFamily="2" charset="0"/>
              </a:rPr>
              <a:t>Quantum Network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CFC505E2-F885-74A7-587D-62690F6E2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918644" y="4949895"/>
            <a:ext cx="601686" cy="60168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414E5641-00B4-DE03-E136-6FDA7F395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670746" y="4985040"/>
            <a:ext cx="515756" cy="51575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ECAD41-CB6F-8633-A66B-CAD248F91B41}"/>
              </a:ext>
            </a:extLst>
          </p:cNvPr>
          <p:cNvCxnSpPr>
            <a:cxnSpLocks/>
          </p:cNvCxnSpPr>
          <p:nvPr/>
        </p:nvCxnSpPr>
        <p:spPr>
          <a:xfrm>
            <a:off x="4627305" y="5255163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0DE3A0-0B2D-F3FD-6863-C8023F85F80F}"/>
              </a:ext>
            </a:extLst>
          </p:cNvPr>
          <p:cNvCxnSpPr>
            <a:cxnSpLocks/>
          </p:cNvCxnSpPr>
          <p:nvPr/>
        </p:nvCxnSpPr>
        <p:spPr>
          <a:xfrm>
            <a:off x="6484545" y="5255163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329893B-23D8-2067-7C7C-05E4F253FA75}"/>
              </a:ext>
            </a:extLst>
          </p:cNvPr>
          <p:cNvSpPr txBox="1"/>
          <p:nvPr/>
        </p:nvSpPr>
        <p:spPr>
          <a:xfrm>
            <a:off x="5781218" y="5624431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Switch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79D0E4-1B36-F119-C846-CD4D54BC6081}"/>
              </a:ext>
            </a:extLst>
          </p:cNvPr>
          <p:cNvSpPr txBox="1"/>
          <p:nvPr/>
        </p:nvSpPr>
        <p:spPr>
          <a:xfrm>
            <a:off x="4805535" y="4837545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BC6E35-F599-909F-EEDE-43739C687963}"/>
              </a:ext>
            </a:extLst>
          </p:cNvPr>
          <p:cNvSpPr txBox="1"/>
          <p:nvPr/>
        </p:nvSpPr>
        <p:spPr>
          <a:xfrm>
            <a:off x="6631956" y="4837545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97BE05B-88A8-9C36-FF07-AA63989489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882233" y="5036635"/>
            <a:ext cx="427534" cy="427534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0FE23891-8EDD-388F-2447-2EFC4FEBDCFB}"/>
              </a:ext>
            </a:extLst>
          </p:cNvPr>
          <p:cNvGrpSpPr/>
          <p:nvPr/>
        </p:nvGrpSpPr>
        <p:grpSpPr>
          <a:xfrm>
            <a:off x="4896949" y="5262125"/>
            <a:ext cx="569301" cy="569301"/>
            <a:chOff x="4893836" y="4991100"/>
            <a:chExt cx="569301" cy="569301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17834A4-6DD7-07C4-9279-1F30449FB1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3836" y="4991100"/>
              <a:ext cx="569301" cy="569301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4F1E02C1-4A1C-CA14-09EA-A54415676F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4926685" y="5075725"/>
              <a:ext cx="400050" cy="40005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A7060FB-364C-244D-5AB7-64694DD68D48}"/>
              </a:ext>
            </a:extLst>
          </p:cNvPr>
          <p:cNvGrpSpPr/>
          <p:nvPr/>
        </p:nvGrpSpPr>
        <p:grpSpPr>
          <a:xfrm>
            <a:off x="6764643" y="5262125"/>
            <a:ext cx="569301" cy="569301"/>
            <a:chOff x="6740313" y="4991100"/>
            <a:chExt cx="569301" cy="569301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D0E1E95-6A05-C956-9BBD-9342F641D9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0313" y="4991100"/>
              <a:ext cx="569301" cy="569301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E0F524E8-BCE9-9B6B-F885-68632041B6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6775445" y="5089402"/>
              <a:ext cx="400050" cy="40005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B0D0FD6C-6F82-2DAA-0D39-980C551D0975}"/>
              </a:ext>
            </a:extLst>
          </p:cNvPr>
          <p:cNvSpPr txBox="1"/>
          <p:nvPr/>
        </p:nvSpPr>
        <p:spPr>
          <a:xfrm>
            <a:off x="3978188" y="5624431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Node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6FA260-8F48-AB31-0CC4-A75B531D92E2}"/>
              </a:ext>
            </a:extLst>
          </p:cNvPr>
          <p:cNvSpPr txBox="1"/>
          <p:nvPr/>
        </p:nvSpPr>
        <p:spPr>
          <a:xfrm>
            <a:off x="7659615" y="5624431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Proxima Soft Medium" panose="02000506030000020004" pitchFamily="2" charset="0"/>
              </a:rPr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278584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6" grpId="0"/>
      <p:bldP spid="27" grpId="0"/>
      <p:bldP spid="30" grpId="0"/>
      <p:bldP spid="35" grpId="0"/>
      <p:bldP spid="36" grpId="0"/>
      <p:bldP spid="37" grpId="0"/>
      <p:bldP spid="4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30162-DD51-6AAE-58DB-10FF6082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275CEB-5C30-1E56-0015-232DDFD29723}"/>
              </a:ext>
            </a:extLst>
          </p:cNvPr>
          <p:cNvSpPr txBox="1"/>
          <p:nvPr/>
        </p:nvSpPr>
        <p:spPr>
          <a:xfrm>
            <a:off x="1336713" y="1271880"/>
            <a:ext cx="2613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Proxima Soft Medium" panose="02000506030000020004" pitchFamily="2" charset="0"/>
              </a:rPr>
              <a:t>Classical Network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5F261E2-830D-F16E-1B6C-E277BBDE6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464244" y="2279285"/>
            <a:ext cx="678858" cy="616419"/>
          </a:xfrm>
          <a:prstGeom prst="rect">
            <a:avLst/>
          </a:prstGeom>
        </p:spPr>
      </p:pic>
      <p:grpSp>
        <p:nvGrpSpPr>
          <p:cNvPr id="8" name="Graphic 27">
            <a:extLst>
              <a:ext uri="{FF2B5EF4-FFF2-40B4-BE49-F238E27FC236}">
                <a16:creationId xmlns:a16="http://schemas.microsoft.com/office/drawing/2014/main" id="{DB0B797C-6979-41FC-C6C0-BABE8C00168C}"/>
              </a:ext>
            </a:extLst>
          </p:cNvPr>
          <p:cNvGrpSpPr/>
          <p:nvPr/>
        </p:nvGrpSpPr>
        <p:grpSpPr>
          <a:xfrm>
            <a:off x="4140100" y="2279285"/>
            <a:ext cx="678803" cy="616160"/>
            <a:chOff x="6183091" y="4017068"/>
            <a:chExt cx="678803" cy="616160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568EFB5-AECE-30FB-CFCD-3C759ED990F2}"/>
                </a:ext>
              </a:extLst>
            </p:cNvPr>
            <p:cNvSpPr/>
            <p:nvPr/>
          </p:nvSpPr>
          <p:spPr>
            <a:xfrm>
              <a:off x="6216121" y="4037666"/>
              <a:ext cx="622353" cy="585888"/>
            </a:xfrm>
            <a:custGeom>
              <a:avLst/>
              <a:gdLst>
                <a:gd name="csX0" fmla="*/ 354444 w 622353"/>
                <a:gd name="csY0" fmla="*/ 584872 h 585888"/>
                <a:gd name="csX1" fmla="*/ 367730 w 622353"/>
                <a:gd name="csY1" fmla="*/ 584877 h 585888"/>
                <a:gd name="csX2" fmla="*/ 360710 w 622353"/>
                <a:gd name="csY2" fmla="*/ 585369 h 585888"/>
                <a:gd name="csX3" fmla="*/ 354444 w 622353"/>
                <a:gd name="csY3" fmla="*/ 584872 h 585888"/>
                <a:gd name="csX4" fmla="*/ 73390 w 622353"/>
                <a:gd name="csY4" fmla="*/ 563859 h 585888"/>
                <a:gd name="csX5" fmla="*/ 70438 w 622353"/>
                <a:gd name="csY5" fmla="*/ 561790 h 585888"/>
                <a:gd name="csX6" fmla="*/ 70438 w 622353"/>
                <a:gd name="csY6" fmla="*/ 512383 h 585888"/>
                <a:gd name="csX7" fmla="*/ 70438 w 622353"/>
                <a:gd name="csY7" fmla="*/ 462976 h 585888"/>
                <a:gd name="csX8" fmla="*/ 121843 w 622353"/>
                <a:gd name="csY8" fmla="*/ 334442 h 585888"/>
                <a:gd name="csX9" fmla="*/ 173254 w 622353"/>
                <a:gd name="csY9" fmla="*/ 205907 h 585888"/>
                <a:gd name="csX10" fmla="*/ 309089 w 622353"/>
                <a:gd name="csY10" fmla="*/ 205907 h 585888"/>
                <a:gd name="csX11" fmla="*/ 444924 w 622353"/>
                <a:gd name="csY11" fmla="*/ 205907 h 585888"/>
                <a:gd name="csX12" fmla="*/ 448263 w 622353"/>
                <a:gd name="csY12" fmla="*/ 208895 h 585888"/>
                <a:gd name="csX13" fmla="*/ 470386 w 622353"/>
                <a:gd name="csY13" fmla="*/ 258382 h 585888"/>
                <a:gd name="csX14" fmla="*/ 491539 w 622353"/>
                <a:gd name="csY14" fmla="*/ 307348 h 585888"/>
                <a:gd name="csX15" fmla="*/ 498378 w 622353"/>
                <a:gd name="csY15" fmla="*/ 310165 h 585888"/>
                <a:gd name="csX16" fmla="*/ 507235 w 622353"/>
                <a:gd name="csY16" fmla="*/ 321487 h 585888"/>
                <a:gd name="csX17" fmla="*/ 511634 w 622353"/>
                <a:gd name="csY17" fmla="*/ 332458 h 585888"/>
                <a:gd name="csX18" fmla="*/ 508907 w 622353"/>
                <a:gd name="csY18" fmla="*/ 335360 h 585888"/>
                <a:gd name="csX19" fmla="*/ 506181 w 622353"/>
                <a:gd name="csY19" fmla="*/ 342395 h 585888"/>
                <a:gd name="csX20" fmla="*/ 529428 w 622353"/>
                <a:gd name="csY20" fmla="*/ 403737 h 585888"/>
                <a:gd name="csX21" fmla="*/ 552676 w 622353"/>
                <a:gd name="csY21" fmla="*/ 460947 h 585888"/>
                <a:gd name="csX22" fmla="*/ 552676 w 622353"/>
                <a:gd name="csY22" fmla="*/ 513437 h 585888"/>
                <a:gd name="csX23" fmla="*/ 552676 w 622353"/>
                <a:gd name="csY23" fmla="*/ 565928 h 585888"/>
                <a:gd name="csX24" fmla="*/ 314512 w 622353"/>
                <a:gd name="csY24" fmla="*/ 565928 h 585888"/>
                <a:gd name="csX25" fmla="*/ 73390 w 622353"/>
                <a:gd name="csY25" fmla="*/ 563859 h 585888"/>
                <a:gd name="csX26" fmla="*/ 337920 w 622353"/>
                <a:gd name="csY26" fmla="*/ 543258 h 585888"/>
                <a:gd name="csX27" fmla="*/ 451712 w 622353"/>
                <a:gd name="csY27" fmla="*/ 448620 h 585888"/>
                <a:gd name="csX28" fmla="*/ 433596 w 622353"/>
                <a:gd name="csY28" fmla="*/ 299249 h 585888"/>
                <a:gd name="csX29" fmla="*/ 333476 w 622353"/>
                <a:gd name="csY29" fmla="*/ 236340 h 585888"/>
                <a:gd name="csX30" fmla="*/ 280338 w 622353"/>
                <a:gd name="csY30" fmla="*/ 236330 h 585888"/>
                <a:gd name="csX31" fmla="*/ 167354 w 622353"/>
                <a:gd name="csY31" fmla="*/ 320568 h 585888"/>
                <a:gd name="csX32" fmla="*/ 165281 w 622353"/>
                <a:gd name="csY32" fmla="*/ 343690 h 585888"/>
                <a:gd name="csX33" fmla="*/ 165863 w 622353"/>
                <a:gd name="csY33" fmla="*/ 354591 h 585888"/>
                <a:gd name="csX34" fmla="*/ 163508 w 622353"/>
                <a:gd name="csY34" fmla="*/ 366988 h 585888"/>
                <a:gd name="csX35" fmla="*/ 160952 w 622353"/>
                <a:gd name="csY35" fmla="*/ 370638 h 585888"/>
                <a:gd name="csX36" fmla="*/ 150960 w 622353"/>
                <a:gd name="csY36" fmla="*/ 383547 h 585888"/>
                <a:gd name="csX37" fmla="*/ 155434 w 622353"/>
                <a:gd name="csY37" fmla="*/ 428325 h 585888"/>
                <a:gd name="csX38" fmla="*/ 275021 w 622353"/>
                <a:gd name="csY38" fmla="*/ 543172 h 585888"/>
                <a:gd name="csX39" fmla="*/ 337920 w 622353"/>
                <a:gd name="csY39" fmla="*/ 543258 h 585888"/>
                <a:gd name="csX40" fmla="*/ 155289 w 622353"/>
                <a:gd name="csY40" fmla="*/ 537890 h 585888"/>
                <a:gd name="csX41" fmla="*/ 160802 w 622353"/>
                <a:gd name="csY41" fmla="*/ 533989 h 585888"/>
                <a:gd name="csX42" fmla="*/ 159195 w 622353"/>
                <a:gd name="csY42" fmla="*/ 520808 h 585888"/>
                <a:gd name="csX43" fmla="*/ 123079 w 622353"/>
                <a:gd name="csY43" fmla="*/ 518102 h 585888"/>
                <a:gd name="csX44" fmla="*/ 86796 w 622353"/>
                <a:gd name="csY44" fmla="*/ 520989 h 585888"/>
                <a:gd name="csX45" fmla="*/ 89568 w 622353"/>
                <a:gd name="csY45" fmla="*/ 537458 h 585888"/>
                <a:gd name="csX46" fmla="*/ 155289 w 622353"/>
                <a:gd name="csY46" fmla="*/ 537890 h 585888"/>
                <a:gd name="csX47" fmla="*/ 214181 w 622353"/>
                <a:gd name="csY47" fmla="*/ 173757 h 585888"/>
                <a:gd name="csX48" fmla="*/ 212584 w 622353"/>
                <a:gd name="csY48" fmla="*/ 126594 h 585888"/>
                <a:gd name="csX49" fmla="*/ 212584 w 622353"/>
                <a:gd name="csY49" fmla="*/ 81028 h 585888"/>
                <a:gd name="csX50" fmla="*/ 225207 w 622353"/>
                <a:gd name="csY50" fmla="*/ 81028 h 585888"/>
                <a:gd name="csX51" fmla="*/ 237825 w 622353"/>
                <a:gd name="csY51" fmla="*/ 81028 h 585888"/>
                <a:gd name="csX52" fmla="*/ 237825 w 622353"/>
                <a:gd name="csY52" fmla="*/ 107083 h 585888"/>
                <a:gd name="csX53" fmla="*/ 240637 w 622353"/>
                <a:gd name="csY53" fmla="*/ 138148 h 585888"/>
                <a:gd name="csX54" fmla="*/ 248460 w 622353"/>
                <a:gd name="csY54" fmla="*/ 145966 h 585888"/>
                <a:gd name="csX55" fmla="*/ 307085 w 622353"/>
                <a:gd name="csY55" fmla="*/ 148778 h 585888"/>
                <a:gd name="csX56" fmla="*/ 365360 w 622353"/>
                <a:gd name="csY56" fmla="*/ 145936 h 585888"/>
                <a:gd name="csX57" fmla="*/ 371747 w 622353"/>
                <a:gd name="csY57" fmla="*/ 140629 h 585888"/>
                <a:gd name="csX58" fmla="*/ 375502 w 622353"/>
                <a:gd name="csY58" fmla="*/ 138153 h 585888"/>
                <a:gd name="csX59" fmla="*/ 381402 w 622353"/>
                <a:gd name="csY59" fmla="*/ 134272 h 585888"/>
                <a:gd name="csX60" fmla="*/ 385289 w 622353"/>
                <a:gd name="csY60" fmla="*/ 130385 h 585888"/>
                <a:gd name="csX61" fmla="*/ 385289 w 622353"/>
                <a:gd name="csY61" fmla="*/ 105707 h 585888"/>
                <a:gd name="csX62" fmla="*/ 385289 w 622353"/>
                <a:gd name="csY62" fmla="*/ 81028 h 585888"/>
                <a:gd name="csX63" fmla="*/ 397906 w 622353"/>
                <a:gd name="csY63" fmla="*/ 81028 h 585888"/>
                <a:gd name="csX64" fmla="*/ 410529 w 622353"/>
                <a:gd name="csY64" fmla="*/ 81028 h 585888"/>
                <a:gd name="csX65" fmla="*/ 410529 w 622353"/>
                <a:gd name="csY65" fmla="*/ 128191 h 585888"/>
                <a:gd name="csX66" fmla="*/ 410529 w 622353"/>
                <a:gd name="csY66" fmla="*/ 175349 h 585888"/>
                <a:gd name="csX67" fmla="*/ 313151 w 622353"/>
                <a:gd name="csY67" fmla="*/ 175349 h 585888"/>
                <a:gd name="csX68" fmla="*/ 214181 w 622353"/>
                <a:gd name="csY68" fmla="*/ 173757 h 585888"/>
                <a:gd name="csX69" fmla="*/ 544838 w 622353"/>
                <a:gd name="csY69" fmla="*/ 113520 h 585888"/>
                <a:gd name="csX70" fmla="*/ 464466 w 622353"/>
                <a:gd name="csY70" fmla="*/ 95358 h 585888"/>
                <a:gd name="csX71" fmla="*/ 446731 w 622353"/>
                <a:gd name="csY71" fmla="*/ 86346 h 585888"/>
                <a:gd name="csX72" fmla="*/ 441083 w 622353"/>
                <a:gd name="csY72" fmla="*/ 86341 h 585888"/>
                <a:gd name="csX73" fmla="*/ 441083 w 622353"/>
                <a:gd name="csY73" fmla="*/ 76027 h 585888"/>
                <a:gd name="csX74" fmla="*/ 430408 w 622353"/>
                <a:gd name="csY74" fmla="*/ 53463 h 585888"/>
                <a:gd name="csX75" fmla="*/ 393287 w 622353"/>
                <a:gd name="csY75" fmla="*/ 50475 h 585888"/>
                <a:gd name="csX76" fmla="*/ 349749 w 622353"/>
                <a:gd name="csY76" fmla="*/ 59774 h 585888"/>
                <a:gd name="csX77" fmla="*/ 346762 w 622353"/>
                <a:gd name="csY77" fmla="*/ 75244 h 585888"/>
                <a:gd name="csX78" fmla="*/ 346762 w 622353"/>
                <a:gd name="csY78" fmla="*/ 86341 h 585888"/>
                <a:gd name="csX79" fmla="*/ 306905 w 622353"/>
                <a:gd name="csY79" fmla="*/ 86341 h 585888"/>
                <a:gd name="csX80" fmla="*/ 267052 w 622353"/>
                <a:gd name="csY80" fmla="*/ 86341 h 585888"/>
                <a:gd name="csX81" fmla="*/ 267052 w 622353"/>
                <a:gd name="csY81" fmla="*/ 75244 h 585888"/>
                <a:gd name="csX82" fmla="*/ 264065 w 622353"/>
                <a:gd name="csY82" fmla="*/ 59774 h 585888"/>
                <a:gd name="csX83" fmla="*/ 220527 w 622353"/>
                <a:gd name="csY83" fmla="*/ 50475 h 585888"/>
                <a:gd name="csX84" fmla="*/ 183407 w 622353"/>
                <a:gd name="csY84" fmla="*/ 53463 h 585888"/>
                <a:gd name="csX85" fmla="*/ 172732 w 622353"/>
                <a:gd name="csY85" fmla="*/ 76027 h 585888"/>
                <a:gd name="csX86" fmla="*/ 172732 w 622353"/>
                <a:gd name="csY86" fmla="*/ 86341 h 585888"/>
                <a:gd name="csX87" fmla="*/ 167083 w 622353"/>
                <a:gd name="csY87" fmla="*/ 86346 h 585888"/>
                <a:gd name="csX88" fmla="*/ 148816 w 622353"/>
                <a:gd name="csY88" fmla="*/ 95610 h 585888"/>
                <a:gd name="csX89" fmla="*/ 73315 w 622353"/>
                <a:gd name="csY89" fmla="*/ 112837 h 585888"/>
                <a:gd name="csX90" fmla="*/ 529 w 622353"/>
                <a:gd name="csY90" fmla="*/ 125816 h 585888"/>
                <a:gd name="csX91" fmla="*/ 21613 w 622353"/>
                <a:gd name="csY91" fmla="*/ 42768 h 585888"/>
                <a:gd name="csX92" fmla="*/ 62464 w 622353"/>
                <a:gd name="csY92" fmla="*/ 29377 h 585888"/>
                <a:gd name="csX93" fmla="*/ 92686 w 622353"/>
                <a:gd name="csY93" fmla="*/ 20520 h 585888"/>
                <a:gd name="csX94" fmla="*/ 95679 w 622353"/>
                <a:gd name="csY94" fmla="*/ 14625 h 585888"/>
                <a:gd name="csX95" fmla="*/ 103316 w 622353"/>
                <a:gd name="csY95" fmla="*/ 10598 h 585888"/>
                <a:gd name="csX96" fmla="*/ 115803 w 622353"/>
                <a:gd name="csY96" fmla="*/ 8017 h 585888"/>
                <a:gd name="csX97" fmla="*/ 122094 w 622353"/>
                <a:gd name="csY97" fmla="*/ 10151 h 585888"/>
                <a:gd name="csX98" fmla="*/ 149188 w 622353"/>
                <a:gd name="csY98" fmla="*/ 12632 h 585888"/>
                <a:gd name="csX99" fmla="*/ 430458 w 622353"/>
                <a:gd name="csY99" fmla="*/ 7384 h 585888"/>
                <a:gd name="csX100" fmla="*/ 584730 w 622353"/>
                <a:gd name="csY100" fmla="*/ 37938 h 585888"/>
                <a:gd name="csX101" fmla="*/ 603474 w 622353"/>
                <a:gd name="csY101" fmla="*/ 55381 h 585888"/>
                <a:gd name="csX102" fmla="*/ 622810 w 622353"/>
                <a:gd name="csY102" fmla="*/ 127403 h 585888"/>
                <a:gd name="csX103" fmla="*/ 544838 w 622353"/>
                <a:gd name="csY103" fmla="*/ 113520 h 585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</a:cxnLst>
              <a:rect l="l" t="t" r="r" b="b"/>
              <a:pathLst>
                <a:path w="622353" h="585888">
                  <a:moveTo>
                    <a:pt x="354444" y="584872"/>
                  </a:moveTo>
                  <a:cubicBezTo>
                    <a:pt x="358305" y="584606"/>
                    <a:pt x="364285" y="584606"/>
                    <a:pt x="367730" y="584877"/>
                  </a:cubicBezTo>
                  <a:cubicBezTo>
                    <a:pt x="371174" y="585153"/>
                    <a:pt x="368016" y="585369"/>
                    <a:pt x="360710" y="585369"/>
                  </a:cubicBezTo>
                  <a:cubicBezTo>
                    <a:pt x="353405" y="585364"/>
                    <a:pt x="350583" y="585143"/>
                    <a:pt x="354444" y="584872"/>
                  </a:cubicBezTo>
                  <a:close/>
                  <a:moveTo>
                    <a:pt x="73390" y="563859"/>
                  </a:moveTo>
                  <a:lnTo>
                    <a:pt x="70438" y="561790"/>
                  </a:lnTo>
                  <a:lnTo>
                    <a:pt x="70438" y="512383"/>
                  </a:lnTo>
                  <a:lnTo>
                    <a:pt x="70438" y="462976"/>
                  </a:lnTo>
                  <a:lnTo>
                    <a:pt x="121843" y="334442"/>
                  </a:lnTo>
                  <a:lnTo>
                    <a:pt x="173254" y="205907"/>
                  </a:lnTo>
                  <a:lnTo>
                    <a:pt x="309089" y="205907"/>
                  </a:lnTo>
                  <a:lnTo>
                    <a:pt x="444924" y="205907"/>
                  </a:lnTo>
                  <a:lnTo>
                    <a:pt x="448263" y="208895"/>
                  </a:lnTo>
                  <a:cubicBezTo>
                    <a:pt x="450588" y="210973"/>
                    <a:pt x="457336" y="226067"/>
                    <a:pt x="470386" y="258382"/>
                  </a:cubicBezTo>
                  <a:cubicBezTo>
                    <a:pt x="480709" y="283955"/>
                    <a:pt x="490229" y="305987"/>
                    <a:pt x="491539" y="307348"/>
                  </a:cubicBezTo>
                  <a:cubicBezTo>
                    <a:pt x="492850" y="308704"/>
                    <a:pt x="495923" y="309969"/>
                    <a:pt x="498378" y="310165"/>
                  </a:cubicBezTo>
                  <a:cubicBezTo>
                    <a:pt x="502641" y="310501"/>
                    <a:pt x="503028" y="310998"/>
                    <a:pt x="507235" y="321487"/>
                  </a:cubicBezTo>
                  <a:lnTo>
                    <a:pt x="511634" y="332458"/>
                  </a:lnTo>
                  <a:lnTo>
                    <a:pt x="508907" y="335360"/>
                  </a:lnTo>
                  <a:cubicBezTo>
                    <a:pt x="507361" y="337002"/>
                    <a:pt x="506181" y="340055"/>
                    <a:pt x="506181" y="342395"/>
                  </a:cubicBezTo>
                  <a:cubicBezTo>
                    <a:pt x="506181" y="344684"/>
                    <a:pt x="516554" y="372049"/>
                    <a:pt x="529428" y="403737"/>
                  </a:cubicBezTo>
                  <a:lnTo>
                    <a:pt x="552676" y="460947"/>
                  </a:lnTo>
                  <a:lnTo>
                    <a:pt x="552676" y="513437"/>
                  </a:lnTo>
                  <a:lnTo>
                    <a:pt x="552676" y="565928"/>
                  </a:lnTo>
                  <a:lnTo>
                    <a:pt x="314512" y="565928"/>
                  </a:lnTo>
                  <a:cubicBezTo>
                    <a:pt x="101096" y="565928"/>
                    <a:pt x="76036" y="565712"/>
                    <a:pt x="73390" y="563859"/>
                  </a:cubicBezTo>
                  <a:close/>
                  <a:moveTo>
                    <a:pt x="337920" y="543258"/>
                  </a:moveTo>
                  <a:cubicBezTo>
                    <a:pt x="388743" y="532939"/>
                    <a:pt x="432682" y="496391"/>
                    <a:pt x="451712" y="448620"/>
                  </a:cubicBezTo>
                  <a:cubicBezTo>
                    <a:pt x="471596" y="398701"/>
                    <a:pt x="464852" y="343058"/>
                    <a:pt x="433596" y="299249"/>
                  </a:cubicBezTo>
                  <a:cubicBezTo>
                    <a:pt x="410509" y="266878"/>
                    <a:pt x="373153" y="243410"/>
                    <a:pt x="333476" y="236340"/>
                  </a:cubicBezTo>
                  <a:cubicBezTo>
                    <a:pt x="320703" y="234065"/>
                    <a:pt x="293157" y="234060"/>
                    <a:pt x="280338" y="236330"/>
                  </a:cubicBezTo>
                  <a:cubicBezTo>
                    <a:pt x="231147" y="245041"/>
                    <a:pt x="189442" y="276137"/>
                    <a:pt x="167354" y="320568"/>
                  </a:cubicBezTo>
                  <a:cubicBezTo>
                    <a:pt x="160008" y="335345"/>
                    <a:pt x="159642" y="339433"/>
                    <a:pt x="165281" y="343690"/>
                  </a:cubicBezTo>
                  <a:cubicBezTo>
                    <a:pt x="168127" y="345834"/>
                    <a:pt x="168133" y="345900"/>
                    <a:pt x="165863" y="354591"/>
                  </a:cubicBezTo>
                  <a:cubicBezTo>
                    <a:pt x="164608" y="359401"/>
                    <a:pt x="163548" y="364975"/>
                    <a:pt x="163508" y="366988"/>
                  </a:cubicBezTo>
                  <a:cubicBezTo>
                    <a:pt x="163453" y="369639"/>
                    <a:pt x="162750" y="370638"/>
                    <a:pt x="160952" y="370638"/>
                  </a:cubicBezTo>
                  <a:cubicBezTo>
                    <a:pt x="155590" y="370638"/>
                    <a:pt x="151874" y="375438"/>
                    <a:pt x="150960" y="383547"/>
                  </a:cubicBezTo>
                  <a:cubicBezTo>
                    <a:pt x="149881" y="393153"/>
                    <a:pt x="152085" y="415246"/>
                    <a:pt x="155434" y="428325"/>
                  </a:cubicBezTo>
                  <a:cubicBezTo>
                    <a:pt x="170221" y="486143"/>
                    <a:pt x="216967" y="531036"/>
                    <a:pt x="275021" y="543172"/>
                  </a:cubicBezTo>
                  <a:cubicBezTo>
                    <a:pt x="292851" y="546898"/>
                    <a:pt x="319809" y="546938"/>
                    <a:pt x="337920" y="543258"/>
                  </a:cubicBezTo>
                  <a:close/>
                  <a:moveTo>
                    <a:pt x="155289" y="537890"/>
                  </a:moveTo>
                  <a:cubicBezTo>
                    <a:pt x="157603" y="537082"/>
                    <a:pt x="160084" y="535329"/>
                    <a:pt x="160802" y="533989"/>
                  </a:cubicBezTo>
                  <a:cubicBezTo>
                    <a:pt x="163041" y="529806"/>
                    <a:pt x="162298" y="523700"/>
                    <a:pt x="159195" y="520808"/>
                  </a:cubicBezTo>
                  <a:cubicBezTo>
                    <a:pt x="156428" y="518233"/>
                    <a:pt x="154661" y="518102"/>
                    <a:pt x="123079" y="518102"/>
                  </a:cubicBezTo>
                  <a:cubicBezTo>
                    <a:pt x="90813" y="518102"/>
                    <a:pt x="89784" y="518182"/>
                    <a:pt x="86796" y="520989"/>
                  </a:cubicBezTo>
                  <a:cubicBezTo>
                    <a:pt x="81464" y="526000"/>
                    <a:pt x="82900" y="534561"/>
                    <a:pt x="89568" y="537458"/>
                  </a:cubicBezTo>
                  <a:cubicBezTo>
                    <a:pt x="94840" y="539758"/>
                    <a:pt x="148917" y="540109"/>
                    <a:pt x="155289" y="537890"/>
                  </a:cubicBezTo>
                  <a:close/>
                  <a:moveTo>
                    <a:pt x="214181" y="173757"/>
                  </a:moveTo>
                  <a:cubicBezTo>
                    <a:pt x="213001" y="172577"/>
                    <a:pt x="212584" y="160266"/>
                    <a:pt x="212584" y="126594"/>
                  </a:cubicBezTo>
                  <a:lnTo>
                    <a:pt x="212584" y="81028"/>
                  </a:lnTo>
                  <a:lnTo>
                    <a:pt x="225207" y="81028"/>
                  </a:lnTo>
                  <a:lnTo>
                    <a:pt x="237825" y="81028"/>
                  </a:lnTo>
                  <a:lnTo>
                    <a:pt x="237825" y="107083"/>
                  </a:lnTo>
                  <a:cubicBezTo>
                    <a:pt x="237825" y="131164"/>
                    <a:pt x="238041" y="133524"/>
                    <a:pt x="240637" y="138148"/>
                  </a:cubicBezTo>
                  <a:cubicBezTo>
                    <a:pt x="242188" y="140899"/>
                    <a:pt x="245703" y="144419"/>
                    <a:pt x="248460" y="145966"/>
                  </a:cubicBezTo>
                  <a:cubicBezTo>
                    <a:pt x="253330" y="148702"/>
                    <a:pt x="254927" y="148783"/>
                    <a:pt x="307085" y="148778"/>
                  </a:cubicBezTo>
                  <a:cubicBezTo>
                    <a:pt x="359480" y="148772"/>
                    <a:pt x="360816" y="148707"/>
                    <a:pt x="365360" y="145936"/>
                  </a:cubicBezTo>
                  <a:cubicBezTo>
                    <a:pt x="367916" y="144379"/>
                    <a:pt x="370793" y="141989"/>
                    <a:pt x="371747" y="140629"/>
                  </a:cubicBezTo>
                  <a:cubicBezTo>
                    <a:pt x="372701" y="139268"/>
                    <a:pt x="374393" y="138153"/>
                    <a:pt x="375502" y="138153"/>
                  </a:cubicBezTo>
                  <a:cubicBezTo>
                    <a:pt x="376612" y="138153"/>
                    <a:pt x="379268" y="136406"/>
                    <a:pt x="381402" y="134272"/>
                  </a:cubicBezTo>
                  <a:lnTo>
                    <a:pt x="385289" y="130385"/>
                  </a:lnTo>
                  <a:lnTo>
                    <a:pt x="385289" y="105707"/>
                  </a:lnTo>
                  <a:lnTo>
                    <a:pt x="385289" y="81028"/>
                  </a:lnTo>
                  <a:lnTo>
                    <a:pt x="397906" y="81028"/>
                  </a:lnTo>
                  <a:lnTo>
                    <a:pt x="410529" y="81028"/>
                  </a:lnTo>
                  <a:lnTo>
                    <a:pt x="410529" y="128191"/>
                  </a:lnTo>
                  <a:lnTo>
                    <a:pt x="410529" y="175349"/>
                  </a:lnTo>
                  <a:lnTo>
                    <a:pt x="313151" y="175349"/>
                  </a:lnTo>
                  <a:cubicBezTo>
                    <a:pt x="239186" y="175349"/>
                    <a:pt x="215391" y="174968"/>
                    <a:pt x="214181" y="173757"/>
                  </a:cubicBezTo>
                  <a:close/>
                  <a:moveTo>
                    <a:pt x="544838" y="113520"/>
                  </a:moveTo>
                  <a:cubicBezTo>
                    <a:pt x="471591" y="99601"/>
                    <a:pt x="467097" y="98587"/>
                    <a:pt x="464466" y="95358"/>
                  </a:cubicBezTo>
                  <a:cubicBezTo>
                    <a:pt x="460047" y="89941"/>
                    <a:pt x="452988" y="86351"/>
                    <a:pt x="446731" y="86346"/>
                  </a:cubicBezTo>
                  <a:lnTo>
                    <a:pt x="441083" y="86341"/>
                  </a:lnTo>
                  <a:lnTo>
                    <a:pt x="441083" y="76027"/>
                  </a:lnTo>
                  <a:cubicBezTo>
                    <a:pt x="441083" y="63013"/>
                    <a:pt x="438537" y="57630"/>
                    <a:pt x="430408" y="53463"/>
                  </a:cubicBezTo>
                  <a:cubicBezTo>
                    <a:pt x="424850" y="50611"/>
                    <a:pt x="423127" y="50475"/>
                    <a:pt x="393287" y="50475"/>
                  </a:cubicBezTo>
                  <a:cubicBezTo>
                    <a:pt x="358356" y="50475"/>
                    <a:pt x="355714" y="51038"/>
                    <a:pt x="349749" y="59774"/>
                  </a:cubicBezTo>
                  <a:cubicBezTo>
                    <a:pt x="347239" y="63450"/>
                    <a:pt x="346762" y="65925"/>
                    <a:pt x="346762" y="75244"/>
                  </a:cubicBezTo>
                  <a:lnTo>
                    <a:pt x="346762" y="86341"/>
                  </a:lnTo>
                  <a:lnTo>
                    <a:pt x="306905" y="86341"/>
                  </a:lnTo>
                  <a:lnTo>
                    <a:pt x="267052" y="86341"/>
                  </a:lnTo>
                  <a:lnTo>
                    <a:pt x="267052" y="75244"/>
                  </a:lnTo>
                  <a:cubicBezTo>
                    <a:pt x="267052" y="65925"/>
                    <a:pt x="266575" y="63450"/>
                    <a:pt x="264065" y="59774"/>
                  </a:cubicBezTo>
                  <a:cubicBezTo>
                    <a:pt x="258100" y="51038"/>
                    <a:pt x="255459" y="50475"/>
                    <a:pt x="220527" y="50475"/>
                  </a:cubicBezTo>
                  <a:cubicBezTo>
                    <a:pt x="190687" y="50475"/>
                    <a:pt x="188965" y="50611"/>
                    <a:pt x="183407" y="53463"/>
                  </a:cubicBezTo>
                  <a:cubicBezTo>
                    <a:pt x="175278" y="57630"/>
                    <a:pt x="172732" y="63013"/>
                    <a:pt x="172732" y="76027"/>
                  </a:cubicBezTo>
                  <a:lnTo>
                    <a:pt x="172732" y="86341"/>
                  </a:lnTo>
                  <a:lnTo>
                    <a:pt x="167083" y="86346"/>
                  </a:lnTo>
                  <a:cubicBezTo>
                    <a:pt x="160877" y="86351"/>
                    <a:pt x="154154" y="89765"/>
                    <a:pt x="148816" y="95610"/>
                  </a:cubicBezTo>
                  <a:cubicBezTo>
                    <a:pt x="145643" y="99089"/>
                    <a:pt x="142299" y="99852"/>
                    <a:pt x="73315" y="112837"/>
                  </a:cubicBezTo>
                  <a:cubicBezTo>
                    <a:pt x="33618" y="120308"/>
                    <a:pt x="866" y="126153"/>
                    <a:pt x="529" y="125816"/>
                  </a:cubicBezTo>
                  <a:cubicBezTo>
                    <a:pt x="-405" y="124877"/>
                    <a:pt x="19921" y="44806"/>
                    <a:pt x="21613" y="42768"/>
                  </a:cubicBezTo>
                  <a:cubicBezTo>
                    <a:pt x="25379" y="38229"/>
                    <a:pt x="36626" y="34543"/>
                    <a:pt x="62464" y="29377"/>
                  </a:cubicBezTo>
                  <a:cubicBezTo>
                    <a:pt x="86465" y="24576"/>
                    <a:pt x="90055" y="23527"/>
                    <a:pt x="92686" y="20520"/>
                  </a:cubicBezTo>
                  <a:cubicBezTo>
                    <a:pt x="94333" y="18647"/>
                    <a:pt x="95679" y="15991"/>
                    <a:pt x="95679" y="14625"/>
                  </a:cubicBezTo>
                  <a:cubicBezTo>
                    <a:pt x="95679" y="12657"/>
                    <a:pt x="97280" y="11813"/>
                    <a:pt x="103316" y="10598"/>
                  </a:cubicBezTo>
                  <a:cubicBezTo>
                    <a:pt x="107518" y="9749"/>
                    <a:pt x="113137" y="8590"/>
                    <a:pt x="115803" y="8017"/>
                  </a:cubicBezTo>
                  <a:cubicBezTo>
                    <a:pt x="120121" y="7088"/>
                    <a:pt x="120804" y="7319"/>
                    <a:pt x="122094" y="10151"/>
                  </a:cubicBezTo>
                  <a:cubicBezTo>
                    <a:pt x="124685" y="15830"/>
                    <a:pt x="128612" y="16191"/>
                    <a:pt x="149188" y="12632"/>
                  </a:cubicBezTo>
                  <a:cubicBezTo>
                    <a:pt x="238658" y="-2854"/>
                    <a:pt x="340039" y="-4741"/>
                    <a:pt x="430458" y="7384"/>
                  </a:cubicBezTo>
                  <a:cubicBezTo>
                    <a:pt x="474392" y="13279"/>
                    <a:pt x="575637" y="33328"/>
                    <a:pt x="584730" y="37938"/>
                  </a:cubicBezTo>
                  <a:cubicBezTo>
                    <a:pt x="593532" y="42396"/>
                    <a:pt x="599362" y="47819"/>
                    <a:pt x="603474" y="55381"/>
                  </a:cubicBezTo>
                  <a:cubicBezTo>
                    <a:pt x="606632" y="61180"/>
                    <a:pt x="623809" y="125168"/>
                    <a:pt x="622810" y="127403"/>
                  </a:cubicBezTo>
                  <a:cubicBezTo>
                    <a:pt x="622599" y="127875"/>
                    <a:pt x="587512" y="121629"/>
                    <a:pt x="544838" y="113520"/>
                  </a:cubicBezTo>
                  <a:close/>
                </a:path>
              </a:pathLst>
            </a:custGeom>
            <a:solidFill>
              <a:srgbClr val="5599FF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2A30D4E-7002-504F-3903-447DBCD622C9}"/>
                </a:ext>
              </a:extLst>
            </p:cNvPr>
            <p:cNvSpPr/>
            <p:nvPr/>
          </p:nvSpPr>
          <p:spPr>
            <a:xfrm>
              <a:off x="6206351" y="4037008"/>
              <a:ext cx="631665" cy="585602"/>
            </a:xfrm>
            <a:custGeom>
              <a:avLst/>
              <a:gdLst>
                <a:gd name="csX0" fmla="*/ 355836 w 631665"/>
                <a:gd name="csY0" fmla="*/ 580816 h 585602"/>
                <a:gd name="csX1" fmla="*/ 353155 w 631665"/>
                <a:gd name="csY1" fmla="*/ 576548 h 585602"/>
                <a:gd name="csX2" fmla="*/ 215683 w 631665"/>
                <a:gd name="csY2" fmla="*/ 575885 h 585602"/>
                <a:gd name="csX3" fmla="*/ 71724 w 631665"/>
                <a:gd name="csY3" fmla="*/ 569835 h 585602"/>
                <a:gd name="csX4" fmla="*/ 70906 w 631665"/>
                <a:gd name="csY4" fmla="*/ 514769 h 585602"/>
                <a:gd name="csX5" fmla="*/ 70906 w 631665"/>
                <a:gd name="csY5" fmla="*/ 461842 h 585602"/>
                <a:gd name="csX6" fmla="*/ 121463 w 631665"/>
                <a:gd name="csY6" fmla="*/ 337194 h 585602"/>
                <a:gd name="csX7" fmla="*/ 180576 w 631665"/>
                <a:gd name="csY7" fmla="*/ 206566 h 585602"/>
                <a:gd name="csX8" fmla="*/ 182499 w 631665"/>
                <a:gd name="csY8" fmla="*/ 207229 h 585602"/>
                <a:gd name="csX9" fmla="*/ 131349 w 631665"/>
                <a:gd name="csY9" fmla="*/ 335758 h 585602"/>
                <a:gd name="csX10" fmla="*/ 80205 w 631665"/>
                <a:gd name="csY10" fmla="*/ 463614 h 585602"/>
                <a:gd name="csX11" fmla="*/ 80205 w 631665"/>
                <a:gd name="csY11" fmla="*/ 513031 h 585602"/>
                <a:gd name="csX12" fmla="*/ 80205 w 631665"/>
                <a:gd name="csY12" fmla="*/ 562449 h 585602"/>
                <a:gd name="csX13" fmla="*/ 83157 w 631665"/>
                <a:gd name="csY13" fmla="*/ 564517 h 585602"/>
                <a:gd name="csX14" fmla="*/ 324279 w 631665"/>
                <a:gd name="csY14" fmla="*/ 566586 h 585602"/>
                <a:gd name="csX15" fmla="*/ 562443 w 631665"/>
                <a:gd name="csY15" fmla="*/ 567339 h 585602"/>
                <a:gd name="csX16" fmla="*/ 557502 w 631665"/>
                <a:gd name="csY16" fmla="*/ 574068 h 585602"/>
                <a:gd name="csX17" fmla="*/ 471471 w 631665"/>
                <a:gd name="csY17" fmla="*/ 575885 h 585602"/>
                <a:gd name="csX18" fmla="*/ 387800 w 631665"/>
                <a:gd name="csY18" fmla="*/ 576548 h 585602"/>
                <a:gd name="csX19" fmla="*/ 385119 w 631665"/>
                <a:gd name="csY19" fmla="*/ 580816 h 585602"/>
                <a:gd name="csX20" fmla="*/ 382433 w 631665"/>
                <a:gd name="csY20" fmla="*/ 585084 h 585602"/>
                <a:gd name="csX21" fmla="*/ 370477 w 631665"/>
                <a:gd name="csY21" fmla="*/ 585084 h 585602"/>
                <a:gd name="csX22" fmla="*/ 358522 w 631665"/>
                <a:gd name="csY22" fmla="*/ 585084 h 585602"/>
                <a:gd name="csX23" fmla="*/ 117807 w 631665"/>
                <a:gd name="csY23" fmla="*/ 539026 h 585602"/>
                <a:gd name="csX24" fmla="*/ 148361 w 631665"/>
                <a:gd name="csY24" fmla="*/ 539026 h 585602"/>
                <a:gd name="csX25" fmla="*/ 132680 w 631665"/>
                <a:gd name="csY25" fmla="*/ 539447 h 585602"/>
                <a:gd name="csX26" fmla="*/ 117807 w 631665"/>
                <a:gd name="csY26" fmla="*/ 539020 h 585602"/>
                <a:gd name="csX27" fmla="*/ 205621 w 631665"/>
                <a:gd name="csY27" fmla="*/ 501157 h 585602"/>
                <a:gd name="csX28" fmla="*/ 203090 w 631665"/>
                <a:gd name="csY28" fmla="*/ 498169 h 585602"/>
                <a:gd name="csX29" fmla="*/ 206078 w 631665"/>
                <a:gd name="csY29" fmla="*/ 500700 h 585602"/>
                <a:gd name="csX30" fmla="*/ 208608 w 631665"/>
                <a:gd name="csY30" fmla="*/ 504144 h 585602"/>
                <a:gd name="csX31" fmla="*/ 205621 w 631665"/>
                <a:gd name="csY31" fmla="*/ 501157 h 585602"/>
                <a:gd name="csX32" fmla="*/ 426277 w 631665"/>
                <a:gd name="csY32" fmla="*/ 501488 h 585602"/>
                <a:gd name="csX33" fmla="*/ 429344 w 631665"/>
                <a:gd name="csY33" fmla="*/ 498832 h 585602"/>
                <a:gd name="csX34" fmla="*/ 427602 w 631665"/>
                <a:gd name="csY34" fmla="*/ 501488 h 585602"/>
                <a:gd name="csX35" fmla="*/ 424534 w 631665"/>
                <a:gd name="csY35" fmla="*/ 504144 h 585602"/>
                <a:gd name="csX36" fmla="*/ 426277 w 631665"/>
                <a:gd name="csY36" fmla="*/ 501488 h 585602"/>
                <a:gd name="csX37" fmla="*/ 160120 w 631665"/>
                <a:gd name="csY37" fmla="*/ 395212 h 585602"/>
                <a:gd name="csX38" fmla="*/ 160793 w 631665"/>
                <a:gd name="csY38" fmla="*/ 393550 h 585602"/>
                <a:gd name="csX39" fmla="*/ 160793 w 631665"/>
                <a:gd name="csY39" fmla="*/ 396869 h 585602"/>
                <a:gd name="csX40" fmla="*/ 160120 w 631665"/>
                <a:gd name="csY40" fmla="*/ 395212 h 585602"/>
                <a:gd name="csX41" fmla="*/ 472214 w 631665"/>
                <a:gd name="csY41" fmla="*/ 394434 h 585602"/>
                <a:gd name="csX42" fmla="*/ 473013 w 631665"/>
                <a:gd name="csY42" fmla="*/ 393630 h 585602"/>
                <a:gd name="csX43" fmla="*/ 472912 w 631665"/>
                <a:gd name="csY43" fmla="*/ 396176 h 585602"/>
                <a:gd name="csX44" fmla="*/ 472214 w 631665"/>
                <a:gd name="csY44" fmla="*/ 394434 h 585602"/>
                <a:gd name="csX45" fmla="*/ 160020 w 631665"/>
                <a:gd name="csY45" fmla="*/ 387791 h 585602"/>
                <a:gd name="csX46" fmla="*/ 160818 w 631665"/>
                <a:gd name="csY46" fmla="*/ 386988 h 585602"/>
                <a:gd name="csX47" fmla="*/ 160712 w 631665"/>
                <a:gd name="csY47" fmla="*/ 389538 h 585602"/>
                <a:gd name="csX48" fmla="*/ 160020 w 631665"/>
                <a:gd name="csY48" fmla="*/ 387791 h 585602"/>
                <a:gd name="csX49" fmla="*/ 472315 w 631665"/>
                <a:gd name="csY49" fmla="*/ 387239 h 585602"/>
                <a:gd name="csX50" fmla="*/ 472988 w 631665"/>
                <a:gd name="csY50" fmla="*/ 385577 h 585602"/>
                <a:gd name="csX51" fmla="*/ 472988 w 631665"/>
                <a:gd name="csY51" fmla="*/ 388901 h 585602"/>
                <a:gd name="csX52" fmla="*/ 472315 w 631665"/>
                <a:gd name="csY52" fmla="*/ 387239 h 585602"/>
                <a:gd name="csX53" fmla="*/ 170644 w 631665"/>
                <a:gd name="csY53" fmla="*/ 335984 h 585602"/>
                <a:gd name="csX54" fmla="*/ 171448 w 631665"/>
                <a:gd name="csY54" fmla="*/ 335180 h 585602"/>
                <a:gd name="csX55" fmla="*/ 171342 w 631665"/>
                <a:gd name="csY55" fmla="*/ 337726 h 585602"/>
                <a:gd name="csX56" fmla="*/ 170644 w 631665"/>
                <a:gd name="csY56" fmla="*/ 335984 h 585602"/>
                <a:gd name="csX57" fmla="*/ 213052 w 631665"/>
                <a:gd name="csY57" fmla="*/ 133499 h 585602"/>
                <a:gd name="csX58" fmla="*/ 213052 w 631665"/>
                <a:gd name="csY58" fmla="*/ 81687 h 585602"/>
                <a:gd name="csX59" fmla="*/ 217702 w 631665"/>
                <a:gd name="csY59" fmla="*/ 81687 h 585602"/>
                <a:gd name="csX60" fmla="*/ 222351 w 631665"/>
                <a:gd name="csY60" fmla="*/ 81687 h 585602"/>
                <a:gd name="csX61" fmla="*/ 222351 w 631665"/>
                <a:gd name="csY61" fmla="*/ 127253 h 585602"/>
                <a:gd name="csX62" fmla="*/ 223948 w 631665"/>
                <a:gd name="csY62" fmla="*/ 174416 h 585602"/>
                <a:gd name="csX63" fmla="*/ 322918 w 631665"/>
                <a:gd name="csY63" fmla="*/ 176007 h 585602"/>
                <a:gd name="csX64" fmla="*/ 420297 w 631665"/>
                <a:gd name="csY64" fmla="*/ 176007 h 585602"/>
                <a:gd name="csX65" fmla="*/ 420297 w 631665"/>
                <a:gd name="csY65" fmla="*/ 180657 h 585602"/>
                <a:gd name="csX66" fmla="*/ 420297 w 631665"/>
                <a:gd name="csY66" fmla="*/ 185306 h 585602"/>
                <a:gd name="csX67" fmla="*/ 316672 w 631665"/>
                <a:gd name="csY67" fmla="*/ 185306 h 585602"/>
                <a:gd name="csX68" fmla="*/ 213052 w 631665"/>
                <a:gd name="csY68" fmla="*/ 185306 h 585602"/>
                <a:gd name="csX69" fmla="*/ 560620 w 631665"/>
                <a:gd name="csY69" fmla="*/ 166683 h 585602"/>
                <a:gd name="csX70" fmla="*/ 497942 w 631665"/>
                <a:gd name="csY70" fmla="*/ 153217 h 585602"/>
                <a:gd name="csX71" fmla="*/ 492570 w 631665"/>
                <a:gd name="csY71" fmla="*/ 124170 h 585602"/>
                <a:gd name="csX72" fmla="*/ 632050 w 631665"/>
                <a:gd name="csY72" fmla="*/ 150932 h 585602"/>
                <a:gd name="csX73" fmla="*/ 622394 w 631665"/>
                <a:gd name="csY73" fmla="*/ 178518 h 585602"/>
                <a:gd name="csX74" fmla="*/ 560620 w 631665"/>
                <a:gd name="csY74" fmla="*/ 166683 h 585602"/>
                <a:gd name="csX75" fmla="*/ 17296 w 631665"/>
                <a:gd name="csY75" fmla="*/ 173020 h 585602"/>
                <a:gd name="csX76" fmla="*/ 9076 w 631665"/>
                <a:gd name="csY76" fmla="*/ 149697 h 585602"/>
                <a:gd name="csX77" fmla="*/ 151454 w 631665"/>
                <a:gd name="csY77" fmla="*/ 122011 h 585602"/>
                <a:gd name="csX78" fmla="*/ 145529 w 631665"/>
                <a:gd name="csY78" fmla="*/ 152263 h 585602"/>
                <a:gd name="csX79" fmla="*/ 122713 w 631665"/>
                <a:gd name="csY79" fmla="*/ 157163 h 585602"/>
                <a:gd name="csX80" fmla="*/ 61652 w 631665"/>
                <a:gd name="csY80" fmla="*/ 168621 h 585602"/>
                <a:gd name="csX81" fmla="*/ 20831 w 631665"/>
                <a:gd name="csY81" fmla="*/ 176007 h 585602"/>
                <a:gd name="csX82" fmla="*/ 17296 w 631665"/>
                <a:gd name="csY82" fmla="*/ 173020 h 585602"/>
                <a:gd name="csX83" fmla="*/ 384381 w 631665"/>
                <a:gd name="csY83" fmla="*/ 136241 h 585602"/>
                <a:gd name="csX84" fmla="*/ 385757 w 631665"/>
                <a:gd name="csY84" fmla="*/ 107681 h 585602"/>
                <a:gd name="csX85" fmla="*/ 385757 w 631665"/>
                <a:gd name="csY85" fmla="*/ 81687 h 585602"/>
                <a:gd name="csX86" fmla="*/ 390406 w 631665"/>
                <a:gd name="csY86" fmla="*/ 81687 h 585602"/>
                <a:gd name="csX87" fmla="*/ 395056 w 631665"/>
                <a:gd name="csY87" fmla="*/ 81687 h 585602"/>
                <a:gd name="csX88" fmla="*/ 395056 w 631665"/>
                <a:gd name="csY88" fmla="*/ 106365 h 585602"/>
                <a:gd name="csX89" fmla="*/ 395056 w 631665"/>
                <a:gd name="csY89" fmla="*/ 131044 h 585602"/>
                <a:gd name="csX90" fmla="*/ 391169 w 631665"/>
                <a:gd name="csY90" fmla="*/ 134930 h 585602"/>
                <a:gd name="csX91" fmla="*/ 384381 w 631665"/>
                <a:gd name="csY91" fmla="*/ 136241 h 585602"/>
                <a:gd name="csX92" fmla="*/ 495 w 631665"/>
                <a:gd name="csY92" fmla="*/ 127976 h 585602"/>
                <a:gd name="csX93" fmla="*/ 19018 w 631665"/>
                <a:gd name="csY93" fmla="*/ 57962 h 585602"/>
                <a:gd name="csX94" fmla="*/ 26053 w 631665"/>
                <a:gd name="csY94" fmla="*/ 47890 h 585602"/>
                <a:gd name="csX95" fmla="*/ 30602 w 631665"/>
                <a:gd name="csY95" fmla="*/ 42658 h 585602"/>
                <a:gd name="csX96" fmla="*/ 19867 w 631665"/>
                <a:gd name="csY96" fmla="*/ 85051 h 585602"/>
                <a:gd name="csX97" fmla="*/ 9127 w 631665"/>
                <a:gd name="csY97" fmla="*/ 127439 h 585602"/>
                <a:gd name="csX98" fmla="*/ 4813 w 631665"/>
                <a:gd name="csY98" fmla="*/ 128307 h 585602"/>
                <a:gd name="csX99" fmla="*/ 495 w 631665"/>
                <a:gd name="csY99" fmla="*/ 127976 h 585602"/>
                <a:gd name="csX100" fmla="*/ 182499 w 631665"/>
                <a:gd name="csY100" fmla="*/ 76686 h 585602"/>
                <a:gd name="csX101" fmla="*/ 193174 w 631665"/>
                <a:gd name="csY101" fmla="*/ 54121 h 585602"/>
                <a:gd name="csX102" fmla="*/ 230294 w 631665"/>
                <a:gd name="csY102" fmla="*/ 51134 h 585602"/>
                <a:gd name="csX103" fmla="*/ 273832 w 631665"/>
                <a:gd name="csY103" fmla="*/ 60428 h 585602"/>
                <a:gd name="csX104" fmla="*/ 276820 w 631665"/>
                <a:gd name="csY104" fmla="*/ 75902 h 585602"/>
                <a:gd name="csX105" fmla="*/ 276820 w 631665"/>
                <a:gd name="csY105" fmla="*/ 86999 h 585602"/>
                <a:gd name="csX106" fmla="*/ 272913 w 631665"/>
                <a:gd name="csY106" fmla="*/ 86999 h 585602"/>
                <a:gd name="csX107" fmla="*/ 268108 w 631665"/>
                <a:gd name="csY107" fmla="*/ 80989 h 585602"/>
                <a:gd name="csX108" fmla="*/ 257795 w 631665"/>
                <a:gd name="csY108" fmla="*/ 63872 h 585602"/>
                <a:gd name="csX109" fmla="*/ 232725 w 631665"/>
                <a:gd name="csY109" fmla="*/ 60643 h 585602"/>
                <a:gd name="csX110" fmla="*/ 205561 w 631665"/>
                <a:gd name="csY110" fmla="*/ 62421 h 585602"/>
                <a:gd name="csX111" fmla="*/ 192089 w 631665"/>
                <a:gd name="csY111" fmla="*/ 80411 h 585602"/>
                <a:gd name="csX112" fmla="*/ 186978 w 631665"/>
                <a:gd name="csY112" fmla="*/ 86999 h 585602"/>
                <a:gd name="csX113" fmla="*/ 182499 w 631665"/>
                <a:gd name="csY113" fmla="*/ 86999 h 585602"/>
                <a:gd name="csX114" fmla="*/ 356529 w 631665"/>
                <a:gd name="csY114" fmla="*/ 75902 h 585602"/>
                <a:gd name="csX115" fmla="*/ 359517 w 631665"/>
                <a:gd name="csY115" fmla="*/ 60428 h 585602"/>
                <a:gd name="csX116" fmla="*/ 403054 w 631665"/>
                <a:gd name="csY116" fmla="*/ 51134 h 585602"/>
                <a:gd name="csX117" fmla="*/ 440175 w 631665"/>
                <a:gd name="csY117" fmla="*/ 54121 h 585602"/>
                <a:gd name="csX118" fmla="*/ 450850 w 631665"/>
                <a:gd name="csY118" fmla="*/ 76686 h 585602"/>
                <a:gd name="csX119" fmla="*/ 450850 w 631665"/>
                <a:gd name="csY119" fmla="*/ 86999 h 585602"/>
                <a:gd name="csX120" fmla="*/ 446371 w 631665"/>
                <a:gd name="csY120" fmla="*/ 86999 h 585602"/>
                <a:gd name="csX121" fmla="*/ 441259 w 631665"/>
                <a:gd name="csY121" fmla="*/ 80411 h 585602"/>
                <a:gd name="csX122" fmla="*/ 427783 w 631665"/>
                <a:gd name="csY122" fmla="*/ 62421 h 585602"/>
                <a:gd name="csX123" fmla="*/ 400624 w 631665"/>
                <a:gd name="csY123" fmla="*/ 60643 h 585602"/>
                <a:gd name="csX124" fmla="*/ 375554 w 631665"/>
                <a:gd name="csY124" fmla="*/ 63872 h 585602"/>
                <a:gd name="csX125" fmla="*/ 365241 w 631665"/>
                <a:gd name="csY125" fmla="*/ 80989 h 585602"/>
                <a:gd name="csX126" fmla="*/ 360435 w 631665"/>
                <a:gd name="csY126" fmla="*/ 86999 h 585602"/>
                <a:gd name="csX127" fmla="*/ 356529 w 631665"/>
                <a:gd name="csY127" fmla="*/ 86999 h 585602"/>
                <a:gd name="csX128" fmla="*/ 297080 w 631665"/>
                <a:gd name="csY128" fmla="*/ -267 h 585602"/>
                <a:gd name="csX129" fmla="*/ 301729 w 631665"/>
                <a:gd name="csY129" fmla="*/ -267 h 585602"/>
                <a:gd name="csX130" fmla="*/ 299404 w 631665"/>
                <a:gd name="csY130" fmla="*/ 340 h 585602"/>
                <a:gd name="csX131" fmla="*/ 297080 w 631665"/>
                <a:gd name="csY131" fmla="*/ -267 h 585602"/>
                <a:gd name="csX132" fmla="*/ 330289 w 631665"/>
                <a:gd name="csY132" fmla="*/ -267 h 585602"/>
                <a:gd name="csX133" fmla="*/ 334938 w 631665"/>
                <a:gd name="csY133" fmla="*/ -267 h 585602"/>
                <a:gd name="csX134" fmla="*/ 332614 w 631665"/>
                <a:gd name="csY134" fmla="*/ 340 h 585602"/>
                <a:gd name="csX135" fmla="*/ 330289 w 631665"/>
                <a:gd name="csY135" fmla="*/ -267 h 5856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</a:cxnLst>
              <a:rect l="l" t="t" r="r" b="b"/>
              <a:pathLst>
                <a:path w="631665" h="585602">
                  <a:moveTo>
                    <a:pt x="355836" y="580816"/>
                  </a:moveTo>
                  <a:lnTo>
                    <a:pt x="353155" y="576548"/>
                  </a:lnTo>
                  <a:lnTo>
                    <a:pt x="215683" y="575885"/>
                  </a:lnTo>
                  <a:cubicBezTo>
                    <a:pt x="73060" y="575197"/>
                    <a:pt x="73793" y="575227"/>
                    <a:pt x="71724" y="569835"/>
                  </a:cubicBezTo>
                  <a:cubicBezTo>
                    <a:pt x="71272" y="568660"/>
                    <a:pt x="70906" y="543881"/>
                    <a:pt x="70906" y="514769"/>
                  </a:cubicBezTo>
                  <a:lnTo>
                    <a:pt x="70906" y="461842"/>
                  </a:lnTo>
                  <a:lnTo>
                    <a:pt x="121463" y="337194"/>
                  </a:lnTo>
                  <a:cubicBezTo>
                    <a:pt x="171869" y="212927"/>
                    <a:pt x="174751" y="206566"/>
                    <a:pt x="180576" y="206566"/>
                  </a:cubicBezTo>
                  <a:cubicBezTo>
                    <a:pt x="181635" y="206566"/>
                    <a:pt x="182499" y="206867"/>
                    <a:pt x="182499" y="207229"/>
                  </a:cubicBezTo>
                  <a:cubicBezTo>
                    <a:pt x="182499" y="207600"/>
                    <a:pt x="159482" y="265433"/>
                    <a:pt x="131349" y="335758"/>
                  </a:cubicBezTo>
                  <a:lnTo>
                    <a:pt x="80205" y="463614"/>
                  </a:lnTo>
                  <a:lnTo>
                    <a:pt x="80205" y="513031"/>
                  </a:lnTo>
                  <a:lnTo>
                    <a:pt x="80205" y="562449"/>
                  </a:lnTo>
                  <a:lnTo>
                    <a:pt x="83157" y="564517"/>
                  </a:lnTo>
                  <a:cubicBezTo>
                    <a:pt x="85803" y="566370"/>
                    <a:pt x="110863" y="566586"/>
                    <a:pt x="324279" y="566586"/>
                  </a:cubicBezTo>
                  <a:cubicBezTo>
                    <a:pt x="455268" y="566586"/>
                    <a:pt x="562443" y="566922"/>
                    <a:pt x="562443" y="567339"/>
                  </a:cubicBezTo>
                  <a:cubicBezTo>
                    <a:pt x="562443" y="569207"/>
                    <a:pt x="559646" y="573023"/>
                    <a:pt x="557502" y="574068"/>
                  </a:cubicBezTo>
                  <a:cubicBezTo>
                    <a:pt x="556202" y="574700"/>
                    <a:pt x="517489" y="575519"/>
                    <a:pt x="471471" y="575885"/>
                  </a:cubicBezTo>
                  <a:lnTo>
                    <a:pt x="387800" y="576548"/>
                  </a:lnTo>
                  <a:lnTo>
                    <a:pt x="385119" y="580816"/>
                  </a:lnTo>
                  <a:lnTo>
                    <a:pt x="382433" y="585084"/>
                  </a:lnTo>
                  <a:lnTo>
                    <a:pt x="370477" y="585084"/>
                  </a:lnTo>
                  <a:lnTo>
                    <a:pt x="358522" y="585084"/>
                  </a:lnTo>
                  <a:close/>
                  <a:moveTo>
                    <a:pt x="117807" y="539026"/>
                  </a:moveTo>
                  <a:cubicBezTo>
                    <a:pt x="126434" y="538790"/>
                    <a:pt x="140186" y="538794"/>
                    <a:pt x="148361" y="539026"/>
                  </a:cubicBezTo>
                  <a:cubicBezTo>
                    <a:pt x="156540" y="539256"/>
                    <a:pt x="149485" y="539447"/>
                    <a:pt x="132680" y="539447"/>
                  </a:cubicBezTo>
                  <a:cubicBezTo>
                    <a:pt x="115874" y="539447"/>
                    <a:pt x="109181" y="539256"/>
                    <a:pt x="117807" y="539020"/>
                  </a:cubicBezTo>
                  <a:close/>
                  <a:moveTo>
                    <a:pt x="205621" y="501157"/>
                  </a:moveTo>
                  <a:lnTo>
                    <a:pt x="203090" y="498169"/>
                  </a:lnTo>
                  <a:lnTo>
                    <a:pt x="206078" y="500700"/>
                  </a:lnTo>
                  <a:cubicBezTo>
                    <a:pt x="208885" y="503080"/>
                    <a:pt x="209673" y="504144"/>
                    <a:pt x="208608" y="504144"/>
                  </a:cubicBezTo>
                  <a:cubicBezTo>
                    <a:pt x="208357" y="504144"/>
                    <a:pt x="207012" y="502804"/>
                    <a:pt x="205621" y="501157"/>
                  </a:cubicBezTo>
                  <a:close/>
                  <a:moveTo>
                    <a:pt x="426277" y="501488"/>
                  </a:moveTo>
                  <a:cubicBezTo>
                    <a:pt x="427597" y="500027"/>
                    <a:pt x="428978" y="498832"/>
                    <a:pt x="429344" y="498832"/>
                  </a:cubicBezTo>
                  <a:cubicBezTo>
                    <a:pt x="429711" y="498832"/>
                    <a:pt x="428928" y="500027"/>
                    <a:pt x="427602" y="501488"/>
                  </a:cubicBezTo>
                  <a:cubicBezTo>
                    <a:pt x="426282" y="502949"/>
                    <a:pt x="424901" y="504144"/>
                    <a:pt x="424534" y="504144"/>
                  </a:cubicBezTo>
                  <a:cubicBezTo>
                    <a:pt x="424168" y="504144"/>
                    <a:pt x="424951" y="502949"/>
                    <a:pt x="426277" y="501488"/>
                  </a:cubicBezTo>
                  <a:close/>
                  <a:moveTo>
                    <a:pt x="160120" y="395212"/>
                  </a:moveTo>
                  <a:cubicBezTo>
                    <a:pt x="160120" y="393384"/>
                    <a:pt x="160426" y="392636"/>
                    <a:pt x="160793" y="393550"/>
                  </a:cubicBezTo>
                  <a:cubicBezTo>
                    <a:pt x="161159" y="394464"/>
                    <a:pt x="161159" y="395955"/>
                    <a:pt x="160793" y="396869"/>
                  </a:cubicBezTo>
                  <a:cubicBezTo>
                    <a:pt x="160421" y="397783"/>
                    <a:pt x="160120" y="397035"/>
                    <a:pt x="160120" y="395212"/>
                  </a:cubicBezTo>
                  <a:close/>
                  <a:moveTo>
                    <a:pt x="472214" y="394434"/>
                  </a:moveTo>
                  <a:cubicBezTo>
                    <a:pt x="472275" y="392887"/>
                    <a:pt x="472591" y="392571"/>
                    <a:pt x="473013" y="393630"/>
                  </a:cubicBezTo>
                  <a:cubicBezTo>
                    <a:pt x="473399" y="394590"/>
                    <a:pt x="473349" y="395739"/>
                    <a:pt x="472912" y="396176"/>
                  </a:cubicBezTo>
                  <a:cubicBezTo>
                    <a:pt x="472470" y="396618"/>
                    <a:pt x="472154" y="395835"/>
                    <a:pt x="472214" y="394434"/>
                  </a:cubicBezTo>
                  <a:close/>
                  <a:moveTo>
                    <a:pt x="160020" y="387791"/>
                  </a:moveTo>
                  <a:cubicBezTo>
                    <a:pt x="160080" y="386244"/>
                    <a:pt x="160396" y="385928"/>
                    <a:pt x="160818" y="386988"/>
                  </a:cubicBezTo>
                  <a:cubicBezTo>
                    <a:pt x="161205" y="387952"/>
                    <a:pt x="161154" y="389096"/>
                    <a:pt x="160712" y="389538"/>
                  </a:cubicBezTo>
                  <a:cubicBezTo>
                    <a:pt x="160276" y="389980"/>
                    <a:pt x="159959" y="389192"/>
                    <a:pt x="160020" y="387791"/>
                  </a:cubicBezTo>
                  <a:close/>
                  <a:moveTo>
                    <a:pt x="472315" y="387239"/>
                  </a:moveTo>
                  <a:cubicBezTo>
                    <a:pt x="472315" y="385411"/>
                    <a:pt x="472621" y="384663"/>
                    <a:pt x="472988" y="385577"/>
                  </a:cubicBezTo>
                  <a:cubicBezTo>
                    <a:pt x="473354" y="386490"/>
                    <a:pt x="473354" y="387987"/>
                    <a:pt x="472988" y="388901"/>
                  </a:cubicBezTo>
                  <a:cubicBezTo>
                    <a:pt x="472621" y="389814"/>
                    <a:pt x="472315" y="389066"/>
                    <a:pt x="472315" y="387239"/>
                  </a:cubicBezTo>
                  <a:close/>
                  <a:moveTo>
                    <a:pt x="170644" y="335984"/>
                  </a:moveTo>
                  <a:cubicBezTo>
                    <a:pt x="170709" y="334432"/>
                    <a:pt x="171026" y="334121"/>
                    <a:pt x="171448" y="335180"/>
                  </a:cubicBezTo>
                  <a:cubicBezTo>
                    <a:pt x="171829" y="336139"/>
                    <a:pt x="171784" y="337284"/>
                    <a:pt x="171342" y="337726"/>
                  </a:cubicBezTo>
                  <a:cubicBezTo>
                    <a:pt x="170900" y="338168"/>
                    <a:pt x="170589" y="337379"/>
                    <a:pt x="170644" y="335984"/>
                  </a:cubicBezTo>
                  <a:close/>
                  <a:moveTo>
                    <a:pt x="213052" y="133499"/>
                  </a:moveTo>
                  <a:lnTo>
                    <a:pt x="213052" y="81687"/>
                  </a:lnTo>
                  <a:lnTo>
                    <a:pt x="217702" y="81687"/>
                  </a:lnTo>
                  <a:lnTo>
                    <a:pt x="222351" y="81687"/>
                  </a:lnTo>
                  <a:lnTo>
                    <a:pt x="222351" y="127253"/>
                  </a:lnTo>
                  <a:cubicBezTo>
                    <a:pt x="222351" y="160924"/>
                    <a:pt x="222768" y="173236"/>
                    <a:pt x="223948" y="174416"/>
                  </a:cubicBezTo>
                  <a:cubicBezTo>
                    <a:pt x="225158" y="175626"/>
                    <a:pt x="248953" y="176007"/>
                    <a:pt x="322918" y="176007"/>
                  </a:cubicBezTo>
                  <a:lnTo>
                    <a:pt x="420297" y="176007"/>
                  </a:lnTo>
                  <a:lnTo>
                    <a:pt x="420297" y="180657"/>
                  </a:lnTo>
                  <a:lnTo>
                    <a:pt x="420297" y="185306"/>
                  </a:lnTo>
                  <a:lnTo>
                    <a:pt x="316672" y="185306"/>
                  </a:lnTo>
                  <a:lnTo>
                    <a:pt x="213052" y="185306"/>
                  </a:lnTo>
                  <a:close/>
                  <a:moveTo>
                    <a:pt x="560620" y="166683"/>
                  </a:moveTo>
                  <a:cubicBezTo>
                    <a:pt x="525910" y="160026"/>
                    <a:pt x="498931" y="154231"/>
                    <a:pt x="497942" y="153217"/>
                  </a:cubicBezTo>
                  <a:cubicBezTo>
                    <a:pt x="495547" y="150767"/>
                    <a:pt x="490642" y="124210"/>
                    <a:pt x="492570" y="124170"/>
                  </a:cubicBezTo>
                  <a:cubicBezTo>
                    <a:pt x="495969" y="124100"/>
                    <a:pt x="630970" y="150003"/>
                    <a:pt x="632050" y="150932"/>
                  </a:cubicBezTo>
                  <a:cubicBezTo>
                    <a:pt x="633280" y="151987"/>
                    <a:pt x="623896" y="178789"/>
                    <a:pt x="622394" y="178518"/>
                  </a:cubicBezTo>
                  <a:cubicBezTo>
                    <a:pt x="621937" y="178433"/>
                    <a:pt x="594141" y="173110"/>
                    <a:pt x="560620" y="166683"/>
                  </a:cubicBezTo>
                  <a:close/>
                  <a:moveTo>
                    <a:pt x="17296" y="173020"/>
                  </a:moveTo>
                  <a:cubicBezTo>
                    <a:pt x="14243" y="168114"/>
                    <a:pt x="8102" y="150686"/>
                    <a:pt x="9076" y="149697"/>
                  </a:cubicBezTo>
                  <a:cubicBezTo>
                    <a:pt x="9850" y="148909"/>
                    <a:pt x="150967" y="121469"/>
                    <a:pt x="151454" y="122011"/>
                  </a:cubicBezTo>
                  <a:cubicBezTo>
                    <a:pt x="151961" y="122578"/>
                    <a:pt x="146287" y="151560"/>
                    <a:pt x="145529" y="152263"/>
                  </a:cubicBezTo>
                  <a:cubicBezTo>
                    <a:pt x="145037" y="152720"/>
                    <a:pt x="134769" y="154924"/>
                    <a:pt x="122713" y="157163"/>
                  </a:cubicBezTo>
                  <a:cubicBezTo>
                    <a:pt x="110658" y="159403"/>
                    <a:pt x="83177" y="164559"/>
                    <a:pt x="61652" y="168621"/>
                  </a:cubicBezTo>
                  <a:cubicBezTo>
                    <a:pt x="40122" y="172684"/>
                    <a:pt x="21750" y="176007"/>
                    <a:pt x="20831" y="176007"/>
                  </a:cubicBezTo>
                  <a:cubicBezTo>
                    <a:pt x="19907" y="176007"/>
                    <a:pt x="18315" y="174662"/>
                    <a:pt x="17296" y="173020"/>
                  </a:cubicBezTo>
                  <a:close/>
                  <a:moveTo>
                    <a:pt x="384381" y="136241"/>
                  </a:moveTo>
                  <a:cubicBezTo>
                    <a:pt x="385194" y="134719"/>
                    <a:pt x="385757" y="123055"/>
                    <a:pt x="385757" y="107681"/>
                  </a:cubicBezTo>
                  <a:lnTo>
                    <a:pt x="385757" y="81687"/>
                  </a:lnTo>
                  <a:lnTo>
                    <a:pt x="390406" y="81687"/>
                  </a:lnTo>
                  <a:lnTo>
                    <a:pt x="395056" y="81687"/>
                  </a:lnTo>
                  <a:lnTo>
                    <a:pt x="395056" y="106365"/>
                  </a:lnTo>
                  <a:lnTo>
                    <a:pt x="395056" y="131044"/>
                  </a:lnTo>
                  <a:lnTo>
                    <a:pt x="391169" y="134930"/>
                  </a:lnTo>
                  <a:cubicBezTo>
                    <a:pt x="386605" y="139494"/>
                    <a:pt x="382182" y="140353"/>
                    <a:pt x="384381" y="136241"/>
                  </a:cubicBezTo>
                  <a:close/>
                  <a:moveTo>
                    <a:pt x="495" y="127976"/>
                  </a:moveTo>
                  <a:cubicBezTo>
                    <a:pt x="495" y="124175"/>
                    <a:pt x="16944" y="61989"/>
                    <a:pt x="19018" y="57962"/>
                  </a:cubicBezTo>
                  <a:cubicBezTo>
                    <a:pt x="20384" y="55301"/>
                    <a:pt x="23552" y="50772"/>
                    <a:pt x="26053" y="47890"/>
                  </a:cubicBezTo>
                  <a:lnTo>
                    <a:pt x="30602" y="42658"/>
                  </a:lnTo>
                  <a:lnTo>
                    <a:pt x="19867" y="85051"/>
                  </a:lnTo>
                  <a:lnTo>
                    <a:pt x="9127" y="127439"/>
                  </a:lnTo>
                  <a:lnTo>
                    <a:pt x="4813" y="128307"/>
                  </a:lnTo>
                  <a:cubicBezTo>
                    <a:pt x="2438" y="128784"/>
                    <a:pt x="495" y="128634"/>
                    <a:pt x="495" y="127976"/>
                  </a:cubicBezTo>
                  <a:close/>
                  <a:moveTo>
                    <a:pt x="182499" y="76686"/>
                  </a:moveTo>
                  <a:cubicBezTo>
                    <a:pt x="182499" y="63671"/>
                    <a:pt x="185045" y="58289"/>
                    <a:pt x="193174" y="54121"/>
                  </a:cubicBezTo>
                  <a:cubicBezTo>
                    <a:pt x="198732" y="51269"/>
                    <a:pt x="200454" y="51134"/>
                    <a:pt x="230294" y="51134"/>
                  </a:cubicBezTo>
                  <a:cubicBezTo>
                    <a:pt x="265226" y="51134"/>
                    <a:pt x="267867" y="51696"/>
                    <a:pt x="273832" y="60428"/>
                  </a:cubicBezTo>
                  <a:cubicBezTo>
                    <a:pt x="276343" y="64108"/>
                    <a:pt x="276820" y="66583"/>
                    <a:pt x="276820" y="75902"/>
                  </a:cubicBezTo>
                  <a:lnTo>
                    <a:pt x="276820" y="86999"/>
                  </a:lnTo>
                  <a:lnTo>
                    <a:pt x="272913" y="86999"/>
                  </a:lnTo>
                  <a:cubicBezTo>
                    <a:pt x="269303" y="86999"/>
                    <a:pt x="268942" y="86552"/>
                    <a:pt x="268108" y="80989"/>
                  </a:cubicBezTo>
                  <a:cubicBezTo>
                    <a:pt x="267094" y="74210"/>
                    <a:pt x="263343" y="67989"/>
                    <a:pt x="257795" y="63872"/>
                  </a:cubicBezTo>
                  <a:cubicBezTo>
                    <a:pt x="254431" y="61376"/>
                    <a:pt x="251870" y="61050"/>
                    <a:pt x="232725" y="60643"/>
                  </a:cubicBezTo>
                  <a:cubicBezTo>
                    <a:pt x="215181" y="60272"/>
                    <a:pt x="210371" y="60588"/>
                    <a:pt x="205561" y="62421"/>
                  </a:cubicBezTo>
                  <a:cubicBezTo>
                    <a:pt x="197783" y="65393"/>
                    <a:pt x="192907" y="71901"/>
                    <a:pt x="192089" y="80411"/>
                  </a:cubicBezTo>
                  <a:cubicBezTo>
                    <a:pt x="191472" y="86884"/>
                    <a:pt x="191376" y="86999"/>
                    <a:pt x="186978" y="86999"/>
                  </a:cubicBezTo>
                  <a:lnTo>
                    <a:pt x="182499" y="86999"/>
                  </a:lnTo>
                  <a:close/>
                  <a:moveTo>
                    <a:pt x="356529" y="75902"/>
                  </a:moveTo>
                  <a:cubicBezTo>
                    <a:pt x="356529" y="66583"/>
                    <a:pt x="357006" y="64108"/>
                    <a:pt x="359517" y="60428"/>
                  </a:cubicBezTo>
                  <a:cubicBezTo>
                    <a:pt x="365482" y="51696"/>
                    <a:pt x="368123" y="51134"/>
                    <a:pt x="403054" y="51134"/>
                  </a:cubicBezTo>
                  <a:cubicBezTo>
                    <a:pt x="432894" y="51134"/>
                    <a:pt x="434617" y="51269"/>
                    <a:pt x="440175" y="54121"/>
                  </a:cubicBezTo>
                  <a:cubicBezTo>
                    <a:pt x="448304" y="58289"/>
                    <a:pt x="450850" y="63671"/>
                    <a:pt x="450850" y="76686"/>
                  </a:cubicBezTo>
                  <a:lnTo>
                    <a:pt x="450850" y="86999"/>
                  </a:lnTo>
                  <a:lnTo>
                    <a:pt x="446371" y="86999"/>
                  </a:lnTo>
                  <a:cubicBezTo>
                    <a:pt x="441967" y="86999"/>
                    <a:pt x="441877" y="86884"/>
                    <a:pt x="441259" y="80411"/>
                  </a:cubicBezTo>
                  <a:cubicBezTo>
                    <a:pt x="440441" y="71901"/>
                    <a:pt x="435566" y="65393"/>
                    <a:pt x="427783" y="62421"/>
                  </a:cubicBezTo>
                  <a:cubicBezTo>
                    <a:pt x="422978" y="60588"/>
                    <a:pt x="418163" y="60272"/>
                    <a:pt x="400624" y="60643"/>
                  </a:cubicBezTo>
                  <a:cubicBezTo>
                    <a:pt x="381479" y="61050"/>
                    <a:pt x="378918" y="61376"/>
                    <a:pt x="375554" y="63872"/>
                  </a:cubicBezTo>
                  <a:cubicBezTo>
                    <a:pt x="370006" y="67989"/>
                    <a:pt x="366255" y="74210"/>
                    <a:pt x="365241" y="80989"/>
                  </a:cubicBezTo>
                  <a:cubicBezTo>
                    <a:pt x="364402" y="86552"/>
                    <a:pt x="364046" y="86999"/>
                    <a:pt x="360435" y="86999"/>
                  </a:cubicBezTo>
                  <a:lnTo>
                    <a:pt x="356529" y="86999"/>
                  </a:lnTo>
                  <a:close/>
                  <a:moveTo>
                    <a:pt x="297080" y="-267"/>
                  </a:moveTo>
                  <a:cubicBezTo>
                    <a:pt x="298360" y="-604"/>
                    <a:pt x="300449" y="-604"/>
                    <a:pt x="301729" y="-267"/>
                  </a:cubicBezTo>
                  <a:cubicBezTo>
                    <a:pt x="303009" y="69"/>
                    <a:pt x="301960" y="340"/>
                    <a:pt x="299404" y="340"/>
                  </a:cubicBezTo>
                  <a:cubicBezTo>
                    <a:pt x="296849" y="340"/>
                    <a:pt x="295799" y="69"/>
                    <a:pt x="297080" y="-267"/>
                  </a:cubicBezTo>
                  <a:close/>
                  <a:moveTo>
                    <a:pt x="330289" y="-267"/>
                  </a:moveTo>
                  <a:cubicBezTo>
                    <a:pt x="331569" y="-604"/>
                    <a:pt x="333663" y="-604"/>
                    <a:pt x="334938" y="-267"/>
                  </a:cubicBezTo>
                  <a:cubicBezTo>
                    <a:pt x="336219" y="69"/>
                    <a:pt x="335174" y="340"/>
                    <a:pt x="332614" y="340"/>
                  </a:cubicBezTo>
                  <a:cubicBezTo>
                    <a:pt x="330058" y="340"/>
                    <a:pt x="329014" y="69"/>
                    <a:pt x="330289" y="-267"/>
                  </a:cubicBezTo>
                  <a:close/>
                </a:path>
              </a:pathLst>
            </a:custGeom>
            <a:solidFill>
              <a:srgbClr val="FDA341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56204-249B-B1E6-DCE1-7647F86178A3}"/>
                </a:ext>
              </a:extLst>
            </p:cNvPr>
            <p:cNvSpPr/>
            <p:nvPr/>
          </p:nvSpPr>
          <p:spPr>
            <a:xfrm>
              <a:off x="6219632" y="4017074"/>
              <a:ext cx="605557" cy="614942"/>
            </a:xfrm>
            <a:custGeom>
              <a:avLst/>
              <a:gdLst>
                <a:gd name="csX0" fmla="*/ 339262 w 605557"/>
                <a:gd name="csY0" fmla="*/ 613912 h 614942"/>
                <a:gd name="csX1" fmla="*/ 341586 w 605557"/>
                <a:gd name="csY1" fmla="*/ 611587 h 614942"/>
                <a:gd name="csX2" fmla="*/ 342089 w 605557"/>
                <a:gd name="csY2" fmla="*/ 612089 h 614942"/>
                <a:gd name="csX3" fmla="*/ 339262 w 605557"/>
                <a:gd name="csY3" fmla="*/ 613912 h 614942"/>
                <a:gd name="csX4" fmla="*/ 291793 w 605557"/>
                <a:gd name="csY4" fmla="*/ 545741 h 614942"/>
                <a:gd name="csX5" fmla="*/ 295779 w 605557"/>
                <a:gd name="csY5" fmla="*/ 545791 h 614942"/>
                <a:gd name="csX6" fmla="*/ 293429 w 605557"/>
                <a:gd name="csY6" fmla="*/ 546404 h 614942"/>
                <a:gd name="csX7" fmla="*/ 291793 w 605557"/>
                <a:gd name="csY7" fmla="*/ 545741 h 614942"/>
                <a:gd name="csX8" fmla="*/ 311721 w 605557"/>
                <a:gd name="csY8" fmla="*/ 545741 h 614942"/>
                <a:gd name="csX9" fmla="*/ 315708 w 605557"/>
                <a:gd name="csY9" fmla="*/ 545791 h 614942"/>
                <a:gd name="csX10" fmla="*/ 313358 w 605557"/>
                <a:gd name="csY10" fmla="*/ 546404 h 614942"/>
                <a:gd name="csX11" fmla="*/ 311721 w 605557"/>
                <a:gd name="csY11" fmla="*/ 545741 h 614942"/>
                <a:gd name="csX12" fmla="*/ 281349 w 605557"/>
                <a:gd name="csY12" fmla="*/ 515775 h 614942"/>
                <a:gd name="csX13" fmla="*/ 278818 w 605557"/>
                <a:gd name="csY13" fmla="*/ 512788 h 614942"/>
                <a:gd name="csX14" fmla="*/ 281806 w 605557"/>
                <a:gd name="csY14" fmla="*/ 515318 h 614942"/>
                <a:gd name="csX15" fmla="*/ 284336 w 605557"/>
                <a:gd name="csY15" fmla="*/ 518763 h 614942"/>
                <a:gd name="csX16" fmla="*/ 281349 w 605557"/>
                <a:gd name="csY16" fmla="*/ 515775 h 614942"/>
                <a:gd name="csX17" fmla="*/ 323983 w 605557"/>
                <a:gd name="csY17" fmla="*/ 516106 h 614942"/>
                <a:gd name="csX18" fmla="*/ 327056 w 605557"/>
                <a:gd name="csY18" fmla="*/ 513450 h 614942"/>
                <a:gd name="csX19" fmla="*/ 325313 w 605557"/>
                <a:gd name="csY19" fmla="*/ 516106 h 614942"/>
                <a:gd name="csX20" fmla="*/ 322245 w 605557"/>
                <a:gd name="csY20" fmla="*/ 518763 h 614942"/>
                <a:gd name="csX21" fmla="*/ 323983 w 605557"/>
                <a:gd name="csY21" fmla="*/ 516106 h 614942"/>
                <a:gd name="csX22" fmla="*/ 207017 w 605557"/>
                <a:gd name="csY22" fmla="*/ 506476 h 614942"/>
                <a:gd name="csX23" fmla="*/ 201765 w 605557"/>
                <a:gd name="csY23" fmla="*/ 500827 h 614942"/>
                <a:gd name="csX24" fmla="*/ 207409 w 605557"/>
                <a:gd name="csY24" fmla="*/ 506079 h 614942"/>
                <a:gd name="csX25" fmla="*/ 212661 w 605557"/>
                <a:gd name="csY25" fmla="*/ 512120 h 614942"/>
                <a:gd name="csX26" fmla="*/ 207017 w 605557"/>
                <a:gd name="csY26" fmla="*/ 506476 h 614942"/>
                <a:gd name="csX27" fmla="*/ 398380 w 605557"/>
                <a:gd name="csY27" fmla="*/ 506808 h 614942"/>
                <a:gd name="csX28" fmla="*/ 404234 w 605557"/>
                <a:gd name="csY28" fmla="*/ 501490 h 614942"/>
                <a:gd name="csX29" fmla="*/ 399710 w 605557"/>
                <a:gd name="csY29" fmla="*/ 506808 h 614942"/>
                <a:gd name="csX30" fmla="*/ 393856 w 605557"/>
                <a:gd name="csY30" fmla="*/ 512120 h 614942"/>
                <a:gd name="csX31" fmla="*/ 398380 w 605557"/>
                <a:gd name="csY31" fmla="*/ 506808 h 614942"/>
                <a:gd name="csX32" fmla="*/ 296583 w 605557"/>
                <a:gd name="csY32" fmla="*/ 501827 h 614942"/>
                <a:gd name="csX33" fmla="*/ 297085 w 605557"/>
                <a:gd name="csY33" fmla="*/ 501324 h 614942"/>
                <a:gd name="csX34" fmla="*/ 298907 w 605557"/>
                <a:gd name="csY34" fmla="*/ 504151 h 614942"/>
                <a:gd name="csX35" fmla="*/ 296583 w 605557"/>
                <a:gd name="csY35" fmla="*/ 501827 h 614942"/>
                <a:gd name="csX36" fmla="*/ 307378 w 605557"/>
                <a:gd name="csY36" fmla="*/ 503649 h 614942"/>
                <a:gd name="csX37" fmla="*/ 309703 w 605557"/>
                <a:gd name="csY37" fmla="*/ 501324 h 614942"/>
                <a:gd name="csX38" fmla="*/ 310205 w 605557"/>
                <a:gd name="csY38" fmla="*/ 501827 h 614942"/>
                <a:gd name="csX39" fmla="*/ 307378 w 605557"/>
                <a:gd name="csY39" fmla="*/ 503649 h 614942"/>
                <a:gd name="csX40" fmla="*/ 295423 w 605557"/>
                <a:gd name="csY40" fmla="*/ 490363 h 614942"/>
                <a:gd name="csX41" fmla="*/ 297748 w 605557"/>
                <a:gd name="csY41" fmla="*/ 488039 h 614942"/>
                <a:gd name="csX42" fmla="*/ 298250 w 605557"/>
                <a:gd name="csY42" fmla="*/ 488541 h 614942"/>
                <a:gd name="csX43" fmla="*/ 295423 w 605557"/>
                <a:gd name="csY43" fmla="*/ 490363 h 614942"/>
                <a:gd name="csX44" fmla="*/ 308538 w 605557"/>
                <a:gd name="csY44" fmla="*/ 488541 h 614942"/>
                <a:gd name="csX45" fmla="*/ 309040 w 605557"/>
                <a:gd name="csY45" fmla="*/ 488039 h 614942"/>
                <a:gd name="csX46" fmla="*/ 310863 w 605557"/>
                <a:gd name="csY46" fmla="*/ 490865 h 614942"/>
                <a:gd name="csX47" fmla="*/ 308538 w 605557"/>
                <a:gd name="csY47" fmla="*/ 488541 h 614942"/>
                <a:gd name="csX48" fmla="*/ 248928 w 605557"/>
                <a:gd name="csY48" fmla="*/ 475747 h 614942"/>
                <a:gd name="csX49" fmla="*/ 251253 w 605557"/>
                <a:gd name="csY49" fmla="*/ 473422 h 614942"/>
                <a:gd name="csX50" fmla="*/ 251750 w 605557"/>
                <a:gd name="csY50" fmla="*/ 473925 h 614942"/>
                <a:gd name="csX51" fmla="*/ 248928 w 605557"/>
                <a:gd name="csY51" fmla="*/ 475747 h 614942"/>
                <a:gd name="csX52" fmla="*/ 280811 w 605557"/>
                <a:gd name="csY52" fmla="*/ 475747 h 614942"/>
                <a:gd name="csX53" fmla="*/ 283136 w 605557"/>
                <a:gd name="csY53" fmla="*/ 473422 h 614942"/>
                <a:gd name="csX54" fmla="*/ 283633 w 605557"/>
                <a:gd name="csY54" fmla="*/ 473925 h 614942"/>
                <a:gd name="csX55" fmla="*/ 280811 w 605557"/>
                <a:gd name="csY55" fmla="*/ 475747 h 614942"/>
                <a:gd name="csX56" fmla="*/ 323149 w 605557"/>
                <a:gd name="csY56" fmla="*/ 473925 h 614942"/>
                <a:gd name="csX57" fmla="*/ 323651 w 605557"/>
                <a:gd name="csY57" fmla="*/ 473422 h 614942"/>
                <a:gd name="csX58" fmla="*/ 325976 w 605557"/>
                <a:gd name="csY58" fmla="*/ 475747 h 614942"/>
                <a:gd name="csX59" fmla="*/ 323149 w 605557"/>
                <a:gd name="csY59" fmla="*/ 473925 h 614942"/>
                <a:gd name="csX60" fmla="*/ 355033 w 605557"/>
                <a:gd name="csY60" fmla="*/ 473925 h 614942"/>
                <a:gd name="csX61" fmla="*/ 355535 w 605557"/>
                <a:gd name="csY61" fmla="*/ 473422 h 614942"/>
                <a:gd name="csX62" fmla="*/ 357860 w 605557"/>
                <a:gd name="csY62" fmla="*/ 475747 h 614942"/>
                <a:gd name="csX63" fmla="*/ 355033 w 605557"/>
                <a:gd name="csY63" fmla="*/ 473925 h 614942"/>
                <a:gd name="csX64" fmla="*/ 228748 w 605557"/>
                <a:gd name="csY64" fmla="*/ 462060 h 614942"/>
                <a:gd name="csX65" fmla="*/ 231294 w 605557"/>
                <a:gd name="csY65" fmla="*/ 462165 h 614942"/>
                <a:gd name="csX66" fmla="*/ 229551 w 605557"/>
                <a:gd name="csY66" fmla="*/ 462863 h 614942"/>
                <a:gd name="csX67" fmla="*/ 228748 w 605557"/>
                <a:gd name="csY67" fmla="*/ 462060 h 614942"/>
                <a:gd name="csX68" fmla="*/ 376212 w 605557"/>
                <a:gd name="csY68" fmla="*/ 462060 h 614942"/>
                <a:gd name="csX69" fmla="*/ 378757 w 605557"/>
                <a:gd name="csY69" fmla="*/ 462165 h 614942"/>
                <a:gd name="csX70" fmla="*/ 377015 w 605557"/>
                <a:gd name="csY70" fmla="*/ 462863 h 614942"/>
                <a:gd name="csX71" fmla="*/ 376212 w 605557"/>
                <a:gd name="csY71" fmla="*/ 462060 h 614942"/>
                <a:gd name="csX72" fmla="*/ 234311 w 605557"/>
                <a:gd name="csY72" fmla="*/ 461136 h 614942"/>
                <a:gd name="csX73" fmla="*/ 236636 w 605557"/>
                <a:gd name="csY73" fmla="*/ 458811 h 614942"/>
                <a:gd name="csX74" fmla="*/ 237138 w 605557"/>
                <a:gd name="csY74" fmla="*/ 459313 h 614942"/>
                <a:gd name="csX75" fmla="*/ 234311 w 605557"/>
                <a:gd name="csY75" fmla="*/ 461136 h 614942"/>
                <a:gd name="csX76" fmla="*/ 369649 w 605557"/>
                <a:gd name="csY76" fmla="*/ 459313 h 614942"/>
                <a:gd name="csX77" fmla="*/ 370151 w 605557"/>
                <a:gd name="csY77" fmla="*/ 458811 h 614942"/>
                <a:gd name="csX78" fmla="*/ 371974 w 605557"/>
                <a:gd name="csY78" fmla="*/ 461638 h 614942"/>
                <a:gd name="csX79" fmla="*/ 369649 w 605557"/>
                <a:gd name="csY79" fmla="*/ 459313 h 614942"/>
                <a:gd name="csX80" fmla="*/ 200033 w 605557"/>
                <a:gd name="csY80" fmla="*/ 453002 h 614942"/>
                <a:gd name="csX81" fmla="*/ 200690 w 605557"/>
                <a:gd name="csY81" fmla="*/ 451365 h 614942"/>
                <a:gd name="csX82" fmla="*/ 200640 w 605557"/>
                <a:gd name="csY82" fmla="*/ 455351 h 614942"/>
                <a:gd name="csX83" fmla="*/ 200028 w 605557"/>
                <a:gd name="csY83" fmla="*/ 453002 h 614942"/>
                <a:gd name="csX84" fmla="*/ 238509 w 605557"/>
                <a:gd name="csY84" fmla="*/ 453664 h 614942"/>
                <a:gd name="csX85" fmla="*/ 239177 w 605557"/>
                <a:gd name="csY85" fmla="*/ 452008 h 614942"/>
                <a:gd name="csX86" fmla="*/ 239177 w 605557"/>
                <a:gd name="csY86" fmla="*/ 455326 h 614942"/>
                <a:gd name="csX87" fmla="*/ 238509 w 605557"/>
                <a:gd name="csY87" fmla="*/ 453664 h 614942"/>
                <a:gd name="csX88" fmla="*/ 367370 w 605557"/>
                <a:gd name="csY88" fmla="*/ 453664 h 614942"/>
                <a:gd name="csX89" fmla="*/ 368042 w 605557"/>
                <a:gd name="csY89" fmla="*/ 452008 h 614942"/>
                <a:gd name="csX90" fmla="*/ 368042 w 605557"/>
                <a:gd name="csY90" fmla="*/ 455326 h 614942"/>
                <a:gd name="csX91" fmla="*/ 367370 w 605557"/>
                <a:gd name="csY91" fmla="*/ 453664 h 614942"/>
                <a:gd name="csX92" fmla="*/ 405946 w 605557"/>
                <a:gd name="csY92" fmla="*/ 453002 h 614942"/>
                <a:gd name="csX93" fmla="*/ 406609 w 605557"/>
                <a:gd name="csY93" fmla="*/ 451365 h 614942"/>
                <a:gd name="csX94" fmla="*/ 406559 w 605557"/>
                <a:gd name="csY94" fmla="*/ 455351 h 614942"/>
                <a:gd name="csX95" fmla="*/ 405946 w 605557"/>
                <a:gd name="csY95" fmla="*/ 453002 h 614942"/>
                <a:gd name="csX96" fmla="*/ 222356 w 605557"/>
                <a:gd name="csY96" fmla="*/ 447850 h 614942"/>
                <a:gd name="csX97" fmla="*/ 224681 w 605557"/>
                <a:gd name="csY97" fmla="*/ 445525 h 614942"/>
                <a:gd name="csX98" fmla="*/ 225183 w 605557"/>
                <a:gd name="csY98" fmla="*/ 446027 h 614942"/>
                <a:gd name="csX99" fmla="*/ 222356 w 605557"/>
                <a:gd name="csY99" fmla="*/ 447850 h 614942"/>
                <a:gd name="csX100" fmla="*/ 381604 w 605557"/>
                <a:gd name="csY100" fmla="*/ 446027 h 614942"/>
                <a:gd name="csX101" fmla="*/ 382106 w 605557"/>
                <a:gd name="csY101" fmla="*/ 445525 h 614942"/>
                <a:gd name="csX102" fmla="*/ 383929 w 605557"/>
                <a:gd name="csY102" fmla="*/ 448352 h 614942"/>
                <a:gd name="csX103" fmla="*/ 381604 w 605557"/>
                <a:gd name="csY103" fmla="*/ 446027 h 614942"/>
                <a:gd name="csX104" fmla="*/ 297833 w 605557"/>
                <a:gd name="csY104" fmla="*/ 444787 h 614942"/>
                <a:gd name="csX105" fmla="*/ 300379 w 605557"/>
                <a:gd name="csY105" fmla="*/ 444893 h 614942"/>
                <a:gd name="csX106" fmla="*/ 298631 w 605557"/>
                <a:gd name="csY106" fmla="*/ 445591 h 614942"/>
                <a:gd name="csX107" fmla="*/ 297833 w 605557"/>
                <a:gd name="csY107" fmla="*/ 444787 h 614942"/>
                <a:gd name="csX108" fmla="*/ 307132 w 605557"/>
                <a:gd name="csY108" fmla="*/ 444787 h 614942"/>
                <a:gd name="csX109" fmla="*/ 309678 w 605557"/>
                <a:gd name="csY109" fmla="*/ 444893 h 614942"/>
                <a:gd name="csX110" fmla="*/ 307930 w 605557"/>
                <a:gd name="csY110" fmla="*/ 445591 h 614942"/>
                <a:gd name="csX111" fmla="*/ 307132 w 605557"/>
                <a:gd name="csY111" fmla="*/ 444787 h 614942"/>
                <a:gd name="csX112" fmla="*/ 208408 w 605557"/>
                <a:gd name="csY112" fmla="*/ 432410 h 614942"/>
                <a:gd name="csX113" fmla="*/ 211476 w 605557"/>
                <a:gd name="csY113" fmla="*/ 429754 h 614942"/>
                <a:gd name="csX114" fmla="*/ 209733 w 605557"/>
                <a:gd name="csY114" fmla="*/ 432410 h 614942"/>
                <a:gd name="csX115" fmla="*/ 206665 w 605557"/>
                <a:gd name="csY115" fmla="*/ 435066 h 614942"/>
                <a:gd name="csX116" fmla="*/ 208408 w 605557"/>
                <a:gd name="csY116" fmla="*/ 432410 h 614942"/>
                <a:gd name="csX117" fmla="*/ 396924 w 605557"/>
                <a:gd name="csY117" fmla="*/ 432079 h 614942"/>
                <a:gd name="csX118" fmla="*/ 394393 w 605557"/>
                <a:gd name="csY118" fmla="*/ 429091 h 614942"/>
                <a:gd name="csX119" fmla="*/ 397386 w 605557"/>
                <a:gd name="csY119" fmla="*/ 431622 h 614942"/>
                <a:gd name="csX120" fmla="*/ 400373 w 605557"/>
                <a:gd name="csY120" fmla="*/ 434609 h 614942"/>
                <a:gd name="csX121" fmla="*/ 396924 w 605557"/>
                <a:gd name="csY121" fmla="*/ 432079 h 614942"/>
                <a:gd name="csX122" fmla="*/ 168099 w 605557"/>
                <a:gd name="csY122" fmla="*/ 423111 h 614942"/>
                <a:gd name="csX123" fmla="*/ 168766 w 605557"/>
                <a:gd name="csY123" fmla="*/ 421449 h 614942"/>
                <a:gd name="csX124" fmla="*/ 168766 w 605557"/>
                <a:gd name="csY124" fmla="*/ 424773 h 614942"/>
                <a:gd name="csX125" fmla="*/ 168099 w 605557"/>
                <a:gd name="csY125" fmla="*/ 423111 h 614942"/>
                <a:gd name="csX126" fmla="*/ 437675 w 605557"/>
                <a:gd name="csY126" fmla="*/ 423664 h 614942"/>
                <a:gd name="csX127" fmla="*/ 438478 w 605557"/>
                <a:gd name="csY127" fmla="*/ 422860 h 614942"/>
                <a:gd name="csX128" fmla="*/ 438373 w 605557"/>
                <a:gd name="csY128" fmla="*/ 425411 h 614942"/>
                <a:gd name="csX129" fmla="*/ 437675 w 605557"/>
                <a:gd name="csY129" fmla="*/ 423664 h 614942"/>
                <a:gd name="csX130" fmla="*/ 227352 w 605557"/>
                <a:gd name="csY130" fmla="*/ 423503 h 614942"/>
                <a:gd name="csX131" fmla="*/ 232664 w 605557"/>
                <a:gd name="csY131" fmla="*/ 423528 h 614942"/>
                <a:gd name="csX132" fmla="*/ 229662 w 605557"/>
                <a:gd name="csY132" fmla="*/ 424106 h 614942"/>
                <a:gd name="csX133" fmla="*/ 227352 w 605557"/>
                <a:gd name="csY133" fmla="*/ 423498 h 614942"/>
                <a:gd name="csX134" fmla="*/ 296096 w 605557"/>
                <a:gd name="csY134" fmla="*/ 423126 h 614942"/>
                <a:gd name="csX135" fmla="*/ 297346 w 605557"/>
                <a:gd name="csY135" fmla="*/ 422604 h 614942"/>
                <a:gd name="csX136" fmla="*/ 298159 w 605557"/>
                <a:gd name="csY136" fmla="*/ 424442 h 614942"/>
                <a:gd name="csX137" fmla="*/ 296096 w 605557"/>
                <a:gd name="csY137" fmla="*/ 423126 h 614942"/>
                <a:gd name="csX138" fmla="*/ 374816 w 605557"/>
                <a:gd name="csY138" fmla="*/ 423503 h 614942"/>
                <a:gd name="csX139" fmla="*/ 380128 w 605557"/>
                <a:gd name="csY139" fmla="*/ 423528 h 614942"/>
                <a:gd name="csX140" fmla="*/ 377126 w 605557"/>
                <a:gd name="csY140" fmla="*/ 424106 h 614942"/>
                <a:gd name="csX141" fmla="*/ 374816 w 605557"/>
                <a:gd name="csY141" fmla="*/ 423498 h 614942"/>
                <a:gd name="csX142" fmla="*/ 288991 w 605557"/>
                <a:gd name="csY142" fmla="*/ 411156 h 614942"/>
                <a:gd name="csX143" fmla="*/ 289659 w 605557"/>
                <a:gd name="csY143" fmla="*/ 409494 h 614942"/>
                <a:gd name="csX144" fmla="*/ 289659 w 605557"/>
                <a:gd name="csY144" fmla="*/ 412818 h 614942"/>
                <a:gd name="csX145" fmla="*/ 288991 w 605557"/>
                <a:gd name="csY145" fmla="*/ 411156 h 614942"/>
                <a:gd name="csX146" fmla="*/ 316888 w 605557"/>
                <a:gd name="csY146" fmla="*/ 411156 h 614942"/>
                <a:gd name="csX147" fmla="*/ 317561 w 605557"/>
                <a:gd name="csY147" fmla="*/ 409494 h 614942"/>
                <a:gd name="csX148" fmla="*/ 317561 w 605557"/>
                <a:gd name="csY148" fmla="*/ 412818 h 614942"/>
                <a:gd name="csX149" fmla="*/ 316888 w 605557"/>
                <a:gd name="csY149" fmla="*/ 411156 h 614942"/>
                <a:gd name="csX150" fmla="*/ 291436 w 605557"/>
                <a:gd name="csY150" fmla="*/ 402680 h 614942"/>
                <a:gd name="csX151" fmla="*/ 293761 w 605557"/>
                <a:gd name="csY151" fmla="*/ 400356 h 614942"/>
                <a:gd name="csX152" fmla="*/ 294263 w 605557"/>
                <a:gd name="csY152" fmla="*/ 400858 h 614942"/>
                <a:gd name="csX153" fmla="*/ 291436 w 605557"/>
                <a:gd name="csY153" fmla="*/ 402680 h 614942"/>
                <a:gd name="csX154" fmla="*/ 312525 w 605557"/>
                <a:gd name="csY154" fmla="*/ 400858 h 614942"/>
                <a:gd name="csX155" fmla="*/ 313027 w 605557"/>
                <a:gd name="csY155" fmla="*/ 400356 h 614942"/>
                <a:gd name="csX156" fmla="*/ 315351 w 605557"/>
                <a:gd name="csY156" fmla="*/ 402680 h 614942"/>
                <a:gd name="csX157" fmla="*/ 312525 w 605557"/>
                <a:gd name="csY157" fmla="*/ 400858 h 614942"/>
                <a:gd name="csX158" fmla="*/ 437780 w 605557"/>
                <a:gd name="csY158" fmla="*/ 397870 h 614942"/>
                <a:gd name="csX159" fmla="*/ 438453 w 605557"/>
                <a:gd name="csY159" fmla="*/ 396208 h 614942"/>
                <a:gd name="csX160" fmla="*/ 438453 w 605557"/>
                <a:gd name="csY160" fmla="*/ 399532 h 614942"/>
                <a:gd name="csX161" fmla="*/ 437780 w 605557"/>
                <a:gd name="csY161" fmla="*/ 397870 h 614942"/>
                <a:gd name="csX162" fmla="*/ 301066 w 605557"/>
                <a:gd name="csY162" fmla="*/ 396956 h 614942"/>
                <a:gd name="csX163" fmla="*/ 305716 w 605557"/>
                <a:gd name="csY163" fmla="*/ 396956 h 614942"/>
                <a:gd name="csX164" fmla="*/ 303391 w 605557"/>
                <a:gd name="csY164" fmla="*/ 397564 h 614942"/>
                <a:gd name="csX165" fmla="*/ 301066 w 605557"/>
                <a:gd name="csY165" fmla="*/ 396956 h 614942"/>
                <a:gd name="csX166" fmla="*/ 200078 w 605557"/>
                <a:gd name="csY166" fmla="*/ 368643 h 614942"/>
                <a:gd name="csX167" fmla="*/ 200685 w 605557"/>
                <a:gd name="csY167" fmla="*/ 366318 h 614942"/>
                <a:gd name="csX168" fmla="*/ 200685 w 605557"/>
                <a:gd name="csY168" fmla="*/ 370968 h 614942"/>
                <a:gd name="csX169" fmla="*/ 200078 w 605557"/>
                <a:gd name="csY169" fmla="*/ 368643 h 614942"/>
                <a:gd name="csX170" fmla="*/ 405997 w 605557"/>
                <a:gd name="csY170" fmla="*/ 368643 h 614942"/>
                <a:gd name="csX171" fmla="*/ 406604 w 605557"/>
                <a:gd name="csY171" fmla="*/ 366318 h 614942"/>
                <a:gd name="csX172" fmla="*/ 406604 w 605557"/>
                <a:gd name="csY172" fmla="*/ 370968 h 614942"/>
                <a:gd name="csX173" fmla="*/ 405997 w 605557"/>
                <a:gd name="csY173" fmla="*/ 368643 h 614942"/>
                <a:gd name="csX174" fmla="*/ 238509 w 605557"/>
                <a:gd name="csY174" fmla="*/ 368643 h 614942"/>
                <a:gd name="csX175" fmla="*/ 239177 w 605557"/>
                <a:gd name="csY175" fmla="*/ 366981 h 614942"/>
                <a:gd name="csX176" fmla="*/ 239177 w 605557"/>
                <a:gd name="csY176" fmla="*/ 370305 h 614942"/>
                <a:gd name="csX177" fmla="*/ 238509 w 605557"/>
                <a:gd name="csY177" fmla="*/ 368643 h 614942"/>
                <a:gd name="csX178" fmla="*/ 367370 w 605557"/>
                <a:gd name="csY178" fmla="*/ 368643 h 614942"/>
                <a:gd name="csX179" fmla="*/ 368042 w 605557"/>
                <a:gd name="csY179" fmla="*/ 366981 h 614942"/>
                <a:gd name="csX180" fmla="*/ 368042 w 605557"/>
                <a:gd name="csY180" fmla="*/ 370305 h 614942"/>
                <a:gd name="csX181" fmla="*/ 367370 w 605557"/>
                <a:gd name="csY181" fmla="*/ 368643 h 614942"/>
                <a:gd name="csX182" fmla="*/ 511715 w 605557"/>
                <a:gd name="csY182" fmla="*/ 353123 h 614942"/>
                <a:gd name="csX183" fmla="*/ 514266 w 605557"/>
                <a:gd name="csY183" fmla="*/ 353228 h 614942"/>
                <a:gd name="csX184" fmla="*/ 512519 w 605557"/>
                <a:gd name="csY184" fmla="*/ 353926 h 614942"/>
                <a:gd name="csX185" fmla="*/ 511715 w 605557"/>
                <a:gd name="csY185" fmla="*/ 353123 h 614942"/>
                <a:gd name="csX186" fmla="*/ 356534 w 605557"/>
                <a:gd name="csY186" fmla="*/ 346886 h 614942"/>
                <a:gd name="csX187" fmla="*/ 358859 w 605557"/>
                <a:gd name="csY187" fmla="*/ 344562 h 614942"/>
                <a:gd name="csX188" fmla="*/ 359361 w 605557"/>
                <a:gd name="csY188" fmla="*/ 345064 h 614942"/>
                <a:gd name="csX189" fmla="*/ 356534 w 605557"/>
                <a:gd name="csY189" fmla="*/ 346886 h 614942"/>
                <a:gd name="csX190" fmla="*/ 198441 w 605557"/>
                <a:gd name="csY190" fmla="*/ 324302 h 614942"/>
                <a:gd name="csX191" fmla="*/ 200766 w 605557"/>
                <a:gd name="csY191" fmla="*/ 321977 h 614942"/>
                <a:gd name="csX192" fmla="*/ 201268 w 605557"/>
                <a:gd name="csY192" fmla="*/ 322479 h 614942"/>
                <a:gd name="csX193" fmla="*/ 198441 w 605557"/>
                <a:gd name="csY193" fmla="*/ 324302 h 614942"/>
                <a:gd name="csX194" fmla="*/ 404189 w 605557"/>
                <a:gd name="csY194" fmla="*/ 321149 h 614942"/>
                <a:gd name="csX195" fmla="*/ 404691 w 605557"/>
                <a:gd name="csY195" fmla="*/ 320646 h 614942"/>
                <a:gd name="csX196" fmla="*/ 406514 w 605557"/>
                <a:gd name="csY196" fmla="*/ 323473 h 614942"/>
                <a:gd name="csX197" fmla="*/ 404189 w 605557"/>
                <a:gd name="csY197" fmla="*/ 321149 h 614942"/>
                <a:gd name="csX198" fmla="*/ 390903 w 605557"/>
                <a:gd name="csY198" fmla="*/ 307868 h 614942"/>
                <a:gd name="csX199" fmla="*/ 391405 w 605557"/>
                <a:gd name="csY199" fmla="*/ 307366 h 614942"/>
                <a:gd name="csX200" fmla="*/ 393228 w 605557"/>
                <a:gd name="csY200" fmla="*/ 310193 h 614942"/>
                <a:gd name="csX201" fmla="*/ 390903 w 605557"/>
                <a:gd name="csY201" fmla="*/ 307868 h 614942"/>
                <a:gd name="csX202" fmla="*/ 287203 w 605557"/>
                <a:gd name="csY202" fmla="*/ 276069 h 614942"/>
                <a:gd name="csX203" fmla="*/ 289749 w 605557"/>
                <a:gd name="csY203" fmla="*/ 276175 h 614942"/>
                <a:gd name="csX204" fmla="*/ 288007 w 605557"/>
                <a:gd name="csY204" fmla="*/ 276873 h 614942"/>
                <a:gd name="csX205" fmla="*/ 287203 w 605557"/>
                <a:gd name="csY205" fmla="*/ 276069 h 614942"/>
                <a:gd name="csX206" fmla="*/ 317757 w 605557"/>
                <a:gd name="csY206" fmla="*/ 276069 h 614942"/>
                <a:gd name="csX207" fmla="*/ 320302 w 605557"/>
                <a:gd name="csY207" fmla="*/ 276175 h 614942"/>
                <a:gd name="csX208" fmla="*/ 318560 w 605557"/>
                <a:gd name="csY208" fmla="*/ 276873 h 614942"/>
                <a:gd name="csX209" fmla="*/ 317757 w 605557"/>
                <a:gd name="csY209" fmla="*/ 276069 h 614942"/>
                <a:gd name="csX210" fmla="*/ 1575 w 605557"/>
                <a:gd name="csY210" fmla="*/ 225587 h 614942"/>
                <a:gd name="csX211" fmla="*/ 4126 w 605557"/>
                <a:gd name="csY211" fmla="*/ 225693 h 614942"/>
                <a:gd name="csX212" fmla="*/ 2378 w 605557"/>
                <a:gd name="csY212" fmla="*/ 226391 h 614942"/>
                <a:gd name="csX213" fmla="*/ 1575 w 605557"/>
                <a:gd name="csY213" fmla="*/ 225587 h 614942"/>
                <a:gd name="csX214" fmla="*/ 603385 w 605557"/>
                <a:gd name="csY214" fmla="*/ 225587 h 614942"/>
                <a:gd name="csX215" fmla="*/ 605931 w 605557"/>
                <a:gd name="csY215" fmla="*/ 225693 h 614942"/>
                <a:gd name="csX216" fmla="*/ 604188 w 605557"/>
                <a:gd name="csY216" fmla="*/ 226391 h 614942"/>
                <a:gd name="csX217" fmla="*/ 603385 w 605557"/>
                <a:gd name="csY217" fmla="*/ 225587 h 614942"/>
                <a:gd name="csX218" fmla="*/ 459988 w 605557"/>
                <a:gd name="csY218" fmla="*/ 214873 h 614942"/>
                <a:gd name="csX219" fmla="*/ 460485 w 605557"/>
                <a:gd name="csY219" fmla="*/ 214371 h 614942"/>
                <a:gd name="csX220" fmla="*/ 462313 w 605557"/>
                <a:gd name="csY220" fmla="*/ 217197 h 614942"/>
                <a:gd name="csX221" fmla="*/ 459988 w 605557"/>
                <a:gd name="csY221" fmla="*/ 214873 h 614942"/>
                <a:gd name="csX222" fmla="*/ 168219 w 605557"/>
                <a:gd name="csY222" fmla="*/ 205614 h 614942"/>
                <a:gd name="csX223" fmla="*/ 175525 w 605557"/>
                <a:gd name="csY223" fmla="*/ 205614 h 614942"/>
                <a:gd name="csX224" fmla="*/ 171875 w 605557"/>
                <a:gd name="csY224" fmla="*/ 206171 h 614942"/>
                <a:gd name="csX225" fmla="*/ 168219 w 605557"/>
                <a:gd name="csY225" fmla="*/ 205614 h 614942"/>
                <a:gd name="csX226" fmla="*/ 431263 w 605557"/>
                <a:gd name="csY226" fmla="*/ 205614 h 614942"/>
                <a:gd name="csX227" fmla="*/ 438568 w 605557"/>
                <a:gd name="csY227" fmla="*/ 205614 h 614942"/>
                <a:gd name="csX228" fmla="*/ 434913 w 605557"/>
                <a:gd name="csY228" fmla="*/ 206171 h 614942"/>
                <a:gd name="csX229" fmla="*/ 431263 w 605557"/>
                <a:gd name="csY229" fmla="*/ 205614 h 614942"/>
                <a:gd name="csX230" fmla="*/ 278487 w 605557"/>
                <a:gd name="csY230" fmla="*/ 148449 h 614942"/>
                <a:gd name="csX231" fmla="*/ 328301 w 605557"/>
                <a:gd name="csY231" fmla="*/ 148449 h 614942"/>
                <a:gd name="csX232" fmla="*/ 303391 w 605557"/>
                <a:gd name="csY232" fmla="*/ 148841 h 614942"/>
                <a:gd name="csX233" fmla="*/ 278487 w 605557"/>
                <a:gd name="csY233" fmla="*/ 148449 h 614942"/>
                <a:gd name="csX234" fmla="*/ 495 w 605557"/>
                <a:gd name="csY234" fmla="*/ 50633 h 614942"/>
                <a:gd name="csX235" fmla="*/ 2820 w 605557"/>
                <a:gd name="csY235" fmla="*/ 48309 h 614942"/>
                <a:gd name="csX236" fmla="*/ 3322 w 605557"/>
                <a:gd name="csY236" fmla="*/ 48811 h 614942"/>
                <a:gd name="csX237" fmla="*/ 495 w 605557"/>
                <a:gd name="csY237" fmla="*/ 50633 h 614942"/>
                <a:gd name="csX238" fmla="*/ 88008 w 605557"/>
                <a:gd name="csY238" fmla="*/ 27552 h 614942"/>
                <a:gd name="csX239" fmla="*/ 88510 w 605557"/>
                <a:gd name="csY239" fmla="*/ 27055 h 614942"/>
                <a:gd name="csX240" fmla="*/ 90332 w 605557"/>
                <a:gd name="csY240" fmla="*/ 29877 h 614942"/>
                <a:gd name="csX241" fmla="*/ 88008 w 605557"/>
                <a:gd name="csY241" fmla="*/ 27552 h 614942"/>
                <a:gd name="csX242" fmla="*/ 172954 w 605557"/>
                <a:gd name="csY242" fmla="*/ 7714 h 614942"/>
                <a:gd name="csX243" fmla="*/ 175500 w 605557"/>
                <a:gd name="csY243" fmla="*/ 7819 h 614942"/>
                <a:gd name="csX244" fmla="*/ 173757 w 605557"/>
                <a:gd name="csY244" fmla="*/ 8517 h 614942"/>
                <a:gd name="csX245" fmla="*/ 172954 w 605557"/>
                <a:gd name="csY245" fmla="*/ 7714 h 614942"/>
                <a:gd name="csX246" fmla="*/ 194208 w 605557"/>
                <a:gd name="csY246" fmla="*/ 5057 h 614942"/>
                <a:gd name="csX247" fmla="*/ 196754 w 605557"/>
                <a:gd name="csY247" fmla="*/ 5163 h 614942"/>
                <a:gd name="csX248" fmla="*/ 195012 w 605557"/>
                <a:gd name="csY248" fmla="*/ 5861 h 614942"/>
                <a:gd name="csX249" fmla="*/ 194208 w 605557"/>
                <a:gd name="csY249" fmla="*/ 5057 h 614942"/>
                <a:gd name="csX250" fmla="*/ 410752 w 605557"/>
                <a:gd name="csY250" fmla="*/ 5057 h 614942"/>
                <a:gd name="csX251" fmla="*/ 413297 w 605557"/>
                <a:gd name="csY251" fmla="*/ 5163 h 614942"/>
                <a:gd name="csX252" fmla="*/ 411555 w 605557"/>
                <a:gd name="csY252" fmla="*/ 5861 h 614942"/>
                <a:gd name="csX253" fmla="*/ 410752 w 605557"/>
                <a:gd name="csY253" fmla="*/ 5057 h 614942"/>
                <a:gd name="csX254" fmla="*/ 206163 w 605557"/>
                <a:gd name="csY254" fmla="*/ 3732 h 614942"/>
                <a:gd name="csX255" fmla="*/ 208709 w 605557"/>
                <a:gd name="csY255" fmla="*/ 3837 h 614942"/>
                <a:gd name="csX256" fmla="*/ 206967 w 605557"/>
                <a:gd name="csY256" fmla="*/ 4535 h 614942"/>
                <a:gd name="csX257" fmla="*/ 206163 w 605557"/>
                <a:gd name="csY257" fmla="*/ 3732 h 614942"/>
                <a:gd name="csX258" fmla="*/ 398796 w 605557"/>
                <a:gd name="csY258" fmla="*/ 3732 h 614942"/>
                <a:gd name="csX259" fmla="*/ 401342 w 605557"/>
                <a:gd name="csY259" fmla="*/ 3837 h 614942"/>
                <a:gd name="csX260" fmla="*/ 399600 w 605557"/>
                <a:gd name="csY260" fmla="*/ 4535 h 614942"/>
                <a:gd name="csX261" fmla="*/ 398796 w 605557"/>
                <a:gd name="csY261" fmla="*/ 3732 h 614942"/>
                <a:gd name="csX262" fmla="*/ 220694 w 605557"/>
                <a:gd name="csY262" fmla="*/ 2431 h 614942"/>
                <a:gd name="csX263" fmla="*/ 224018 w 605557"/>
                <a:gd name="csY263" fmla="*/ 2431 h 614942"/>
                <a:gd name="csX264" fmla="*/ 222356 w 605557"/>
                <a:gd name="csY264" fmla="*/ 3099 h 614942"/>
                <a:gd name="csX265" fmla="*/ 220694 w 605557"/>
                <a:gd name="csY265" fmla="*/ 2431 h 614942"/>
                <a:gd name="csX266" fmla="*/ 384100 w 605557"/>
                <a:gd name="csY266" fmla="*/ 2431 h 614942"/>
                <a:gd name="csX267" fmla="*/ 387419 w 605557"/>
                <a:gd name="csY267" fmla="*/ 2431 h 614942"/>
                <a:gd name="csX268" fmla="*/ 385762 w 605557"/>
                <a:gd name="csY268" fmla="*/ 3099 h 614942"/>
                <a:gd name="csX269" fmla="*/ 384100 w 605557"/>
                <a:gd name="csY269" fmla="*/ 2431 h 614942"/>
                <a:gd name="csX270" fmla="*/ 237324 w 605557"/>
                <a:gd name="csY270" fmla="*/ 1061 h 614942"/>
                <a:gd name="csX271" fmla="*/ 241311 w 605557"/>
                <a:gd name="csY271" fmla="*/ 1111 h 614942"/>
                <a:gd name="csX272" fmla="*/ 238961 w 605557"/>
                <a:gd name="csY272" fmla="*/ 1723 h 614942"/>
                <a:gd name="csX273" fmla="*/ 237324 w 605557"/>
                <a:gd name="csY273" fmla="*/ 1061 h 614942"/>
                <a:gd name="csX274" fmla="*/ 366190 w 605557"/>
                <a:gd name="csY274" fmla="*/ 1061 h 614942"/>
                <a:gd name="csX275" fmla="*/ 370176 w 605557"/>
                <a:gd name="csY275" fmla="*/ 1111 h 614942"/>
                <a:gd name="csX276" fmla="*/ 367827 w 605557"/>
                <a:gd name="csY276" fmla="*/ 1723 h 614942"/>
                <a:gd name="csX277" fmla="*/ 366190 w 605557"/>
                <a:gd name="csY277" fmla="*/ 1061 h 614942"/>
                <a:gd name="csX278" fmla="*/ 260551 w 605557"/>
                <a:gd name="csY278" fmla="*/ -285 h 614942"/>
                <a:gd name="csX279" fmla="*/ 266527 w 605557"/>
                <a:gd name="csY279" fmla="*/ -285 h 614942"/>
                <a:gd name="csX280" fmla="*/ 263539 w 605557"/>
                <a:gd name="csY280" fmla="*/ 292 h 614942"/>
                <a:gd name="csX281" fmla="*/ 260551 w 605557"/>
                <a:gd name="csY281" fmla="*/ -285 h 614942"/>
                <a:gd name="csX282" fmla="*/ 340261 w 605557"/>
                <a:gd name="csY282" fmla="*/ -285 h 614942"/>
                <a:gd name="csX283" fmla="*/ 346236 w 605557"/>
                <a:gd name="csY283" fmla="*/ -285 h 614942"/>
                <a:gd name="csX284" fmla="*/ 343248 w 605557"/>
                <a:gd name="csY284" fmla="*/ 292 h 614942"/>
                <a:gd name="csX285" fmla="*/ 340261 w 605557"/>
                <a:gd name="csY285" fmla="*/ -285 h 6149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</a:cxnLst>
              <a:rect l="l" t="t" r="r" b="b"/>
              <a:pathLst>
                <a:path w="605557" h="614942">
                  <a:moveTo>
                    <a:pt x="339262" y="613912"/>
                  </a:moveTo>
                  <a:cubicBezTo>
                    <a:pt x="339262" y="613635"/>
                    <a:pt x="340311" y="612591"/>
                    <a:pt x="341586" y="611587"/>
                  </a:cubicBezTo>
                  <a:cubicBezTo>
                    <a:pt x="343695" y="609935"/>
                    <a:pt x="343741" y="609980"/>
                    <a:pt x="342089" y="612089"/>
                  </a:cubicBezTo>
                  <a:cubicBezTo>
                    <a:pt x="340351" y="614304"/>
                    <a:pt x="339262" y="615006"/>
                    <a:pt x="339262" y="613912"/>
                  </a:cubicBezTo>
                  <a:close/>
                  <a:moveTo>
                    <a:pt x="291793" y="545741"/>
                  </a:moveTo>
                  <a:cubicBezTo>
                    <a:pt x="293088" y="545404"/>
                    <a:pt x="294881" y="545424"/>
                    <a:pt x="295779" y="545791"/>
                  </a:cubicBezTo>
                  <a:cubicBezTo>
                    <a:pt x="296678" y="546158"/>
                    <a:pt x="295624" y="546429"/>
                    <a:pt x="293429" y="546404"/>
                  </a:cubicBezTo>
                  <a:cubicBezTo>
                    <a:pt x="291240" y="546378"/>
                    <a:pt x="290502" y="546077"/>
                    <a:pt x="291793" y="545741"/>
                  </a:cubicBezTo>
                  <a:close/>
                  <a:moveTo>
                    <a:pt x="311721" y="545741"/>
                  </a:moveTo>
                  <a:cubicBezTo>
                    <a:pt x="313017" y="545404"/>
                    <a:pt x="314809" y="545424"/>
                    <a:pt x="315708" y="545791"/>
                  </a:cubicBezTo>
                  <a:cubicBezTo>
                    <a:pt x="316607" y="546158"/>
                    <a:pt x="315547" y="546429"/>
                    <a:pt x="313358" y="546404"/>
                  </a:cubicBezTo>
                  <a:cubicBezTo>
                    <a:pt x="311164" y="546378"/>
                    <a:pt x="310431" y="546077"/>
                    <a:pt x="311721" y="545741"/>
                  </a:cubicBezTo>
                  <a:close/>
                  <a:moveTo>
                    <a:pt x="281349" y="515775"/>
                  </a:moveTo>
                  <a:lnTo>
                    <a:pt x="278818" y="512788"/>
                  </a:lnTo>
                  <a:lnTo>
                    <a:pt x="281806" y="515318"/>
                  </a:lnTo>
                  <a:cubicBezTo>
                    <a:pt x="284612" y="517693"/>
                    <a:pt x="285401" y="518763"/>
                    <a:pt x="284336" y="518763"/>
                  </a:cubicBezTo>
                  <a:cubicBezTo>
                    <a:pt x="284085" y="518763"/>
                    <a:pt x="282740" y="517417"/>
                    <a:pt x="281349" y="515775"/>
                  </a:cubicBezTo>
                  <a:close/>
                  <a:moveTo>
                    <a:pt x="323983" y="516106"/>
                  </a:moveTo>
                  <a:cubicBezTo>
                    <a:pt x="325308" y="514645"/>
                    <a:pt x="326689" y="513450"/>
                    <a:pt x="327056" y="513450"/>
                  </a:cubicBezTo>
                  <a:cubicBezTo>
                    <a:pt x="327417" y="513450"/>
                    <a:pt x="326634" y="514645"/>
                    <a:pt x="325313" y="516106"/>
                  </a:cubicBezTo>
                  <a:cubicBezTo>
                    <a:pt x="323993" y="517567"/>
                    <a:pt x="322612" y="518763"/>
                    <a:pt x="322245" y="518763"/>
                  </a:cubicBezTo>
                  <a:cubicBezTo>
                    <a:pt x="321879" y="518763"/>
                    <a:pt x="322662" y="517567"/>
                    <a:pt x="323983" y="516106"/>
                  </a:cubicBezTo>
                  <a:close/>
                  <a:moveTo>
                    <a:pt x="207017" y="506476"/>
                  </a:moveTo>
                  <a:lnTo>
                    <a:pt x="201765" y="500827"/>
                  </a:lnTo>
                  <a:lnTo>
                    <a:pt x="207409" y="506079"/>
                  </a:lnTo>
                  <a:cubicBezTo>
                    <a:pt x="212661" y="510965"/>
                    <a:pt x="213665" y="512120"/>
                    <a:pt x="212661" y="512120"/>
                  </a:cubicBezTo>
                  <a:cubicBezTo>
                    <a:pt x="212445" y="512120"/>
                    <a:pt x="209904" y="509579"/>
                    <a:pt x="207017" y="506476"/>
                  </a:cubicBezTo>
                  <a:close/>
                  <a:moveTo>
                    <a:pt x="398380" y="506808"/>
                  </a:moveTo>
                  <a:cubicBezTo>
                    <a:pt x="401237" y="503885"/>
                    <a:pt x="403868" y="501490"/>
                    <a:pt x="404234" y="501490"/>
                  </a:cubicBezTo>
                  <a:cubicBezTo>
                    <a:pt x="404601" y="501490"/>
                    <a:pt x="402562" y="503885"/>
                    <a:pt x="399710" y="506808"/>
                  </a:cubicBezTo>
                  <a:cubicBezTo>
                    <a:pt x="396853" y="509730"/>
                    <a:pt x="394222" y="512120"/>
                    <a:pt x="393856" y="512120"/>
                  </a:cubicBezTo>
                  <a:cubicBezTo>
                    <a:pt x="393489" y="512120"/>
                    <a:pt x="395528" y="509730"/>
                    <a:pt x="398380" y="506808"/>
                  </a:cubicBezTo>
                  <a:close/>
                  <a:moveTo>
                    <a:pt x="296583" y="501827"/>
                  </a:moveTo>
                  <a:cubicBezTo>
                    <a:pt x="294931" y="499718"/>
                    <a:pt x="294976" y="499672"/>
                    <a:pt x="297085" y="501324"/>
                  </a:cubicBezTo>
                  <a:cubicBezTo>
                    <a:pt x="299294" y="503057"/>
                    <a:pt x="300002" y="504151"/>
                    <a:pt x="298907" y="504151"/>
                  </a:cubicBezTo>
                  <a:cubicBezTo>
                    <a:pt x="298631" y="504151"/>
                    <a:pt x="297587" y="503102"/>
                    <a:pt x="296583" y="501827"/>
                  </a:cubicBezTo>
                  <a:close/>
                  <a:moveTo>
                    <a:pt x="307378" y="503649"/>
                  </a:moveTo>
                  <a:cubicBezTo>
                    <a:pt x="307378" y="503373"/>
                    <a:pt x="308427" y="502324"/>
                    <a:pt x="309703" y="501324"/>
                  </a:cubicBezTo>
                  <a:cubicBezTo>
                    <a:pt x="311812" y="499672"/>
                    <a:pt x="311857" y="499718"/>
                    <a:pt x="310205" y="501827"/>
                  </a:cubicBezTo>
                  <a:cubicBezTo>
                    <a:pt x="308468" y="504036"/>
                    <a:pt x="307378" y="504744"/>
                    <a:pt x="307378" y="503649"/>
                  </a:cubicBezTo>
                  <a:close/>
                  <a:moveTo>
                    <a:pt x="295423" y="490363"/>
                  </a:moveTo>
                  <a:cubicBezTo>
                    <a:pt x="295423" y="490087"/>
                    <a:pt x="296467" y="489043"/>
                    <a:pt x="297748" y="488039"/>
                  </a:cubicBezTo>
                  <a:cubicBezTo>
                    <a:pt x="299856" y="486387"/>
                    <a:pt x="299902" y="486432"/>
                    <a:pt x="298250" y="488541"/>
                  </a:cubicBezTo>
                  <a:cubicBezTo>
                    <a:pt x="296512" y="490755"/>
                    <a:pt x="295423" y="491458"/>
                    <a:pt x="295423" y="490363"/>
                  </a:cubicBezTo>
                  <a:close/>
                  <a:moveTo>
                    <a:pt x="308538" y="488541"/>
                  </a:moveTo>
                  <a:cubicBezTo>
                    <a:pt x="306886" y="486432"/>
                    <a:pt x="306931" y="486387"/>
                    <a:pt x="309040" y="488039"/>
                  </a:cubicBezTo>
                  <a:cubicBezTo>
                    <a:pt x="311254" y="489776"/>
                    <a:pt x="311957" y="490865"/>
                    <a:pt x="310863" y="490865"/>
                  </a:cubicBezTo>
                  <a:cubicBezTo>
                    <a:pt x="310586" y="490865"/>
                    <a:pt x="309542" y="489816"/>
                    <a:pt x="308538" y="488541"/>
                  </a:cubicBezTo>
                  <a:close/>
                  <a:moveTo>
                    <a:pt x="248928" y="475747"/>
                  </a:moveTo>
                  <a:cubicBezTo>
                    <a:pt x="248928" y="475476"/>
                    <a:pt x="249972" y="474427"/>
                    <a:pt x="251253" y="473422"/>
                  </a:cubicBezTo>
                  <a:cubicBezTo>
                    <a:pt x="253356" y="471770"/>
                    <a:pt x="253407" y="471821"/>
                    <a:pt x="251750" y="473925"/>
                  </a:cubicBezTo>
                  <a:cubicBezTo>
                    <a:pt x="250017" y="476139"/>
                    <a:pt x="248928" y="476842"/>
                    <a:pt x="248928" y="475747"/>
                  </a:cubicBezTo>
                  <a:close/>
                  <a:moveTo>
                    <a:pt x="280811" y="475747"/>
                  </a:moveTo>
                  <a:cubicBezTo>
                    <a:pt x="280811" y="475476"/>
                    <a:pt x="281856" y="474427"/>
                    <a:pt x="283136" y="473422"/>
                  </a:cubicBezTo>
                  <a:cubicBezTo>
                    <a:pt x="285240" y="471770"/>
                    <a:pt x="285290" y="471821"/>
                    <a:pt x="283633" y="473925"/>
                  </a:cubicBezTo>
                  <a:cubicBezTo>
                    <a:pt x="281901" y="476139"/>
                    <a:pt x="280811" y="476842"/>
                    <a:pt x="280811" y="475747"/>
                  </a:cubicBezTo>
                  <a:close/>
                  <a:moveTo>
                    <a:pt x="323149" y="473925"/>
                  </a:moveTo>
                  <a:cubicBezTo>
                    <a:pt x="321497" y="471821"/>
                    <a:pt x="321547" y="471770"/>
                    <a:pt x="323651" y="473422"/>
                  </a:cubicBezTo>
                  <a:cubicBezTo>
                    <a:pt x="324932" y="474427"/>
                    <a:pt x="325976" y="475476"/>
                    <a:pt x="325976" y="475747"/>
                  </a:cubicBezTo>
                  <a:cubicBezTo>
                    <a:pt x="325976" y="476842"/>
                    <a:pt x="324886" y="476139"/>
                    <a:pt x="323149" y="473925"/>
                  </a:cubicBezTo>
                  <a:close/>
                  <a:moveTo>
                    <a:pt x="355033" y="473925"/>
                  </a:moveTo>
                  <a:cubicBezTo>
                    <a:pt x="353381" y="471821"/>
                    <a:pt x="353431" y="471770"/>
                    <a:pt x="355535" y="473422"/>
                  </a:cubicBezTo>
                  <a:cubicBezTo>
                    <a:pt x="356815" y="474427"/>
                    <a:pt x="357860" y="475476"/>
                    <a:pt x="357860" y="475747"/>
                  </a:cubicBezTo>
                  <a:cubicBezTo>
                    <a:pt x="357860" y="476842"/>
                    <a:pt x="356770" y="476139"/>
                    <a:pt x="355033" y="473925"/>
                  </a:cubicBezTo>
                  <a:close/>
                  <a:moveTo>
                    <a:pt x="228748" y="462060"/>
                  </a:moveTo>
                  <a:cubicBezTo>
                    <a:pt x="229707" y="461673"/>
                    <a:pt x="230852" y="461723"/>
                    <a:pt x="231294" y="462165"/>
                  </a:cubicBezTo>
                  <a:cubicBezTo>
                    <a:pt x="231736" y="462607"/>
                    <a:pt x="230952" y="462918"/>
                    <a:pt x="229551" y="462863"/>
                  </a:cubicBezTo>
                  <a:cubicBezTo>
                    <a:pt x="228005" y="462798"/>
                    <a:pt x="227689" y="462482"/>
                    <a:pt x="228748" y="462060"/>
                  </a:cubicBezTo>
                  <a:close/>
                  <a:moveTo>
                    <a:pt x="376212" y="462060"/>
                  </a:moveTo>
                  <a:cubicBezTo>
                    <a:pt x="377171" y="461673"/>
                    <a:pt x="378316" y="461723"/>
                    <a:pt x="378757" y="462165"/>
                  </a:cubicBezTo>
                  <a:cubicBezTo>
                    <a:pt x="379199" y="462607"/>
                    <a:pt x="378416" y="462918"/>
                    <a:pt x="377015" y="462863"/>
                  </a:cubicBezTo>
                  <a:cubicBezTo>
                    <a:pt x="375469" y="462798"/>
                    <a:pt x="375152" y="462482"/>
                    <a:pt x="376212" y="462060"/>
                  </a:cubicBezTo>
                  <a:close/>
                  <a:moveTo>
                    <a:pt x="234311" y="461136"/>
                  </a:moveTo>
                  <a:cubicBezTo>
                    <a:pt x="234311" y="460860"/>
                    <a:pt x="235356" y="459815"/>
                    <a:pt x="236636" y="458811"/>
                  </a:cubicBezTo>
                  <a:cubicBezTo>
                    <a:pt x="238745" y="457159"/>
                    <a:pt x="238790" y="457204"/>
                    <a:pt x="237138" y="459313"/>
                  </a:cubicBezTo>
                  <a:cubicBezTo>
                    <a:pt x="235401" y="461528"/>
                    <a:pt x="234311" y="462230"/>
                    <a:pt x="234311" y="461136"/>
                  </a:cubicBezTo>
                  <a:close/>
                  <a:moveTo>
                    <a:pt x="369649" y="459313"/>
                  </a:moveTo>
                  <a:cubicBezTo>
                    <a:pt x="367997" y="457204"/>
                    <a:pt x="368042" y="457159"/>
                    <a:pt x="370151" y="458811"/>
                  </a:cubicBezTo>
                  <a:cubicBezTo>
                    <a:pt x="372366" y="460548"/>
                    <a:pt x="373069" y="461638"/>
                    <a:pt x="371974" y="461638"/>
                  </a:cubicBezTo>
                  <a:cubicBezTo>
                    <a:pt x="371698" y="461638"/>
                    <a:pt x="370653" y="460593"/>
                    <a:pt x="369649" y="459313"/>
                  </a:cubicBezTo>
                  <a:close/>
                  <a:moveTo>
                    <a:pt x="200033" y="453002"/>
                  </a:moveTo>
                  <a:cubicBezTo>
                    <a:pt x="200058" y="450812"/>
                    <a:pt x="200354" y="450074"/>
                    <a:pt x="200690" y="451365"/>
                  </a:cubicBezTo>
                  <a:cubicBezTo>
                    <a:pt x="201027" y="452660"/>
                    <a:pt x="201007" y="454453"/>
                    <a:pt x="200640" y="455351"/>
                  </a:cubicBezTo>
                  <a:cubicBezTo>
                    <a:pt x="200279" y="456250"/>
                    <a:pt x="200003" y="455196"/>
                    <a:pt x="200028" y="453002"/>
                  </a:cubicBezTo>
                  <a:close/>
                  <a:moveTo>
                    <a:pt x="238509" y="453664"/>
                  </a:moveTo>
                  <a:cubicBezTo>
                    <a:pt x="238509" y="451842"/>
                    <a:pt x="238810" y="451094"/>
                    <a:pt x="239177" y="452008"/>
                  </a:cubicBezTo>
                  <a:cubicBezTo>
                    <a:pt x="239548" y="452921"/>
                    <a:pt x="239548" y="454412"/>
                    <a:pt x="239177" y="455326"/>
                  </a:cubicBezTo>
                  <a:cubicBezTo>
                    <a:pt x="238810" y="456240"/>
                    <a:pt x="238509" y="455492"/>
                    <a:pt x="238509" y="453664"/>
                  </a:cubicBezTo>
                  <a:close/>
                  <a:moveTo>
                    <a:pt x="367370" y="453664"/>
                  </a:moveTo>
                  <a:cubicBezTo>
                    <a:pt x="367370" y="451842"/>
                    <a:pt x="367671" y="451094"/>
                    <a:pt x="368042" y="452008"/>
                  </a:cubicBezTo>
                  <a:cubicBezTo>
                    <a:pt x="368409" y="452921"/>
                    <a:pt x="368409" y="454412"/>
                    <a:pt x="368042" y="455326"/>
                  </a:cubicBezTo>
                  <a:cubicBezTo>
                    <a:pt x="367671" y="456240"/>
                    <a:pt x="367370" y="455492"/>
                    <a:pt x="367370" y="453664"/>
                  </a:cubicBezTo>
                  <a:close/>
                  <a:moveTo>
                    <a:pt x="405946" y="453002"/>
                  </a:moveTo>
                  <a:cubicBezTo>
                    <a:pt x="405972" y="450812"/>
                    <a:pt x="406273" y="450074"/>
                    <a:pt x="406609" y="451365"/>
                  </a:cubicBezTo>
                  <a:cubicBezTo>
                    <a:pt x="406946" y="452660"/>
                    <a:pt x="406921" y="454453"/>
                    <a:pt x="406559" y="455351"/>
                  </a:cubicBezTo>
                  <a:cubicBezTo>
                    <a:pt x="406193" y="456250"/>
                    <a:pt x="405916" y="455196"/>
                    <a:pt x="405946" y="453002"/>
                  </a:cubicBezTo>
                  <a:close/>
                  <a:moveTo>
                    <a:pt x="222356" y="447850"/>
                  </a:moveTo>
                  <a:cubicBezTo>
                    <a:pt x="222356" y="447574"/>
                    <a:pt x="223401" y="446530"/>
                    <a:pt x="224681" y="445525"/>
                  </a:cubicBezTo>
                  <a:cubicBezTo>
                    <a:pt x="226790" y="443873"/>
                    <a:pt x="226835" y="443919"/>
                    <a:pt x="225183" y="446027"/>
                  </a:cubicBezTo>
                  <a:cubicBezTo>
                    <a:pt x="223446" y="448242"/>
                    <a:pt x="222356" y="448945"/>
                    <a:pt x="222356" y="447850"/>
                  </a:cubicBezTo>
                  <a:close/>
                  <a:moveTo>
                    <a:pt x="381604" y="446027"/>
                  </a:moveTo>
                  <a:cubicBezTo>
                    <a:pt x="379952" y="443919"/>
                    <a:pt x="379998" y="443873"/>
                    <a:pt x="382106" y="445525"/>
                  </a:cubicBezTo>
                  <a:cubicBezTo>
                    <a:pt x="384321" y="447263"/>
                    <a:pt x="385024" y="448352"/>
                    <a:pt x="383929" y="448352"/>
                  </a:cubicBezTo>
                  <a:cubicBezTo>
                    <a:pt x="383653" y="448352"/>
                    <a:pt x="382609" y="447308"/>
                    <a:pt x="381604" y="446027"/>
                  </a:cubicBezTo>
                  <a:close/>
                  <a:moveTo>
                    <a:pt x="297833" y="444787"/>
                  </a:moveTo>
                  <a:cubicBezTo>
                    <a:pt x="298792" y="444406"/>
                    <a:pt x="299937" y="444451"/>
                    <a:pt x="300379" y="444893"/>
                  </a:cubicBezTo>
                  <a:cubicBezTo>
                    <a:pt x="300820" y="445334"/>
                    <a:pt x="300032" y="445651"/>
                    <a:pt x="298631" y="445591"/>
                  </a:cubicBezTo>
                  <a:cubicBezTo>
                    <a:pt x="297085" y="445525"/>
                    <a:pt x="296768" y="445214"/>
                    <a:pt x="297833" y="444787"/>
                  </a:cubicBezTo>
                  <a:close/>
                  <a:moveTo>
                    <a:pt x="307132" y="444787"/>
                  </a:moveTo>
                  <a:cubicBezTo>
                    <a:pt x="308091" y="444406"/>
                    <a:pt x="309236" y="444451"/>
                    <a:pt x="309678" y="444893"/>
                  </a:cubicBezTo>
                  <a:cubicBezTo>
                    <a:pt x="310119" y="445334"/>
                    <a:pt x="309331" y="445651"/>
                    <a:pt x="307930" y="445591"/>
                  </a:cubicBezTo>
                  <a:cubicBezTo>
                    <a:pt x="306384" y="445525"/>
                    <a:pt x="306073" y="445214"/>
                    <a:pt x="307132" y="444787"/>
                  </a:cubicBezTo>
                  <a:close/>
                  <a:moveTo>
                    <a:pt x="208408" y="432410"/>
                  </a:moveTo>
                  <a:cubicBezTo>
                    <a:pt x="209728" y="430949"/>
                    <a:pt x="211109" y="429754"/>
                    <a:pt x="211476" y="429754"/>
                  </a:cubicBezTo>
                  <a:cubicBezTo>
                    <a:pt x="211842" y="429754"/>
                    <a:pt x="211059" y="430949"/>
                    <a:pt x="209733" y="432410"/>
                  </a:cubicBezTo>
                  <a:cubicBezTo>
                    <a:pt x="208413" y="433872"/>
                    <a:pt x="207032" y="435066"/>
                    <a:pt x="206665" y="435066"/>
                  </a:cubicBezTo>
                  <a:cubicBezTo>
                    <a:pt x="206299" y="435066"/>
                    <a:pt x="207082" y="433872"/>
                    <a:pt x="208408" y="432410"/>
                  </a:cubicBezTo>
                  <a:close/>
                  <a:moveTo>
                    <a:pt x="396924" y="432079"/>
                  </a:moveTo>
                  <a:lnTo>
                    <a:pt x="394393" y="429091"/>
                  </a:lnTo>
                  <a:lnTo>
                    <a:pt x="397386" y="431622"/>
                  </a:lnTo>
                  <a:cubicBezTo>
                    <a:pt x="399027" y="433013"/>
                    <a:pt x="400373" y="434359"/>
                    <a:pt x="400373" y="434609"/>
                  </a:cubicBezTo>
                  <a:cubicBezTo>
                    <a:pt x="400373" y="435674"/>
                    <a:pt x="399304" y="434886"/>
                    <a:pt x="396924" y="432079"/>
                  </a:cubicBezTo>
                  <a:close/>
                  <a:moveTo>
                    <a:pt x="168099" y="423111"/>
                  </a:moveTo>
                  <a:cubicBezTo>
                    <a:pt x="168099" y="421284"/>
                    <a:pt x="168400" y="420536"/>
                    <a:pt x="168766" y="421449"/>
                  </a:cubicBezTo>
                  <a:cubicBezTo>
                    <a:pt x="169138" y="422363"/>
                    <a:pt x="169138" y="423859"/>
                    <a:pt x="168766" y="424773"/>
                  </a:cubicBezTo>
                  <a:cubicBezTo>
                    <a:pt x="168400" y="425687"/>
                    <a:pt x="168099" y="424939"/>
                    <a:pt x="168099" y="423111"/>
                  </a:cubicBezTo>
                  <a:close/>
                  <a:moveTo>
                    <a:pt x="437675" y="423664"/>
                  </a:moveTo>
                  <a:cubicBezTo>
                    <a:pt x="437740" y="422117"/>
                    <a:pt x="438056" y="421801"/>
                    <a:pt x="438478" y="422860"/>
                  </a:cubicBezTo>
                  <a:cubicBezTo>
                    <a:pt x="438865" y="423824"/>
                    <a:pt x="438814" y="424969"/>
                    <a:pt x="438373" y="425411"/>
                  </a:cubicBezTo>
                  <a:cubicBezTo>
                    <a:pt x="437931" y="425848"/>
                    <a:pt x="437619" y="425064"/>
                    <a:pt x="437675" y="423664"/>
                  </a:cubicBezTo>
                  <a:close/>
                  <a:moveTo>
                    <a:pt x="227352" y="423503"/>
                  </a:moveTo>
                  <a:cubicBezTo>
                    <a:pt x="229004" y="423182"/>
                    <a:pt x="231399" y="423197"/>
                    <a:pt x="232664" y="423528"/>
                  </a:cubicBezTo>
                  <a:cubicBezTo>
                    <a:pt x="233935" y="423859"/>
                    <a:pt x="232584" y="424121"/>
                    <a:pt x="229662" y="424106"/>
                  </a:cubicBezTo>
                  <a:cubicBezTo>
                    <a:pt x="226740" y="424090"/>
                    <a:pt x="225700" y="423819"/>
                    <a:pt x="227352" y="423498"/>
                  </a:cubicBezTo>
                  <a:close/>
                  <a:moveTo>
                    <a:pt x="296096" y="423126"/>
                  </a:moveTo>
                  <a:cubicBezTo>
                    <a:pt x="295629" y="422373"/>
                    <a:pt x="296166" y="422152"/>
                    <a:pt x="297346" y="422604"/>
                  </a:cubicBezTo>
                  <a:cubicBezTo>
                    <a:pt x="299646" y="423488"/>
                    <a:pt x="300067" y="424442"/>
                    <a:pt x="298159" y="424442"/>
                  </a:cubicBezTo>
                  <a:cubicBezTo>
                    <a:pt x="297471" y="424442"/>
                    <a:pt x="296542" y="423849"/>
                    <a:pt x="296096" y="423126"/>
                  </a:cubicBezTo>
                  <a:close/>
                  <a:moveTo>
                    <a:pt x="374816" y="423503"/>
                  </a:moveTo>
                  <a:cubicBezTo>
                    <a:pt x="376468" y="423182"/>
                    <a:pt x="378858" y="423197"/>
                    <a:pt x="380128" y="423528"/>
                  </a:cubicBezTo>
                  <a:cubicBezTo>
                    <a:pt x="381399" y="423859"/>
                    <a:pt x="380048" y="424121"/>
                    <a:pt x="377126" y="424106"/>
                  </a:cubicBezTo>
                  <a:cubicBezTo>
                    <a:pt x="374203" y="424090"/>
                    <a:pt x="373164" y="423819"/>
                    <a:pt x="374816" y="423498"/>
                  </a:cubicBezTo>
                  <a:close/>
                  <a:moveTo>
                    <a:pt x="288991" y="411156"/>
                  </a:moveTo>
                  <a:cubicBezTo>
                    <a:pt x="288991" y="409329"/>
                    <a:pt x="289292" y="408580"/>
                    <a:pt x="289659" y="409494"/>
                  </a:cubicBezTo>
                  <a:cubicBezTo>
                    <a:pt x="290030" y="410408"/>
                    <a:pt x="290030" y="411904"/>
                    <a:pt x="289659" y="412818"/>
                  </a:cubicBezTo>
                  <a:cubicBezTo>
                    <a:pt x="289292" y="413727"/>
                    <a:pt x="288991" y="412984"/>
                    <a:pt x="288991" y="411156"/>
                  </a:cubicBezTo>
                  <a:close/>
                  <a:moveTo>
                    <a:pt x="316888" y="411156"/>
                  </a:moveTo>
                  <a:cubicBezTo>
                    <a:pt x="316888" y="409329"/>
                    <a:pt x="317189" y="408580"/>
                    <a:pt x="317561" y="409494"/>
                  </a:cubicBezTo>
                  <a:cubicBezTo>
                    <a:pt x="317927" y="410408"/>
                    <a:pt x="317927" y="411904"/>
                    <a:pt x="317561" y="412818"/>
                  </a:cubicBezTo>
                  <a:cubicBezTo>
                    <a:pt x="317189" y="413727"/>
                    <a:pt x="316888" y="412984"/>
                    <a:pt x="316888" y="411156"/>
                  </a:cubicBezTo>
                  <a:close/>
                  <a:moveTo>
                    <a:pt x="291436" y="402680"/>
                  </a:moveTo>
                  <a:cubicBezTo>
                    <a:pt x="291436" y="402409"/>
                    <a:pt x="292485" y="401360"/>
                    <a:pt x="293761" y="400356"/>
                  </a:cubicBezTo>
                  <a:cubicBezTo>
                    <a:pt x="295870" y="398704"/>
                    <a:pt x="295915" y="398754"/>
                    <a:pt x="294263" y="400858"/>
                  </a:cubicBezTo>
                  <a:cubicBezTo>
                    <a:pt x="292526" y="403072"/>
                    <a:pt x="291436" y="403775"/>
                    <a:pt x="291436" y="402680"/>
                  </a:cubicBezTo>
                  <a:close/>
                  <a:moveTo>
                    <a:pt x="312525" y="400858"/>
                  </a:moveTo>
                  <a:cubicBezTo>
                    <a:pt x="310873" y="398754"/>
                    <a:pt x="310918" y="398704"/>
                    <a:pt x="313027" y="400356"/>
                  </a:cubicBezTo>
                  <a:cubicBezTo>
                    <a:pt x="314302" y="401360"/>
                    <a:pt x="315351" y="402404"/>
                    <a:pt x="315351" y="402680"/>
                  </a:cubicBezTo>
                  <a:cubicBezTo>
                    <a:pt x="315351" y="403775"/>
                    <a:pt x="314257" y="403072"/>
                    <a:pt x="312525" y="400858"/>
                  </a:cubicBezTo>
                  <a:close/>
                  <a:moveTo>
                    <a:pt x="437780" y="397870"/>
                  </a:moveTo>
                  <a:cubicBezTo>
                    <a:pt x="437780" y="396043"/>
                    <a:pt x="438081" y="395294"/>
                    <a:pt x="438453" y="396208"/>
                  </a:cubicBezTo>
                  <a:cubicBezTo>
                    <a:pt x="438819" y="397122"/>
                    <a:pt x="438819" y="398618"/>
                    <a:pt x="438453" y="399532"/>
                  </a:cubicBezTo>
                  <a:cubicBezTo>
                    <a:pt x="438081" y="400446"/>
                    <a:pt x="437780" y="399698"/>
                    <a:pt x="437780" y="397870"/>
                  </a:cubicBezTo>
                  <a:close/>
                  <a:moveTo>
                    <a:pt x="301066" y="396956"/>
                  </a:moveTo>
                  <a:cubicBezTo>
                    <a:pt x="302347" y="396620"/>
                    <a:pt x="304441" y="396620"/>
                    <a:pt x="305716" y="396956"/>
                  </a:cubicBezTo>
                  <a:cubicBezTo>
                    <a:pt x="306996" y="397288"/>
                    <a:pt x="305952" y="397564"/>
                    <a:pt x="303391" y="397564"/>
                  </a:cubicBezTo>
                  <a:cubicBezTo>
                    <a:pt x="300836" y="397564"/>
                    <a:pt x="299791" y="397288"/>
                    <a:pt x="301066" y="396956"/>
                  </a:cubicBezTo>
                  <a:close/>
                  <a:moveTo>
                    <a:pt x="200078" y="368643"/>
                  </a:moveTo>
                  <a:cubicBezTo>
                    <a:pt x="200078" y="366087"/>
                    <a:pt x="200354" y="365038"/>
                    <a:pt x="200685" y="366318"/>
                  </a:cubicBezTo>
                  <a:cubicBezTo>
                    <a:pt x="201022" y="367598"/>
                    <a:pt x="201022" y="369692"/>
                    <a:pt x="200685" y="370968"/>
                  </a:cubicBezTo>
                  <a:cubicBezTo>
                    <a:pt x="200354" y="372248"/>
                    <a:pt x="200078" y="371198"/>
                    <a:pt x="200078" y="368643"/>
                  </a:cubicBezTo>
                  <a:close/>
                  <a:moveTo>
                    <a:pt x="405997" y="368643"/>
                  </a:moveTo>
                  <a:cubicBezTo>
                    <a:pt x="405997" y="366087"/>
                    <a:pt x="406268" y="365038"/>
                    <a:pt x="406604" y="366318"/>
                  </a:cubicBezTo>
                  <a:cubicBezTo>
                    <a:pt x="406936" y="367598"/>
                    <a:pt x="406936" y="369692"/>
                    <a:pt x="406604" y="370968"/>
                  </a:cubicBezTo>
                  <a:cubicBezTo>
                    <a:pt x="406268" y="372248"/>
                    <a:pt x="405997" y="371198"/>
                    <a:pt x="405997" y="368643"/>
                  </a:cubicBezTo>
                  <a:close/>
                  <a:moveTo>
                    <a:pt x="238509" y="368643"/>
                  </a:moveTo>
                  <a:cubicBezTo>
                    <a:pt x="238509" y="366815"/>
                    <a:pt x="238810" y="366072"/>
                    <a:pt x="239177" y="366981"/>
                  </a:cubicBezTo>
                  <a:cubicBezTo>
                    <a:pt x="239548" y="367895"/>
                    <a:pt x="239548" y="369391"/>
                    <a:pt x="239177" y="370305"/>
                  </a:cubicBezTo>
                  <a:cubicBezTo>
                    <a:pt x="238810" y="371219"/>
                    <a:pt x="238509" y="370470"/>
                    <a:pt x="238509" y="368643"/>
                  </a:cubicBezTo>
                  <a:close/>
                  <a:moveTo>
                    <a:pt x="367370" y="368643"/>
                  </a:moveTo>
                  <a:cubicBezTo>
                    <a:pt x="367370" y="366815"/>
                    <a:pt x="367671" y="366072"/>
                    <a:pt x="368042" y="366981"/>
                  </a:cubicBezTo>
                  <a:cubicBezTo>
                    <a:pt x="368409" y="367895"/>
                    <a:pt x="368409" y="369391"/>
                    <a:pt x="368042" y="370305"/>
                  </a:cubicBezTo>
                  <a:cubicBezTo>
                    <a:pt x="367671" y="371219"/>
                    <a:pt x="367370" y="370470"/>
                    <a:pt x="367370" y="368643"/>
                  </a:cubicBezTo>
                  <a:close/>
                  <a:moveTo>
                    <a:pt x="511715" y="353123"/>
                  </a:moveTo>
                  <a:cubicBezTo>
                    <a:pt x="512674" y="352741"/>
                    <a:pt x="513824" y="352786"/>
                    <a:pt x="514266" y="353228"/>
                  </a:cubicBezTo>
                  <a:cubicBezTo>
                    <a:pt x="514703" y="353670"/>
                    <a:pt x="513920" y="353981"/>
                    <a:pt x="512519" y="353926"/>
                  </a:cubicBezTo>
                  <a:cubicBezTo>
                    <a:pt x="510972" y="353861"/>
                    <a:pt x="510656" y="353544"/>
                    <a:pt x="511715" y="353123"/>
                  </a:cubicBezTo>
                  <a:close/>
                  <a:moveTo>
                    <a:pt x="356534" y="346886"/>
                  </a:moveTo>
                  <a:cubicBezTo>
                    <a:pt x="356534" y="346610"/>
                    <a:pt x="357579" y="345566"/>
                    <a:pt x="358859" y="344562"/>
                  </a:cubicBezTo>
                  <a:cubicBezTo>
                    <a:pt x="360963" y="342910"/>
                    <a:pt x="361013" y="342955"/>
                    <a:pt x="359361" y="345064"/>
                  </a:cubicBezTo>
                  <a:cubicBezTo>
                    <a:pt x="357624" y="347278"/>
                    <a:pt x="356534" y="347981"/>
                    <a:pt x="356534" y="346886"/>
                  </a:cubicBezTo>
                  <a:close/>
                  <a:moveTo>
                    <a:pt x="198441" y="324302"/>
                  </a:moveTo>
                  <a:cubicBezTo>
                    <a:pt x="198441" y="324026"/>
                    <a:pt x="199490" y="322981"/>
                    <a:pt x="200766" y="321977"/>
                  </a:cubicBezTo>
                  <a:cubicBezTo>
                    <a:pt x="202875" y="320325"/>
                    <a:pt x="202920" y="320370"/>
                    <a:pt x="201268" y="322479"/>
                  </a:cubicBezTo>
                  <a:cubicBezTo>
                    <a:pt x="199535" y="324693"/>
                    <a:pt x="198441" y="325396"/>
                    <a:pt x="198441" y="324302"/>
                  </a:cubicBezTo>
                  <a:close/>
                  <a:moveTo>
                    <a:pt x="404189" y="321149"/>
                  </a:moveTo>
                  <a:cubicBezTo>
                    <a:pt x="402537" y="319045"/>
                    <a:pt x="402582" y="318994"/>
                    <a:pt x="404691" y="320646"/>
                  </a:cubicBezTo>
                  <a:cubicBezTo>
                    <a:pt x="406906" y="322384"/>
                    <a:pt x="407608" y="323473"/>
                    <a:pt x="406514" y="323473"/>
                  </a:cubicBezTo>
                  <a:cubicBezTo>
                    <a:pt x="406238" y="323473"/>
                    <a:pt x="405193" y="322429"/>
                    <a:pt x="404189" y="321149"/>
                  </a:cubicBezTo>
                  <a:close/>
                  <a:moveTo>
                    <a:pt x="390903" y="307868"/>
                  </a:moveTo>
                  <a:cubicBezTo>
                    <a:pt x="389251" y="305759"/>
                    <a:pt x="389297" y="305709"/>
                    <a:pt x="391405" y="307366"/>
                  </a:cubicBezTo>
                  <a:cubicBezTo>
                    <a:pt x="393620" y="309098"/>
                    <a:pt x="394323" y="310193"/>
                    <a:pt x="393228" y="310193"/>
                  </a:cubicBezTo>
                  <a:cubicBezTo>
                    <a:pt x="392952" y="310193"/>
                    <a:pt x="391908" y="309143"/>
                    <a:pt x="390903" y="307868"/>
                  </a:cubicBezTo>
                  <a:close/>
                  <a:moveTo>
                    <a:pt x="287203" y="276069"/>
                  </a:moveTo>
                  <a:cubicBezTo>
                    <a:pt x="288162" y="275688"/>
                    <a:pt x="289307" y="275733"/>
                    <a:pt x="289749" y="276175"/>
                  </a:cubicBezTo>
                  <a:cubicBezTo>
                    <a:pt x="290191" y="276617"/>
                    <a:pt x="289408" y="276933"/>
                    <a:pt x="288007" y="276873"/>
                  </a:cubicBezTo>
                  <a:cubicBezTo>
                    <a:pt x="286455" y="276808"/>
                    <a:pt x="286144" y="276496"/>
                    <a:pt x="287203" y="276069"/>
                  </a:cubicBezTo>
                  <a:close/>
                  <a:moveTo>
                    <a:pt x="317757" y="276069"/>
                  </a:moveTo>
                  <a:cubicBezTo>
                    <a:pt x="318715" y="275688"/>
                    <a:pt x="319860" y="275733"/>
                    <a:pt x="320302" y="276175"/>
                  </a:cubicBezTo>
                  <a:cubicBezTo>
                    <a:pt x="320744" y="276617"/>
                    <a:pt x="319961" y="276933"/>
                    <a:pt x="318560" y="276873"/>
                  </a:cubicBezTo>
                  <a:cubicBezTo>
                    <a:pt x="317013" y="276808"/>
                    <a:pt x="316697" y="276496"/>
                    <a:pt x="317757" y="276069"/>
                  </a:cubicBezTo>
                  <a:close/>
                  <a:moveTo>
                    <a:pt x="1575" y="225587"/>
                  </a:moveTo>
                  <a:cubicBezTo>
                    <a:pt x="2534" y="225206"/>
                    <a:pt x="3684" y="225251"/>
                    <a:pt x="4126" y="225693"/>
                  </a:cubicBezTo>
                  <a:cubicBezTo>
                    <a:pt x="4563" y="226135"/>
                    <a:pt x="3779" y="226446"/>
                    <a:pt x="2378" y="226391"/>
                  </a:cubicBezTo>
                  <a:cubicBezTo>
                    <a:pt x="832" y="226326"/>
                    <a:pt x="516" y="226014"/>
                    <a:pt x="1575" y="225587"/>
                  </a:cubicBezTo>
                  <a:close/>
                  <a:moveTo>
                    <a:pt x="603385" y="225587"/>
                  </a:moveTo>
                  <a:cubicBezTo>
                    <a:pt x="604344" y="225206"/>
                    <a:pt x="605489" y="225251"/>
                    <a:pt x="605931" y="225693"/>
                  </a:cubicBezTo>
                  <a:cubicBezTo>
                    <a:pt x="606372" y="226135"/>
                    <a:pt x="605584" y="226446"/>
                    <a:pt x="604188" y="226391"/>
                  </a:cubicBezTo>
                  <a:cubicBezTo>
                    <a:pt x="602637" y="226326"/>
                    <a:pt x="602325" y="226014"/>
                    <a:pt x="603385" y="225587"/>
                  </a:cubicBezTo>
                  <a:close/>
                  <a:moveTo>
                    <a:pt x="459988" y="214873"/>
                  </a:moveTo>
                  <a:cubicBezTo>
                    <a:pt x="458331" y="212764"/>
                    <a:pt x="458381" y="212719"/>
                    <a:pt x="460485" y="214371"/>
                  </a:cubicBezTo>
                  <a:cubicBezTo>
                    <a:pt x="462700" y="216103"/>
                    <a:pt x="463403" y="217197"/>
                    <a:pt x="462313" y="217197"/>
                  </a:cubicBezTo>
                  <a:cubicBezTo>
                    <a:pt x="462037" y="217197"/>
                    <a:pt x="460987" y="216148"/>
                    <a:pt x="459988" y="214873"/>
                  </a:cubicBezTo>
                  <a:close/>
                  <a:moveTo>
                    <a:pt x="168219" y="205614"/>
                  </a:moveTo>
                  <a:cubicBezTo>
                    <a:pt x="170228" y="205313"/>
                    <a:pt x="173516" y="205313"/>
                    <a:pt x="175525" y="205614"/>
                  </a:cubicBezTo>
                  <a:cubicBezTo>
                    <a:pt x="177533" y="205920"/>
                    <a:pt x="175891" y="206171"/>
                    <a:pt x="171875" y="206171"/>
                  </a:cubicBezTo>
                  <a:cubicBezTo>
                    <a:pt x="167853" y="206171"/>
                    <a:pt x="166211" y="205920"/>
                    <a:pt x="168219" y="205614"/>
                  </a:cubicBezTo>
                  <a:close/>
                  <a:moveTo>
                    <a:pt x="431263" y="205614"/>
                  </a:moveTo>
                  <a:cubicBezTo>
                    <a:pt x="433271" y="205313"/>
                    <a:pt x="436560" y="205313"/>
                    <a:pt x="438568" y="205614"/>
                  </a:cubicBezTo>
                  <a:cubicBezTo>
                    <a:pt x="440577" y="205920"/>
                    <a:pt x="438935" y="206171"/>
                    <a:pt x="434913" y="206171"/>
                  </a:cubicBezTo>
                  <a:cubicBezTo>
                    <a:pt x="430896" y="206171"/>
                    <a:pt x="429249" y="205920"/>
                    <a:pt x="431263" y="205614"/>
                  </a:cubicBezTo>
                  <a:close/>
                  <a:moveTo>
                    <a:pt x="278487" y="148449"/>
                  </a:moveTo>
                  <a:cubicBezTo>
                    <a:pt x="292184" y="148233"/>
                    <a:pt x="314603" y="148233"/>
                    <a:pt x="328301" y="148449"/>
                  </a:cubicBezTo>
                  <a:cubicBezTo>
                    <a:pt x="342003" y="148665"/>
                    <a:pt x="330791" y="148841"/>
                    <a:pt x="303391" y="148841"/>
                  </a:cubicBezTo>
                  <a:cubicBezTo>
                    <a:pt x="275991" y="148841"/>
                    <a:pt x="264784" y="148665"/>
                    <a:pt x="278487" y="148449"/>
                  </a:cubicBezTo>
                  <a:close/>
                  <a:moveTo>
                    <a:pt x="495" y="50633"/>
                  </a:moveTo>
                  <a:cubicBezTo>
                    <a:pt x="495" y="50357"/>
                    <a:pt x="1545" y="49313"/>
                    <a:pt x="2820" y="48309"/>
                  </a:cubicBezTo>
                  <a:cubicBezTo>
                    <a:pt x="4929" y="46657"/>
                    <a:pt x="4974" y="46702"/>
                    <a:pt x="3322" y="48811"/>
                  </a:cubicBezTo>
                  <a:cubicBezTo>
                    <a:pt x="1590" y="51025"/>
                    <a:pt x="495" y="51728"/>
                    <a:pt x="495" y="50633"/>
                  </a:cubicBezTo>
                  <a:close/>
                  <a:moveTo>
                    <a:pt x="88008" y="27552"/>
                  </a:moveTo>
                  <a:cubicBezTo>
                    <a:pt x="86356" y="25448"/>
                    <a:pt x="86401" y="25398"/>
                    <a:pt x="88510" y="27055"/>
                  </a:cubicBezTo>
                  <a:cubicBezTo>
                    <a:pt x="90724" y="28787"/>
                    <a:pt x="91427" y="29877"/>
                    <a:pt x="90332" y="29877"/>
                  </a:cubicBezTo>
                  <a:cubicBezTo>
                    <a:pt x="90056" y="29877"/>
                    <a:pt x="89012" y="28832"/>
                    <a:pt x="88008" y="27552"/>
                  </a:cubicBezTo>
                  <a:close/>
                  <a:moveTo>
                    <a:pt x="172954" y="7714"/>
                  </a:moveTo>
                  <a:cubicBezTo>
                    <a:pt x="173913" y="7332"/>
                    <a:pt x="175058" y="7377"/>
                    <a:pt x="175500" y="7819"/>
                  </a:cubicBezTo>
                  <a:cubicBezTo>
                    <a:pt x="175942" y="8261"/>
                    <a:pt x="175153" y="8577"/>
                    <a:pt x="173757" y="8517"/>
                  </a:cubicBezTo>
                  <a:cubicBezTo>
                    <a:pt x="172206" y="8457"/>
                    <a:pt x="171895" y="8140"/>
                    <a:pt x="172954" y="7714"/>
                  </a:cubicBezTo>
                  <a:close/>
                  <a:moveTo>
                    <a:pt x="194208" y="5057"/>
                  </a:moveTo>
                  <a:cubicBezTo>
                    <a:pt x="195167" y="4676"/>
                    <a:pt x="196312" y="4721"/>
                    <a:pt x="196754" y="5163"/>
                  </a:cubicBezTo>
                  <a:cubicBezTo>
                    <a:pt x="197196" y="5605"/>
                    <a:pt x="196412" y="5921"/>
                    <a:pt x="195012" y="5861"/>
                  </a:cubicBezTo>
                  <a:cubicBezTo>
                    <a:pt x="193465" y="5795"/>
                    <a:pt x="193149" y="5484"/>
                    <a:pt x="194208" y="5057"/>
                  </a:cubicBezTo>
                  <a:close/>
                  <a:moveTo>
                    <a:pt x="410752" y="5057"/>
                  </a:moveTo>
                  <a:cubicBezTo>
                    <a:pt x="411711" y="4676"/>
                    <a:pt x="412855" y="4721"/>
                    <a:pt x="413297" y="5163"/>
                  </a:cubicBezTo>
                  <a:cubicBezTo>
                    <a:pt x="413739" y="5605"/>
                    <a:pt x="412956" y="5921"/>
                    <a:pt x="411555" y="5861"/>
                  </a:cubicBezTo>
                  <a:cubicBezTo>
                    <a:pt x="410009" y="5795"/>
                    <a:pt x="409692" y="5484"/>
                    <a:pt x="410752" y="5057"/>
                  </a:cubicBezTo>
                  <a:close/>
                  <a:moveTo>
                    <a:pt x="206163" y="3732"/>
                  </a:moveTo>
                  <a:cubicBezTo>
                    <a:pt x="207122" y="3345"/>
                    <a:pt x="208267" y="3395"/>
                    <a:pt x="208709" y="3837"/>
                  </a:cubicBezTo>
                  <a:cubicBezTo>
                    <a:pt x="209151" y="4274"/>
                    <a:pt x="208368" y="4590"/>
                    <a:pt x="206967" y="4535"/>
                  </a:cubicBezTo>
                  <a:cubicBezTo>
                    <a:pt x="205420" y="4470"/>
                    <a:pt x="205104" y="4154"/>
                    <a:pt x="206163" y="3732"/>
                  </a:cubicBezTo>
                  <a:close/>
                  <a:moveTo>
                    <a:pt x="398796" y="3732"/>
                  </a:moveTo>
                  <a:cubicBezTo>
                    <a:pt x="399755" y="3345"/>
                    <a:pt x="400900" y="3395"/>
                    <a:pt x="401342" y="3837"/>
                  </a:cubicBezTo>
                  <a:cubicBezTo>
                    <a:pt x="401784" y="4274"/>
                    <a:pt x="401001" y="4590"/>
                    <a:pt x="399600" y="4535"/>
                  </a:cubicBezTo>
                  <a:cubicBezTo>
                    <a:pt x="398048" y="4470"/>
                    <a:pt x="397737" y="4154"/>
                    <a:pt x="398796" y="3732"/>
                  </a:cubicBezTo>
                  <a:close/>
                  <a:moveTo>
                    <a:pt x="220694" y="2431"/>
                  </a:moveTo>
                  <a:cubicBezTo>
                    <a:pt x="221608" y="2060"/>
                    <a:pt x="223104" y="2060"/>
                    <a:pt x="224018" y="2431"/>
                  </a:cubicBezTo>
                  <a:cubicBezTo>
                    <a:pt x="224932" y="2798"/>
                    <a:pt x="224184" y="3099"/>
                    <a:pt x="222356" y="3099"/>
                  </a:cubicBezTo>
                  <a:cubicBezTo>
                    <a:pt x="220529" y="3099"/>
                    <a:pt x="219780" y="2798"/>
                    <a:pt x="220694" y="2431"/>
                  </a:cubicBezTo>
                  <a:close/>
                  <a:moveTo>
                    <a:pt x="384100" y="2431"/>
                  </a:moveTo>
                  <a:cubicBezTo>
                    <a:pt x="385014" y="2060"/>
                    <a:pt x="386505" y="2060"/>
                    <a:pt x="387419" y="2431"/>
                  </a:cubicBezTo>
                  <a:cubicBezTo>
                    <a:pt x="388333" y="2798"/>
                    <a:pt x="387584" y="3099"/>
                    <a:pt x="385762" y="3099"/>
                  </a:cubicBezTo>
                  <a:cubicBezTo>
                    <a:pt x="383934" y="3099"/>
                    <a:pt x="383186" y="2798"/>
                    <a:pt x="384100" y="2431"/>
                  </a:cubicBezTo>
                  <a:close/>
                  <a:moveTo>
                    <a:pt x="237324" y="1061"/>
                  </a:moveTo>
                  <a:cubicBezTo>
                    <a:pt x="238619" y="724"/>
                    <a:pt x="240412" y="744"/>
                    <a:pt x="241311" y="1111"/>
                  </a:cubicBezTo>
                  <a:cubicBezTo>
                    <a:pt x="242210" y="1472"/>
                    <a:pt x="241155" y="1749"/>
                    <a:pt x="238961" y="1723"/>
                  </a:cubicBezTo>
                  <a:cubicBezTo>
                    <a:pt x="236772" y="1698"/>
                    <a:pt x="236034" y="1397"/>
                    <a:pt x="237324" y="1061"/>
                  </a:cubicBezTo>
                  <a:close/>
                  <a:moveTo>
                    <a:pt x="366190" y="1061"/>
                  </a:moveTo>
                  <a:cubicBezTo>
                    <a:pt x="367480" y="724"/>
                    <a:pt x="369278" y="744"/>
                    <a:pt x="370176" y="1111"/>
                  </a:cubicBezTo>
                  <a:cubicBezTo>
                    <a:pt x="371075" y="1472"/>
                    <a:pt x="370016" y="1749"/>
                    <a:pt x="367827" y="1723"/>
                  </a:cubicBezTo>
                  <a:cubicBezTo>
                    <a:pt x="365632" y="1698"/>
                    <a:pt x="364899" y="1397"/>
                    <a:pt x="366190" y="1061"/>
                  </a:cubicBezTo>
                  <a:close/>
                  <a:moveTo>
                    <a:pt x="260551" y="-285"/>
                  </a:moveTo>
                  <a:cubicBezTo>
                    <a:pt x="262193" y="-601"/>
                    <a:pt x="264885" y="-601"/>
                    <a:pt x="266527" y="-285"/>
                  </a:cubicBezTo>
                  <a:cubicBezTo>
                    <a:pt x="268173" y="31"/>
                    <a:pt x="266828" y="292"/>
                    <a:pt x="263539" y="292"/>
                  </a:cubicBezTo>
                  <a:cubicBezTo>
                    <a:pt x="260250" y="292"/>
                    <a:pt x="258905" y="31"/>
                    <a:pt x="260551" y="-285"/>
                  </a:cubicBezTo>
                  <a:close/>
                  <a:moveTo>
                    <a:pt x="340261" y="-285"/>
                  </a:moveTo>
                  <a:cubicBezTo>
                    <a:pt x="341903" y="-601"/>
                    <a:pt x="344594" y="-601"/>
                    <a:pt x="346236" y="-285"/>
                  </a:cubicBezTo>
                  <a:cubicBezTo>
                    <a:pt x="347883" y="31"/>
                    <a:pt x="346537" y="292"/>
                    <a:pt x="343248" y="292"/>
                  </a:cubicBezTo>
                  <a:cubicBezTo>
                    <a:pt x="339960" y="292"/>
                    <a:pt x="338614" y="31"/>
                    <a:pt x="340261" y="-285"/>
                  </a:cubicBezTo>
                  <a:close/>
                </a:path>
              </a:pathLst>
            </a:custGeom>
            <a:solidFill>
              <a:srgbClr val="A19F9E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8D6494-565C-49D8-B1F4-21DE06B65FA4}"/>
                </a:ext>
              </a:extLst>
            </p:cNvPr>
            <p:cNvSpPr/>
            <p:nvPr/>
          </p:nvSpPr>
          <p:spPr>
            <a:xfrm>
              <a:off x="6205281" y="4037009"/>
              <a:ext cx="623869" cy="546891"/>
            </a:xfrm>
            <a:custGeom>
              <a:avLst/>
              <a:gdLst>
                <a:gd name="csX0" fmla="*/ 71244 w 623869"/>
                <a:gd name="csY0" fmla="*/ 515424 h 546891"/>
                <a:gd name="csX1" fmla="*/ 71636 w 623869"/>
                <a:gd name="csY1" fmla="*/ 489766 h 546891"/>
                <a:gd name="csX2" fmla="*/ 71636 w 623869"/>
                <a:gd name="csY2" fmla="*/ 540248 h 546891"/>
                <a:gd name="csX3" fmla="*/ 71244 w 623869"/>
                <a:gd name="csY3" fmla="*/ 515424 h 546891"/>
                <a:gd name="csX4" fmla="*/ 564117 w 623869"/>
                <a:gd name="csY4" fmla="*/ 514761 h 546891"/>
                <a:gd name="csX5" fmla="*/ 564504 w 623869"/>
                <a:gd name="csY5" fmla="*/ 489189 h 546891"/>
                <a:gd name="csX6" fmla="*/ 564504 w 623869"/>
                <a:gd name="csY6" fmla="*/ 540334 h 546891"/>
                <a:gd name="csX7" fmla="*/ 564117 w 623869"/>
                <a:gd name="csY7" fmla="*/ 514761 h 546891"/>
                <a:gd name="csX8" fmla="*/ 14481 w 623869"/>
                <a:gd name="csY8" fmla="*/ 183637 h 546891"/>
                <a:gd name="csX9" fmla="*/ 6387 w 623869"/>
                <a:gd name="csY9" fmla="*/ 166360 h 546891"/>
                <a:gd name="csX10" fmla="*/ 493 w 623869"/>
                <a:gd name="csY10" fmla="*/ 150739 h 546891"/>
                <a:gd name="csX11" fmla="*/ 4012 w 623869"/>
                <a:gd name="csY11" fmla="*/ 149976 h 546891"/>
                <a:gd name="csX12" fmla="*/ 9269 w 623869"/>
                <a:gd name="csY12" fmla="*/ 148665 h 546891"/>
                <a:gd name="csX13" fmla="*/ 10173 w 623869"/>
                <a:gd name="csY13" fmla="*/ 149464 h 546891"/>
                <a:gd name="csX14" fmla="*/ 19678 w 623869"/>
                <a:gd name="csY14" fmla="*/ 174820 h 546891"/>
                <a:gd name="csX15" fmla="*/ 124794 w 623869"/>
                <a:gd name="csY15" fmla="*/ 156895 h 546891"/>
                <a:gd name="csX16" fmla="*/ 146907 w 623869"/>
                <a:gd name="csY16" fmla="*/ 155298 h 546891"/>
                <a:gd name="csX17" fmla="*/ 83014 w 623869"/>
                <a:gd name="csY17" fmla="*/ 174167 h 546891"/>
                <a:gd name="csX18" fmla="*/ 20748 w 623869"/>
                <a:gd name="csY18" fmla="*/ 185249 h 546891"/>
                <a:gd name="csX19" fmla="*/ 14481 w 623869"/>
                <a:gd name="csY19" fmla="*/ 183637 h 546891"/>
                <a:gd name="csX20" fmla="*/ 551781 w 623869"/>
                <a:gd name="csY20" fmla="*/ 174082 h 546891"/>
                <a:gd name="csX21" fmla="*/ 491638 w 623869"/>
                <a:gd name="csY21" fmla="*/ 160510 h 546891"/>
                <a:gd name="csX22" fmla="*/ 485879 w 623869"/>
                <a:gd name="csY22" fmla="*/ 140064 h 546891"/>
                <a:gd name="csX23" fmla="*/ 482987 w 623869"/>
                <a:gd name="csY23" fmla="*/ 121903 h 546891"/>
                <a:gd name="csX24" fmla="*/ 487918 w 623869"/>
                <a:gd name="csY24" fmla="*/ 122365 h 546891"/>
                <a:gd name="csX25" fmla="*/ 492733 w 623869"/>
                <a:gd name="csY25" fmla="*/ 125498 h 546891"/>
                <a:gd name="csX26" fmla="*/ 499190 w 623869"/>
                <a:gd name="csY26" fmla="*/ 153506 h 546891"/>
                <a:gd name="csX27" fmla="*/ 560502 w 623869"/>
                <a:gd name="csY27" fmla="*/ 166214 h 546891"/>
                <a:gd name="csX28" fmla="*/ 622537 w 623869"/>
                <a:gd name="csY28" fmla="*/ 178450 h 546891"/>
                <a:gd name="csX29" fmla="*/ 622206 w 623869"/>
                <a:gd name="csY29" fmla="*/ 182402 h 546891"/>
                <a:gd name="csX30" fmla="*/ 614328 w 623869"/>
                <a:gd name="csY30" fmla="*/ 185189 h 546891"/>
                <a:gd name="csX31" fmla="*/ 551781 w 623869"/>
                <a:gd name="csY31" fmla="*/ 174082 h 546891"/>
                <a:gd name="csX32" fmla="*/ 268798 w 623869"/>
                <a:gd name="csY32" fmla="*/ 84331 h 546891"/>
                <a:gd name="csX33" fmla="*/ 269466 w 623869"/>
                <a:gd name="csY33" fmla="*/ 82669 h 546891"/>
                <a:gd name="csX34" fmla="*/ 269466 w 623869"/>
                <a:gd name="csY34" fmla="*/ 85993 h 546891"/>
                <a:gd name="csX35" fmla="*/ 268798 w 623869"/>
                <a:gd name="csY35" fmla="*/ 84331 h 546891"/>
                <a:gd name="csX36" fmla="*/ 365775 w 623869"/>
                <a:gd name="csY36" fmla="*/ 84331 h 546891"/>
                <a:gd name="csX37" fmla="*/ 366448 w 623869"/>
                <a:gd name="csY37" fmla="*/ 82669 h 546891"/>
                <a:gd name="csX38" fmla="*/ 366448 w 623869"/>
                <a:gd name="csY38" fmla="*/ 85993 h 546891"/>
                <a:gd name="csX39" fmla="*/ 365775 w 623869"/>
                <a:gd name="csY39" fmla="*/ 84331 h 546891"/>
                <a:gd name="csX40" fmla="*/ 338747 w 623869"/>
                <a:gd name="csY40" fmla="*/ -269 h 546891"/>
                <a:gd name="csX41" fmla="*/ 341292 w 623869"/>
                <a:gd name="csY41" fmla="*/ -164 h 546891"/>
                <a:gd name="csX42" fmla="*/ 339550 w 623869"/>
                <a:gd name="csY42" fmla="*/ 534 h 546891"/>
                <a:gd name="csX43" fmla="*/ 338747 w 623869"/>
                <a:gd name="csY43" fmla="*/ -269 h 5468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</a:cxnLst>
              <a:rect l="l" t="t" r="r" b="b"/>
              <a:pathLst>
                <a:path w="623869" h="546891">
                  <a:moveTo>
                    <a:pt x="71244" y="515424"/>
                  </a:moveTo>
                  <a:cubicBezTo>
                    <a:pt x="71244" y="487663"/>
                    <a:pt x="71420" y="476114"/>
                    <a:pt x="71636" y="489766"/>
                  </a:cubicBezTo>
                  <a:cubicBezTo>
                    <a:pt x="71852" y="503419"/>
                    <a:pt x="71852" y="526134"/>
                    <a:pt x="71636" y="540248"/>
                  </a:cubicBezTo>
                  <a:cubicBezTo>
                    <a:pt x="71420" y="554363"/>
                    <a:pt x="71244" y="543190"/>
                    <a:pt x="71244" y="515424"/>
                  </a:cubicBezTo>
                  <a:close/>
                  <a:moveTo>
                    <a:pt x="564117" y="514761"/>
                  </a:moveTo>
                  <a:cubicBezTo>
                    <a:pt x="564117" y="486633"/>
                    <a:pt x="564293" y="475125"/>
                    <a:pt x="564504" y="489189"/>
                  </a:cubicBezTo>
                  <a:cubicBezTo>
                    <a:pt x="564720" y="503253"/>
                    <a:pt x="564720" y="526270"/>
                    <a:pt x="564504" y="540334"/>
                  </a:cubicBezTo>
                  <a:cubicBezTo>
                    <a:pt x="564293" y="554403"/>
                    <a:pt x="564117" y="542894"/>
                    <a:pt x="564117" y="514761"/>
                  </a:cubicBezTo>
                  <a:close/>
                  <a:moveTo>
                    <a:pt x="14481" y="183637"/>
                  </a:moveTo>
                  <a:cubicBezTo>
                    <a:pt x="13271" y="182723"/>
                    <a:pt x="9631" y="174946"/>
                    <a:pt x="6387" y="166360"/>
                  </a:cubicBezTo>
                  <a:lnTo>
                    <a:pt x="493" y="150739"/>
                  </a:lnTo>
                  <a:lnTo>
                    <a:pt x="4012" y="149976"/>
                  </a:lnTo>
                  <a:cubicBezTo>
                    <a:pt x="5951" y="149549"/>
                    <a:pt x="8315" y="148961"/>
                    <a:pt x="9269" y="148665"/>
                  </a:cubicBezTo>
                  <a:cubicBezTo>
                    <a:pt x="10218" y="148369"/>
                    <a:pt x="10625" y="148731"/>
                    <a:pt x="10173" y="149464"/>
                  </a:cubicBezTo>
                  <a:cubicBezTo>
                    <a:pt x="9124" y="151166"/>
                    <a:pt x="17228" y="172787"/>
                    <a:pt x="19678" y="174820"/>
                  </a:cubicBezTo>
                  <a:cubicBezTo>
                    <a:pt x="21496" y="176332"/>
                    <a:pt x="31131" y="174685"/>
                    <a:pt x="124794" y="156895"/>
                  </a:cubicBezTo>
                  <a:cubicBezTo>
                    <a:pt x="147319" y="152617"/>
                    <a:pt x="147715" y="152587"/>
                    <a:pt x="146907" y="155298"/>
                  </a:cubicBezTo>
                  <a:cubicBezTo>
                    <a:pt x="144813" y="162348"/>
                    <a:pt x="143799" y="162649"/>
                    <a:pt x="83014" y="174167"/>
                  </a:cubicBezTo>
                  <a:cubicBezTo>
                    <a:pt x="51000" y="180238"/>
                    <a:pt x="22982" y="185224"/>
                    <a:pt x="20748" y="185249"/>
                  </a:cubicBezTo>
                  <a:cubicBezTo>
                    <a:pt x="18508" y="185274"/>
                    <a:pt x="15691" y="184551"/>
                    <a:pt x="14481" y="183637"/>
                  </a:cubicBezTo>
                  <a:close/>
                  <a:moveTo>
                    <a:pt x="551781" y="174082"/>
                  </a:moveTo>
                  <a:cubicBezTo>
                    <a:pt x="506375" y="165410"/>
                    <a:pt x="493667" y="162544"/>
                    <a:pt x="491638" y="160510"/>
                  </a:cubicBezTo>
                  <a:cubicBezTo>
                    <a:pt x="489785" y="158657"/>
                    <a:pt x="488174" y="152923"/>
                    <a:pt x="485879" y="140064"/>
                  </a:cubicBezTo>
                  <a:cubicBezTo>
                    <a:pt x="484132" y="130233"/>
                    <a:pt x="482826" y="122064"/>
                    <a:pt x="482987" y="121903"/>
                  </a:cubicBezTo>
                  <a:cubicBezTo>
                    <a:pt x="483148" y="121742"/>
                    <a:pt x="485367" y="121948"/>
                    <a:pt x="487918" y="122365"/>
                  </a:cubicBezTo>
                  <a:cubicBezTo>
                    <a:pt x="491106" y="122882"/>
                    <a:pt x="492612" y="123861"/>
                    <a:pt x="492733" y="125498"/>
                  </a:cubicBezTo>
                  <a:cubicBezTo>
                    <a:pt x="493345" y="133572"/>
                    <a:pt x="497638" y="152215"/>
                    <a:pt x="499190" y="153506"/>
                  </a:cubicBezTo>
                  <a:cubicBezTo>
                    <a:pt x="500204" y="154344"/>
                    <a:pt x="527795" y="160068"/>
                    <a:pt x="560502" y="166214"/>
                  </a:cubicBezTo>
                  <a:cubicBezTo>
                    <a:pt x="593209" y="172365"/>
                    <a:pt x="621126" y="177868"/>
                    <a:pt x="622537" y="178450"/>
                  </a:cubicBezTo>
                  <a:cubicBezTo>
                    <a:pt x="625028" y="179475"/>
                    <a:pt x="625018" y="179585"/>
                    <a:pt x="622206" y="182402"/>
                  </a:cubicBezTo>
                  <a:cubicBezTo>
                    <a:pt x="620197" y="184405"/>
                    <a:pt x="617777" y="185264"/>
                    <a:pt x="614328" y="185189"/>
                  </a:cubicBezTo>
                  <a:cubicBezTo>
                    <a:pt x="611586" y="185128"/>
                    <a:pt x="583438" y="180132"/>
                    <a:pt x="551781" y="174082"/>
                  </a:cubicBezTo>
                  <a:close/>
                  <a:moveTo>
                    <a:pt x="268798" y="84331"/>
                  </a:moveTo>
                  <a:cubicBezTo>
                    <a:pt x="268798" y="82503"/>
                    <a:pt x="269099" y="81760"/>
                    <a:pt x="269466" y="82669"/>
                  </a:cubicBezTo>
                  <a:cubicBezTo>
                    <a:pt x="269838" y="83582"/>
                    <a:pt x="269838" y="85079"/>
                    <a:pt x="269466" y="85993"/>
                  </a:cubicBezTo>
                  <a:cubicBezTo>
                    <a:pt x="269099" y="86906"/>
                    <a:pt x="268798" y="86158"/>
                    <a:pt x="268798" y="84331"/>
                  </a:cubicBezTo>
                  <a:close/>
                  <a:moveTo>
                    <a:pt x="365775" y="84331"/>
                  </a:moveTo>
                  <a:cubicBezTo>
                    <a:pt x="365775" y="82503"/>
                    <a:pt x="366076" y="81760"/>
                    <a:pt x="366448" y="82669"/>
                  </a:cubicBezTo>
                  <a:cubicBezTo>
                    <a:pt x="366814" y="83582"/>
                    <a:pt x="366814" y="85079"/>
                    <a:pt x="366448" y="85993"/>
                  </a:cubicBezTo>
                  <a:cubicBezTo>
                    <a:pt x="366076" y="86906"/>
                    <a:pt x="365775" y="86158"/>
                    <a:pt x="365775" y="84331"/>
                  </a:cubicBezTo>
                  <a:close/>
                  <a:moveTo>
                    <a:pt x="338747" y="-269"/>
                  </a:moveTo>
                  <a:cubicBezTo>
                    <a:pt x="339706" y="-656"/>
                    <a:pt x="340851" y="-606"/>
                    <a:pt x="341292" y="-164"/>
                  </a:cubicBezTo>
                  <a:cubicBezTo>
                    <a:pt x="341734" y="273"/>
                    <a:pt x="340951" y="589"/>
                    <a:pt x="339550" y="534"/>
                  </a:cubicBezTo>
                  <a:cubicBezTo>
                    <a:pt x="338004" y="469"/>
                    <a:pt x="337687" y="152"/>
                    <a:pt x="338747" y="-269"/>
                  </a:cubicBezTo>
                  <a:close/>
                </a:path>
              </a:pathLst>
            </a:custGeom>
            <a:solidFill>
              <a:srgbClr val="F88A3A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EA0313B-2F3F-D225-7BAD-C33F80070F0D}"/>
                </a:ext>
              </a:extLst>
            </p:cNvPr>
            <p:cNvSpPr/>
            <p:nvPr/>
          </p:nvSpPr>
          <p:spPr>
            <a:xfrm>
              <a:off x="6224077" y="4036999"/>
              <a:ext cx="606424" cy="581725"/>
            </a:xfrm>
            <a:custGeom>
              <a:avLst/>
              <a:gdLst>
                <a:gd name="csX0" fmla="*/ 335979 w 606424"/>
                <a:gd name="csY0" fmla="*/ 578880 h 581725"/>
                <a:gd name="csX1" fmla="*/ 336481 w 606424"/>
                <a:gd name="csY1" fmla="*/ 578378 h 581725"/>
                <a:gd name="csX2" fmla="*/ 338303 w 606424"/>
                <a:gd name="csY2" fmla="*/ 581205 h 581725"/>
                <a:gd name="csX3" fmla="*/ 335979 w 606424"/>
                <a:gd name="csY3" fmla="*/ 578880 h 581725"/>
                <a:gd name="csX4" fmla="*/ 282760 w 606424"/>
                <a:gd name="csY4" fmla="*/ 545756 h 581725"/>
                <a:gd name="csX5" fmla="*/ 285306 w 606424"/>
                <a:gd name="csY5" fmla="*/ 545862 h 581725"/>
                <a:gd name="csX6" fmla="*/ 283564 w 606424"/>
                <a:gd name="csY6" fmla="*/ 546560 h 581725"/>
                <a:gd name="csX7" fmla="*/ 282760 w 606424"/>
                <a:gd name="csY7" fmla="*/ 545756 h 581725"/>
                <a:gd name="csX8" fmla="*/ 313313 w 606424"/>
                <a:gd name="csY8" fmla="*/ 545756 h 581725"/>
                <a:gd name="csX9" fmla="*/ 315859 w 606424"/>
                <a:gd name="csY9" fmla="*/ 545862 h 581725"/>
                <a:gd name="csX10" fmla="*/ 314117 w 606424"/>
                <a:gd name="csY10" fmla="*/ 546560 h 581725"/>
                <a:gd name="csX11" fmla="*/ 313313 w 606424"/>
                <a:gd name="csY11" fmla="*/ 545756 h 581725"/>
                <a:gd name="csX12" fmla="*/ 197814 w 606424"/>
                <a:gd name="csY12" fmla="*/ 509801 h 581725"/>
                <a:gd name="csX13" fmla="*/ 198316 w 606424"/>
                <a:gd name="csY13" fmla="*/ 509299 h 581725"/>
                <a:gd name="csX14" fmla="*/ 200641 w 606424"/>
                <a:gd name="csY14" fmla="*/ 511623 h 581725"/>
                <a:gd name="csX15" fmla="*/ 197814 w 606424"/>
                <a:gd name="csY15" fmla="*/ 509801 h 581725"/>
                <a:gd name="csX16" fmla="*/ 397261 w 606424"/>
                <a:gd name="csY16" fmla="*/ 511623 h 581725"/>
                <a:gd name="csX17" fmla="*/ 399585 w 606424"/>
                <a:gd name="csY17" fmla="*/ 509299 h 581725"/>
                <a:gd name="csX18" fmla="*/ 400087 w 606424"/>
                <a:gd name="csY18" fmla="*/ 509801 h 581725"/>
                <a:gd name="csX19" fmla="*/ 397261 w 606424"/>
                <a:gd name="csY19" fmla="*/ 511623 h 581725"/>
                <a:gd name="csX20" fmla="*/ 179216 w 606424"/>
                <a:gd name="csY20" fmla="*/ 491203 h 581725"/>
                <a:gd name="csX21" fmla="*/ 179718 w 606424"/>
                <a:gd name="csY21" fmla="*/ 490700 h 581725"/>
                <a:gd name="csX22" fmla="*/ 181541 w 606424"/>
                <a:gd name="csY22" fmla="*/ 493527 h 581725"/>
                <a:gd name="csX23" fmla="*/ 179216 w 606424"/>
                <a:gd name="csY23" fmla="*/ 491203 h 581725"/>
                <a:gd name="csX24" fmla="*/ 415859 w 606424"/>
                <a:gd name="csY24" fmla="*/ 493025 h 581725"/>
                <a:gd name="csX25" fmla="*/ 418183 w 606424"/>
                <a:gd name="csY25" fmla="*/ 490700 h 581725"/>
                <a:gd name="csX26" fmla="*/ 418686 w 606424"/>
                <a:gd name="csY26" fmla="*/ 491203 h 581725"/>
                <a:gd name="csX27" fmla="*/ 415859 w 606424"/>
                <a:gd name="csY27" fmla="*/ 493025 h 581725"/>
                <a:gd name="csX28" fmla="*/ 51957 w 606424"/>
                <a:gd name="csY28" fmla="*/ 463526 h 581725"/>
                <a:gd name="csX29" fmla="*/ 52760 w 606424"/>
                <a:gd name="csY29" fmla="*/ 462723 h 581725"/>
                <a:gd name="csX30" fmla="*/ 52655 w 606424"/>
                <a:gd name="csY30" fmla="*/ 465269 h 581725"/>
                <a:gd name="csX31" fmla="*/ 51957 w 606424"/>
                <a:gd name="csY31" fmla="*/ 463526 h 581725"/>
                <a:gd name="csX32" fmla="*/ 143622 w 606424"/>
                <a:gd name="csY32" fmla="*/ 409058 h 581725"/>
                <a:gd name="csX33" fmla="*/ 144425 w 606424"/>
                <a:gd name="csY33" fmla="*/ 408254 h 581725"/>
                <a:gd name="csX34" fmla="*/ 144319 w 606424"/>
                <a:gd name="csY34" fmla="*/ 410800 h 581725"/>
                <a:gd name="csX35" fmla="*/ 143622 w 606424"/>
                <a:gd name="csY35" fmla="*/ 409058 h 581725"/>
                <a:gd name="csX36" fmla="*/ 453160 w 606424"/>
                <a:gd name="csY36" fmla="*/ 409058 h 581725"/>
                <a:gd name="csX37" fmla="*/ 453963 w 606424"/>
                <a:gd name="csY37" fmla="*/ 408254 h 581725"/>
                <a:gd name="csX38" fmla="*/ 453858 w 606424"/>
                <a:gd name="csY38" fmla="*/ 410800 h 581725"/>
                <a:gd name="csX39" fmla="*/ 453160 w 606424"/>
                <a:gd name="csY39" fmla="*/ 409058 h 581725"/>
                <a:gd name="csX40" fmla="*/ 453160 w 606424"/>
                <a:gd name="csY40" fmla="*/ 373187 h 581725"/>
                <a:gd name="csX41" fmla="*/ 453963 w 606424"/>
                <a:gd name="csY41" fmla="*/ 372384 h 581725"/>
                <a:gd name="csX42" fmla="*/ 453858 w 606424"/>
                <a:gd name="csY42" fmla="*/ 374930 h 581725"/>
                <a:gd name="csX43" fmla="*/ 453160 w 606424"/>
                <a:gd name="csY43" fmla="*/ 373187 h 581725"/>
                <a:gd name="csX44" fmla="*/ 499555 w 606424"/>
                <a:gd name="csY44" fmla="*/ 337593 h 581725"/>
                <a:gd name="csX45" fmla="*/ 501880 w 606424"/>
                <a:gd name="csY45" fmla="*/ 335268 h 581725"/>
                <a:gd name="csX46" fmla="*/ 502377 w 606424"/>
                <a:gd name="csY46" fmla="*/ 335771 h 581725"/>
                <a:gd name="csX47" fmla="*/ 499555 w 606424"/>
                <a:gd name="csY47" fmla="*/ 337593 h 581725"/>
                <a:gd name="csX48" fmla="*/ 188686 w 606424"/>
                <a:gd name="csY48" fmla="*/ 280303 h 581725"/>
                <a:gd name="csX49" fmla="*/ 196564 w 606424"/>
                <a:gd name="csY49" fmla="*/ 272997 h 581725"/>
                <a:gd name="csX50" fmla="*/ 190016 w 606424"/>
                <a:gd name="csY50" fmla="*/ 280303 h 581725"/>
                <a:gd name="csX51" fmla="*/ 182133 w 606424"/>
                <a:gd name="csY51" fmla="*/ 287608 h 581725"/>
                <a:gd name="csX52" fmla="*/ 188686 w 606424"/>
                <a:gd name="csY52" fmla="*/ 280303 h 581725"/>
                <a:gd name="csX53" fmla="*/ 409145 w 606424"/>
                <a:gd name="csY53" fmla="*/ 281302 h 581725"/>
                <a:gd name="csX54" fmla="*/ 404566 w 606424"/>
                <a:gd name="csY54" fmla="*/ 276316 h 581725"/>
                <a:gd name="csX55" fmla="*/ 409547 w 606424"/>
                <a:gd name="csY55" fmla="*/ 280895 h 581725"/>
                <a:gd name="csX56" fmla="*/ 414528 w 606424"/>
                <a:gd name="csY56" fmla="*/ 285876 h 581725"/>
                <a:gd name="csX57" fmla="*/ 409145 w 606424"/>
                <a:gd name="csY57" fmla="*/ 281302 h 581725"/>
                <a:gd name="csX58" fmla="*/ 317300 w 606424"/>
                <a:gd name="csY58" fmla="*/ 236218 h 581725"/>
                <a:gd name="csX59" fmla="*/ 319846 w 606424"/>
                <a:gd name="csY59" fmla="*/ 236323 h 581725"/>
                <a:gd name="csX60" fmla="*/ 318103 w 606424"/>
                <a:gd name="csY60" fmla="*/ 237021 h 581725"/>
                <a:gd name="csX61" fmla="*/ 317300 w 606424"/>
                <a:gd name="csY61" fmla="*/ 236218 h 581725"/>
                <a:gd name="csX62" fmla="*/ 295298 w 606424"/>
                <a:gd name="csY62" fmla="*/ 234847 h 581725"/>
                <a:gd name="csX63" fmla="*/ 302603 w 606424"/>
                <a:gd name="csY63" fmla="*/ 234847 h 581725"/>
                <a:gd name="csX64" fmla="*/ 298948 w 606424"/>
                <a:gd name="csY64" fmla="*/ 235399 h 581725"/>
                <a:gd name="csX65" fmla="*/ 295298 w 606424"/>
                <a:gd name="csY65" fmla="*/ 234847 h 581725"/>
                <a:gd name="csX66" fmla="*/ 1119 w 606424"/>
                <a:gd name="csY66" fmla="*/ 185736 h 581725"/>
                <a:gd name="csX67" fmla="*/ 3664 w 606424"/>
                <a:gd name="csY67" fmla="*/ 185841 h 581725"/>
                <a:gd name="csX68" fmla="*/ 1922 w 606424"/>
                <a:gd name="csY68" fmla="*/ 186539 h 581725"/>
                <a:gd name="csX69" fmla="*/ 1119 w 606424"/>
                <a:gd name="csY69" fmla="*/ 185736 h 581725"/>
                <a:gd name="csX70" fmla="*/ 194314 w 606424"/>
                <a:gd name="csY70" fmla="*/ 133838 h 581725"/>
                <a:gd name="csX71" fmla="*/ 194631 w 606424"/>
                <a:gd name="csY71" fmla="*/ 81032 h 581725"/>
                <a:gd name="csX72" fmla="*/ 194997 w 606424"/>
                <a:gd name="csY72" fmla="*/ 133176 h 581725"/>
                <a:gd name="csX73" fmla="*/ 195359 w 606424"/>
                <a:gd name="csY73" fmla="*/ 185314 h 581725"/>
                <a:gd name="csX74" fmla="*/ 298953 w 606424"/>
                <a:gd name="csY74" fmla="*/ 185314 h 581725"/>
                <a:gd name="csX75" fmla="*/ 402543 w 606424"/>
                <a:gd name="csY75" fmla="*/ 185314 h 581725"/>
                <a:gd name="csX76" fmla="*/ 402904 w 606424"/>
                <a:gd name="csY76" fmla="*/ 133176 h 581725"/>
                <a:gd name="csX77" fmla="*/ 403271 w 606424"/>
                <a:gd name="csY77" fmla="*/ 81032 h 581725"/>
                <a:gd name="csX78" fmla="*/ 403587 w 606424"/>
                <a:gd name="csY78" fmla="*/ 133838 h 581725"/>
                <a:gd name="csX79" fmla="*/ 403904 w 606424"/>
                <a:gd name="csY79" fmla="*/ 186645 h 581725"/>
                <a:gd name="csX80" fmla="*/ 298953 w 606424"/>
                <a:gd name="csY80" fmla="*/ 186645 h 581725"/>
                <a:gd name="csX81" fmla="*/ 194003 w 606424"/>
                <a:gd name="csY81" fmla="*/ 186645 h 581725"/>
                <a:gd name="csX82" fmla="*/ 594955 w 606424"/>
                <a:gd name="csY82" fmla="*/ 185736 h 581725"/>
                <a:gd name="csX83" fmla="*/ 597501 w 606424"/>
                <a:gd name="csY83" fmla="*/ 185841 h 581725"/>
                <a:gd name="csX84" fmla="*/ 595758 w 606424"/>
                <a:gd name="csY84" fmla="*/ 186539 h 581725"/>
                <a:gd name="csX85" fmla="*/ 594955 w 606424"/>
                <a:gd name="csY85" fmla="*/ 185736 h 581725"/>
                <a:gd name="csX86" fmla="*/ 9092 w 606424"/>
                <a:gd name="csY86" fmla="*/ 184410 h 581725"/>
                <a:gd name="csX87" fmla="*/ 11638 w 606424"/>
                <a:gd name="csY87" fmla="*/ 184516 h 581725"/>
                <a:gd name="csX88" fmla="*/ 9896 w 606424"/>
                <a:gd name="csY88" fmla="*/ 185214 h 581725"/>
                <a:gd name="csX89" fmla="*/ 9092 w 606424"/>
                <a:gd name="csY89" fmla="*/ 184410 h 581725"/>
                <a:gd name="csX90" fmla="*/ 586982 w 606424"/>
                <a:gd name="csY90" fmla="*/ 184410 h 581725"/>
                <a:gd name="csX91" fmla="*/ 589532 w 606424"/>
                <a:gd name="csY91" fmla="*/ 184516 h 581725"/>
                <a:gd name="csX92" fmla="*/ 587785 w 606424"/>
                <a:gd name="csY92" fmla="*/ 185214 h 581725"/>
                <a:gd name="csX93" fmla="*/ 586982 w 606424"/>
                <a:gd name="csY93" fmla="*/ 184410 h 581725"/>
                <a:gd name="csX94" fmla="*/ 51600 w 606424"/>
                <a:gd name="csY94" fmla="*/ 176437 h 581725"/>
                <a:gd name="csX95" fmla="*/ 54146 w 606424"/>
                <a:gd name="csY95" fmla="*/ 176542 h 581725"/>
                <a:gd name="csX96" fmla="*/ 52404 w 606424"/>
                <a:gd name="csY96" fmla="*/ 177240 h 581725"/>
                <a:gd name="csX97" fmla="*/ 51600 w 606424"/>
                <a:gd name="csY97" fmla="*/ 176437 h 581725"/>
                <a:gd name="csX98" fmla="*/ 58243 w 606424"/>
                <a:gd name="csY98" fmla="*/ 175111 h 581725"/>
                <a:gd name="csX99" fmla="*/ 60789 w 606424"/>
                <a:gd name="csY99" fmla="*/ 175217 h 581725"/>
                <a:gd name="csX100" fmla="*/ 59047 w 606424"/>
                <a:gd name="csY100" fmla="*/ 175910 h 581725"/>
                <a:gd name="csX101" fmla="*/ 58243 w 606424"/>
                <a:gd name="csY101" fmla="*/ 175111 h 581725"/>
                <a:gd name="csX102" fmla="*/ 537830 w 606424"/>
                <a:gd name="csY102" fmla="*/ 175111 h 581725"/>
                <a:gd name="csX103" fmla="*/ 540376 w 606424"/>
                <a:gd name="csY103" fmla="*/ 175217 h 581725"/>
                <a:gd name="csX104" fmla="*/ 538634 w 606424"/>
                <a:gd name="csY104" fmla="*/ 175910 h 581725"/>
                <a:gd name="csX105" fmla="*/ 537830 w 606424"/>
                <a:gd name="csY105" fmla="*/ 175111 h 581725"/>
                <a:gd name="csX106" fmla="*/ 488674 w 606424"/>
                <a:gd name="csY106" fmla="*/ 165813 h 581725"/>
                <a:gd name="csX107" fmla="*/ 491220 w 606424"/>
                <a:gd name="csY107" fmla="*/ 165913 h 581725"/>
                <a:gd name="csX108" fmla="*/ 489478 w 606424"/>
                <a:gd name="csY108" fmla="*/ 166611 h 581725"/>
                <a:gd name="csX109" fmla="*/ 488674 w 606424"/>
                <a:gd name="csY109" fmla="*/ 165813 h 581725"/>
                <a:gd name="csX110" fmla="*/ 123587 w 606424"/>
                <a:gd name="csY110" fmla="*/ 162232 h 581725"/>
                <a:gd name="csX111" fmla="*/ 125912 w 606424"/>
                <a:gd name="csY111" fmla="*/ 159908 h 581725"/>
                <a:gd name="csX112" fmla="*/ 126414 w 606424"/>
                <a:gd name="csY112" fmla="*/ 160410 h 581725"/>
                <a:gd name="csX113" fmla="*/ 123587 w 606424"/>
                <a:gd name="csY113" fmla="*/ 162232 h 581725"/>
                <a:gd name="csX114" fmla="*/ 471487 w 606424"/>
                <a:gd name="csY114" fmla="*/ 160410 h 581725"/>
                <a:gd name="csX115" fmla="*/ 471984 w 606424"/>
                <a:gd name="csY115" fmla="*/ 159908 h 581725"/>
                <a:gd name="csX116" fmla="*/ 474309 w 606424"/>
                <a:gd name="csY116" fmla="*/ 162232 h 581725"/>
                <a:gd name="csX117" fmla="*/ 471487 w 606424"/>
                <a:gd name="csY117" fmla="*/ 160410 h 581725"/>
                <a:gd name="csX118" fmla="*/ 129010 w 606424"/>
                <a:gd name="csY118" fmla="*/ 148671 h 581725"/>
                <a:gd name="csX119" fmla="*/ 129814 w 606424"/>
                <a:gd name="csY119" fmla="*/ 147872 h 581725"/>
                <a:gd name="csX120" fmla="*/ 129708 w 606424"/>
                <a:gd name="csY120" fmla="*/ 150418 h 581725"/>
                <a:gd name="csX121" fmla="*/ 129010 w 606424"/>
                <a:gd name="csY121" fmla="*/ 148671 h 581725"/>
                <a:gd name="csX122" fmla="*/ 467771 w 606424"/>
                <a:gd name="csY122" fmla="*/ 148671 h 581725"/>
                <a:gd name="csX123" fmla="*/ 468575 w 606424"/>
                <a:gd name="csY123" fmla="*/ 147872 h 581725"/>
                <a:gd name="csX124" fmla="*/ 468469 w 606424"/>
                <a:gd name="csY124" fmla="*/ 150418 h 581725"/>
                <a:gd name="csX125" fmla="*/ 467771 w 606424"/>
                <a:gd name="csY125" fmla="*/ 148671 h 581725"/>
                <a:gd name="csX126" fmla="*/ 586982 w 606424"/>
                <a:gd name="csY126" fmla="*/ 144553 h 581725"/>
                <a:gd name="csX127" fmla="*/ 589532 w 606424"/>
                <a:gd name="csY127" fmla="*/ 144659 h 581725"/>
                <a:gd name="csX128" fmla="*/ 587785 w 606424"/>
                <a:gd name="csY128" fmla="*/ 145357 h 581725"/>
                <a:gd name="csX129" fmla="*/ 586982 w 606424"/>
                <a:gd name="csY129" fmla="*/ 144553 h 581725"/>
                <a:gd name="csX130" fmla="*/ 79502 w 606424"/>
                <a:gd name="csY130" fmla="*/ 131268 h 581725"/>
                <a:gd name="csX131" fmla="*/ 82048 w 606424"/>
                <a:gd name="csY131" fmla="*/ 131373 h 581725"/>
                <a:gd name="csX132" fmla="*/ 80301 w 606424"/>
                <a:gd name="csY132" fmla="*/ 132071 h 581725"/>
                <a:gd name="csX133" fmla="*/ 79502 w 606424"/>
                <a:gd name="csY133" fmla="*/ 131268 h 581725"/>
                <a:gd name="csX134" fmla="*/ 463790 w 606424"/>
                <a:gd name="csY134" fmla="*/ 126086 h 581725"/>
                <a:gd name="csX135" fmla="*/ 464593 w 606424"/>
                <a:gd name="csY135" fmla="*/ 125287 h 581725"/>
                <a:gd name="csX136" fmla="*/ 464488 w 606424"/>
                <a:gd name="csY136" fmla="*/ 127833 h 581725"/>
                <a:gd name="csX137" fmla="*/ 463790 w 606424"/>
                <a:gd name="csY137" fmla="*/ 126086 h 581725"/>
                <a:gd name="csX138" fmla="*/ 604254 w 606424"/>
                <a:gd name="csY138" fmla="*/ 127286 h 581725"/>
                <a:gd name="csX139" fmla="*/ 606800 w 606424"/>
                <a:gd name="csY139" fmla="*/ 127391 h 581725"/>
                <a:gd name="csX140" fmla="*/ 605057 w 606424"/>
                <a:gd name="csY140" fmla="*/ 128089 h 581725"/>
                <a:gd name="csX141" fmla="*/ 604254 w 606424"/>
                <a:gd name="csY141" fmla="*/ 127286 h 581725"/>
                <a:gd name="csX142" fmla="*/ 62230 w 606424"/>
                <a:gd name="csY142" fmla="*/ 114000 h 581725"/>
                <a:gd name="csX143" fmla="*/ 64776 w 606424"/>
                <a:gd name="csY143" fmla="*/ 114105 h 581725"/>
                <a:gd name="csX144" fmla="*/ 63033 w 606424"/>
                <a:gd name="csY144" fmla="*/ 114804 h 581725"/>
                <a:gd name="csX145" fmla="*/ 62230 w 606424"/>
                <a:gd name="csY145" fmla="*/ 114000 h 581725"/>
                <a:gd name="csX146" fmla="*/ 471407 w 606424"/>
                <a:gd name="csY146" fmla="*/ 102045 h 581725"/>
                <a:gd name="csX147" fmla="*/ 473952 w 606424"/>
                <a:gd name="csY147" fmla="*/ 102145 h 581725"/>
                <a:gd name="csX148" fmla="*/ 472210 w 606424"/>
                <a:gd name="csY148" fmla="*/ 102843 h 581725"/>
                <a:gd name="csX149" fmla="*/ 471407 w 606424"/>
                <a:gd name="csY149" fmla="*/ 102045 h 581725"/>
                <a:gd name="csX150" fmla="*/ 202303 w 606424"/>
                <a:gd name="csY150" fmla="*/ 60782 h 581725"/>
                <a:gd name="csX151" fmla="*/ 222894 w 606424"/>
                <a:gd name="csY151" fmla="*/ 60782 h 581725"/>
                <a:gd name="csX152" fmla="*/ 212601 w 606424"/>
                <a:gd name="csY152" fmla="*/ 61234 h 581725"/>
                <a:gd name="csX153" fmla="*/ 202303 w 606424"/>
                <a:gd name="csY153" fmla="*/ 60782 h 581725"/>
                <a:gd name="csX154" fmla="*/ 375007 w 606424"/>
                <a:gd name="csY154" fmla="*/ 60782 h 581725"/>
                <a:gd name="csX155" fmla="*/ 395599 w 606424"/>
                <a:gd name="csY155" fmla="*/ 60782 h 581725"/>
                <a:gd name="csX156" fmla="*/ 385300 w 606424"/>
                <a:gd name="csY156" fmla="*/ 61234 h 581725"/>
                <a:gd name="csX157" fmla="*/ 375007 w 606424"/>
                <a:gd name="csY157" fmla="*/ 60782 h 581725"/>
                <a:gd name="csX158" fmla="*/ 86602 w 606424"/>
                <a:gd name="csY158" fmla="*/ 15271 h 581725"/>
                <a:gd name="csX159" fmla="*/ 87270 w 606424"/>
                <a:gd name="csY159" fmla="*/ 13609 h 581725"/>
                <a:gd name="csX160" fmla="*/ 87270 w 606424"/>
                <a:gd name="csY160" fmla="*/ 16933 h 581725"/>
                <a:gd name="csX161" fmla="*/ 86602 w 606424"/>
                <a:gd name="csY161" fmla="*/ 15271 h 581725"/>
                <a:gd name="csX162" fmla="*/ 423581 w 606424"/>
                <a:gd name="csY162" fmla="*/ 7719 h 581725"/>
                <a:gd name="csX163" fmla="*/ 426127 w 606424"/>
                <a:gd name="csY163" fmla="*/ 7825 h 581725"/>
                <a:gd name="csX164" fmla="*/ 424384 w 606424"/>
                <a:gd name="csY164" fmla="*/ 8522 h 581725"/>
                <a:gd name="csX165" fmla="*/ 423581 w 606424"/>
                <a:gd name="csY165" fmla="*/ 7719 h 581725"/>
                <a:gd name="csX166" fmla="*/ 414282 w 606424"/>
                <a:gd name="csY166" fmla="*/ 6394 h 581725"/>
                <a:gd name="csX167" fmla="*/ 416828 w 606424"/>
                <a:gd name="csY167" fmla="*/ 6494 h 581725"/>
                <a:gd name="csX168" fmla="*/ 415080 w 606424"/>
                <a:gd name="csY168" fmla="*/ 7192 h 581725"/>
                <a:gd name="csX169" fmla="*/ 414282 w 606424"/>
                <a:gd name="csY169" fmla="*/ 6394 h 581725"/>
                <a:gd name="csX170" fmla="*/ 193752 w 606424"/>
                <a:gd name="csY170" fmla="*/ 5063 h 581725"/>
                <a:gd name="csX171" fmla="*/ 196298 w 606424"/>
                <a:gd name="csY171" fmla="*/ 5168 h 581725"/>
                <a:gd name="csX172" fmla="*/ 194555 w 606424"/>
                <a:gd name="csY172" fmla="*/ 5866 h 581725"/>
                <a:gd name="csX173" fmla="*/ 193752 w 606424"/>
                <a:gd name="csY173" fmla="*/ 5063 h 581725"/>
                <a:gd name="csX174" fmla="*/ 402322 w 606424"/>
                <a:gd name="csY174" fmla="*/ 5063 h 581725"/>
                <a:gd name="csX175" fmla="*/ 404867 w 606424"/>
                <a:gd name="csY175" fmla="*/ 5168 h 581725"/>
                <a:gd name="csX176" fmla="*/ 403125 w 606424"/>
                <a:gd name="csY176" fmla="*/ 5866 h 581725"/>
                <a:gd name="csX177" fmla="*/ 402322 w 606424"/>
                <a:gd name="csY177" fmla="*/ 5063 h 581725"/>
                <a:gd name="csX178" fmla="*/ 205707 w 606424"/>
                <a:gd name="csY178" fmla="*/ 3732 h 581725"/>
                <a:gd name="csX179" fmla="*/ 208253 w 606424"/>
                <a:gd name="csY179" fmla="*/ 3838 h 581725"/>
                <a:gd name="csX180" fmla="*/ 206510 w 606424"/>
                <a:gd name="csY180" fmla="*/ 4536 h 581725"/>
                <a:gd name="csX181" fmla="*/ 205707 w 606424"/>
                <a:gd name="csY181" fmla="*/ 3732 h 581725"/>
                <a:gd name="csX182" fmla="*/ 388956 w 606424"/>
                <a:gd name="csY182" fmla="*/ 3762 h 581725"/>
                <a:gd name="csX183" fmla="*/ 392275 w 606424"/>
                <a:gd name="csY183" fmla="*/ 3762 h 581725"/>
                <a:gd name="csX184" fmla="*/ 390618 w 606424"/>
                <a:gd name="csY184" fmla="*/ 4435 h 581725"/>
                <a:gd name="csX185" fmla="*/ 388956 w 606424"/>
                <a:gd name="csY185" fmla="*/ 3762 h 581725"/>
                <a:gd name="csX186" fmla="*/ 220926 w 606424"/>
                <a:gd name="csY186" fmla="*/ 2397 h 581725"/>
                <a:gd name="csX187" fmla="*/ 224913 w 606424"/>
                <a:gd name="csY187" fmla="*/ 2447 h 581725"/>
                <a:gd name="csX188" fmla="*/ 222563 w 606424"/>
                <a:gd name="csY188" fmla="*/ 3060 h 581725"/>
                <a:gd name="csX189" fmla="*/ 220926 w 606424"/>
                <a:gd name="csY189" fmla="*/ 2397 h 581725"/>
                <a:gd name="csX190" fmla="*/ 374344 w 606424"/>
                <a:gd name="csY190" fmla="*/ 2437 h 581725"/>
                <a:gd name="csX191" fmla="*/ 377663 w 606424"/>
                <a:gd name="csY191" fmla="*/ 2437 h 581725"/>
                <a:gd name="csX192" fmla="*/ 376001 w 606424"/>
                <a:gd name="csY192" fmla="*/ 3105 h 581725"/>
                <a:gd name="csX193" fmla="*/ 374344 w 606424"/>
                <a:gd name="csY193" fmla="*/ 2437 h 581725"/>
                <a:gd name="csX194" fmla="*/ 238173 w 606424"/>
                <a:gd name="csY194" fmla="*/ 1071 h 581725"/>
                <a:gd name="csX195" fmla="*/ 242823 w 606424"/>
                <a:gd name="csY195" fmla="*/ 1071 h 581725"/>
                <a:gd name="csX196" fmla="*/ 240498 w 606424"/>
                <a:gd name="csY196" fmla="*/ 1679 h 581725"/>
                <a:gd name="csX197" fmla="*/ 238173 w 606424"/>
                <a:gd name="csY197" fmla="*/ 1071 h 581725"/>
                <a:gd name="csX198" fmla="*/ 355079 w 606424"/>
                <a:gd name="csY198" fmla="*/ 1071 h 581725"/>
                <a:gd name="csX199" fmla="*/ 359728 w 606424"/>
                <a:gd name="csY199" fmla="*/ 1071 h 581725"/>
                <a:gd name="csX200" fmla="*/ 357403 w 606424"/>
                <a:gd name="csY200" fmla="*/ 1679 h 581725"/>
                <a:gd name="csX201" fmla="*/ 355079 w 606424"/>
                <a:gd name="csY201" fmla="*/ 1071 h 581725"/>
                <a:gd name="csX202" fmla="*/ 264740 w 606424"/>
                <a:gd name="csY202" fmla="*/ -295 h 581725"/>
                <a:gd name="csX203" fmla="*/ 272050 w 606424"/>
                <a:gd name="csY203" fmla="*/ -295 h 581725"/>
                <a:gd name="csX204" fmla="*/ 268395 w 606424"/>
                <a:gd name="csY204" fmla="*/ 258 h 581725"/>
                <a:gd name="csX205" fmla="*/ 264740 w 606424"/>
                <a:gd name="csY205" fmla="*/ -295 h 581725"/>
                <a:gd name="csX206" fmla="*/ 325871 w 606424"/>
                <a:gd name="csY206" fmla="*/ -295 h 581725"/>
                <a:gd name="csX207" fmla="*/ 332514 w 606424"/>
                <a:gd name="csY207" fmla="*/ -274 h 581725"/>
                <a:gd name="csX208" fmla="*/ 328844 w 606424"/>
                <a:gd name="csY208" fmla="*/ 278 h 581725"/>
                <a:gd name="csX209" fmla="*/ 325871 w 606424"/>
                <a:gd name="csY209" fmla="*/ -295 h 581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</a:cxnLst>
              <a:rect l="l" t="t" r="r" b="b"/>
              <a:pathLst>
                <a:path w="606424" h="581725">
                  <a:moveTo>
                    <a:pt x="335979" y="578880"/>
                  </a:moveTo>
                  <a:cubicBezTo>
                    <a:pt x="334327" y="576776"/>
                    <a:pt x="334372" y="576726"/>
                    <a:pt x="336481" y="578378"/>
                  </a:cubicBezTo>
                  <a:cubicBezTo>
                    <a:pt x="338695" y="580116"/>
                    <a:pt x="339398" y="581205"/>
                    <a:pt x="338303" y="581205"/>
                  </a:cubicBezTo>
                  <a:cubicBezTo>
                    <a:pt x="338027" y="581205"/>
                    <a:pt x="336983" y="580161"/>
                    <a:pt x="335979" y="578880"/>
                  </a:cubicBezTo>
                  <a:close/>
                  <a:moveTo>
                    <a:pt x="282760" y="545756"/>
                  </a:moveTo>
                  <a:cubicBezTo>
                    <a:pt x="283719" y="545375"/>
                    <a:pt x="284864" y="545420"/>
                    <a:pt x="285306" y="545862"/>
                  </a:cubicBezTo>
                  <a:cubicBezTo>
                    <a:pt x="285748" y="546304"/>
                    <a:pt x="284964" y="546620"/>
                    <a:pt x="283564" y="546560"/>
                  </a:cubicBezTo>
                  <a:cubicBezTo>
                    <a:pt x="282012" y="546500"/>
                    <a:pt x="281701" y="546183"/>
                    <a:pt x="282760" y="545756"/>
                  </a:cubicBezTo>
                  <a:close/>
                  <a:moveTo>
                    <a:pt x="313313" y="545756"/>
                  </a:moveTo>
                  <a:cubicBezTo>
                    <a:pt x="314272" y="545375"/>
                    <a:pt x="315417" y="545420"/>
                    <a:pt x="315859" y="545862"/>
                  </a:cubicBezTo>
                  <a:cubicBezTo>
                    <a:pt x="316301" y="546304"/>
                    <a:pt x="315518" y="546620"/>
                    <a:pt x="314117" y="546560"/>
                  </a:cubicBezTo>
                  <a:cubicBezTo>
                    <a:pt x="312570" y="546500"/>
                    <a:pt x="312254" y="546183"/>
                    <a:pt x="313313" y="545756"/>
                  </a:cubicBezTo>
                  <a:close/>
                  <a:moveTo>
                    <a:pt x="197814" y="509801"/>
                  </a:moveTo>
                  <a:cubicBezTo>
                    <a:pt x="196162" y="507692"/>
                    <a:pt x="196212" y="507646"/>
                    <a:pt x="198316" y="509299"/>
                  </a:cubicBezTo>
                  <a:cubicBezTo>
                    <a:pt x="199596" y="510302"/>
                    <a:pt x="200641" y="511347"/>
                    <a:pt x="200641" y="511623"/>
                  </a:cubicBezTo>
                  <a:cubicBezTo>
                    <a:pt x="200641" y="512718"/>
                    <a:pt x="199551" y="512015"/>
                    <a:pt x="197814" y="509801"/>
                  </a:cubicBezTo>
                  <a:close/>
                  <a:moveTo>
                    <a:pt x="397261" y="511623"/>
                  </a:moveTo>
                  <a:cubicBezTo>
                    <a:pt x="397261" y="511347"/>
                    <a:pt x="398305" y="510302"/>
                    <a:pt x="399585" y="509299"/>
                  </a:cubicBezTo>
                  <a:cubicBezTo>
                    <a:pt x="401689" y="507646"/>
                    <a:pt x="401739" y="507692"/>
                    <a:pt x="400087" y="509801"/>
                  </a:cubicBezTo>
                  <a:cubicBezTo>
                    <a:pt x="398350" y="512015"/>
                    <a:pt x="397261" y="512718"/>
                    <a:pt x="397261" y="511623"/>
                  </a:cubicBezTo>
                  <a:close/>
                  <a:moveTo>
                    <a:pt x="179216" y="491203"/>
                  </a:moveTo>
                  <a:cubicBezTo>
                    <a:pt x="177564" y="489094"/>
                    <a:pt x="177609" y="489048"/>
                    <a:pt x="179718" y="490700"/>
                  </a:cubicBezTo>
                  <a:cubicBezTo>
                    <a:pt x="181932" y="492438"/>
                    <a:pt x="182635" y="493527"/>
                    <a:pt x="181541" y="493527"/>
                  </a:cubicBezTo>
                  <a:cubicBezTo>
                    <a:pt x="181264" y="493527"/>
                    <a:pt x="180220" y="492478"/>
                    <a:pt x="179216" y="491203"/>
                  </a:cubicBezTo>
                  <a:close/>
                  <a:moveTo>
                    <a:pt x="415859" y="493025"/>
                  </a:moveTo>
                  <a:cubicBezTo>
                    <a:pt x="415859" y="492749"/>
                    <a:pt x="416903" y="491705"/>
                    <a:pt x="418183" y="490700"/>
                  </a:cubicBezTo>
                  <a:cubicBezTo>
                    <a:pt x="420287" y="489048"/>
                    <a:pt x="420337" y="489094"/>
                    <a:pt x="418686" y="491203"/>
                  </a:cubicBezTo>
                  <a:cubicBezTo>
                    <a:pt x="416948" y="493417"/>
                    <a:pt x="415859" y="494120"/>
                    <a:pt x="415859" y="493025"/>
                  </a:cubicBezTo>
                  <a:close/>
                  <a:moveTo>
                    <a:pt x="51957" y="463526"/>
                  </a:moveTo>
                  <a:cubicBezTo>
                    <a:pt x="52022" y="461975"/>
                    <a:pt x="52334" y="461664"/>
                    <a:pt x="52760" y="462723"/>
                  </a:cubicBezTo>
                  <a:cubicBezTo>
                    <a:pt x="53142" y="463682"/>
                    <a:pt x="53097" y="464827"/>
                    <a:pt x="52655" y="465269"/>
                  </a:cubicBezTo>
                  <a:cubicBezTo>
                    <a:pt x="52213" y="465711"/>
                    <a:pt x="51897" y="464922"/>
                    <a:pt x="51957" y="463526"/>
                  </a:cubicBezTo>
                  <a:close/>
                  <a:moveTo>
                    <a:pt x="143622" y="409058"/>
                  </a:moveTo>
                  <a:cubicBezTo>
                    <a:pt x="143687" y="407506"/>
                    <a:pt x="144003" y="407195"/>
                    <a:pt x="144425" y="408254"/>
                  </a:cubicBezTo>
                  <a:cubicBezTo>
                    <a:pt x="144806" y="409213"/>
                    <a:pt x="144761" y="410358"/>
                    <a:pt x="144319" y="410800"/>
                  </a:cubicBezTo>
                  <a:cubicBezTo>
                    <a:pt x="143878" y="411242"/>
                    <a:pt x="143566" y="410459"/>
                    <a:pt x="143622" y="409058"/>
                  </a:cubicBezTo>
                  <a:close/>
                  <a:moveTo>
                    <a:pt x="453160" y="409058"/>
                  </a:moveTo>
                  <a:cubicBezTo>
                    <a:pt x="453225" y="407506"/>
                    <a:pt x="453537" y="407195"/>
                    <a:pt x="453963" y="408254"/>
                  </a:cubicBezTo>
                  <a:cubicBezTo>
                    <a:pt x="454345" y="409213"/>
                    <a:pt x="454300" y="410358"/>
                    <a:pt x="453858" y="410800"/>
                  </a:cubicBezTo>
                  <a:cubicBezTo>
                    <a:pt x="453416" y="411242"/>
                    <a:pt x="453105" y="410459"/>
                    <a:pt x="453160" y="409058"/>
                  </a:cubicBezTo>
                  <a:close/>
                  <a:moveTo>
                    <a:pt x="453160" y="373187"/>
                  </a:moveTo>
                  <a:cubicBezTo>
                    <a:pt x="453225" y="371641"/>
                    <a:pt x="453537" y="371325"/>
                    <a:pt x="453963" y="372384"/>
                  </a:cubicBezTo>
                  <a:cubicBezTo>
                    <a:pt x="454345" y="373343"/>
                    <a:pt x="454300" y="374488"/>
                    <a:pt x="453858" y="374930"/>
                  </a:cubicBezTo>
                  <a:cubicBezTo>
                    <a:pt x="453416" y="375371"/>
                    <a:pt x="453105" y="374588"/>
                    <a:pt x="453160" y="373187"/>
                  </a:cubicBezTo>
                  <a:close/>
                  <a:moveTo>
                    <a:pt x="499555" y="337593"/>
                  </a:moveTo>
                  <a:cubicBezTo>
                    <a:pt x="499555" y="337317"/>
                    <a:pt x="500599" y="336268"/>
                    <a:pt x="501880" y="335268"/>
                  </a:cubicBezTo>
                  <a:cubicBezTo>
                    <a:pt x="503983" y="333616"/>
                    <a:pt x="504034" y="333661"/>
                    <a:pt x="502377" y="335771"/>
                  </a:cubicBezTo>
                  <a:cubicBezTo>
                    <a:pt x="500644" y="337980"/>
                    <a:pt x="499555" y="338683"/>
                    <a:pt x="499555" y="337593"/>
                  </a:cubicBezTo>
                  <a:close/>
                  <a:moveTo>
                    <a:pt x="188686" y="280303"/>
                  </a:moveTo>
                  <a:cubicBezTo>
                    <a:pt x="192652" y="276286"/>
                    <a:pt x="196202" y="272997"/>
                    <a:pt x="196564" y="272997"/>
                  </a:cubicBezTo>
                  <a:cubicBezTo>
                    <a:pt x="196930" y="272997"/>
                    <a:pt x="193983" y="276286"/>
                    <a:pt x="190016" y="280303"/>
                  </a:cubicBezTo>
                  <a:cubicBezTo>
                    <a:pt x="186045" y="284325"/>
                    <a:pt x="182500" y="287608"/>
                    <a:pt x="182133" y="287608"/>
                  </a:cubicBezTo>
                  <a:cubicBezTo>
                    <a:pt x="181766" y="287608"/>
                    <a:pt x="184719" y="284325"/>
                    <a:pt x="188686" y="280303"/>
                  </a:cubicBezTo>
                  <a:close/>
                  <a:moveTo>
                    <a:pt x="409145" y="281302"/>
                  </a:moveTo>
                  <a:lnTo>
                    <a:pt x="404566" y="276316"/>
                  </a:lnTo>
                  <a:lnTo>
                    <a:pt x="409547" y="280895"/>
                  </a:lnTo>
                  <a:cubicBezTo>
                    <a:pt x="412289" y="283416"/>
                    <a:pt x="414528" y="285655"/>
                    <a:pt x="414528" y="285876"/>
                  </a:cubicBezTo>
                  <a:cubicBezTo>
                    <a:pt x="414528" y="286890"/>
                    <a:pt x="413403" y="285936"/>
                    <a:pt x="409145" y="281302"/>
                  </a:cubicBezTo>
                  <a:close/>
                  <a:moveTo>
                    <a:pt x="317300" y="236218"/>
                  </a:moveTo>
                  <a:cubicBezTo>
                    <a:pt x="318259" y="235836"/>
                    <a:pt x="319404" y="235881"/>
                    <a:pt x="319846" y="236323"/>
                  </a:cubicBezTo>
                  <a:cubicBezTo>
                    <a:pt x="320288" y="236765"/>
                    <a:pt x="319504" y="237081"/>
                    <a:pt x="318103" y="237021"/>
                  </a:cubicBezTo>
                  <a:cubicBezTo>
                    <a:pt x="316557" y="236961"/>
                    <a:pt x="316241" y="236645"/>
                    <a:pt x="317300" y="236218"/>
                  </a:cubicBezTo>
                  <a:close/>
                  <a:moveTo>
                    <a:pt x="295298" y="234847"/>
                  </a:moveTo>
                  <a:cubicBezTo>
                    <a:pt x="297306" y="234546"/>
                    <a:pt x="300595" y="234546"/>
                    <a:pt x="302603" y="234847"/>
                  </a:cubicBezTo>
                  <a:cubicBezTo>
                    <a:pt x="304612" y="235153"/>
                    <a:pt x="302970" y="235399"/>
                    <a:pt x="298948" y="235399"/>
                  </a:cubicBezTo>
                  <a:cubicBezTo>
                    <a:pt x="294931" y="235399"/>
                    <a:pt x="293289" y="235153"/>
                    <a:pt x="295298" y="234847"/>
                  </a:cubicBezTo>
                  <a:close/>
                  <a:moveTo>
                    <a:pt x="1119" y="185736"/>
                  </a:moveTo>
                  <a:cubicBezTo>
                    <a:pt x="2078" y="185354"/>
                    <a:pt x="3222" y="185400"/>
                    <a:pt x="3664" y="185841"/>
                  </a:cubicBezTo>
                  <a:cubicBezTo>
                    <a:pt x="4106" y="186283"/>
                    <a:pt x="3323" y="186599"/>
                    <a:pt x="1922" y="186539"/>
                  </a:cubicBezTo>
                  <a:cubicBezTo>
                    <a:pt x="375" y="186479"/>
                    <a:pt x="59" y="186163"/>
                    <a:pt x="1119" y="185736"/>
                  </a:cubicBezTo>
                  <a:close/>
                  <a:moveTo>
                    <a:pt x="194314" y="133838"/>
                  </a:moveTo>
                  <a:lnTo>
                    <a:pt x="194631" y="81032"/>
                  </a:lnTo>
                  <a:lnTo>
                    <a:pt x="194997" y="133176"/>
                  </a:lnTo>
                  <a:lnTo>
                    <a:pt x="195359" y="185314"/>
                  </a:lnTo>
                  <a:lnTo>
                    <a:pt x="298953" y="185314"/>
                  </a:lnTo>
                  <a:lnTo>
                    <a:pt x="402543" y="185314"/>
                  </a:lnTo>
                  <a:lnTo>
                    <a:pt x="402904" y="133176"/>
                  </a:lnTo>
                  <a:lnTo>
                    <a:pt x="403271" y="81032"/>
                  </a:lnTo>
                  <a:lnTo>
                    <a:pt x="403587" y="133838"/>
                  </a:lnTo>
                  <a:lnTo>
                    <a:pt x="403904" y="186645"/>
                  </a:lnTo>
                  <a:lnTo>
                    <a:pt x="298953" y="186645"/>
                  </a:lnTo>
                  <a:lnTo>
                    <a:pt x="194003" y="186645"/>
                  </a:lnTo>
                  <a:close/>
                  <a:moveTo>
                    <a:pt x="594955" y="185736"/>
                  </a:moveTo>
                  <a:cubicBezTo>
                    <a:pt x="595914" y="185354"/>
                    <a:pt x="597059" y="185400"/>
                    <a:pt x="597501" y="185841"/>
                  </a:cubicBezTo>
                  <a:cubicBezTo>
                    <a:pt x="597943" y="186283"/>
                    <a:pt x="597159" y="186599"/>
                    <a:pt x="595758" y="186539"/>
                  </a:cubicBezTo>
                  <a:cubicBezTo>
                    <a:pt x="594212" y="186479"/>
                    <a:pt x="593896" y="186163"/>
                    <a:pt x="594955" y="185736"/>
                  </a:cubicBezTo>
                  <a:close/>
                  <a:moveTo>
                    <a:pt x="9092" y="184410"/>
                  </a:moveTo>
                  <a:cubicBezTo>
                    <a:pt x="10051" y="184024"/>
                    <a:pt x="11196" y="184074"/>
                    <a:pt x="11638" y="184516"/>
                  </a:cubicBezTo>
                  <a:cubicBezTo>
                    <a:pt x="12080" y="184958"/>
                    <a:pt x="11291" y="185269"/>
                    <a:pt x="9896" y="185214"/>
                  </a:cubicBezTo>
                  <a:cubicBezTo>
                    <a:pt x="8344" y="185148"/>
                    <a:pt x="8033" y="184832"/>
                    <a:pt x="9092" y="184410"/>
                  </a:cubicBezTo>
                  <a:close/>
                  <a:moveTo>
                    <a:pt x="586982" y="184410"/>
                  </a:moveTo>
                  <a:cubicBezTo>
                    <a:pt x="587941" y="184024"/>
                    <a:pt x="589090" y="184074"/>
                    <a:pt x="589532" y="184516"/>
                  </a:cubicBezTo>
                  <a:cubicBezTo>
                    <a:pt x="589969" y="184958"/>
                    <a:pt x="589186" y="185269"/>
                    <a:pt x="587785" y="185214"/>
                  </a:cubicBezTo>
                  <a:cubicBezTo>
                    <a:pt x="586238" y="185148"/>
                    <a:pt x="585922" y="184832"/>
                    <a:pt x="586982" y="184410"/>
                  </a:cubicBezTo>
                  <a:close/>
                  <a:moveTo>
                    <a:pt x="51600" y="176437"/>
                  </a:moveTo>
                  <a:cubicBezTo>
                    <a:pt x="52559" y="176055"/>
                    <a:pt x="53709" y="176100"/>
                    <a:pt x="54146" y="176542"/>
                  </a:cubicBezTo>
                  <a:cubicBezTo>
                    <a:pt x="54588" y="176984"/>
                    <a:pt x="53805" y="177301"/>
                    <a:pt x="52404" y="177240"/>
                  </a:cubicBezTo>
                  <a:cubicBezTo>
                    <a:pt x="50857" y="177175"/>
                    <a:pt x="50541" y="176864"/>
                    <a:pt x="51600" y="176437"/>
                  </a:cubicBezTo>
                  <a:close/>
                  <a:moveTo>
                    <a:pt x="58243" y="175111"/>
                  </a:moveTo>
                  <a:cubicBezTo>
                    <a:pt x="59202" y="174725"/>
                    <a:pt x="60347" y="174775"/>
                    <a:pt x="60789" y="175217"/>
                  </a:cubicBezTo>
                  <a:cubicBezTo>
                    <a:pt x="61231" y="175654"/>
                    <a:pt x="60448" y="175970"/>
                    <a:pt x="59047" y="175910"/>
                  </a:cubicBezTo>
                  <a:cubicBezTo>
                    <a:pt x="57500" y="175849"/>
                    <a:pt x="57184" y="175533"/>
                    <a:pt x="58243" y="175111"/>
                  </a:cubicBezTo>
                  <a:close/>
                  <a:moveTo>
                    <a:pt x="537830" y="175111"/>
                  </a:moveTo>
                  <a:cubicBezTo>
                    <a:pt x="538789" y="174725"/>
                    <a:pt x="539934" y="174775"/>
                    <a:pt x="540376" y="175217"/>
                  </a:cubicBezTo>
                  <a:cubicBezTo>
                    <a:pt x="540818" y="175654"/>
                    <a:pt x="540035" y="175970"/>
                    <a:pt x="538634" y="175910"/>
                  </a:cubicBezTo>
                  <a:cubicBezTo>
                    <a:pt x="537082" y="175849"/>
                    <a:pt x="536771" y="175533"/>
                    <a:pt x="537830" y="175111"/>
                  </a:cubicBezTo>
                  <a:close/>
                  <a:moveTo>
                    <a:pt x="488674" y="165813"/>
                  </a:moveTo>
                  <a:cubicBezTo>
                    <a:pt x="489633" y="165426"/>
                    <a:pt x="490778" y="165476"/>
                    <a:pt x="491220" y="165913"/>
                  </a:cubicBezTo>
                  <a:cubicBezTo>
                    <a:pt x="491662" y="166355"/>
                    <a:pt x="490878" y="166671"/>
                    <a:pt x="489478" y="166611"/>
                  </a:cubicBezTo>
                  <a:cubicBezTo>
                    <a:pt x="487931" y="166550"/>
                    <a:pt x="487615" y="166234"/>
                    <a:pt x="488674" y="165813"/>
                  </a:cubicBezTo>
                  <a:close/>
                  <a:moveTo>
                    <a:pt x="123587" y="162232"/>
                  </a:moveTo>
                  <a:cubicBezTo>
                    <a:pt x="123587" y="161956"/>
                    <a:pt x="124637" y="160907"/>
                    <a:pt x="125912" y="159908"/>
                  </a:cubicBezTo>
                  <a:cubicBezTo>
                    <a:pt x="128021" y="158256"/>
                    <a:pt x="128066" y="158301"/>
                    <a:pt x="126414" y="160410"/>
                  </a:cubicBezTo>
                  <a:cubicBezTo>
                    <a:pt x="124682" y="162619"/>
                    <a:pt x="123587" y="163322"/>
                    <a:pt x="123587" y="162232"/>
                  </a:cubicBezTo>
                  <a:close/>
                  <a:moveTo>
                    <a:pt x="471487" y="160410"/>
                  </a:moveTo>
                  <a:cubicBezTo>
                    <a:pt x="469830" y="158301"/>
                    <a:pt x="469880" y="158256"/>
                    <a:pt x="471984" y="159908"/>
                  </a:cubicBezTo>
                  <a:cubicBezTo>
                    <a:pt x="473264" y="160907"/>
                    <a:pt x="474309" y="161956"/>
                    <a:pt x="474309" y="162232"/>
                  </a:cubicBezTo>
                  <a:cubicBezTo>
                    <a:pt x="474309" y="163322"/>
                    <a:pt x="473219" y="162619"/>
                    <a:pt x="471487" y="160410"/>
                  </a:cubicBezTo>
                  <a:close/>
                  <a:moveTo>
                    <a:pt x="129010" y="148671"/>
                  </a:moveTo>
                  <a:cubicBezTo>
                    <a:pt x="129070" y="147124"/>
                    <a:pt x="129387" y="146808"/>
                    <a:pt x="129814" y="147872"/>
                  </a:cubicBezTo>
                  <a:cubicBezTo>
                    <a:pt x="130195" y="148831"/>
                    <a:pt x="130150" y="149976"/>
                    <a:pt x="129708" y="150418"/>
                  </a:cubicBezTo>
                  <a:cubicBezTo>
                    <a:pt x="129266" y="150860"/>
                    <a:pt x="128950" y="150071"/>
                    <a:pt x="129010" y="148671"/>
                  </a:cubicBezTo>
                  <a:close/>
                  <a:moveTo>
                    <a:pt x="467771" y="148671"/>
                  </a:moveTo>
                  <a:cubicBezTo>
                    <a:pt x="467837" y="147124"/>
                    <a:pt x="468153" y="146808"/>
                    <a:pt x="468575" y="147872"/>
                  </a:cubicBezTo>
                  <a:cubicBezTo>
                    <a:pt x="468961" y="148831"/>
                    <a:pt x="468911" y="149976"/>
                    <a:pt x="468469" y="150418"/>
                  </a:cubicBezTo>
                  <a:cubicBezTo>
                    <a:pt x="468028" y="150860"/>
                    <a:pt x="467716" y="150071"/>
                    <a:pt x="467771" y="148671"/>
                  </a:cubicBezTo>
                  <a:close/>
                  <a:moveTo>
                    <a:pt x="586982" y="144553"/>
                  </a:moveTo>
                  <a:cubicBezTo>
                    <a:pt x="587941" y="144172"/>
                    <a:pt x="589090" y="144217"/>
                    <a:pt x="589532" y="144659"/>
                  </a:cubicBezTo>
                  <a:cubicBezTo>
                    <a:pt x="589969" y="145101"/>
                    <a:pt x="589186" y="145417"/>
                    <a:pt x="587785" y="145357"/>
                  </a:cubicBezTo>
                  <a:cubicBezTo>
                    <a:pt x="586238" y="145291"/>
                    <a:pt x="585922" y="144980"/>
                    <a:pt x="586982" y="144553"/>
                  </a:cubicBezTo>
                  <a:close/>
                  <a:moveTo>
                    <a:pt x="79502" y="131268"/>
                  </a:moveTo>
                  <a:cubicBezTo>
                    <a:pt x="80462" y="130886"/>
                    <a:pt x="81606" y="130931"/>
                    <a:pt x="82048" y="131373"/>
                  </a:cubicBezTo>
                  <a:cubicBezTo>
                    <a:pt x="82490" y="131815"/>
                    <a:pt x="81702" y="132131"/>
                    <a:pt x="80301" y="132071"/>
                  </a:cubicBezTo>
                  <a:cubicBezTo>
                    <a:pt x="78754" y="132011"/>
                    <a:pt x="78443" y="131694"/>
                    <a:pt x="79502" y="131268"/>
                  </a:cubicBezTo>
                  <a:close/>
                  <a:moveTo>
                    <a:pt x="463790" y="126086"/>
                  </a:moveTo>
                  <a:cubicBezTo>
                    <a:pt x="463850" y="124539"/>
                    <a:pt x="464166" y="124228"/>
                    <a:pt x="464593" y="125287"/>
                  </a:cubicBezTo>
                  <a:cubicBezTo>
                    <a:pt x="464975" y="126246"/>
                    <a:pt x="464929" y="127391"/>
                    <a:pt x="464488" y="127833"/>
                  </a:cubicBezTo>
                  <a:cubicBezTo>
                    <a:pt x="464046" y="128275"/>
                    <a:pt x="463729" y="127487"/>
                    <a:pt x="463790" y="126086"/>
                  </a:cubicBezTo>
                  <a:close/>
                  <a:moveTo>
                    <a:pt x="604254" y="127286"/>
                  </a:moveTo>
                  <a:cubicBezTo>
                    <a:pt x="605213" y="126899"/>
                    <a:pt x="606358" y="126949"/>
                    <a:pt x="606800" y="127391"/>
                  </a:cubicBezTo>
                  <a:cubicBezTo>
                    <a:pt x="607242" y="127828"/>
                    <a:pt x="606458" y="128144"/>
                    <a:pt x="605057" y="128089"/>
                  </a:cubicBezTo>
                  <a:cubicBezTo>
                    <a:pt x="603511" y="128024"/>
                    <a:pt x="603195" y="127707"/>
                    <a:pt x="604254" y="127286"/>
                  </a:cubicBezTo>
                  <a:close/>
                  <a:moveTo>
                    <a:pt x="62230" y="114000"/>
                  </a:moveTo>
                  <a:cubicBezTo>
                    <a:pt x="63189" y="113614"/>
                    <a:pt x="64334" y="113663"/>
                    <a:pt x="64776" y="114105"/>
                  </a:cubicBezTo>
                  <a:cubicBezTo>
                    <a:pt x="65218" y="114547"/>
                    <a:pt x="64434" y="114859"/>
                    <a:pt x="63033" y="114804"/>
                  </a:cubicBezTo>
                  <a:cubicBezTo>
                    <a:pt x="61487" y="114738"/>
                    <a:pt x="61171" y="114422"/>
                    <a:pt x="62230" y="114000"/>
                  </a:cubicBezTo>
                  <a:close/>
                  <a:moveTo>
                    <a:pt x="471407" y="102045"/>
                  </a:moveTo>
                  <a:cubicBezTo>
                    <a:pt x="472366" y="101658"/>
                    <a:pt x="473510" y="101708"/>
                    <a:pt x="473952" y="102145"/>
                  </a:cubicBezTo>
                  <a:cubicBezTo>
                    <a:pt x="474394" y="102587"/>
                    <a:pt x="473606" y="102903"/>
                    <a:pt x="472210" y="102843"/>
                  </a:cubicBezTo>
                  <a:cubicBezTo>
                    <a:pt x="470659" y="102783"/>
                    <a:pt x="470347" y="102467"/>
                    <a:pt x="471407" y="102045"/>
                  </a:cubicBezTo>
                  <a:close/>
                  <a:moveTo>
                    <a:pt x="202303" y="60782"/>
                  </a:moveTo>
                  <a:cubicBezTo>
                    <a:pt x="207967" y="60531"/>
                    <a:pt x="217230" y="60531"/>
                    <a:pt x="222894" y="60782"/>
                  </a:cubicBezTo>
                  <a:cubicBezTo>
                    <a:pt x="228558" y="61028"/>
                    <a:pt x="223923" y="61234"/>
                    <a:pt x="212601" y="61234"/>
                  </a:cubicBezTo>
                  <a:cubicBezTo>
                    <a:pt x="201273" y="61234"/>
                    <a:pt x="196639" y="61028"/>
                    <a:pt x="202303" y="60782"/>
                  </a:cubicBezTo>
                  <a:close/>
                  <a:moveTo>
                    <a:pt x="375007" y="60782"/>
                  </a:moveTo>
                  <a:cubicBezTo>
                    <a:pt x="380671" y="60531"/>
                    <a:pt x="389935" y="60531"/>
                    <a:pt x="395599" y="60782"/>
                  </a:cubicBezTo>
                  <a:cubicBezTo>
                    <a:pt x="401262" y="61028"/>
                    <a:pt x="396628" y="61234"/>
                    <a:pt x="385300" y="61234"/>
                  </a:cubicBezTo>
                  <a:cubicBezTo>
                    <a:pt x="373978" y="61234"/>
                    <a:pt x="369343" y="61028"/>
                    <a:pt x="375007" y="60782"/>
                  </a:cubicBezTo>
                  <a:close/>
                  <a:moveTo>
                    <a:pt x="86602" y="15271"/>
                  </a:moveTo>
                  <a:cubicBezTo>
                    <a:pt x="86602" y="13443"/>
                    <a:pt x="86903" y="12695"/>
                    <a:pt x="87270" y="13609"/>
                  </a:cubicBezTo>
                  <a:cubicBezTo>
                    <a:pt x="87642" y="14523"/>
                    <a:pt x="87642" y="16019"/>
                    <a:pt x="87270" y="16933"/>
                  </a:cubicBezTo>
                  <a:cubicBezTo>
                    <a:pt x="86903" y="17842"/>
                    <a:pt x="86602" y="17098"/>
                    <a:pt x="86602" y="15271"/>
                  </a:cubicBezTo>
                  <a:close/>
                  <a:moveTo>
                    <a:pt x="423581" y="7719"/>
                  </a:moveTo>
                  <a:cubicBezTo>
                    <a:pt x="424540" y="7338"/>
                    <a:pt x="425685" y="7383"/>
                    <a:pt x="426127" y="7825"/>
                  </a:cubicBezTo>
                  <a:cubicBezTo>
                    <a:pt x="426569" y="8266"/>
                    <a:pt x="425780" y="8583"/>
                    <a:pt x="424384" y="8522"/>
                  </a:cubicBezTo>
                  <a:cubicBezTo>
                    <a:pt x="422833" y="8457"/>
                    <a:pt x="422522" y="8146"/>
                    <a:pt x="423581" y="7719"/>
                  </a:cubicBezTo>
                  <a:close/>
                  <a:moveTo>
                    <a:pt x="414282" y="6394"/>
                  </a:moveTo>
                  <a:cubicBezTo>
                    <a:pt x="415241" y="6007"/>
                    <a:pt x="416386" y="6057"/>
                    <a:pt x="416828" y="6494"/>
                  </a:cubicBezTo>
                  <a:cubicBezTo>
                    <a:pt x="417270" y="6936"/>
                    <a:pt x="416481" y="7252"/>
                    <a:pt x="415080" y="7192"/>
                  </a:cubicBezTo>
                  <a:cubicBezTo>
                    <a:pt x="413534" y="7132"/>
                    <a:pt x="413223" y="6815"/>
                    <a:pt x="414282" y="6394"/>
                  </a:cubicBezTo>
                  <a:close/>
                  <a:moveTo>
                    <a:pt x="193752" y="5063"/>
                  </a:moveTo>
                  <a:cubicBezTo>
                    <a:pt x="194711" y="4681"/>
                    <a:pt x="195856" y="4727"/>
                    <a:pt x="196298" y="5168"/>
                  </a:cubicBezTo>
                  <a:cubicBezTo>
                    <a:pt x="196739" y="5610"/>
                    <a:pt x="195951" y="5922"/>
                    <a:pt x="194555" y="5866"/>
                  </a:cubicBezTo>
                  <a:cubicBezTo>
                    <a:pt x="193004" y="5801"/>
                    <a:pt x="192692" y="5485"/>
                    <a:pt x="193752" y="5063"/>
                  </a:cubicBezTo>
                  <a:close/>
                  <a:moveTo>
                    <a:pt x="402322" y="5063"/>
                  </a:moveTo>
                  <a:cubicBezTo>
                    <a:pt x="403281" y="4681"/>
                    <a:pt x="404431" y="4727"/>
                    <a:pt x="404867" y="5168"/>
                  </a:cubicBezTo>
                  <a:cubicBezTo>
                    <a:pt x="405309" y="5610"/>
                    <a:pt x="404526" y="5922"/>
                    <a:pt x="403125" y="5866"/>
                  </a:cubicBezTo>
                  <a:cubicBezTo>
                    <a:pt x="401579" y="5801"/>
                    <a:pt x="401262" y="5485"/>
                    <a:pt x="402322" y="5063"/>
                  </a:cubicBezTo>
                  <a:close/>
                  <a:moveTo>
                    <a:pt x="205707" y="3732"/>
                  </a:moveTo>
                  <a:cubicBezTo>
                    <a:pt x="206666" y="3351"/>
                    <a:pt x="207811" y="3396"/>
                    <a:pt x="208253" y="3838"/>
                  </a:cubicBezTo>
                  <a:cubicBezTo>
                    <a:pt x="208695" y="4280"/>
                    <a:pt x="207911" y="4596"/>
                    <a:pt x="206510" y="4536"/>
                  </a:cubicBezTo>
                  <a:cubicBezTo>
                    <a:pt x="204964" y="4476"/>
                    <a:pt x="204648" y="4159"/>
                    <a:pt x="205707" y="3732"/>
                  </a:cubicBezTo>
                  <a:close/>
                  <a:moveTo>
                    <a:pt x="388956" y="3762"/>
                  </a:moveTo>
                  <a:cubicBezTo>
                    <a:pt x="389870" y="3396"/>
                    <a:pt x="391366" y="3396"/>
                    <a:pt x="392275" y="3762"/>
                  </a:cubicBezTo>
                  <a:cubicBezTo>
                    <a:pt x="393189" y="4134"/>
                    <a:pt x="392445" y="4435"/>
                    <a:pt x="390618" y="4435"/>
                  </a:cubicBezTo>
                  <a:cubicBezTo>
                    <a:pt x="388790" y="4435"/>
                    <a:pt x="388042" y="4134"/>
                    <a:pt x="388956" y="3762"/>
                  </a:cubicBezTo>
                  <a:close/>
                  <a:moveTo>
                    <a:pt x="220926" y="2397"/>
                  </a:moveTo>
                  <a:cubicBezTo>
                    <a:pt x="222221" y="2060"/>
                    <a:pt x="224014" y="2081"/>
                    <a:pt x="224913" y="2447"/>
                  </a:cubicBezTo>
                  <a:cubicBezTo>
                    <a:pt x="225811" y="2808"/>
                    <a:pt x="224752" y="3085"/>
                    <a:pt x="222563" y="3060"/>
                  </a:cubicBezTo>
                  <a:cubicBezTo>
                    <a:pt x="220368" y="3035"/>
                    <a:pt x="219635" y="2733"/>
                    <a:pt x="220926" y="2397"/>
                  </a:cubicBezTo>
                  <a:close/>
                  <a:moveTo>
                    <a:pt x="374344" y="2437"/>
                  </a:moveTo>
                  <a:cubicBezTo>
                    <a:pt x="375253" y="2066"/>
                    <a:pt x="376750" y="2066"/>
                    <a:pt x="377663" y="2437"/>
                  </a:cubicBezTo>
                  <a:cubicBezTo>
                    <a:pt x="378577" y="2803"/>
                    <a:pt x="377829" y="3105"/>
                    <a:pt x="376001" y="3105"/>
                  </a:cubicBezTo>
                  <a:cubicBezTo>
                    <a:pt x="374174" y="3105"/>
                    <a:pt x="373431" y="2803"/>
                    <a:pt x="374344" y="2437"/>
                  </a:cubicBezTo>
                  <a:close/>
                  <a:moveTo>
                    <a:pt x="238173" y="1071"/>
                  </a:moveTo>
                  <a:cubicBezTo>
                    <a:pt x="239449" y="735"/>
                    <a:pt x="241542" y="735"/>
                    <a:pt x="242823" y="1071"/>
                  </a:cubicBezTo>
                  <a:cubicBezTo>
                    <a:pt x="244098" y="1408"/>
                    <a:pt x="243054" y="1679"/>
                    <a:pt x="240498" y="1679"/>
                  </a:cubicBezTo>
                  <a:cubicBezTo>
                    <a:pt x="237937" y="1679"/>
                    <a:pt x="236893" y="1408"/>
                    <a:pt x="238173" y="1071"/>
                  </a:cubicBezTo>
                  <a:close/>
                  <a:moveTo>
                    <a:pt x="355079" y="1071"/>
                  </a:moveTo>
                  <a:cubicBezTo>
                    <a:pt x="356359" y="735"/>
                    <a:pt x="358448" y="735"/>
                    <a:pt x="359728" y="1071"/>
                  </a:cubicBezTo>
                  <a:cubicBezTo>
                    <a:pt x="361009" y="1408"/>
                    <a:pt x="359959" y="1679"/>
                    <a:pt x="357403" y="1679"/>
                  </a:cubicBezTo>
                  <a:cubicBezTo>
                    <a:pt x="354848" y="1679"/>
                    <a:pt x="353798" y="1408"/>
                    <a:pt x="355079" y="1071"/>
                  </a:cubicBezTo>
                  <a:close/>
                  <a:moveTo>
                    <a:pt x="264740" y="-295"/>
                  </a:moveTo>
                  <a:cubicBezTo>
                    <a:pt x="266753" y="-596"/>
                    <a:pt x="270037" y="-596"/>
                    <a:pt x="272050" y="-295"/>
                  </a:cubicBezTo>
                  <a:cubicBezTo>
                    <a:pt x="274059" y="12"/>
                    <a:pt x="272412" y="258"/>
                    <a:pt x="268395" y="258"/>
                  </a:cubicBezTo>
                  <a:cubicBezTo>
                    <a:pt x="264378" y="258"/>
                    <a:pt x="262731" y="12"/>
                    <a:pt x="264740" y="-295"/>
                  </a:cubicBezTo>
                  <a:close/>
                  <a:moveTo>
                    <a:pt x="325871" y="-295"/>
                  </a:moveTo>
                  <a:cubicBezTo>
                    <a:pt x="327890" y="-601"/>
                    <a:pt x="330877" y="-591"/>
                    <a:pt x="332514" y="-274"/>
                  </a:cubicBezTo>
                  <a:cubicBezTo>
                    <a:pt x="334146" y="42"/>
                    <a:pt x="332494" y="288"/>
                    <a:pt x="328844" y="278"/>
                  </a:cubicBezTo>
                  <a:cubicBezTo>
                    <a:pt x="325188" y="268"/>
                    <a:pt x="323853" y="12"/>
                    <a:pt x="325871" y="-295"/>
                  </a:cubicBezTo>
                  <a:close/>
                </a:path>
              </a:pathLst>
            </a:custGeom>
            <a:solidFill>
              <a:srgbClr val="A26B2D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C29AB1E-83F5-4189-1592-9727AE43CB4B}"/>
                </a:ext>
              </a:extLst>
            </p:cNvPr>
            <p:cNvSpPr/>
            <p:nvPr/>
          </p:nvSpPr>
          <p:spPr>
            <a:xfrm>
              <a:off x="6215650" y="4017068"/>
              <a:ext cx="613757" cy="609630"/>
            </a:xfrm>
            <a:custGeom>
              <a:avLst/>
              <a:gdLst>
                <a:gd name="csX0" fmla="*/ 48859 w 613757"/>
                <a:gd name="csY0" fmla="*/ 606114 h 609630"/>
                <a:gd name="csX1" fmla="*/ 46328 w 613757"/>
                <a:gd name="csY1" fmla="*/ 603126 h 609630"/>
                <a:gd name="csX2" fmla="*/ 49315 w 613757"/>
                <a:gd name="csY2" fmla="*/ 605657 h 609630"/>
                <a:gd name="csX3" fmla="*/ 52303 w 613757"/>
                <a:gd name="csY3" fmla="*/ 608650 h 609630"/>
                <a:gd name="csX4" fmla="*/ 48859 w 613757"/>
                <a:gd name="csY4" fmla="*/ 606114 h 609630"/>
                <a:gd name="csX5" fmla="*/ 564436 w 613757"/>
                <a:gd name="csY5" fmla="*/ 606450 h 609630"/>
                <a:gd name="csX6" fmla="*/ 567509 w 613757"/>
                <a:gd name="csY6" fmla="*/ 603789 h 609630"/>
                <a:gd name="csX7" fmla="*/ 565767 w 613757"/>
                <a:gd name="csY7" fmla="*/ 606450 h 609630"/>
                <a:gd name="csX8" fmla="*/ 562699 w 613757"/>
                <a:gd name="csY8" fmla="*/ 609106 h 609630"/>
                <a:gd name="csX9" fmla="*/ 564436 w 613757"/>
                <a:gd name="csY9" fmla="*/ 606450 h 609630"/>
                <a:gd name="csX10" fmla="*/ 40955 w 613757"/>
                <a:gd name="csY10" fmla="*/ 534709 h 609630"/>
                <a:gd name="csX11" fmla="*/ 41342 w 613757"/>
                <a:gd name="csY11" fmla="*/ 507144 h 609630"/>
                <a:gd name="csX12" fmla="*/ 41342 w 613757"/>
                <a:gd name="csY12" fmla="*/ 562275 h 609630"/>
                <a:gd name="csX13" fmla="*/ 40955 w 613757"/>
                <a:gd name="csY13" fmla="*/ 534709 h 609630"/>
                <a:gd name="csX14" fmla="*/ 573680 w 613757"/>
                <a:gd name="csY14" fmla="*/ 534709 h 609630"/>
                <a:gd name="csX15" fmla="*/ 574067 w 613757"/>
                <a:gd name="csY15" fmla="*/ 507144 h 609630"/>
                <a:gd name="csX16" fmla="*/ 574067 w 613757"/>
                <a:gd name="csY16" fmla="*/ 562275 h 609630"/>
                <a:gd name="csX17" fmla="*/ 573680 w 613757"/>
                <a:gd name="csY17" fmla="*/ 534709 h 609630"/>
                <a:gd name="csX18" fmla="*/ 291185 w 613757"/>
                <a:gd name="csY18" fmla="*/ 545761 h 609630"/>
                <a:gd name="csX19" fmla="*/ 293731 w 613757"/>
                <a:gd name="csY19" fmla="*/ 545861 h 609630"/>
                <a:gd name="csX20" fmla="*/ 291988 w 613757"/>
                <a:gd name="csY20" fmla="*/ 546559 h 609630"/>
                <a:gd name="csX21" fmla="*/ 291185 w 613757"/>
                <a:gd name="csY21" fmla="*/ 545761 h 609630"/>
                <a:gd name="csX22" fmla="*/ 321738 w 613757"/>
                <a:gd name="csY22" fmla="*/ 545761 h 609630"/>
                <a:gd name="csX23" fmla="*/ 324284 w 613757"/>
                <a:gd name="csY23" fmla="*/ 545861 h 609630"/>
                <a:gd name="csX24" fmla="*/ 322542 w 613757"/>
                <a:gd name="csY24" fmla="*/ 546559 h 609630"/>
                <a:gd name="csX25" fmla="*/ 321738 w 613757"/>
                <a:gd name="csY25" fmla="*/ 545761 h 609630"/>
                <a:gd name="csX26" fmla="*/ 305048 w 613757"/>
                <a:gd name="csY26" fmla="*/ 524496 h 609630"/>
                <a:gd name="csX27" fmla="*/ 309698 w 613757"/>
                <a:gd name="csY27" fmla="*/ 524496 h 609630"/>
                <a:gd name="csX28" fmla="*/ 307373 w 613757"/>
                <a:gd name="csY28" fmla="*/ 525104 h 609630"/>
                <a:gd name="csX29" fmla="*/ 305048 w 613757"/>
                <a:gd name="csY29" fmla="*/ 524496 h 609630"/>
                <a:gd name="csX30" fmla="*/ 218199 w 613757"/>
                <a:gd name="csY30" fmla="*/ 513787 h 609630"/>
                <a:gd name="csX31" fmla="*/ 218701 w 613757"/>
                <a:gd name="csY31" fmla="*/ 513284 h 609630"/>
                <a:gd name="csX32" fmla="*/ 221026 w 613757"/>
                <a:gd name="csY32" fmla="*/ 515609 h 609630"/>
                <a:gd name="csX33" fmla="*/ 218199 w 613757"/>
                <a:gd name="csY33" fmla="*/ 513787 h 609630"/>
                <a:gd name="csX34" fmla="*/ 393725 w 613757"/>
                <a:gd name="csY34" fmla="*/ 515609 h 609630"/>
                <a:gd name="csX35" fmla="*/ 396050 w 613757"/>
                <a:gd name="csY35" fmla="*/ 513284 h 609630"/>
                <a:gd name="csX36" fmla="*/ 396552 w 613757"/>
                <a:gd name="csY36" fmla="*/ 513787 h 609630"/>
                <a:gd name="csX37" fmla="*/ 393725 w 613757"/>
                <a:gd name="csY37" fmla="*/ 515609 h 609630"/>
                <a:gd name="csX38" fmla="*/ 203582 w 613757"/>
                <a:gd name="csY38" fmla="*/ 499170 h 609630"/>
                <a:gd name="csX39" fmla="*/ 204085 w 613757"/>
                <a:gd name="csY39" fmla="*/ 498673 h 609630"/>
                <a:gd name="csX40" fmla="*/ 206409 w 613757"/>
                <a:gd name="csY40" fmla="*/ 500998 h 609630"/>
                <a:gd name="csX41" fmla="*/ 203582 w 613757"/>
                <a:gd name="csY41" fmla="*/ 499170 h 609630"/>
                <a:gd name="csX42" fmla="*/ 408342 w 613757"/>
                <a:gd name="csY42" fmla="*/ 500998 h 609630"/>
                <a:gd name="csX43" fmla="*/ 410666 w 613757"/>
                <a:gd name="csY43" fmla="*/ 498673 h 609630"/>
                <a:gd name="csX44" fmla="*/ 411168 w 613757"/>
                <a:gd name="csY44" fmla="*/ 499170 h 609630"/>
                <a:gd name="csX45" fmla="*/ 408342 w 613757"/>
                <a:gd name="csY45" fmla="*/ 500998 h 609630"/>
                <a:gd name="csX46" fmla="*/ 305716 w 613757"/>
                <a:gd name="csY46" fmla="*/ 486005 h 609630"/>
                <a:gd name="csX47" fmla="*/ 309035 w 613757"/>
                <a:gd name="csY47" fmla="*/ 486005 h 609630"/>
                <a:gd name="csX48" fmla="*/ 307373 w 613757"/>
                <a:gd name="csY48" fmla="*/ 486673 h 609630"/>
                <a:gd name="csX49" fmla="*/ 305716 w 613757"/>
                <a:gd name="csY49" fmla="*/ 486005 h 609630"/>
                <a:gd name="csX50" fmla="*/ 231319 w 613757"/>
                <a:gd name="csY50" fmla="*/ 481963 h 609630"/>
                <a:gd name="csX51" fmla="*/ 237299 w 613757"/>
                <a:gd name="csY51" fmla="*/ 481963 h 609630"/>
                <a:gd name="csX52" fmla="*/ 234306 w 613757"/>
                <a:gd name="csY52" fmla="*/ 482535 h 609630"/>
                <a:gd name="csX53" fmla="*/ 231319 w 613757"/>
                <a:gd name="csY53" fmla="*/ 481963 h 609630"/>
                <a:gd name="csX54" fmla="*/ 377452 w 613757"/>
                <a:gd name="csY54" fmla="*/ 481963 h 609630"/>
                <a:gd name="csX55" fmla="*/ 383432 w 613757"/>
                <a:gd name="csY55" fmla="*/ 481963 h 609630"/>
                <a:gd name="csX56" fmla="*/ 380445 w 613757"/>
                <a:gd name="csY56" fmla="*/ 482535 h 609630"/>
                <a:gd name="csX57" fmla="*/ 377452 w 613757"/>
                <a:gd name="csY57" fmla="*/ 481963 h 609630"/>
                <a:gd name="csX58" fmla="*/ 212882 w 613757"/>
                <a:gd name="csY58" fmla="*/ 473929 h 609630"/>
                <a:gd name="csX59" fmla="*/ 213384 w 613757"/>
                <a:gd name="csY59" fmla="*/ 473432 h 609630"/>
                <a:gd name="csX60" fmla="*/ 215708 w 613757"/>
                <a:gd name="csY60" fmla="*/ 475757 h 609630"/>
                <a:gd name="csX61" fmla="*/ 212882 w 613757"/>
                <a:gd name="csY61" fmla="*/ 473929 h 609630"/>
                <a:gd name="csX62" fmla="*/ 399043 w 613757"/>
                <a:gd name="csY62" fmla="*/ 475757 h 609630"/>
                <a:gd name="csX63" fmla="*/ 401367 w 613757"/>
                <a:gd name="csY63" fmla="*/ 473432 h 609630"/>
                <a:gd name="csX64" fmla="*/ 401869 w 613757"/>
                <a:gd name="csY64" fmla="*/ 473929 h 609630"/>
                <a:gd name="csX65" fmla="*/ 399043 w 613757"/>
                <a:gd name="csY65" fmla="*/ 475757 h 609630"/>
                <a:gd name="csX66" fmla="*/ 305716 w 613757"/>
                <a:gd name="csY66" fmla="*/ 466076 h 609630"/>
                <a:gd name="csX67" fmla="*/ 309035 w 613757"/>
                <a:gd name="csY67" fmla="*/ 466076 h 609630"/>
                <a:gd name="csX68" fmla="*/ 307373 w 613757"/>
                <a:gd name="csY68" fmla="*/ 466749 h 609630"/>
                <a:gd name="csX69" fmla="*/ 305716 w 613757"/>
                <a:gd name="csY69" fmla="*/ 466076 h 609630"/>
                <a:gd name="csX70" fmla="*/ 305716 w 613757"/>
                <a:gd name="csY70" fmla="*/ 444822 h 609630"/>
                <a:gd name="csX71" fmla="*/ 309035 w 613757"/>
                <a:gd name="csY71" fmla="*/ 444822 h 609630"/>
                <a:gd name="csX72" fmla="*/ 307373 w 613757"/>
                <a:gd name="csY72" fmla="*/ 445490 h 609630"/>
                <a:gd name="csX73" fmla="*/ 305716 w 613757"/>
                <a:gd name="csY73" fmla="*/ 444822 h 609630"/>
                <a:gd name="csX74" fmla="*/ 232730 w 613757"/>
                <a:gd name="csY74" fmla="*/ 443466 h 609630"/>
                <a:gd name="csX75" fmla="*/ 235276 w 613757"/>
                <a:gd name="csY75" fmla="*/ 443572 h 609630"/>
                <a:gd name="csX76" fmla="*/ 233533 w 613757"/>
                <a:gd name="csY76" fmla="*/ 444270 h 609630"/>
                <a:gd name="csX77" fmla="*/ 232730 w 613757"/>
                <a:gd name="csY77" fmla="*/ 443466 h 609630"/>
                <a:gd name="csX78" fmla="*/ 380193 w 613757"/>
                <a:gd name="csY78" fmla="*/ 443466 h 609630"/>
                <a:gd name="csX79" fmla="*/ 382739 w 613757"/>
                <a:gd name="csY79" fmla="*/ 443572 h 609630"/>
                <a:gd name="csX80" fmla="*/ 380997 w 613757"/>
                <a:gd name="csY80" fmla="*/ 444270 h 609630"/>
                <a:gd name="csX81" fmla="*/ 380193 w 613757"/>
                <a:gd name="csY81" fmla="*/ 443466 h 609630"/>
                <a:gd name="csX82" fmla="*/ 282674 w 613757"/>
                <a:gd name="csY82" fmla="*/ 434740 h 609630"/>
                <a:gd name="csX83" fmla="*/ 280139 w 613757"/>
                <a:gd name="csY83" fmla="*/ 431752 h 609630"/>
                <a:gd name="csX84" fmla="*/ 283131 w 613757"/>
                <a:gd name="csY84" fmla="*/ 434283 h 609630"/>
                <a:gd name="csX85" fmla="*/ 285662 w 613757"/>
                <a:gd name="csY85" fmla="*/ 437732 h 609630"/>
                <a:gd name="csX86" fmla="*/ 282674 w 613757"/>
                <a:gd name="csY86" fmla="*/ 434740 h 609630"/>
                <a:gd name="csX87" fmla="*/ 330626 w 613757"/>
                <a:gd name="csY87" fmla="*/ 435071 h 609630"/>
                <a:gd name="csX88" fmla="*/ 333693 w 613757"/>
                <a:gd name="csY88" fmla="*/ 432415 h 609630"/>
                <a:gd name="csX89" fmla="*/ 331951 w 613757"/>
                <a:gd name="csY89" fmla="*/ 435071 h 609630"/>
                <a:gd name="csX90" fmla="*/ 328883 w 613757"/>
                <a:gd name="csY90" fmla="*/ 437727 h 609630"/>
                <a:gd name="csX91" fmla="*/ 330626 w 613757"/>
                <a:gd name="csY91" fmla="*/ 435071 h 609630"/>
                <a:gd name="csX92" fmla="*/ 254135 w 613757"/>
                <a:gd name="csY92" fmla="*/ 432746 h 609630"/>
                <a:gd name="csX93" fmla="*/ 250916 w 613757"/>
                <a:gd name="csY93" fmla="*/ 429096 h 609630"/>
                <a:gd name="csX94" fmla="*/ 254566 w 613757"/>
                <a:gd name="csY94" fmla="*/ 432315 h 609630"/>
                <a:gd name="csX95" fmla="*/ 257790 w 613757"/>
                <a:gd name="csY95" fmla="*/ 436402 h 609630"/>
                <a:gd name="csX96" fmla="*/ 254135 w 613757"/>
                <a:gd name="csY96" fmla="*/ 432746 h 609630"/>
                <a:gd name="csX97" fmla="*/ 359185 w 613757"/>
                <a:gd name="csY97" fmla="*/ 433078 h 609630"/>
                <a:gd name="csX98" fmla="*/ 362971 w 613757"/>
                <a:gd name="csY98" fmla="*/ 429759 h 609630"/>
                <a:gd name="csX99" fmla="*/ 360516 w 613757"/>
                <a:gd name="csY99" fmla="*/ 433078 h 609630"/>
                <a:gd name="csX100" fmla="*/ 356730 w 613757"/>
                <a:gd name="csY100" fmla="*/ 436402 h 609630"/>
                <a:gd name="csX101" fmla="*/ 359185 w 613757"/>
                <a:gd name="csY101" fmla="*/ 433078 h 609630"/>
                <a:gd name="csX102" fmla="*/ 171975 w 613757"/>
                <a:gd name="csY102" fmla="*/ 427655 h 609630"/>
                <a:gd name="csX103" fmla="*/ 172778 w 613757"/>
                <a:gd name="csY103" fmla="*/ 426852 h 609630"/>
                <a:gd name="csX104" fmla="*/ 172673 w 613757"/>
                <a:gd name="csY104" fmla="*/ 429397 h 609630"/>
                <a:gd name="csX105" fmla="*/ 171975 w 613757"/>
                <a:gd name="csY105" fmla="*/ 427655 h 609630"/>
                <a:gd name="csX106" fmla="*/ 441656 w 613757"/>
                <a:gd name="csY106" fmla="*/ 427655 h 609630"/>
                <a:gd name="csX107" fmla="*/ 442460 w 613757"/>
                <a:gd name="csY107" fmla="*/ 426852 h 609630"/>
                <a:gd name="csX108" fmla="*/ 442354 w 613757"/>
                <a:gd name="csY108" fmla="*/ 429397 h 609630"/>
                <a:gd name="csX109" fmla="*/ 441656 w 613757"/>
                <a:gd name="csY109" fmla="*/ 427655 h 609630"/>
                <a:gd name="csX110" fmla="*/ 305048 w 613757"/>
                <a:gd name="csY110" fmla="*/ 424858 h 609630"/>
                <a:gd name="csX111" fmla="*/ 309698 w 613757"/>
                <a:gd name="csY111" fmla="*/ 424858 h 609630"/>
                <a:gd name="csX112" fmla="*/ 307373 w 613757"/>
                <a:gd name="csY112" fmla="*/ 425466 h 609630"/>
                <a:gd name="csX113" fmla="*/ 305048 w 613757"/>
                <a:gd name="csY113" fmla="*/ 424858 h 609630"/>
                <a:gd name="csX114" fmla="*/ 296578 w 613757"/>
                <a:gd name="csY114" fmla="*/ 420791 h 609630"/>
                <a:gd name="csX115" fmla="*/ 297080 w 613757"/>
                <a:gd name="csY115" fmla="*/ 420289 h 609630"/>
                <a:gd name="csX116" fmla="*/ 299405 w 613757"/>
                <a:gd name="csY116" fmla="*/ 422614 h 609630"/>
                <a:gd name="csX117" fmla="*/ 296578 w 613757"/>
                <a:gd name="csY117" fmla="*/ 420791 h 609630"/>
                <a:gd name="csX118" fmla="*/ 315346 w 613757"/>
                <a:gd name="csY118" fmla="*/ 422614 h 609630"/>
                <a:gd name="csX119" fmla="*/ 317671 w 613757"/>
                <a:gd name="csY119" fmla="*/ 420289 h 609630"/>
                <a:gd name="csX120" fmla="*/ 318173 w 613757"/>
                <a:gd name="csY120" fmla="*/ 420791 h 609630"/>
                <a:gd name="csX121" fmla="*/ 315346 w 613757"/>
                <a:gd name="csY121" fmla="*/ 422614 h 609630"/>
                <a:gd name="csX122" fmla="*/ 273195 w 613757"/>
                <a:gd name="csY122" fmla="*/ 411161 h 609630"/>
                <a:gd name="csX123" fmla="*/ 273772 w 613757"/>
                <a:gd name="csY123" fmla="*/ 408168 h 609630"/>
                <a:gd name="csX124" fmla="*/ 273772 w 613757"/>
                <a:gd name="csY124" fmla="*/ 414149 h 609630"/>
                <a:gd name="csX125" fmla="*/ 273195 w 613757"/>
                <a:gd name="csY125" fmla="*/ 411161 h 609630"/>
                <a:gd name="csX126" fmla="*/ 340949 w 613757"/>
                <a:gd name="csY126" fmla="*/ 411161 h 609630"/>
                <a:gd name="csX127" fmla="*/ 341526 w 613757"/>
                <a:gd name="csY127" fmla="*/ 408168 h 609630"/>
                <a:gd name="csX128" fmla="*/ 341526 w 613757"/>
                <a:gd name="csY128" fmla="*/ 414149 h 609630"/>
                <a:gd name="csX129" fmla="*/ 340949 w 613757"/>
                <a:gd name="csY129" fmla="*/ 411161 h 609630"/>
                <a:gd name="csX130" fmla="*/ 167712 w 613757"/>
                <a:gd name="csY130" fmla="*/ 394220 h 609630"/>
                <a:gd name="csX131" fmla="*/ 168214 w 613757"/>
                <a:gd name="csY131" fmla="*/ 393718 h 609630"/>
                <a:gd name="csX132" fmla="*/ 170037 w 613757"/>
                <a:gd name="csY132" fmla="*/ 396544 h 609630"/>
                <a:gd name="csX133" fmla="*/ 167712 w 613757"/>
                <a:gd name="csY133" fmla="*/ 394220 h 609630"/>
                <a:gd name="csX134" fmla="*/ 160994 w 613757"/>
                <a:gd name="csY134" fmla="*/ 391654 h 609630"/>
                <a:gd name="csX135" fmla="*/ 163540 w 613757"/>
                <a:gd name="csY135" fmla="*/ 391760 h 609630"/>
                <a:gd name="csX136" fmla="*/ 161797 w 613757"/>
                <a:gd name="csY136" fmla="*/ 392457 h 609630"/>
                <a:gd name="csX137" fmla="*/ 160994 w 613757"/>
                <a:gd name="csY137" fmla="*/ 391654 h 609630"/>
                <a:gd name="csX138" fmla="*/ 254064 w 613757"/>
                <a:gd name="csY138" fmla="*/ 347725 h 609630"/>
                <a:gd name="csX139" fmla="*/ 254566 w 613757"/>
                <a:gd name="csY139" fmla="*/ 347223 h 609630"/>
                <a:gd name="csX140" fmla="*/ 256891 w 613757"/>
                <a:gd name="csY140" fmla="*/ 349547 h 609630"/>
                <a:gd name="csX141" fmla="*/ 254064 w 613757"/>
                <a:gd name="csY141" fmla="*/ 347725 h 609630"/>
                <a:gd name="csX142" fmla="*/ 286018 w 613757"/>
                <a:gd name="csY142" fmla="*/ 346394 h 609630"/>
                <a:gd name="csX143" fmla="*/ 282800 w 613757"/>
                <a:gd name="csY143" fmla="*/ 342744 h 609630"/>
                <a:gd name="csX144" fmla="*/ 286450 w 613757"/>
                <a:gd name="csY144" fmla="*/ 345962 h 609630"/>
                <a:gd name="csX145" fmla="*/ 289674 w 613757"/>
                <a:gd name="csY145" fmla="*/ 350050 h 609630"/>
                <a:gd name="csX146" fmla="*/ 286018 w 613757"/>
                <a:gd name="csY146" fmla="*/ 346394 h 609630"/>
                <a:gd name="csX147" fmla="*/ 327302 w 613757"/>
                <a:gd name="csY147" fmla="*/ 346731 h 609630"/>
                <a:gd name="csX148" fmla="*/ 331087 w 613757"/>
                <a:gd name="csY148" fmla="*/ 343407 h 609630"/>
                <a:gd name="csX149" fmla="*/ 328632 w 613757"/>
                <a:gd name="csY149" fmla="*/ 346731 h 609630"/>
                <a:gd name="csX150" fmla="*/ 324846 w 613757"/>
                <a:gd name="csY150" fmla="*/ 350050 h 609630"/>
                <a:gd name="csX151" fmla="*/ 327302 w 613757"/>
                <a:gd name="csY151" fmla="*/ 346731 h 609630"/>
                <a:gd name="csX152" fmla="*/ 300564 w 613757"/>
                <a:gd name="csY152" fmla="*/ 333113 h 609630"/>
                <a:gd name="csX153" fmla="*/ 301067 w 613757"/>
                <a:gd name="csY153" fmla="*/ 332611 h 609630"/>
                <a:gd name="csX154" fmla="*/ 302889 w 613757"/>
                <a:gd name="csY154" fmla="*/ 335438 h 609630"/>
                <a:gd name="csX155" fmla="*/ 300564 w 613757"/>
                <a:gd name="csY155" fmla="*/ 333113 h 609630"/>
                <a:gd name="csX156" fmla="*/ 313353 w 613757"/>
                <a:gd name="csY156" fmla="*/ 332777 h 609630"/>
                <a:gd name="csX157" fmla="*/ 316421 w 613757"/>
                <a:gd name="csY157" fmla="*/ 330121 h 609630"/>
                <a:gd name="csX158" fmla="*/ 314684 w 613757"/>
                <a:gd name="csY158" fmla="*/ 332777 h 609630"/>
                <a:gd name="csX159" fmla="*/ 311611 w 613757"/>
                <a:gd name="csY159" fmla="*/ 335438 h 609630"/>
                <a:gd name="csX160" fmla="*/ 313353 w 613757"/>
                <a:gd name="csY160" fmla="*/ 332777 h 609630"/>
                <a:gd name="csX161" fmla="*/ 508185 w 613757"/>
                <a:gd name="csY161" fmla="*/ 320822 h 609630"/>
                <a:gd name="csX162" fmla="*/ 508858 w 613757"/>
                <a:gd name="csY162" fmla="*/ 319160 h 609630"/>
                <a:gd name="csX163" fmla="*/ 508858 w 613757"/>
                <a:gd name="csY163" fmla="*/ 322484 h 609630"/>
                <a:gd name="csX164" fmla="*/ 508185 w 613757"/>
                <a:gd name="csY164" fmla="*/ 320822 h 609630"/>
                <a:gd name="csX165" fmla="*/ 207740 w 613757"/>
                <a:gd name="csY165" fmla="*/ 317749 h 609630"/>
                <a:gd name="csX166" fmla="*/ 212058 w 613757"/>
                <a:gd name="csY166" fmla="*/ 313431 h 609630"/>
                <a:gd name="csX167" fmla="*/ 216376 w 613757"/>
                <a:gd name="csY167" fmla="*/ 309530 h 609630"/>
                <a:gd name="csX168" fmla="*/ 212470 w 613757"/>
                <a:gd name="csY168" fmla="*/ 313848 h 609630"/>
                <a:gd name="csX169" fmla="*/ 207740 w 613757"/>
                <a:gd name="csY169" fmla="*/ 317749 h 609630"/>
                <a:gd name="csX170" fmla="*/ 284793 w 613757"/>
                <a:gd name="csY170" fmla="*/ 307034 h 609630"/>
                <a:gd name="csX171" fmla="*/ 287118 w 613757"/>
                <a:gd name="csY171" fmla="*/ 304709 h 609630"/>
                <a:gd name="csX172" fmla="*/ 287615 w 613757"/>
                <a:gd name="csY172" fmla="*/ 305212 h 609630"/>
                <a:gd name="csX173" fmla="*/ 284793 w 613757"/>
                <a:gd name="csY173" fmla="*/ 307034 h 609630"/>
                <a:gd name="csX174" fmla="*/ 327131 w 613757"/>
                <a:gd name="csY174" fmla="*/ 305212 h 609630"/>
                <a:gd name="csX175" fmla="*/ 327633 w 613757"/>
                <a:gd name="csY175" fmla="*/ 304709 h 609630"/>
                <a:gd name="csX176" fmla="*/ 329456 w 613757"/>
                <a:gd name="csY176" fmla="*/ 307536 h 609630"/>
                <a:gd name="csX177" fmla="*/ 327131 w 613757"/>
                <a:gd name="csY177" fmla="*/ 305212 h 609630"/>
                <a:gd name="csX178" fmla="*/ 287198 w 613757"/>
                <a:gd name="csY178" fmla="*/ 276074 h 609630"/>
                <a:gd name="csX179" fmla="*/ 289744 w 613757"/>
                <a:gd name="csY179" fmla="*/ 276180 h 609630"/>
                <a:gd name="csX180" fmla="*/ 288002 w 613757"/>
                <a:gd name="csY180" fmla="*/ 276878 h 609630"/>
                <a:gd name="csX181" fmla="*/ 287198 w 613757"/>
                <a:gd name="csY181" fmla="*/ 276074 h 609630"/>
                <a:gd name="csX182" fmla="*/ 325725 w 613757"/>
                <a:gd name="csY182" fmla="*/ 276074 h 609630"/>
                <a:gd name="csX183" fmla="*/ 328271 w 613757"/>
                <a:gd name="csY183" fmla="*/ 276180 h 609630"/>
                <a:gd name="csX184" fmla="*/ 326528 w 613757"/>
                <a:gd name="csY184" fmla="*/ 276878 h 609630"/>
                <a:gd name="csX185" fmla="*/ 325725 w 613757"/>
                <a:gd name="csY185" fmla="*/ 276074 h 609630"/>
                <a:gd name="csX186" fmla="*/ 304411 w 613757"/>
                <a:gd name="csY186" fmla="*/ 274694 h 609630"/>
                <a:gd name="csX187" fmla="*/ 312379 w 613757"/>
                <a:gd name="csY187" fmla="*/ 274709 h 609630"/>
                <a:gd name="csX188" fmla="*/ 308041 w 613757"/>
                <a:gd name="csY188" fmla="*/ 275246 h 609630"/>
                <a:gd name="csX189" fmla="*/ 304411 w 613757"/>
                <a:gd name="csY189" fmla="*/ 274694 h 609630"/>
                <a:gd name="csX190" fmla="*/ 9463 w 613757"/>
                <a:gd name="csY190" fmla="*/ 225623 h 609630"/>
                <a:gd name="csX191" fmla="*/ 12782 w 613757"/>
                <a:gd name="csY191" fmla="*/ 225623 h 609630"/>
                <a:gd name="csX192" fmla="*/ 11120 w 613757"/>
                <a:gd name="csY192" fmla="*/ 226290 h 609630"/>
                <a:gd name="csX193" fmla="*/ 9463 w 613757"/>
                <a:gd name="csY193" fmla="*/ 225623 h 609630"/>
                <a:gd name="csX194" fmla="*/ 238625 w 613757"/>
                <a:gd name="csY194" fmla="*/ 225502 h 609630"/>
                <a:gd name="csX195" fmla="*/ 376126 w 613757"/>
                <a:gd name="csY195" fmla="*/ 225502 h 609630"/>
                <a:gd name="csX196" fmla="*/ 307373 w 613757"/>
                <a:gd name="csY196" fmla="*/ 225859 h 609630"/>
                <a:gd name="csX197" fmla="*/ 238625 w 613757"/>
                <a:gd name="csY197" fmla="*/ 225502 h 609630"/>
                <a:gd name="csX198" fmla="*/ 601969 w 613757"/>
                <a:gd name="csY198" fmla="*/ 225623 h 609630"/>
                <a:gd name="csX199" fmla="*/ 605288 w 613757"/>
                <a:gd name="csY199" fmla="*/ 225623 h 609630"/>
                <a:gd name="csX200" fmla="*/ 603631 w 613757"/>
                <a:gd name="csY200" fmla="*/ 226290 h 609630"/>
                <a:gd name="csX201" fmla="*/ 601969 w 613757"/>
                <a:gd name="csY201" fmla="*/ 225623 h 609630"/>
                <a:gd name="csX202" fmla="*/ 183087 w 613757"/>
                <a:gd name="csY202" fmla="*/ 166720 h 609630"/>
                <a:gd name="csX203" fmla="*/ 183493 w 613757"/>
                <a:gd name="csY203" fmla="*/ 146461 h 609630"/>
                <a:gd name="csX204" fmla="*/ 183493 w 613757"/>
                <a:gd name="csY204" fmla="*/ 186975 h 609630"/>
                <a:gd name="csX205" fmla="*/ 183087 w 613757"/>
                <a:gd name="csY205" fmla="*/ 166720 h 609630"/>
                <a:gd name="csX206" fmla="*/ 431514 w 613757"/>
                <a:gd name="csY206" fmla="*/ 166720 h 609630"/>
                <a:gd name="csX207" fmla="*/ 431921 w 613757"/>
                <a:gd name="csY207" fmla="*/ 146461 h 609630"/>
                <a:gd name="csX208" fmla="*/ 431921 w 613757"/>
                <a:gd name="csY208" fmla="*/ 186975 h 609630"/>
                <a:gd name="csX209" fmla="*/ 431514 w 613757"/>
                <a:gd name="csY209" fmla="*/ 166720 h 609630"/>
                <a:gd name="csX210" fmla="*/ 466691 w 613757"/>
                <a:gd name="csY210" fmla="*/ 194949 h 609630"/>
                <a:gd name="csX211" fmla="*/ 463473 w 613757"/>
                <a:gd name="csY211" fmla="*/ 191293 h 609630"/>
                <a:gd name="csX212" fmla="*/ 467128 w 613757"/>
                <a:gd name="csY212" fmla="*/ 194517 h 609630"/>
                <a:gd name="csX213" fmla="*/ 470347 w 613757"/>
                <a:gd name="csY213" fmla="*/ 198604 h 609630"/>
                <a:gd name="csX214" fmla="*/ 466691 w 613757"/>
                <a:gd name="csY214" fmla="*/ 194949 h 609630"/>
                <a:gd name="csX215" fmla="*/ 147291 w 613757"/>
                <a:gd name="csY215" fmla="*/ 194618 h 609630"/>
                <a:gd name="csX216" fmla="*/ 150359 w 613757"/>
                <a:gd name="csY216" fmla="*/ 191961 h 609630"/>
                <a:gd name="csX217" fmla="*/ 148622 w 613757"/>
                <a:gd name="csY217" fmla="*/ 194618 h 609630"/>
                <a:gd name="csX218" fmla="*/ 145554 w 613757"/>
                <a:gd name="csY218" fmla="*/ 197274 h 609630"/>
                <a:gd name="csX219" fmla="*/ 147291 w 613757"/>
                <a:gd name="csY219" fmla="*/ 194618 h 609630"/>
                <a:gd name="csX220" fmla="*/ 182755 w 613757"/>
                <a:gd name="csY220" fmla="*/ 103616 h 609630"/>
                <a:gd name="csX221" fmla="*/ 183418 w 613757"/>
                <a:gd name="csY221" fmla="*/ 101979 h 609630"/>
                <a:gd name="csX222" fmla="*/ 183368 w 613757"/>
                <a:gd name="csY222" fmla="*/ 105966 h 609630"/>
                <a:gd name="csX223" fmla="*/ 182755 w 613757"/>
                <a:gd name="csY223" fmla="*/ 103616 h 609630"/>
                <a:gd name="csX224" fmla="*/ 431182 w 613757"/>
                <a:gd name="csY224" fmla="*/ 103616 h 609630"/>
                <a:gd name="csX225" fmla="*/ 431845 w 613757"/>
                <a:gd name="csY225" fmla="*/ 101979 h 609630"/>
                <a:gd name="csX226" fmla="*/ 431795 w 613757"/>
                <a:gd name="csY226" fmla="*/ 105966 h 609630"/>
                <a:gd name="csX227" fmla="*/ 431182 w 613757"/>
                <a:gd name="csY227" fmla="*/ 103616 h 609630"/>
                <a:gd name="csX228" fmla="*/ 212113 w 613757"/>
                <a:gd name="csY228" fmla="*/ 100638 h 609630"/>
                <a:gd name="csX229" fmla="*/ 229381 w 613757"/>
                <a:gd name="csY229" fmla="*/ 100638 h 609630"/>
                <a:gd name="csX230" fmla="*/ 220358 w 613757"/>
                <a:gd name="csY230" fmla="*/ 101105 h 609630"/>
                <a:gd name="csX231" fmla="*/ 212113 w 613757"/>
                <a:gd name="csY231" fmla="*/ 100633 h 609630"/>
                <a:gd name="csX232" fmla="*/ 386143 w 613757"/>
                <a:gd name="csY232" fmla="*/ 100638 h 609630"/>
                <a:gd name="csX233" fmla="*/ 403416 w 613757"/>
                <a:gd name="csY233" fmla="*/ 100638 h 609630"/>
                <a:gd name="csX234" fmla="*/ 394393 w 613757"/>
                <a:gd name="csY234" fmla="*/ 101105 h 609630"/>
                <a:gd name="csX235" fmla="*/ 386143 w 613757"/>
                <a:gd name="csY235" fmla="*/ 100633 h 609630"/>
                <a:gd name="csX236" fmla="*/ 15107 w 613757"/>
                <a:gd name="csY236" fmla="*/ 67906 h 609630"/>
                <a:gd name="csX237" fmla="*/ 17432 w 613757"/>
                <a:gd name="csY237" fmla="*/ 65581 h 609630"/>
                <a:gd name="csX238" fmla="*/ 17934 w 613757"/>
                <a:gd name="csY238" fmla="*/ 66083 h 609630"/>
                <a:gd name="csX239" fmla="*/ 15107 w 613757"/>
                <a:gd name="csY239" fmla="*/ 67906 h 609630"/>
                <a:gd name="csX240" fmla="*/ 596195 w 613757"/>
                <a:gd name="csY240" fmla="*/ 65420 h 609630"/>
                <a:gd name="csX241" fmla="*/ 593664 w 613757"/>
                <a:gd name="csY241" fmla="*/ 62433 h 609630"/>
                <a:gd name="csX242" fmla="*/ 596652 w 613757"/>
                <a:gd name="csY242" fmla="*/ 64964 h 609630"/>
                <a:gd name="csX243" fmla="*/ 599187 w 613757"/>
                <a:gd name="csY243" fmla="*/ 68408 h 609630"/>
                <a:gd name="csX244" fmla="*/ 596195 w 613757"/>
                <a:gd name="csY244" fmla="*/ 65420 h 609630"/>
                <a:gd name="csX245" fmla="*/ 496 w 613757"/>
                <a:gd name="csY245" fmla="*/ 54625 h 609630"/>
                <a:gd name="csX246" fmla="*/ 2820 w 613757"/>
                <a:gd name="csY246" fmla="*/ 52300 h 609630"/>
                <a:gd name="csX247" fmla="*/ 3322 w 613757"/>
                <a:gd name="csY247" fmla="*/ 52803 h 609630"/>
                <a:gd name="csX248" fmla="*/ 496 w 613757"/>
                <a:gd name="csY248" fmla="*/ 54625 h 609630"/>
                <a:gd name="csX249" fmla="*/ 610811 w 613757"/>
                <a:gd name="csY249" fmla="*/ 52135 h 609630"/>
                <a:gd name="csX250" fmla="*/ 608280 w 613757"/>
                <a:gd name="csY250" fmla="*/ 49147 h 609630"/>
                <a:gd name="csX251" fmla="*/ 611268 w 613757"/>
                <a:gd name="csY251" fmla="*/ 51678 h 609630"/>
                <a:gd name="csX252" fmla="*/ 613799 w 613757"/>
                <a:gd name="csY252" fmla="*/ 55127 h 609630"/>
                <a:gd name="csX253" fmla="*/ 610811 w 613757"/>
                <a:gd name="csY253" fmla="*/ 52135 h 609630"/>
                <a:gd name="csX254" fmla="*/ 83855 w 613757"/>
                <a:gd name="csY254" fmla="*/ 25021 h 609630"/>
                <a:gd name="csX255" fmla="*/ 87179 w 613757"/>
                <a:gd name="csY255" fmla="*/ 25021 h 609630"/>
                <a:gd name="csX256" fmla="*/ 85517 w 613757"/>
                <a:gd name="csY256" fmla="*/ 25689 h 609630"/>
                <a:gd name="csX257" fmla="*/ 83855 w 613757"/>
                <a:gd name="csY257" fmla="*/ 25021 h 609630"/>
                <a:gd name="csX258" fmla="*/ 242029 w 613757"/>
                <a:gd name="csY258" fmla="*/ 21004 h 609630"/>
                <a:gd name="csX259" fmla="*/ 244575 w 613757"/>
                <a:gd name="csY259" fmla="*/ 21110 h 609630"/>
                <a:gd name="csX260" fmla="*/ 242832 w 613757"/>
                <a:gd name="csY260" fmla="*/ 21807 h 609630"/>
                <a:gd name="csX261" fmla="*/ 242029 w 613757"/>
                <a:gd name="csY261" fmla="*/ 21004 h 609630"/>
                <a:gd name="csX262" fmla="*/ 265859 w 613757"/>
                <a:gd name="csY262" fmla="*/ 19704 h 609630"/>
                <a:gd name="csX263" fmla="*/ 269183 w 613757"/>
                <a:gd name="csY263" fmla="*/ 19704 h 609630"/>
                <a:gd name="csX264" fmla="*/ 267521 w 613757"/>
                <a:gd name="csY264" fmla="*/ 20376 h 609630"/>
                <a:gd name="csX265" fmla="*/ 265859 w 613757"/>
                <a:gd name="csY265" fmla="*/ 19704 h 609630"/>
                <a:gd name="csX266" fmla="*/ 344243 w 613757"/>
                <a:gd name="csY266" fmla="*/ 19704 h 609630"/>
                <a:gd name="csX267" fmla="*/ 347562 w 613757"/>
                <a:gd name="csY267" fmla="*/ 19704 h 609630"/>
                <a:gd name="csX268" fmla="*/ 345900 w 613757"/>
                <a:gd name="csY268" fmla="*/ 20376 h 609630"/>
                <a:gd name="csX269" fmla="*/ 344243 w 613757"/>
                <a:gd name="csY269" fmla="*/ 19704 h 609630"/>
                <a:gd name="csX270" fmla="*/ 442630 w 613757"/>
                <a:gd name="csY270" fmla="*/ 9049 h 609630"/>
                <a:gd name="csX271" fmla="*/ 445176 w 613757"/>
                <a:gd name="csY271" fmla="*/ 9154 h 609630"/>
                <a:gd name="csX272" fmla="*/ 443434 w 613757"/>
                <a:gd name="csY272" fmla="*/ 9852 h 609630"/>
                <a:gd name="csX273" fmla="*/ 442630 w 613757"/>
                <a:gd name="csY273" fmla="*/ 9049 h 609630"/>
                <a:gd name="csX274" fmla="*/ 433331 w 613757"/>
                <a:gd name="csY274" fmla="*/ 7718 h 609630"/>
                <a:gd name="csX275" fmla="*/ 435877 w 613757"/>
                <a:gd name="csY275" fmla="*/ 7824 h 609630"/>
                <a:gd name="csX276" fmla="*/ 434135 w 613757"/>
                <a:gd name="csY276" fmla="*/ 8522 h 609630"/>
                <a:gd name="csX277" fmla="*/ 433331 w 613757"/>
                <a:gd name="csY277" fmla="*/ 7718 h 609630"/>
                <a:gd name="csX278" fmla="*/ 190222 w 613757"/>
                <a:gd name="csY278" fmla="*/ 6393 h 609630"/>
                <a:gd name="csX279" fmla="*/ 192767 w 613757"/>
                <a:gd name="csY279" fmla="*/ 6498 h 609630"/>
                <a:gd name="csX280" fmla="*/ 191020 w 613757"/>
                <a:gd name="csY280" fmla="*/ 7196 h 609630"/>
                <a:gd name="csX281" fmla="*/ 190222 w 613757"/>
                <a:gd name="csY281" fmla="*/ 6393 h 609630"/>
                <a:gd name="csX282" fmla="*/ 422707 w 613757"/>
                <a:gd name="csY282" fmla="*/ 6393 h 609630"/>
                <a:gd name="csX283" fmla="*/ 425253 w 613757"/>
                <a:gd name="csY283" fmla="*/ 6498 h 609630"/>
                <a:gd name="csX284" fmla="*/ 423505 w 613757"/>
                <a:gd name="csY284" fmla="*/ 7196 h 609630"/>
                <a:gd name="csX285" fmla="*/ 422707 w 613757"/>
                <a:gd name="csY285" fmla="*/ 6393 h 609630"/>
                <a:gd name="csX286" fmla="*/ 202177 w 613757"/>
                <a:gd name="csY286" fmla="*/ 5062 h 609630"/>
                <a:gd name="csX287" fmla="*/ 204722 w 613757"/>
                <a:gd name="csY287" fmla="*/ 5168 h 609630"/>
                <a:gd name="csX288" fmla="*/ 202980 w 613757"/>
                <a:gd name="csY288" fmla="*/ 5866 h 609630"/>
                <a:gd name="csX289" fmla="*/ 202177 w 613757"/>
                <a:gd name="csY289" fmla="*/ 5062 h 609630"/>
                <a:gd name="csX290" fmla="*/ 410747 w 613757"/>
                <a:gd name="csY290" fmla="*/ 5062 h 609630"/>
                <a:gd name="csX291" fmla="*/ 413292 w 613757"/>
                <a:gd name="csY291" fmla="*/ 5168 h 609630"/>
                <a:gd name="csX292" fmla="*/ 411550 w 613757"/>
                <a:gd name="csY292" fmla="*/ 5866 h 609630"/>
                <a:gd name="csX293" fmla="*/ 410747 w 613757"/>
                <a:gd name="csY293" fmla="*/ 5062 h 609630"/>
                <a:gd name="csX294" fmla="*/ 214132 w 613757"/>
                <a:gd name="csY294" fmla="*/ 3737 h 609630"/>
                <a:gd name="csX295" fmla="*/ 216677 w 613757"/>
                <a:gd name="csY295" fmla="*/ 3842 h 609630"/>
                <a:gd name="csX296" fmla="*/ 214935 w 613757"/>
                <a:gd name="csY296" fmla="*/ 4540 h 609630"/>
                <a:gd name="csX297" fmla="*/ 214132 w 613757"/>
                <a:gd name="csY297" fmla="*/ 3737 h 609630"/>
                <a:gd name="csX298" fmla="*/ 398792 w 613757"/>
                <a:gd name="csY298" fmla="*/ 3737 h 609630"/>
                <a:gd name="csX299" fmla="*/ 401337 w 613757"/>
                <a:gd name="csY299" fmla="*/ 3842 h 609630"/>
                <a:gd name="csX300" fmla="*/ 399595 w 613757"/>
                <a:gd name="csY300" fmla="*/ 4540 h 609630"/>
                <a:gd name="csX301" fmla="*/ 398792 w 613757"/>
                <a:gd name="csY301" fmla="*/ 3737 h 609630"/>
                <a:gd name="csX302" fmla="*/ 229988 w 613757"/>
                <a:gd name="csY302" fmla="*/ 2436 h 609630"/>
                <a:gd name="csX303" fmla="*/ 233312 w 613757"/>
                <a:gd name="csY303" fmla="*/ 2436 h 609630"/>
                <a:gd name="csX304" fmla="*/ 231650 w 613757"/>
                <a:gd name="csY304" fmla="*/ 3104 h 609630"/>
                <a:gd name="csX305" fmla="*/ 229988 w 613757"/>
                <a:gd name="csY305" fmla="*/ 2436 h 609630"/>
                <a:gd name="csX306" fmla="*/ 382769 w 613757"/>
                <a:gd name="csY306" fmla="*/ 2436 h 609630"/>
                <a:gd name="csX307" fmla="*/ 386088 w 613757"/>
                <a:gd name="csY307" fmla="*/ 2436 h 609630"/>
                <a:gd name="csX308" fmla="*/ 384426 w 613757"/>
                <a:gd name="csY308" fmla="*/ 3104 h 609630"/>
                <a:gd name="csX309" fmla="*/ 382769 w 613757"/>
                <a:gd name="csY309" fmla="*/ 2436 h 609630"/>
                <a:gd name="csX310" fmla="*/ 247949 w 613757"/>
                <a:gd name="csY310" fmla="*/ 1065 h 609630"/>
                <a:gd name="csX311" fmla="*/ 251935 w 613757"/>
                <a:gd name="csY311" fmla="*/ 1116 h 609630"/>
                <a:gd name="csX312" fmla="*/ 249586 w 613757"/>
                <a:gd name="csY312" fmla="*/ 1728 h 609630"/>
                <a:gd name="csX313" fmla="*/ 247949 w 613757"/>
                <a:gd name="csY313" fmla="*/ 1065 h 609630"/>
                <a:gd name="csX314" fmla="*/ 363529 w 613757"/>
                <a:gd name="csY314" fmla="*/ 1065 h 609630"/>
                <a:gd name="csX315" fmla="*/ 367515 w 613757"/>
                <a:gd name="csY315" fmla="*/ 1116 h 609630"/>
                <a:gd name="csX316" fmla="*/ 365165 w 613757"/>
                <a:gd name="csY316" fmla="*/ 1728 h 609630"/>
                <a:gd name="csX317" fmla="*/ 363529 w 613757"/>
                <a:gd name="csY317" fmla="*/ 1065 h 609630"/>
                <a:gd name="csX318" fmla="*/ 275826 w 613757"/>
                <a:gd name="csY318" fmla="*/ -295 h 609630"/>
                <a:gd name="csX319" fmla="*/ 283131 w 613757"/>
                <a:gd name="csY319" fmla="*/ -295 h 609630"/>
                <a:gd name="csX320" fmla="*/ 279476 w 613757"/>
                <a:gd name="csY320" fmla="*/ 257 h 609630"/>
                <a:gd name="csX321" fmla="*/ 275826 w 613757"/>
                <a:gd name="csY321" fmla="*/ -295 h 609630"/>
                <a:gd name="csX322" fmla="*/ 330982 w 613757"/>
                <a:gd name="csY322" fmla="*/ -305 h 609630"/>
                <a:gd name="csX323" fmla="*/ 338950 w 613757"/>
                <a:gd name="csY323" fmla="*/ -290 h 609630"/>
                <a:gd name="csX324" fmla="*/ 334607 w 613757"/>
                <a:gd name="csY324" fmla="*/ 247 h 609630"/>
                <a:gd name="csX325" fmla="*/ 330982 w 613757"/>
                <a:gd name="csY325" fmla="*/ -305 h 6096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</a:cxnLst>
              <a:rect l="l" t="t" r="r" b="b"/>
              <a:pathLst>
                <a:path w="613757" h="609630">
                  <a:moveTo>
                    <a:pt x="48859" y="606114"/>
                  </a:moveTo>
                  <a:lnTo>
                    <a:pt x="46328" y="603126"/>
                  </a:lnTo>
                  <a:lnTo>
                    <a:pt x="49315" y="605657"/>
                  </a:lnTo>
                  <a:cubicBezTo>
                    <a:pt x="50962" y="607048"/>
                    <a:pt x="52303" y="608393"/>
                    <a:pt x="52303" y="608650"/>
                  </a:cubicBezTo>
                  <a:cubicBezTo>
                    <a:pt x="52303" y="609709"/>
                    <a:pt x="51238" y="608926"/>
                    <a:pt x="48859" y="606114"/>
                  </a:cubicBezTo>
                  <a:close/>
                  <a:moveTo>
                    <a:pt x="564436" y="606450"/>
                  </a:moveTo>
                  <a:cubicBezTo>
                    <a:pt x="565762" y="604989"/>
                    <a:pt x="567143" y="603789"/>
                    <a:pt x="567509" y="603789"/>
                  </a:cubicBezTo>
                  <a:cubicBezTo>
                    <a:pt x="567871" y="603789"/>
                    <a:pt x="567088" y="604989"/>
                    <a:pt x="565767" y="606450"/>
                  </a:cubicBezTo>
                  <a:cubicBezTo>
                    <a:pt x="564447" y="607911"/>
                    <a:pt x="563061" y="609106"/>
                    <a:pt x="562699" y="609106"/>
                  </a:cubicBezTo>
                  <a:cubicBezTo>
                    <a:pt x="562333" y="609106"/>
                    <a:pt x="563116" y="607911"/>
                    <a:pt x="564436" y="606450"/>
                  </a:cubicBezTo>
                  <a:close/>
                  <a:moveTo>
                    <a:pt x="40955" y="534709"/>
                  </a:moveTo>
                  <a:cubicBezTo>
                    <a:pt x="40955" y="504387"/>
                    <a:pt x="41131" y="491980"/>
                    <a:pt x="41342" y="507144"/>
                  </a:cubicBezTo>
                  <a:cubicBezTo>
                    <a:pt x="41558" y="522307"/>
                    <a:pt x="41558" y="547116"/>
                    <a:pt x="41342" y="562275"/>
                  </a:cubicBezTo>
                  <a:cubicBezTo>
                    <a:pt x="41131" y="577439"/>
                    <a:pt x="40955" y="565031"/>
                    <a:pt x="40955" y="534709"/>
                  </a:cubicBezTo>
                  <a:close/>
                  <a:moveTo>
                    <a:pt x="573680" y="534709"/>
                  </a:moveTo>
                  <a:cubicBezTo>
                    <a:pt x="573680" y="504387"/>
                    <a:pt x="573856" y="491980"/>
                    <a:pt x="574067" y="507144"/>
                  </a:cubicBezTo>
                  <a:cubicBezTo>
                    <a:pt x="574283" y="522307"/>
                    <a:pt x="574283" y="547116"/>
                    <a:pt x="574067" y="562275"/>
                  </a:cubicBezTo>
                  <a:cubicBezTo>
                    <a:pt x="573856" y="577439"/>
                    <a:pt x="573680" y="565031"/>
                    <a:pt x="573680" y="534709"/>
                  </a:cubicBezTo>
                  <a:close/>
                  <a:moveTo>
                    <a:pt x="291185" y="545761"/>
                  </a:moveTo>
                  <a:cubicBezTo>
                    <a:pt x="292144" y="545374"/>
                    <a:pt x="293289" y="545424"/>
                    <a:pt x="293731" y="545861"/>
                  </a:cubicBezTo>
                  <a:cubicBezTo>
                    <a:pt x="294173" y="546303"/>
                    <a:pt x="293389" y="546619"/>
                    <a:pt x="291988" y="546559"/>
                  </a:cubicBezTo>
                  <a:cubicBezTo>
                    <a:pt x="290437" y="546499"/>
                    <a:pt x="290126" y="546182"/>
                    <a:pt x="291185" y="545761"/>
                  </a:cubicBezTo>
                  <a:close/>
                  <a:moveTo>
                    <a:pt x="321738" y="545761"/>
                  </a:moveTo>
                  <a:cubicBezTo>
                    <a:pt x="322697" y="545374"/>
                    <a:pt x="323842" y="545424"/>
                    <a:pt x="324284" y="545861"/>
                  </a:cubicBezTo>
                  <a:cubicBezTo>
                    <a:pt x="324726" y="546303"/>
                    <a:pt x="323942" y="546619"/>
                    <a:pt x="322542" y="546559"/>
                  </a:cubicBezTo>
                  <a:cubicBezTo>
                    <a:pt x="320995" y="546499"/>
                    <a:pt x="320679" y="546182"/>
                    <a:pt x="321738" y="545761"/>
                  </a:cubicBezTo>
                  <a:close/>
                  <a:moveTo>
                    <a:pt x="305048" y="524496"/>
                  </a:moveTo>
                  <a:cubicBezTo>
                    <a:pt x="306329" y="524160"/>
                    <a:pt x="308422" y="524160"/>
                    <a:pt x="309698" y="524496"/>
                  </a:cubicBezTo>
                  <a:cubicBezTo>
                    <a:pt x="310978" y="524828"/>
                    <a:pt x="309934" y="525104"/>
                    <a:pt x="307373" y="525104"/>
                  </a:cubicBezTo>
                  <a:cubicBezTo>
                    <a:pt x="304817" y="525104"/>
                    <a:pt x="303773" y="524828"/>
                    <a:pt x="305048" y="524496"/>
                  </a:cubicBezTo>
                  <a:close/>
                  <a:moveTo>
                    <a:pt x="218199" y="513787"/>
                  </a:moveTo>
                  <a:cubicBezTo>
                    <a:pt x="216547" y="511678"/>
                    <a:pt x="216592" y="511632"/>
                    <a:pt x="218701" y="513284"/>
                  </a:cubicBezTo>
                  <a:cubicBezTo>
                    <a:pt x="219976" y="514288"/>
                    <a:pt x="221026" y="515333"/>
                    <a:pt x="221026" y="515609"/>
                  </a:cubicBezTo>
                  <a:cubicBezTo>
                    <a:pt x="221026" y="516704"/>
                    <a:pt x="219931" y="516001"/>
                    <a:pt x="218199" y="513787"/>
                  </a:cubicBezTo>
                  <a:close/>
                  <a:moveTo>
                    <a:pt x="393725" y="515609"/>
                  </a:moveTo>
                  <a:cubicBezTo>
                    <a:pt x="393725" y="515333"/>
                    <a:pt x="394775" y="514288"/>
                    <a:pt x="396050" y="513284"/>
                  </a:cubicBezTo>
                  <a:cubicBezTo>
                    <a:pt x="398159" y="511632"/>
                    <a:pt x="398204" y="511678"/>
                    <a:pt x="396552" y="513787"/>
                  </a:cubicBezTo>
                  <a:cubicBezTo>
                    <a:pt x="394820" y="516001"/>
                    <a:pt x="393725" y="516704"/>
                    <a:pt x="393725" y="515609"/>
                  </a:cubicBezTo>
                  <a:close/>
                  <a:moveTo>
                    <a:pt x="203582" y="499170"/>
                  </a:moveTo>
                  <a:cubicBezTo>
                    <a:pt x="201931" y="497066"/>
                    <a:pt x="201976" y="497016"/>
                    <a:pt x="204085" y="498673"/>
                  </a:cubicBezTo>
                  <a:cubicBezTo>
                    <a:pt x="205365" y="499672"/>
                    <a:pt x="206409" y="500722"/>
                    <a:pt x="206409" y="500998"/>
                  </a:cubicBezTo>
                  <a:cubicBezTo>
                    <a:pt x="206409" y="502087"/>
                    <a:pt x="205320" y="501384"/>
                    <a:pt x="203582" y="499170"/>
                  </a:cubicBezTo>
                  <a:close/>
                  <a:moveTo>
                    <a:pt x="408342" y="500998"/>
                  </a:moveTo>
                  <a:cubicBezTo>
                    <a:pt x="408342" y="500722"/>
                    <a:pt x="409386" y="499672"/>
                    <a:pt x="410666" y="498673"/>
                  </a:cubicBezTo>
                  <a:cubicBezTo>
                    <a:pt x="412770" y="497016"/>
                    <a:pt x="412820" y="497066"/>
                    <a:pt x="411168" y="499170"/>
                  </a:cubicBezTo>
                  <a:cubicBezTo>
                    <a:pt x="409431" y="501384"/>
                    <a:pt x="408342" y="502087"/>
                    <a:pt x="408342" y="500998"/>
                  </a:cubicBezTo>
                  <a:close/>
                  <a:moveTo>
                    <a:pt x="305716" y="486005"/>
                  </a:moveTo>
                  <a:cubicBezTo>
                    <a:pt x="306630" y="485633"/>
                    <a:pt x="308121" y="485633"/>
                    <a:pt x="309035" y="486005"/>
                  </a:cubicBezTo>
                  <a:cubicBezTo>
                    <a:pt x="309949" y="486371"/>
                    <a:pt x="309201" y="486673"/>
                    <a:pt x="307373" y="486673"/>
                  </a:cubicBezTo>
                  <a:cubicBezTo>
                    <a:pt x="305550" y="486673"/>
                    <a:pt x="304802" y="486371"/>
                    <a:pt x="305716" y="486005"/>
                  </a:cubicBezTo>
                  <a:close/>
                  <a:moveTo>
                    <a:pt x="231319" y="481963"/>
                  </a:moveTo>
                  <a:cubicBezTo>
                    <a:pt x="232961" y="481647"/>
                    <a:pt x="235652" y="481647"/>
                    <a:pt x="237299" y="481963"/>
                  </a:cubicBezTo>
                  <a:cubicBezTo>
                    <a:pt x="238941" y="482279"/>
                    <a:pt x="237595" y="482535"/>
                    <a:pt x="234306" y="482535"/>
                  </a:cubicBezTo>
                  <a:cubicBezTo>
                    <a:pt x="231023" y="482535"/>
                    <a:pt x="229677" y="482279"/>
                    <a:pt x="231319" y="481963"/>
                  </a:cubicBezTo>
                  <a:close/>
                  <a:moveTo>
                    <a:pt x="377452" y="481963"/>
                  </a:moveTo>
                  <a:cubicBezTo>
                    <a:pt x="379099" y="481647"/>
                    <a:pt x="381785" y="481647"/>
                    <a:pt x="383432" y="481963"/>
                  </a:cubicBezTo>
                  <a:cubicBezTo>
                    <a:pt x="385074" y="482279"/>
                    <a:pt x="383728" y="482535"/>
                    <a:pt x="380445" y="482535"/>
                  </a:cubicBezTo>
                  <a:cubicBezTo>
                    <a:pt x="377156" y="482535"/>
                    <a:pt x="375810" y="482279"/>
                    <a:pt x="377452" y="481963"/>
                  </a:cubicBezTo>
                  <a:close/>
                  <a:moveTo>
                    <a:pt x="212882" y="473929"/>
                  </a:moveTo>
                  <a:cubicBezTo>
                    <a:pt x="211230" y="471825"/>
                    <a:pt x="211280" y="471775"/>
                    <a:pt x="213384" y="473432"/>
                  </a:cubicBezTo>
                  <a:cubicBezTo>
                    <a:pt x="214664" y="474431"/>
                    <a:pt x="215708" y="475481"/>
                    <a:pt x="215708" y="475757"/>
                  </a:cubicBezTo>
                  <a:cubicBezTo>
                    <a:pt x="215708" y="476847"/>
                    <a:pt x="214619" y="476144"/>
                    <a:pt x="212882" y="473929"/>
                  </a:cubicBezTo>
                  <a:close/>
                  <a:moveTo>
                    <a:pt x="399043" y="475757"/>
                  </a:moveTo>
                  <a:cubicBezTo>
                    <a:pt x="399043" y="475481"/>
                    <a:pt x="400087" y="474431"/>
                    <a:pt x="401367" y="473432"/>
                  </a:cubicBezTo>
                  <a:cubicBezTo>
                    <a:pt x="403471" y="471775"/>
                    <a:pt x="403521" y="471825"/>
                    <a:pt x="401869" y="473929"/>
                  </a:cubicBezTo>
                  <a:cubicBezTo>
                    <a:pt x="400132" y="476144"/>
                    <a:pt x="399043" y="476847"/>
                    <a:pt x="399043" y="475757"/>
                  </a:cubicBezTo>
                  <a:close/>
                  <a:moveTo>
                    <a:pt x="305716" y="466076"/>
                  </a:moveTo>
                  <a:cubicBezTo>
                    <a:pt x="306630" y="465710"/>
                    <a:pt x="308121" y="465710"/>
                    <a:pt x="309035" y="466076"/>
                  </a:cubicBezTo>
                  <a:cubicBezTo>
                    <a:pt x="309949" y="466448"/>
                    <a:pt x="309201" y="466749"/>
                    <a:pt x="307373" y="466749"/>
                  </a:cubicBezTo>
                  <a:cubicBezTo>
                    <a:pt x="305550" y="466749"/>
                    <a:pt x="304802" y="466443"/>
                    <a:pt x="305716" y="466076"/>
                  </a:cubicBezTo>
                  <a:close/>
                  <a:moveTo>
                    <a:pt x="305716" y="444822"/>
                  </a:moveTo>
                  <a:cubicBezTo>
                    <a:pt x="306630" y="444451"/>
                    <a:pt x="308121" y="444451"/>
                    <a:pt x="309035" y="444822"/>
                  </a:cubicBezTo>
                  <a:cubicBezTo>
                    <a:pt x="309949" y="445189"/>
                    <a:pt x="309201" y="445490"/>
                    <a:pt x="307373" y="445490"/>
                  </a:cubicBezTo>
                  <a:cubicBezTo>
                    <a:pt x="305550" y="445490"/>
                    <a:pt x="304802" y="445189"/>
                    <a:pt x="305716" y="444822"/>
                  </a:cubicBezTo>
                  <a:close/>
                  <a:moveTo>
                    <a:pt x="232730" y="443466"/>
                  </a:moveTo>
                  <a:cubicBezTo>
                    <a:pt x="233689" y="443080"/>
                    <a:pt x="234834" y="443130"/>
                    <a:pt x="235276" y="443572"/>
                  </a:cubicBezTo>
                  <a:cubicBezTo>
                    <a:pt x="235717" y="444009"/>
                    <a:pt x="234934" y="444325"/>
                    <a:pt x="233533" y="444270"/>
                  </a:cubicBezTo>
                  <a:cubicBezTo>
                    <a:pt x="231987" y="444204"/>
                    <a:pt x="231670" y="443888"/>
                    <a:pt x="232730" y="443466"/>
                  </a:cubicBezTo>
                  <a:close/>
                  <a:moveTo>
                    <a:pt x="380193" y="443466"/>
                  </a:moveTo>
                  <a:cubicBezTo>
                    <a:pt x="381153" y="443080"/>
                    <a:pt x="382297" y="443130"/>
                    <a:pt x="382739" y="443572"/>
                  </a:cubicBezTo>
                  <a:cubicBezTo>
                    <a:pt x="383181" y="444009"/>
                    <a:pt x="382398" y="444325"/>
                    <a:pt x="380997" y="444270"/>
                  </a:cubicBezTo>
                  <a:cubicBezTo>
                    <a:pt x="379450" y="444204"/>
                    <a:pt x="379134" y="443888"/>
                    <a:pt x="380193" y="443466"/>
                  </a:cubicBezTo>
                  <a:close/>
                  <a:moveTo>
                    <a:pt x="282674" y="434740"/>
                  </a:moveTo>
                  <a:lnTo>
                    <a:pt x="280139" y="431752"/>
                  </a:lnTo>
                  <a:lnTo>
                    <a:pt x="283131" y="434283"/>
                  </a:lnTo>
                  <a:cubicBezTo>
                    <a:pt x="285938" y="436663"/>
                    <a:pt x="286726" y="437732"/>
                    <a:pt x="285662" y="437732"/>
                  </a:cubicBezTo>
                  <a:cubicBezTo>
                    <a:pt x="285411" y="437732"/>
                    <a:pt x="284065" y="436387"/>
                    <a:pt x="282674" y="434740"/>
                  </a:cubicBezTo>
                  <a:close/>
                  <a:moveTo>
                    <a:pt x="330626" y="435071"/>
                  </a:moveTo>
                  <a:cubicBezTo>
                    <a:pt x="331946" y="433610"/>
                    <a:pt x="333327" y="432415"/>
                    <a:pt x="333693" y="432415"/>
                  </a:cubicBezTo>
                  <a:cubicBezTo>
                    <a:pt x="334060" y="432415"/>
                    <a:pt x="333277" y="433610"/>
                    <a:pt x="331951" y="435071"/>
                  </a:cubicBezTo>
                  <a:cubicBezTo>
                    <a:pt x="330631" y="436532"/>
                    <a:pt x="329250" y="437727"/>
                    <a:pt x="328883" y="437727"/>
                  </a:cubicBezTo>
                  <a:cubicBezTo>
                    <a:pt x="328517" y="437727"/>
                    <a:pt x="329300" y="436532"/>
                    <a:pt x="330626" y="435071"/>
                  </a:cubicBezTo>
                  <a:close/>
                  <a:moveTo>
                    <a:pt x="254135" y="432746"/>
                  </a:moveTo>
                  <a:lnTo>
                    <a:pt x="250916" y="429096"/>
                  </a:lnTo>
                  <a:lnTo>
                    <a:pt x="254566" y="432315"/>
                  </a:lnTo>
                  <a:cubicBezTo>
                    <a:pt x="257981" y="435327"/>
                    <a:pt x="258829" y="436402"/>
                    <a:pt x="257790" y="436402"/>
                  </a:cubicBezTo>
                  <a:cubicBezTo>
                    <a:pt x="257549" y="436402"/>
                    <a:pt x="255907" y="434755"/>
                    <a:pt x="254135" y="432746"/>
                  </a:cubicBezTo>
                  <a:close/>
                  <a:moveTo>
                    <a:pt x="359185" y="433078"/>
                  </a:moveTo>
                  <a:cubicBezTo>
                    <a:pt x="360903" y="431255"/>
                    <a:pt x="362605" y="429759"/>
                    <a:pt x="362971" y="429759"/>
                  </a:cubicBezTo>
                  <a:cubicBezTo>
                    <a:pt x="363338" y="429759"/>
                    <a:pt x="362233" y="431255"/>
                    <a:pt x="360516" y="433078"/>
                  </a:cubicBezTo>
                  <a:cubicBezTo>
                    <a:pt x="358799" y="434905"/>
                    <a:pt x="357097" y="436402"/>
                    <a:pt x="356730" y="436402"/>
                  </a:cubicBezTo>
                  <a:cubicBezTo>
                    <a:pt x="356364" y="436402"/>
                    <a:pt x="357468" y="434905"/>
                    <a:pt x="359185" y="433078"/>
                  </a:cubicBezTo>
                  <a:close/>
                  <a:moveTo>
                    <a:pt x="171975" y="427655"/>
                  </a:moveTo>
                  <a:cubicBezTo>
                    <a:pt x="172040" y="426108"/>
                    <a:pt x="172351" y="425792"/>
                    <a:pt x="172778" y="426852"/>
                  </a:cubicBezTo>
                  <a:cubicBezTo>
                    <a:pt x="173160" y="427811"/>
                    <a:pt x="173115" y="428956"/>
                    <a:pt x="172673" y="429397"/>
                  </a:cubicBezTo>
                  <a:cubicBezTo>
                    <a:pt x="172231" y="429839"/>
                    <a:pt x="171915" y="429056"/>
                    <a:pt x="171975" y="427655"/>
                  </a:cubicBezTo>
                  <a:close/>
                  <a:moveTo>
                    <a:pt x="441656" y="427655"/>
                  </a:moveTo>
                  <a:cubicBezTo>
                    <a:pt x="441722" y="426108"/>
                    <a:pt x="442038" y="425792"/>
                    <a:pt x="442460" y="426852"/>
                  </a:cubicBezTo>
                  <a:cubicBezTo>
                    <a:pt x="442846" y="427811"/>
                    <a:pt x="442796" y="428956"/>
                    <a:pt x="442354" y="429397"/>
                  </a:cubicBezTo>
                  <a:cubicBezTo>
                    <a:pt x="441912" y="429839"/>
                    <a:pt x="441601" y="429056"/>
                    <a:pt x="441656" y="427655"/>
                  </a:cubicBezTo>
                  <a:close/>
                  <a:moveTo>
                    <a:pt x="305048" y="424858"/>
                  </a:moveTo>
                  <a:cubicBezTo>
                    <a:pt x="306329" y="424522"/>
                    <a:pt x="308422" y="424522"/>
                    <a:pt x="309698" y="424858"/>
                  </a:cubicBezTo>
                  <a:cubicBezTo>
                    <a:pt x="310978" y="425190"/>
                    <a:pt x="309934" y="425466"/>
                    <a:pt x="307373" y="425466"/>
                  </a:cubicBezTo>
                  <a:cubicBezTo>
                    <a:pt x="304817" y="425466"/>
                    <a:pt x="303773" y="425190"/>
                    <a:pt x="305048" y="424858"/>
                  </a:cubicBezTo>
                  <a:close/>
                  <a:moveTo>
                    <a:pt x="296578" y="420791"/>
                  </a:moveTo>
                  <a:cubicBezTo>
                    <a:pt x="294926" y="418683"/>
                    <a:pt x="294971" y="418637"/>
                    <a:pt x="297080" y="420289"/>
                  </a:cubicBezTo>
                  <a:cubicBezTo>
                    <a:pt x="298360" y="421293"/>
                    <a:pt x="299405" y="422338"/>
                    <a:pt x="299405" y="422614"/>
                  </a:cubicBezTo>
                  <a:cubicBezTo>
                    <a:pt x="299405" y="423709"/>
                    <a:pt x="298315" y="423006"/>
                    <a:pt x="296578" y="420791"/>
                  </a:cubicBezTo>
                  <a:close/>
                  <a:moveTo>
                    <a:pt x="315346" y="422614"/>
                  </a:moveTo>
                  <a:cubicBezTo>
                    <a:pt x="315346" y="422338"/>
                    <a:pt x="316391" y="421293"/>
                    <a:pt x="317671" y="420289"/>
                  </a:cubicBezTo>
                  <a:cubicBezTo>
                    <a:pt x="319780" y="418637"/>
                    <a:pt x="319825" y="418683"/>
                    <a:pt x="318173" y="420791"/>
                  </a:cubicBezTo>
                  <a:cubicBezTo>
                    <a:pt x="316436" y="423006"/>
                    <a:pt x="315346" y="423709"/>
                    <a:pt x="315346" y="422614"/>
                  </a:cubicBezTo>
                  <a:close/>
                  <a:moveTo>
                    <a:pt x="273195" y="411161"/>
                  </a:moveTo>
                  <a:cubicBezTo>
                    <a:pt x="273195" y="407872"/>
                    <a:pt x="273456" y="406527"/>
                    <a:pt x="273772" y="408168"/>
                  </a:cubicBezTo>
                  <a:cubicBezTo>
                    <a:pt x="274088" y="409815"/>
                    <a:pt x="274088" y="412507"/>
                    <a:pt x="273772" y="414149"/>
                  </a:cubicBezTo>
                  <a:cubicBezTo>
                    <a:pt x="273456" y="415790"/>
                    <a:pt x="273195" y="414450"/>
                    <a:pt x="273195" y="411161"/>
                  </a:cubicBezTo>
                  <a:close/>
                  <a:moveTo>
                    <a:pt x="340949" y="411161"/>
                  </a:moveTo>
                  <a:cubicBezTo>
                    <a:pt x="340949" y="407872"/>
                    <a:pt x="341210" y="406527"/>
                    <a:pt x="341526" y="408168"/>
                  </a:cubicBezTo>
                  <a:cubicBezTo>
                    <a:pt x="341843" y="409815"/>
                    <a:pt x="341843" y="412507"/>
                    <a:pt x="341526" y="414149"/>
                  </a:cubicBezTo>
                  <a:cubicBezTo>
                    <a:pt x="341210" y="415790"/>
                    <a:pt x="340949" y="414450"/>
                    <a:pt x="340949" y="411161"/>
                  </a:cubicBezTo>
                  <a:close/>
                  <a:moveTo>
                    <a:pt x="167712" y="394220"/>
                  </a:moveTo>
                  <a:cubicBezTo>
                    <a:pt x="166060" y="392116"/>
                    <a:pt x="166110" y="392066"/>
                    <a:pt x="168214" y="393718"/>
                  </a:cubicBezTo>
                  <a:cubicBezTo>
                    <a:pt x="170428" y="395455"/>
                    <a:pt x="171131" y="396544"/>
                    <a:pt x="170037" y="396544"/>
                  </a:cubicBezTo>
                  <a:cubicBezTo>
                    <a:pt x="169766" y="396544"/>
                    <a:pt x="168716" y="395500"/>
                    <a:pt x="167712" y="394220"/>
                  </a:cubicBezTo>
                  <a:close/>
                  <a:moveTo>
                    <a:pt x="160994" y="391654"/>
                  </a:moveTo>
                  <a:cubicBezTo>
                    <a:pt x="161953" y="391267"/>
                    <a:pt x="163098" y="391318"/>
                    <a:pt x="163540" y="391760"/>
                  </a:cubicBezTo>
                  <a:cubicBezTo>
                    <a:pt x="163981" y="392201"/>
                    <a:pt x="163193" y="392513"/>
                    <a:pt x="161797" y="392457"/>
                  </a:cubicBezTo>
                  <a:cubicBezTo>
                    <a:pt x="160246" y="392392"/>
                    <a:pt x="159934" y="392076"/>
                    <a:pt x="160994" y="391654"/>
                  </a:cubicBezTo>
                  <a:close/>
                  <a:moveTo>
                    <a:pt x="254064" y="347725"/>
                  </a:moveTo>
                  <a:cubicBezTo>
                    <a:pt x="252412" y="345616"/>
                    <a:pt x="252463" y="345571"/>
                    <a:pt x="254566" y="347223"/>
                  </a:cubicBezTo>
                  <a:cubicBezTo>
                    <a:pt x="255847" y="348227"/>
                    <a:pt x="256891" y="349271"/>
                    <a:pt x="256891" y="349547"/>
                  </a:cubicBezTo>
                  <a:cubicBezTo>
                    <a:pt x="256891" y="350642"/>
                    <a:pt x="255802" y="349939"/>
                    <a:pt x="254064" y="347725"/>
                  </a:cubicBezTo>
                  <a:close/>
                  <a:moveTo>
                    <a:pt x="286018" y="346394"/>
                  </a:moveTo>
                  <a:lnTo>
                    <a:pt x="282800" y="342744"/>
                  </a:lnTo>
                  <a:lnTo>
                    <a:pt x="286450" y="345962"/>
                  </a:lnTo>
                  <a:cubicBezTo>
                    <a:pt x="289865" y="348975"/>
                    <a:pt x="290713" y="350050"/>
                    <a:pt x="289674" y="350050"/>
                  </a:cubicBezTo>
                  <a:cubicBezTo>
                    <a:pt x="289433" y="350050"/>
                    <a:pt x="287791" y="348408"/>
                    <a:pt x="286018" y="346394"/>
                  </a:cubicBezTo>
                  <a:close/>
                  <a:moveTo>
                    <a:pt x="327302" y="346731"/>
                  </a:moveTo>
                  <a:cubicBezTo>
                    <a:pt x="329019" y="344903"/>
                    <a:pt x="330721" y="343407"/>
                    <a:pt x="331087" y="343407"/>
                  </a:cubicBezTo>
                  <a:cubicBezTo>
                    <a:pt x="331454" y="343407"/>
                    <a:pt x="330349" y="344903"/>
                    <a:pt x="328632" y="346731"/>
                  </a:cubicBezTo>
                  <a:cubicBezTo>
                    <a:pt x="326915" y="348553"/>
                    <a:pt x="325213" y="350050"/>
                    <a:pt x="324846" y="350050"/>
                  </a:cubicBezTo>
                  <a:cubicBezTo>
                    <a:pt x="324480" y="350050"/>
                    <a:pt x="325584" y="348553"/>
                    <a:pt x="327302" y="346731"/>
                  </a:cubicBezTo>
                  <a:close/>
                  <a:moveTo>
                    <a:pt x="300564" y="333113"/>
                  </a:moveTo>
                  <a:cubicBezTo>
                    <a:pt x="298912" y="331005"/>
                    <a:pt x="298958" y="330960"/>
                    <a:pt x="301067" y="332611"/>
                  </a:cubicBezTo>
                  <a:cubicBezTo>
                    <a:pt x="303276" y="334344"/>
                    <a:pt x="303984" y="335438"/>
                    <a:pt x="302889" y="335438"/>
                  </a:cubicBezTo>
                  <a:cubicBezTo>
                    <a:pt x="302613" y="335438"/>
                    <a:pt x="301569" y="334389"/>
                    <a:pt x="300564" y="333113"/>
                  </a:cubicBezTo>
                  <a:close/>
                  <a:moveTo>
                    <a:pt x="313353" y="332777"/>
                  </a:moveTo>
                  <a:cubicBezTo>
                    <a:pt x="314674" y="331316"/>
                    <a:pt x="316059" y="330121"/>
                    <a:pt x="316421" y="330121"/>
                  </a:cubicBezTo>
                  <a:cubicBezTo>
                    <a:pt x="316788" y="330121"/>
                    <a:pt x="316004" y="331316"/>
                    <a:pt x="314684" y="332777"/>
                  </a:cubicBezTo>
                  <a:cubicBezTo>
                    <a:pt x="313358" y="334238"/>
                    <a:pt x="311977" y="335438"/>
                    <a:pt x="311611" y="335438"/>
                  </a:cubicBezTo>
                  <a:cubicBezTo>
                    <a:pt x="311249" y="335438"/>
                    <a:pt x="312033" y="334238"/>
                    <a:pt x="313353" y="332777"/>
                  </a:cubicBezTo>
                  <a:close/>
                  <a:moveTo>
                    <a:pt x="508185" y="320822"/>
                  </a:moveTo>
                  <a:cubicBezTo>
                    <a:pt x="508185" y="318994"/>
                    <a:pt x="508487" y="318251"/>
                    <a:pt x="508858" y="319160"/>
                  </a:cubicBezTo>
                  <a:cubicBezTo>
                    <a:pt x="509225" y="320074"/>
                    <a:pt x="509225" y="321570"/>
                    <a:pt x="508858" y="322484"/>
                  </a:cubicBezTo>
                  <a:cubicBezTo>
                    <a:pt x="508487" y="323398"/>
                    <a:pt x="508185" y="322650"/>
                    <a:pt x="508185" y="320822"/>
                  </a:cubicBezTo>
                  <a:close/>
                  <a:moveTo>
                    <a:pt x="207740" y="317749"/>
                  </a:moveTo>
                  <a:cubicBezTo>
                    <a:pt x="207740" y="317523"/>
                    <a:pt x="209683" y="315580"/>
                    <a:pt x="212058" y="313431"/>
                  </a:cubicBezTo>
                  <a:lnTo>
                    <a:pt x="216376" y="309530"/>
                  </a:lnTo>
                  <a:lnTo>
                    <a:pt x="212470" y="313848"/>
                  </a:lnTo>
                  <a:cubicBezTo>
                    <a:pt x="208835" y="317875"/>
                    <a:pt x="207740" y="318778"/>
                    <a:pt x="207740" y="317749"/>
                  </a:cubicBezTo>
                  <a:close/>
                  <a:moveTo>
                    <a:pt x="284793" y="307034"/>
                  </a:moveTo>
                  <a:cubicBezTo>
                    <a:pt x="284793" y="306763"/>
                    <a:pt x="285838" y="305714"/>
                    <a:pt x="287118" y="304709"/>
                  </a:cubicBezTo>
                  <a:cubicBezTo>
                    <a:pt x="289222" y="303057"/>
                    <a:pt x="289272" y="303108"/>
                    <a:pt x="287615" y="305212"/>
                  </a:cubicBezTo>
                  <a:cubicBezTo>
                    <a:pt x="285883" y="307426"/>
                    <a:pt x="284793" y="308129"/>
                    <a:pt x="284793" y="307034"/>
                  </a:cubicBezTo>
                  <a:close/>
                  <a:moveTo>
                    <a:pt x="327131" y="305212"/>
                  </a:moveTo>
                  <a:cubicBezTo>
                    <a:pt x="325479" y="303108"/>
                    <a:pt x="325529" y="303057"/>
                    <a:pt x="327633" y="304709"/>
                  </a:cubicBezTo>
                  <a:cubicBezTo>
                    <a:pt x="329847" y="306447"/>
                    <a:pt x="330550" y="307536"/>
                    <a:pt x="329456" y="307536"/>
                  </a:cubicBezTo>
                  <a:cubicBezTo>
                    <a:pt x="329185" y="307536"/>
                    <a:pt x="328135" y="306492"/>
                    <a:pt x="327131" y="305212"/>
                  </a:cubicBezTo>
                  <a:close/>
                  <a:moveTo>
                    <a:pt x="287198" y="276074"/>
                  </a:moveTo>
                  <a:cubicBezTo>
                    <a:pt x="288157" y="275693"/>
                    <a:pt x="289302" y="275738"/>
                    <a:pt x="289744" y="276180"/>
                  </a:cubicBezTo>
                  <a:cubicBezTo>
                    <a:pt x="290186" y="276621"/>
                    <a:pt x="289403" y="276938"/>
                    <a:pt x="288002" y="276878"/>
                  </a:cubicBezTo>
                  <a:cubicBezTo>
                    <a:pt x="286455" y="276812"/>
                    <a:pt x="286139" y="276501"/>
                    <a:pt x="287198" y="276074"/>
                  </a:cubicBezTo>
                  <a:close/>
                  <a:moveTo>
                    <a:pt x="325725" y="276074"/>
                  </a:moveTo>
                  <a:cubicBezTo>
                    <a:pt x="326684" y="275693"/>
                    <a:pt x="327829" y="275738"/>
                    <a:pt x="328271" y="276180"/>
                  </a:cubicBezTo>
                  <a:cubicBezTo>
                    <a:pt x="328713" y="276621"/>
                    <a:pt x="327929" y="276938"/>
                    <a:pt x="326528" y="276878"/>
                  </a:cubicBezTo>
                  <a:cubicBezTo>
                    <a:pt x="324982" y="276812"/>
                    <a:pt x="324666" y="276501"/>
                    <a:pt x="325725" y="276074"/>
                  </a:cubicBezTo>
                  <a:close/>
                  <a:moveTo>
                    <a:pt x="304411" y="274694"/>
                  </a:moveTo>
                  <a:cubicBezTo>
                    <a:pt x="306796" y="274397"/>
                    <a:pt x="310386" y="274402"/>
                    <a:pt x="312379" y="274709"/>
                  </a:cubicBezTo>
                  <a:cubicBezTo>
                    <a:pt x="314377" y="275010"/>
                    <a:pt x="312419" y="275251"/>
                    <a:pt x="308041" y="275246"/>
                  </a:cubicBezTo>
                  <a:cubicBezTo>
                    <a:pt x="303657" y="275241"/>
                    <a:pt x="302021" y="274990"/>
                    <a:pt x="304411" y="274694"/>
                  </a:cubicBezTo>
                  <a:close/>
                  <a:moveTo>
                    <a:pt x="9463" y="225623"/>
                  </a:moveTo>
                  <a:cubicBezTo>
                    <a:pt x="10377" y="225251"/>
                    <a:pt x="11868" y="225251"/>
                    <a:pt x="12782" y="225623"/>
                  </a:cubicBezTo>
                  <a:cubicBezTo>
                    <a:pt x="13696" y="225989"/>
                    <a:pt x="12948" y="226290"/>
                    <a:pt x="11120" y="226290"/>
                  </a:cubicBezTo>
                  <a:cubicBezTo>
                    <a:pt x="9297" y="226290"/>
                    <a:pt x="8549" y="225989"/>
                    <a:pt x="9463" y="225623"/>
                  </a:cubicBezTo>
                  <a:close/>
                  <a:moveTo>
                    <a:pt x="238625" y="225502"/>
                  </a:moveTo>
                  <a:cubicBezTo>
                    <a:pt x="276438" y="225306"/>
                    <a:pt x="338313" y="225306"/>
                    <a:pt x="376126" y="225502"/>
                  </a:cubicBezTo>
                  <a:cubicBezTo>
                    <a:pt x="413935" y="225698"/>
                    <a:pt x="383000" y="225859"/>
                    <a:pt x="307373" y="225859"/>
                  </a:cubicBezTo>
                  <a:cubicBezTo>
                    <a:pt x="231751" y="225859"/>
                    <a:pt x="200816" y="225698"/>
                    <a:pt x="238625" y="225502"/>
                  </a:cubicBezTo>
                  <a:close/>
                  <a:moveTo>
                    <a:pt x="601969" y="225623"/>
                  </a:moveTo>
                  <a:cubicBezTo>
                    <a:pt x="602883" y="225251"/>
                    <a:pt x="604374" y="225251"/>
                    <a:pt x="605288" y="225623"/>
                  </a:cubicBezTo>
                  <a:cubicBezTo>
                    <a:pt x="606202" y="225989"/>
                    <a:pt x="605454" y="226290"/>
                    <a:pt x="603631" y="226290"/>
                  </a:cubicBezTo>
                  <a:cubicBezTo>
                    <a:pt x="601803" y="226290"/>
                    <a:pt x="601055" y="225989"/>
                    <a:pt x="601969" y="225623"/>
                  </a:cubicBezTo>
                  <a:close/>
                  <a:moveTo>
                    <a:pt x="183087" y="166720"/>
                  </a:moveTo>
                  <a:cubicBezTo>
                    <a:pt x="183087" y="144432"/>
                    <a:pt x="183267" y="135314"/>
                    <a:pt x="183493" y="146461"/>
                  </a:cubicBezTo>
                  <a:cubicBezTo>
                    <a:pt x="183714" y="157602"/>
                    <a:pt x="183714" y="175834"/>
                    <a:pt x="183493" y="186975"/>
                  </a:cubicBezTo>
                  <a:cubicBezTo>
                    <a:pt x="183267" y="198122"/>
                    <a:pt x="183087" y="189004"/>
                    <a:pt x="183087" y="166720"/>
                  </a:cubicBezTo>
                  <a:close/>
                  <a:moveTo>
                    <a:pt x="431514" y="166720"/>
                  </a:moveTo>
                  <a:cubicBezTo>
                    <a:pt x="431514" y="144432"/>
                    <a:pt x="431695" y="135314"/>
                    <a:pt x="431921" y="146461"/>
                  </a:cubicBezTo>
                  <a:cubicBezTo>
                    <a:pt x="432141" y="157602"/>
                    <a:pt x="432141" y="175834"/>
                    <a:pt x="431921" y="186975"/>
                  </a:cubicBezTo>
                  <a:cubicBezTo>
                    <a:pt x="431695" y="198122"/>
                    <a:pt x="431514" y="189004"/>
                    <a:pt x="431514" y="166720"/>
                  </a:cubicBezTo>
                  <a:close/>
                  <a:moveTo>
                    <a:pt x="466691" y="194949"/>
                  </a:moveTo>
                  <a:lnTo>
                    <a:pt x="463473" y="191293"/>
                  </a:lnTo>
                  <a:lnTo>
                    <a:pt x="467128" y="194517"/>
                  </a:lnTo>
                  <a:cubicBezTo>
                    <a:pt x="470543" y="197525"/>
                    <a:pt x="471391" y="198604"/>
                    <a:pt x="470347" y="198604"/>
                  </a:cubicBezTo>
                  <a:cubicBezTo>
                    <a:pt x="470111" y="198604"/>
                    <a:pt x="468464" y="196957"/>
                    <a:pt x="466691" y="194949"/>
                  </a:cubicBezTo>
                  <a:close/>
                  <a:moveTo>
                    <a:pt x="147291" y="194618"/>
                  </a:moveTo>
                  <a:cubicBezTo>
                    <a:pt x="148617" y="193156"/>
                    <a:pt x="149998" y="191961"/>
                    <a:pt x="150359" y="191961"/>
                  </a:cubicBezTo>
                  <a:cubicBezTo>
                    <a:pt x="150726" y="191961"/>
                    <a:pt x="149943" y="193156"/>
                    <a:pt x="148622" y="194618"/>
                  </a:cubicBezTo>
                  <a:cubicBezTo>
                    <a:pt x="147296" y="196078"/>
                    <a:pt x="145916" y="197274"/>
                    <a:pt x="145554" y="197274"/>
                  </a:cubicBezTo>
                  <a:cubicBezTo>
                    <a:pt x="145188" y="197274"/>
                    <a:pt x="145971" y="196078"/>
                    <a:pt x="147291" y="194618"/>
                  </a:cubicBezTo>
                  <a:close/>
                  <a:moveTo>
                    <a:pt x="182755" y="103616"/>
                  </a:moveTo>
                  <a:cubicBezTo>
                    <a:pt x="182780" y="101421"/>
                    <a:pt x="183082" y="100688"/>
                    <a:pt x="183418" y="101979"/>
                  </a:cubicBezTo>
                  <a:cubicBezTo>
                    <a:pt x="183754" y="103274"/>
                    <a:pt x="183734" y="105067"/>
                    <a:pt x="183368" y="105966"/>
                  </a:cubicBezTo>
                  <a:cubicBezTo>
                    <a:pt x="183001" y="106864"/>
                    <a:pt x="182730" y="105805"/>
                    <a:pt x="182755" y="103616"/>
                  </a:cubicBezTo>
                  <a:close/>
                  <a:moveTo>
                    <a:pt x="431182" y="103616"/>
                  </a:moveTo>
                  <a:cubicBezTo>
                    <a:pt x="431208" y="101421"/>
                    <a:pt x="431509" y="100688"/>
                    <a:pt x="431845" y="101979"/>
                  </a:cubicBezTo>
                  <a:cubicBezTo>
                    <a:pt x="432182" y="103274"/>
                    <a:pt x="432162" y="105067"/>
                    <a:pt x="431795" y="105966"/>
                  </a:cubicBezTo>
                  <a:cubicBezTo>
                    <a:pt x="431433" y="106864"/>
                    <a:pt x="431157" y="105805"/>
                    <a:pt x="431182" y="103616"/>
                  </a:cubicBezTo>
                  <a:close/>
                  <a:moveTo>
                    <a:pt x="212113" y="100638"/>
                  </a:moveTo>
                  <a:cubicBezTo>
                    <a:pt x="217074" y="100382"/>
                    <a:pt x="224847" y="100382"/>
                    <a:pt x="229381" y="100638"/>
                  </a:cubicBezTo>
                  <a:cubicBezTo>
                    <a:pt x="233920" y="100899"/>
                    <a:pt x="229858" y="101110"/>
                    <a:pt x="220358" y="101105"/>
                  </a:cubicBezTo>
                  <a:cubicBezTo>
                    <a:pt x="210858" y="101105"/>
                    <a:pt x="207148" y="100894"/>
                    <a:pt x="212113" y="100633"/>
                  </a:cubicBezTo>
                  <a:close/>
                  <a:moveTo>
                    <a:pt x="386143" y="100638"/>
                  </a:moveTo>
                  <a:cubicBezTo>
                    <a:pt x="391104" y="100382"/>
                    <a:pt x="398877" y="100382"/>
                    <a:pt x="403416" y="100638"/>
                  </a:cubicBezTo>
                  <a:cubicBezTo>
                    <a:pt x="407950" y="100899"/>
                    <a:pt x="403888" y="101110"/>
                    <a:pt x="394393" y="101105"/>
                  </a:cubicBezTo>
                  <a:cubicBezTo>
                    <a:pt x="384893" y="101105"/>
                    <a:pt x="381183" y="100894"/>
                    <a:pt x="386143" y="100633"/>
                  </a:cubicBezTo>
                  <a:close/>
                  <a:moveTo>
                    <a:pt x="15107" y="67906"/>
                  </a:moveTo>
                  <a:cubicBezTo>
                    <a:pt x="15107" y="67635"/>
                    <a:pt x="16151" y="66585"/>
                    <a:pt x="17432" y="65581"/>
                  </a:cubicBezTo>
                  <a:cubicBezTo>
                    <a:pt x="19540" y="63929"/>
                    <a:pt x="19586" y="63979"/>
                    <a:pt x="17934" y="66083"/>
                  </a:cubicBezTo>
                  <a:cubicBezTo>
                    <a:pt x="16196" y="68298"/>
                    <a:pt x="15107" y="69001"/>
                    <a:pt x="15107" y="67906"/>
                  </a:cubicBezTo>
                  <a:close/>
                  <a:moveTo>
                    <a:pt x="596195" y="65420"/>
                  </a:moveTo>
                  <a:lnTo>
                    <a:pt x="593664" y="62433"/>
                  </a:lnTo>
                  <a:lnTo>
                    <a:pt x="596652" y="64964"/>
                  </a:lnTo>
                  <a:cubicBezTo>
                    <a:pt x="599463" y="67339"/>
                    <a:pt x="600247" y="68408"/>
                    <a:pt x="599187" y="68408"/>
                  </a:cubicBezTo>
                  <a:cubicBezTo>
                    <a:pt x="598931" y="68408"/>
                    <a:pt x="597586" y="67067"/>
                    <a:pt x="596195" y="65420"/>
                  </a:cubicBezTo>
                  <a:close/>
                  <a:moveTo>
                    <a:pt x="496" y="54625"/>
                  </a:moveTo>
                  <a:cubicBezTo>
                    <a:pt x="496" y="54349"/>
                    <a:pt x="1540" y="53300"/>
                    <a:pt x="2820" y="52300"/>
                  </a:cubicBezTo>
                  <a:cubicBezTo>
                    <a:pt x="4924" y="50648"/>
                    <a:pt x="4974" y="50694"/>
                    <a:pt x="3322" y="52803"/>
                  </a:cubicBezTo>
                  <a:cubicBezTo>
                    <a:pt x="1585" y="55012"/>
                    <a:pt x="496" y="55715"/>
                    <a:pt x="496" y="54625"/>
                  </a:cubicBezTo>
                  <a:close/>
                  <a:moveTo>
                    <a:pt x="610811" y="52135"/>
                  </a:moveTo>
                  <a:lnTo>
                    <a:pt x="608280" y="49147"/>
                  </a:lnTo>
                  <a:lnTo>
                    <a:pt x="611268" y="51678"/>
                  </a:lnTo>
                  <a:cubicBezTo>
                    <a:pt x="614075" y="54058"/>
                    <a:pt x="614863" y="55127"/>
                    <a:pt x="613799" y="55127"/>
                  </a:cubicBezTo>
                  <a:cubicBezTo>
                    <a:pt x="613548" y="55127"/>
                    <a:pt x="612202" y="53782"/>
                    <a:pt x="610811" y="52135"/>
                  </a:cubicBezTo>
                  <a:close/>
                  <a:moveTo>
                    <a:pt x="83855" y="25021"/>
                  </a:moveTo>
                  <a:cubicBezTo>
                    <a:pt x="84769" y="24649"/>
                    <a:pt x="86265" y="24649"/>
                    <a:pt x="87179" y="25021"/>
                  </a:cubicBezTo>
                  <a:cubicBezTo>
                    <a:pt x="88093" y="25387"/>
                    <a:pt x="87345" y="25689"/>
                    <a:pt x="85517" y="25689"/>
                  </a:cubicBezTo>
                  <a:cubicBezTo>
                    <a:pt x="83690" y="25689"/>
                    <a:pt x="82941" y="25387"/>
                    <a:pt x="83855" y="25021"/>
                  </a:cubicBezTo>
                  <a:close/>
                  <a:moveTo>
                    <a:pt x="242029" y="21004"/>
                  </a:moveTo>
                  <a:cubicBezTo>
                    <a:pt x="242988" y="20623"/>
                    <a:pt x="244133" y="20668"/>
                    <a:pt x="244575" y="21110"/>
                  </a:cubicBezTo>
                  <a:cubicBezTo>
                    <a:pt x="245016" y="21551"/>
                    <a:pt x="244233" y="21868"/>
                    <a:pt x="242832" y="21807"/>
                  </a:cubicBezTo>
                  <a:cubicBezTo>
                    <a:pt x="241286" y="21742"/>
                    <a:pt x="240969" y="21431"/>
                    <a:pt x="242029" y="21004"/>
                  </a:cubicBezTo>
                  <a:close/>
                  <a:moveTo>
                    <a:pt x="265859" y="19704"/>
                  </a:moveTo>
                  <a:cubicBezTo>
                    <a:pt x="266773" y="19337"/>
                    <a:pt x="268269" y="19337"/>
                    <a:pt x="269183" y="19704"/>
                  </a:cubicBezTo>
                  <a:cubicBezTo>
                    <a:pt x="270097" y="20075"/>
                    <a:pt x="269348" y="20376"/>
                    <a:pt x="267521" y="20376"/>
                  </a:cubicBezTo>
                  <a:cubicBezTo>
                    <a:pt x="265693" y="20376"/>
                    <a:pt x="264945" y="20075"/>
                    <a:pt x="265859" y="19704"/>
                  </a:cubicBezTo>
                  <a:close/>
                  <a:moveTo>
                    <a:pt x="344243" y="19704"/>
                  </a:moveTo>
                  <a:cubicBezTo>
                    <a:pt x="345157" y="19337"/>
                    <a:pt x="346648" y="19337"/>
                    <a:pt x="347562" y="19704"/>
                  </a:cubicBezTo>
                  <a:cubicBezTo>
                    <a:pt x="348475" y="20075"/>
                    <a:pt x="347727" y="20376"/>
                    <a:pt x="345900" y="20376"/>
                  </a:cubicBezTo>
                  <a:cubicBezTo>
                    <a:pt x="344077" y="20376"/>
                    <a:pt x="343329" y="20075"/>
                    <a:pt x="344243" y="19704"/>
                  </a:cubicBezTo>
                  <a:close/>
                  <a:moveTo>
                    <a:pt x="442630" y="9049"/>
                  </a:moveTo>
                  <a:cubicBezTo>
                    <a:pt x="443589" y="8667"/>
                    <a:pt x="444739" y="8713"/>
                    <a:pt x="445176" y="9154"/>
                  </a:cubicBezTo>
                  <a:cubicBezTo>
                    <a:pt x="445618" y="9596"/>
                    <a:pt x="444835" y="9907"/>
                    <a:pt x="443434" y="9852"/>
                  </a:cubicBezTo>
                  <a:cubicBezTo>
                    <a:pt x="441887" y="9787"/>
                    <a:pt x="441571" y="9471"/>
                    <a:pt x="442630" y="9049"/>
                  </a:cubicBezTo>
                  <a:close/>
                  <a:moveTo>
                    <a:pt x="433331" y="7718"/>
                  </a:moveTo>
                  <a:cubicBezTo>
                    <a:pt x="434290" y="7337"/>
                    <a:pt x="435435" y="7382"/>
                    <a:pt x="435877" y="7824"/>
                  </a:cubicBezTo>
                  <a:cubicBezTo>
                    <a:pt x="436319" y="8266"/>
                    <a:pt x="435536" y="8582"/>
                    <a:pt x="434135" y="8522"/>
                  </a:cubicBezTo>
                  <a:cubicBezTo>
                    <a:pt x="432588" y="8462"/>
                    <a:pt x="432272" y="8145"/>
                    <a:pt x="433331" y="7718"/>
                  </a:cubicBezTo>
                  <a:close/>
                  <a:moveTo>
                    <a:pt x="190222" y="6393"/>
                  </a:moveTo>
                  <a:cubicBezTo>
                    <a:pt x="191176" y="6006"/>
                    <a:pt x="192325" y="6056"/>
                    <a:pt x="192767" y="6498"/>
                  </a:cubicBezTo>
                  <a:cubicBezTo>
                    <a:pt x="193209" y="6940"/>
                    <a:pt x="192421" y="7251"/>
                    <a:pt x="191020" y="7196"/>
                  </a:cubicBezTo>
                  <a:cubicBezTo>
                    <a:pt x="189473" y="7131"/>
                    <a:pt x="189157" y="6815"/>
                    <a:pt x="190222" y="6393"/>
                  </a:cubicBezTo>
                  <a:close/>
                  <a:moveTo>
                    <a:pt x="422707" y="6393"/>
                  </a:moveTo>
                  <a:cubicBezTo>
                    <a:pt x="423666" y="6006"/>
                    <a:pt x="424811" y="6056"/>
                    <a:pt x="425253" y="6498"/>
                  </a:cubicBezTo>
                  <a:cubicBezTo>
                    <a:pt x="425694" y="6940"/>
                    <a:pt x="424906" y="7251"/>
                    <a:pt x="423505" y="7196"/>
                  </a:cubicBezTo>
                  <a:cubicBezTo>
                    <a:pt x="421959" y="7131"/>
                    <a:pt x="421647" y="6815"/>
                    <a:pt x="422707" y="6393"/>
                  </a:cubicBezTo>
                  <a:close/>
                  <a:moveTo>
                    <a:pt x="202177" y="5062"/>
                  </a:moveTo>
                  <a:cubicBezTo>
                    <a:pt x="203136" y="4681"/>
                    <a:pt x="204280" y="4726"/>
                    <a:pt x="204722" y="5168"/>
                  </a:cubicBezTo>
                  <a:cubicBezTo>
                    <a:pt x="205164" y="5610"/>
                    <a:pt x="204376" y="5926"/>
                    <a:pt x="202980" y="5866"/>
                  </a:cubicBezTo>
                  <a:cubicBezTo>
                    <a:pt x="201429" y="5800"/>
                    <a:pt x="201117" y="5489"/>
                    <a:pt x="202177" y="5062"/>
                  </a:cubicBezTo>
                  <a:close/>
                  <a:moveTo>
                    <a:pt x="410747" y="5062"/>
                  </a:moveTo>
                  <a:cubicBezTo>
                    <a:pt x="411706" y="4681"/>
                    <a:pt x="412856" y="4726"/>
                    <a:pt x="413292" y="5168"/>
                  </a:cubicBezTo>
                  <a:cubicBezTo>
                    <a:pt x="413734" y="5610"/>
                    <a:pt x="412951" y="5926"/>
                    <a:pt x="411550" y="5866"/>
                  </a:cubicBezTo>
                  <a:cubicBezTo>
                    <a:pt x="410004" y="5800"/>
                    <a:pt x="409687" y="5489"/>
                    <a:pt x="410747" y="5062"/>
                  </a:cubicBezTo>
                  <a:close/>
                  <a:moveTo>
                    <a:pt x="214132" y="3737"/>
                  </a:moveTo>
                  <a:cubicBezTo>
                    <a:pt x="215091" y="3350"/>
                    <a:pt x="216236" y="3400"/>
                    <a:pt x="216677" y="3842"/>
                  </a:cubicBezTo>
                  <a:cubicBezTo>
                    <a:pt x="217119" y="4279"/>
                    <a:pt x="216336" y="4595"/>
                    <a:pt x="214935" y="4540"/>
                  </a:cubicBezTo>
                  <a:cubicBezTo>
                    <a:pt x="213389" y="4475"/>
                    <a:pt x="213072" y="4159"/>
                    <a:pt x="214132" y="3737"/>
                  </a:cubicBezTo>
                  <a:close/>
                  <a:moveTo>
                    <a:pt x="398792" y="3737"/>
                  </a:moveTo>
                  <a:cubicBezTo>
                    <a:pt x="399751" y="3350"/>
                    <a:pt x="400895" y="3400"/>
                    <a:pt x="401337" y="3842"/>
                  </a:cubicBezTo>
                  <a:cubicBezTo>
                    <a:pt x="401779" y="4279"/>
                    <a:pt x="400996" y="4595"/>
                    <a:pt x="399595" y="4540"/>
                  </a:cubicBezTo>
                  <a:cubicBezTo>
                    <a:pt x="398048" y="4475"/>
                    <a:pt x="397732" y="4159"/>
                    <a:pt x="398792" y="3737"/>
                  </a:cubicBezTo>
                  <a:close/>
                  <a:moveTo>
                    <a:pt x="229988" y="2436"/>
                  </a:moveTo>
                  <a:cubicBezTo>
                    <a:pt x="230902" y="2065"/>
                    <a:pt x="232398" y="2065"/>
                    <a:pt x="233312" y="2436"/>
                  </a:cubicBezTo>
                  <a:cubicBezTo>
                    <a:pt x="234226" y="2803"/>
                    <a:pt x="233478" y="3104"/>
                    <a:pt x="231650" y="3104"/>
                  </a:cubicBezTo>
                  <a:cubicBezTo>
                    <a:pt x="229823" y="3104"/>
                    <a:pt x="229080" y="2803"/>
                    <a:pt x="229988" y="2436"/>
                  </a:cubicBezTo>
                  <a:close/>
                  <a:moveTo>
                    <a:pt x="382769" y="2436"/>
                  </a:moveTo>
                  <a:cubicBezTo>
                    <a:pt x="383678" y="2065"/>
                    <a:pt x="385174" y="2065"/>
                    <a:pt x="386088" y="2436"/>
                  </a:cubicBezTo>
                  <a:cubicBezTo>
                    <a:pt x="387002" y="2803"/>
                    <a:pt x="386254" y="3104"/>
                    <a:pt x="384426" y="3104"/>
                  </a:cubicBezTo>
                  <a:cubicBezTo>
                    <a:pt x="382599" y="3104"/>
                    <a:pt x="381856" y="2803"/>
                    <a:pt x="382769" y="2436"/>
                  </a:cubicBezTo>
                  <a:close/>
                  <a:moveTo>
                    <a:pt x="247949" y="1065"/>
                  </a:moveTo>
                  <a:cubicBezTo>
                    <a:pt x="249244" y="729"/>
                    <a:pt x="251037" y="749"/>
                    <a:pt x="251935" y="1116"/>
                  </a:cubicBezTo>
                  <a:cubicBezTo>
                    <a:pt x="252834" y="1477"/>
                    <a:pt x="251780" y="1753"/>
                    <a:pt x="249586" y="1728"/>
                  </a:cubicBezTo>
                  <a:cubicBezTo>
                    <a:pt x="247396" y="1703"/>
                    <a:pt x="246658" y="1402"/>
                    <a:pt x="247949" y="1065"/>
                  </a:cubicBezTo>
                  <a:close/>
                  <a:moveTo>
                    <a:pt x="363529" y="1065"/>
                  </a:moveTo>
                  <a:cubicBezTo>
                    <a:pt x="364824" y="729"/>
                    <a:pt x="366617" y="749"/>
                    <a:pt x="367515" y="1116"/>
                  </a:cubicBezTo>
                  <a:cubicBezTo>
                    <a:pt x="368414" y="1477"/>
                    <a:pt x="367355" y="1753"/>
                    <a:pt x="365165" y="1728"/>
                  </a:cubicBezTo>
                  <a:cubicBezTo>
                    <a:pt x="362971" y="1703"/>
                    <a:pt x="362238" y="1402"/>
                    <a:pt x="363529" y="1065"/>
                  </a:cubicBezTo>
                  <a:close/>
                  <a:moveTo>
                    <a:pt x="275826" y="-295"/>
                  </a:moveTo>
                  <a:cubicBezTo>
                    <a:pt x="277834" y="-597"/>
                    <a:pt x="281123" y="-597"/>
                    <a:pt x="283131" y="-295"/>
                  </a:cubicBezTo>
                  <a:cubicBezTo>
                    <a:pt x="285140" y="11"/>
                    <a:pt x="283498" y="257"/>
                    <a:pt x="279476" y="257"/>
                  </a:cubicBezTo>
                  <a:cubicBezTo>
                    <a:pt x="275459" y="257"/>
                    <a:pt x="273812" y="11"/>
                    <a:pt x="275826" y="-295"/>
                  </a:cubicBezTo>
                  <a:close/>
                  <a:moveTo>
                    <a:pt x="330982" y="-305"/>
                  </a:moveTo>
                  <a:cubicBezTo>
                    <a:pt x="333367" y="-601"/>
                    <a:pt x="336952" y="-597"/>
                    <a:pt x="338950" y="-290"/>
                  </a:cubicBezTo>
                  <a:cubicBezTo>
                    <a:pt x="340949" y="16"/>
                    <a:pt x="338991" y="257"/>
                    <a:pt x="334607" y="247"/>
                  </a:cubicBezTo>
                  <a:cubicBezTo>
                    <a:pt x="330224" y="242"/>
                    <a:pt x="328592" y="-9"/>
                    <a:pt x="330982" y="-305"/>
                  </a:cubicBezTo>
                  <a:close/>
                </a:path>
              </a:pathLst>
            </a:custGeom>
            <a:solidFill>
              <a:srgbClr val="5D5C5C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2EB7782-10E7-1919-0CFB-89A270768018}"/>
                </a:ext>
              </a:extLst>
            </p:cNvPr>
            <p:cNvSpPr/>
            <p:nvPr/>
          </p:nvSpPr>
          <p:spPr>
            <a:xfrm>
              <a:off x="6183091" y="4017505"/>
              <a:ext cx="678803" cy="615722"/>
            </a:xfrm>
            <a:custGeom>
              <a:avLst/>
              <a:gdLst>
                <a:gd name="csX0" fmla="*/ 97484 w 678803"/>
                <a:gd name="csY0" fmla="*/ 614078 h 615722"/>
                <a:gd name="csX1" fmla="*/ 76381 w 678803"/>
                <a:gd name="csY1" fmla="*/ 597112 h 615722"/>
                <a:gd name="csX2" fmla="*/ 74237 w 678803"/>
                <a:gd name="csY2" fmla="*/ 534876 h 615722"/>
                <a:gd name="csX3" fmla="*/ 74237 w 678803"/>
                <a:gd name="csY3" fmla="*/ 476893 h 615722"/>
                <a:gd name="csX4" fmla="*/ 126074 w 678803"/>
                <a:gd name="csY4" fmla="*/ 349248 h 615722"/>
                <a:gd name="csX5" fmla="*/ 181166 w 678803"/>
                <a:gd name="csY5" fmla="*/ 217329 h 615722"/>
                <a:gd name="csX6" fmla="*/ 207345 w 678803"/>
                <a:gd name="csY6" fmla="*/ 206137 h 615722"/>
                <a:gd name="csX7" fmla="*/ 216383 w 678803"/>
                <a:gd name="csY7" fmla="*/ 206137 h 615722"/>
                <a:gd name="csX8" fmla="*/ 216383 w 678803"/>
                <a:gd name="csY8" fmla="*/ 166285 h 615722"/>
                <a:gd name="csX9" fmla="*/ 216383 w 678803"/>
                <a:gd name="csY9" fmla="*/ 126428 h 615722"/>
                <a:gd name="csX10" fmla="*/ 207717 w 678803"/>
                <a:gd name="csY10" fmla="*/ 126428 h 615722"/>
                <a:gd name="csX11" fmla="*/ 197936 w 678803"/>
                <a:gd name="csY11" fmla="*/ 129415 h 615722"/>
                <a:gd name="csX12" fmla="*/ 192498 w 678803"/>
                <a:gd name="csY12" fmla="*/ 156986 h 615722"/>
                <a:gd name="csX13" fmla="*/ 185750 w 678803"/>
                <a:gd name="csY13" fmla="*/ 186334 h 615722"/>
                <a:gd name="csX14" fmla="*/ 170109 w 678803"/>
                <a:gd name="csY14" fmla="*/ 200990 h 615722"/>
                <a:gd name="csX15" fmla="*/ 42283 w 678803"/>
                <a:gd name="csY15" fmla="*/ 224730 h 615722"/>
                <a:gd name="csX16" fmla="*/ 19226 w 678803"/>
                <a:gd name="csY16" fmla="*/ 213639 h 615722"/>
                <a:gd name="csX17" fmla="*/ 628 w 678803"/>
                <a:gd name="csY17" fmla="*/ 165918 h 615722"/>
                <a:gd name="csX18" fmla="*/ 9777 w 678803"/>
                <a:gd name="csY18" fmla="*/ 119423 h 615722"/>
                <a:gd name="csX19" fmla="*/ 36509 w 678803"/>
                <a:gd name="csY19" fmla="*/ 52342 h 615722"/>
                <a:gd name="csX20" fmla="*/ 87628 w 678803"/>
                <a:gd name="csY20" fmla="*/ 30651 h 615722"/>
                <a:gd name="csX21" fmla="*/ 125176 w 678803"/>
                <a:gd name="csY21" fmla="*/ 27894 h 615722"/>
                <a:gd name="csX22" fmla="*/ 125376 w 678803"/>
                <a:gd name="csY22" fmla="*/ 40557 h 615722"/>
                <a:gd name="csX23" fmla="*/ 92509 w 678803"/>
                <a:gd name="csY23" fmla="*/ 49309 h 615722"/>
                <a:gd name="csX24" fmla="*/ 54655 w 678803"/>
                <a:gd name="csY24" fmla="*/ 61741 h 615722"/>
                <a:gd name="csX25" fmla="*/ 30970 w 678803"/>
                <a:gd name="csY25" fmla="*/ 113915 h 615722"/>
                <a:gd name="csX26" fmla="*/ 23107 w 678803"/>
                <a:gd name="csY26" fmla="*/ 148812 h 615722"/>
                <a:gd name="csX27" fmla="*/ 101587 w 678803"/>
                <a:gd name="csY27" fmla="*/ 134637 h 615722"/>
                <a:gd name="csX28" fmla="*/ 179443 w 678803"/>
                <a:gd name="csY28" fmla="*/ 119840 h 615722"/>
                <a:gd name="csX29" fmla="*/ 184545 w 678803"/>
                <a:gd name="csY29" fmla="*/ 114588 h 615722"/>
                <a:gd name="csX30" fmla="*/ 208084 w 678803"/>
                <a:gd name="csY30" fmla="*/ 106509 h 615722"/>
                <a:gd name="csX31" fmla="*/ 216383 w 678803"/>
                <a:gd name="csY31" fmla="*/ 106504 h 615722"/>
                <a:gd name="csX32" fmla="*/ 216383 w 678803"/>
                <a:gd name="csY32" fmla="*/ 100720 h 615722"/>
                <a:gd name="csX33" fmla="*/ 227038 w 678803"/>
                <a:gd name="csY33" fmla="*/ 83588 h 615722"/>
                <a:gd name="csX34" fmla="*/ 253720 w 678803"/>
                <a:gd name="csY34" fmla="*/ 81263 h 615722"/>
                <a:gd name="csX35" fmla="*/ 280166 w 678803"/>
                <a:gd name="csY35" fmla="*/ 84251 h 615722"/>
                <a:gd name="csX36" fmla="*/ 290434 w 678803"/>
                <a:gd name="csY36" fmla="*/ 100373 h 615722"/>
                <a:gd name="csX37" fmla="*/ 291127 w 678803"/>
                <a:gd name="csY37" fmla="*/ 106504 h 615722"/>
                <a:gd name="csX38" fmla="*/ 339932 w 678803"/>
                <a:gd name="csY38" fmla="*/ 106504 h 615722"/>
                <a:gd name="csX39" fmla="*/ 388741 w 678803"/>
                <a:gd name="csY39" fmla="*/ 106504 h 615722"/>
                <a:gd name="csX40" fmla="*/ 389434 w 678803"/>
                <a:gd name="csY40" fmla="*/ 100373 h 615722"/>
                <a:gd name="csX41" fmla="*/ 399702 w 678803"/>
                <a:gd name="csY41" fmla="*/ 84251 h 615722"/>
                <a:gd name="csX42" fmla="*/ 426148 w 678803"/>
                <a:gd name="csY42" fmla="*/ 81263 h 615722"/>
                <a:gd name="csX43" fmla="*/ 452830 w 678803"/>
                <a:gd name="csY43" fmla="*/ 83588 h 615722"/>
                <a:gd name="csX44" fmla="*/ 463485 w 678803"/>
                <a:gd name="csY44" fmla="*/ 100720 h 615722"/>
                <a:gd name="csX45" fmla="*/ 463485 w 678803"/>
                <a:gd name="csY45" fmla="*/ 106504 h 615722"/>
                <a:gd name="csX46" fmla="*/ 471785 w 678803"/>
                <a:gd name="csY46" fmla="*/ 106509 h 615722"/>
                <a:gd name="csX47" fmla="*/ 495278 w 678803"/>
                <a:gd name="csY47" fmla="*/ 114538 h 615722"/>
                <a:gd name="csX48" fmla="*/ 500335 w 678803"/>
                <a:gd name="csY48" fmla="*/ 119750 h 615722"/>
                <a:gd name="csX49" fmla="*/ 578262 w 678803"/>
                <a:gd name="csY49" fmla="*/ 134567 h 615722"/>
                <a:gd name="csX50" fmla="*/ 656826 w 678803"/>
                <a:gd name="csY50" fmla="*/ 148741 h 615722"/>
                <a:gd name="csX51" fmla="*/ 640176 w 678803"/>
                <a:gd name="csY51" fmla="*/ 80595 h 615722"/>
                <a:gd name="csX52" fmla="*/ 621302 w 678803"/>
                <a:gd name="csY52" fmla="*/ 58980 h 615722"/>
                <a:gd name="csX53" fmla="*/ 561014 w 678803"/>
                <a:gd name="csY53" fmla="*/ 44047 h 615722"/>
                <a:gd name="csX54" fmla="*/ 441528 w 678803"/>
                <a:gd name="csY54" fmla="*/ 24194 h 615722"/>
                <a:gd name="csX55" fmla="*/ 175537 w 678803"/>
                <a:gd name="csY55" fmla="*/ 33011 h 615722"/>
                <a:gd name="csX56" fmla="*/ 159901 w 678803"/>
                <a:gd name="csY56" fmla="*/ 33663 h 615722"/>
                <a:gd name="csX57" fmla="*/ 158194 w 678803"/>
                <a:gd name="csY57" fmla="*/ 17822 h 615722"/>
                <a:gd name="csX58" fmla="*/ 220812 w 678803"/>
                <a:gd name="csY58" fmla="*/ 6846 h 615722"/>
                <a:gd name="csX59" fmla="*/ 514966 w 678803"/>
                <a:gd name="csY59" fmla="*/ 15477 h 615722"/>
                <a:gd name="csX60" fmla="*/ 626238 w 678803"/>
                <a:gd name="csY60" fmla="*/ 39884 h 615722"/>
                <a:gd name="csX61" fmla="*/ 655842 w 678803"/>
                <a:gd name="csY61" fmla="*/ 69303 h 615722"/>
                <a:gd name="csX62" fmla="*/ 679235 w 678803"/>
                <a:gd name="csY62" fmla="*/ 165918 h 615722"/>
                <a:gd name="csX63" fmla="*/ 663032 w 678803"/>
                <a:gd name="csY63" fmla="*/ 209581 h 615722"/>
                <a:gd name="csX64" fmla="*/ 657891 w 678803"/>
                <a:gd name="csY64" fmla="*/ 217023 h 615722"/>
                <a:gd name="csX65" fmla="*/ 637666 w 678803"/>
                <a:gd name="csY65" fmla="*/ 224705 h 615722"/>
                <a:gd name="csX66" fmla="*/ 509609 w 678803"/>
                <a:gd name="csY66" fmla="*/ 200935 h 615722"/>
                <a:gd name="csX67" fmla="*/ 494119 w 678803"/>
                <a:gd name="csY67" fmla="*/ 186334 h 615722"/>
                <a:gd name="csX68" fmla="*/ 487370 w 678803"/>
                <a:gd name="csY68" fmla="*/ 156986 h 615722"/>
                <a:gd name="csX69" fmla="*/ 481932 w 678803"/>
                <a:gd name="csY69" fmla="*/ 129415 h 615722"/>
                <a:gd name="csX70" fmla="*/ 472151 w 678803"/>
                <a:gd name="csY70" fmla="*/ 126428 h 615722"/>
                <a:gd name="csX71" fmla="*/ 463485 w 678803"/>
                <a:gd name="csY71" fmla="*/ 126428 h 615722"/>
                <a:gd name="csX72" fmla="*/ 463485 w 678803"/>
                <a:gd name="csY72" fmla="*/ 166285 h 615722"/>
                <a:gd name="csX73" fmla="*/ 463485 w 678803"/>
                <a:gd name="csY73" fmla="*/ 206137 h 615722"/>
                <a:gd name="csX74" fmla="*/ 472523 w 678803"/>
                <a:gd name="csY74" fmla="*/ 206137 h 615722"/>
                <a:gd name="csX75" fmla="*/ 498713 w 678803"/>
                <a:gd name="csY75" fmla="*/ 217344 h 615722"/>
                <a:gd name="csX76" fmla="*/ 540538 w 678803"/>
                <a:gd name="csY76" fmla="*/ 320512 h 615722"/>
                <a:gd name="csX77" fmla="*/ 525490 w 678803"/>
                <a:gd name="csY77" fmla="*/ 326698 h 615722"/>
                <a:gd name="csX78" fmla="*/ 504030 w 678803"/>
                <a:gd name="csY78" fmla="*/ 277973 h 615722"/>
                <a:gd name="csX79" fmla="*/ 482595 w 678803"/>
                <a:gd name="csY79" fmla="*/ 228822 h 615722"/>
                <a:gd name="csX80" fmla="*/ 479653 w 678803"/>
                <a:gd name="csY80" fmla="*/ 225403 h 615722"/>
                <a:gd name="csX81" fmla="*/ 340087 w 678803"/>
                <a:gd name="csY81" fmla="*/ 225403 h 615722"/>
                <a:gd name="csX82" fmla="*/ 197760 w 678803"/>
                <a:gd name="csY82" fmla="*/ 228159 h 615722"/>
                <a:gd name="csX83" fmla="*/ 143919 w 678803"/>
                <a:gd name="csY83" fmla="*/ 356573 h 615722"/>
                <a:gd name="csX84" fmla="*/ 92835 w 678803"/>
                <a:gd name="csY84" fmla="*/ 482225 h 615722"/>
                <a:gd name="csX85" fmla="*/ 92835 w 678803"/>
                <a:gd name="csY85" fmla="*/ 535544 h 615722"/>
                <a:gd name="csX86" fmla="*/ 92835 w 678803"/>
                <a:gd name="csY86" fmla="*/ 588863 h 615722"/>
                <a:gd name="csX87" fmla="*/ 96094 w 678803"/>
                <a:gd name="csY87" fmla="*/ 592126 h 615722"/>
                <a:gd name="csX88" fmla="*/ 99357 w 678803"/>
                <a:gd name="csY88" fmla="*/ 595385 h 615722"/>
                <a:gd name="csX89" fmla="*/ 236071 w 678803"/>
                <a:gd name="csY89" fmla="*/ 595385 h 615722"/>
                <a:gd name="csX90" fmla="*/ 376289 w 678803"/>
                <a:gd name="csY90" fmla="*/ 598137 h 615722"/>
                <a:gd name="csX91" fmla="*/ 377248 w 678803"/>
                <a:gd name="csY91" fmla="*/ 611513 h 615722"/>
                <a:gd name="csX92" fmla="*/ 374708 w 678803"/>
                <a:gd name="csY92" fmla="*/ 614646 h 615722"/>
                <a:gd name="csX93" fmla="*/ 238089 w 678803"/>
                <a:gd name="csY93" fmla="*/ 614852 h 615722"/>
                <a:gd name="csX94" fmla="*/ 97484 w 678803"/>
                <a:gd name="csY94" fmla="*/ 614078 h 615722"/>
                <a:gd name="csX95" fmla="*/ 102315 w 678803"/>
                <a:gd name="csY95" fmla="*/ 194870 h 615722"/>
                <a:gd name="csX96" fmla="*/ 164586 w 678803"/>
                <a:gd name="csY96" fmla="*/ 182216 h 615722"/>
                <a:gd name="csX97" fmla="*/ 168382 w 678803"/>
                <a:gd name="csY97" fmla="*/ 178541 h 615722"/>
                <a:gd name="csX98" fmla="*/ 174708 w 678803"/>
                <a:gd name="csY98" fmla="*/ 141430 h 615722"/>
                <a:gd name="csX99" fmla="*/ 22590 w 678803"/>
                <a:gd name="csY99" fmla="*/ 169679 h 615722"/>
                <a:gd name="csX100" fmla="*/ 27807 w 678803"/>
                <a:gd name="csY100" fmla="*/ 185581 h 615722"/>
                <a:gd name="csX101" fmla="*/ 41344 w 678803"/>
                <a:gd name="csY101" fmla="*/ 206137 h 615722"/>
                <a:gd name="csX102" fmla="*/ 102315 w 678803"/>
                <a:gd name="csY102" fmla="*/ 194870 h 615722"/>
                <a:gd name="csX103" fmla="*/ 444566 w 678803"/>
                <a:gd name="csY103" fmla="*/ 153330 h 615722"/>
                <a:gd name="csX104" fmla="*/ 444219 w 678803"/>
                <a:gd name="csY104" fmla="*/ 100524 h 615722"/>
                <a:gd name="csX105" fmla="*/ 426952 w 678803"/>
                <a:gd name="csY105" fmla="*/ 100524 h 615722"/>
                <a:gd name="csX106" fmla="*/ 409679 w 678803"/>
                <a:gd name="csY106" fmla="*/ 100524 h 615722"/>
                <a:gd name="csX107" fmla="*/ 409016 w 678803"/>
                <a:gd name="csY107" fmla="*/ 127090 h 615722"/>
                <a:gd name="csX108" fmla="*/ 398387 w 678803"/>
                <a:gd name="csY108" fmla="*/ 165376 h 615722"/>
                <a:gd name="csX109" fmla="*/ 339932 w 678803"/>
                <a:gd name="csY109" fmla="*/ 168273 h 615722"/>
                <a:gd name="csX110" fmla="*/ 281722 w 678803"/>
                <a:gd name="csY110" fmla="*/ 165617 h 615722"/>
                <a:gd name="csX111" fmla="*/ 274412 w 678803"/>
                <a:gd name="csY111" fmla="*/ 158311 h 615722"/>
                <a:gd name="csX112" fmla="*/ 270852 w 678803"/>
                <a:gd name="csY112" fmla="*/ 127090 h 615722"/>
                <a:gd name="csX113" fmla="*/ 270189 w 678803"/>
                <a:gd name="csY113" fmla="*/ 100524 h 615722"/>
                <a:gd name="csX114" fmla="*/ 252917 w 678803"/>
                <a:gd name="csY114" fmla="*/ 100524 h 615722"/>
                <a:gd name="csX115" fmla="*/ 235649 w 678803"/>
                <a:gd name="csY115" fmla="*/ 100524 h 615722"/>
                <a:gd name="csX116" fmla="*/ 235298 w 678803"/>
                <a:gd name="csY116" fmla="*/ 153330 h 615722"/>
                <a:gd name="csX117" fmla="*/ 234951 w 678803"/>
                <a:gd name="csY117" fmla="*/ 206137 h 615722"/>
                <a:gd name="csX118" fmla="*/ 339932 w 678803"/>
                <a:gd name="csY118" fmla="*/ 206137 h 615722"/>
                <a:gd name="csX119" fmla="*/ 444917 w 678803"/>
                <a:gd name="csY119" fmla="*/ 206137 h 615722"/>
                <a:gd name="csX120" fmla="*/ 643159 w 678803"/>
                <a:gd name="csY120" fmla="*/ 203506 h 615722"/>
                <a:gd name="csX121" fmla="*/ 652182 w 678803"/>
                <a:gd name="csY121" fmla="*/ 185556 h 615722"/>
                <a:gd name="csX122" fmla="*/ 657318 w 678803"/>
                <a:gd name="csY122" fmla="*/ 169729 h 615722"/>
                <a:gd name="csX123" fmla="*/ 510311 w 678803"/>
                <a:gd name="csY123" fmla="*/ 141571 h 615722"/>
                <a:gd name="csX124" fmla="*/ 507861 w 678803"/>
                <a:gd name="csY124" fmla="*/ 162208 h 615722"/>
                <a:gd name="csX125" fmla="*/ 513721 w 678803"/>
                <a:gd name="csY125" fmla="*/ 180961 h 615722"/>
                <a:gd name="csX126" fmla="*/ 542130 w 678803"/>
                <a:gd name="csY126" fmla="*/ 188096 h 615722"/>
                <a:gd name="csX127" fmla="*/ 600982 w 678803"/>
                <a:gd name="csY127" fmla="*/ 199419 h 615722"/>
                <a:gd name="csX128" fmla="*/ 637003 w 678803"/>
                <a:gd name="csY128" fmla="*/ 205996 h 615722"/>
                <a:gd name="csX129" fmla="*/ 643159 w 678803"/>
                <a:gd name="csY129" fmla="*/ 203506 h 615722"/>
                <a:gd name="csX130" fmla="*/ 389088 w 678803"/>
                <a:gd name="csY130" fmla="*/ 137720 h 615722"/>
                <a:gd name="csX131" fmla="*/ 389088 w 678803"/>
                <a:gd name="csY131" fmla="*/ 126428 h 615722"/>
                <a:gd name="csX132" fmla="*/ 339932 w 678803"/>
                <a:gd name="csY132" fmla="*/ 126428 h 615722"/>
                <a:gd name="csX133" fmla="*/ 290780 w 678803"/>
                <a:gd name="csY133" fmla="*/ 126428 h 615722"/>
                <a:gd name="csX134" fmla="*/ 290780 w 678803"/>
                <a:gd name="csY134" fmla="*/ 137720 h 615722"/>
                <a:gd name="csX135" fmla="*/ 290780 w 678803"/>
                <a:gd name="csY135" fmla="*/ 149012 h 615722"/>
                <a:gd name="csX136" fmla="*/ 339932 w 678803"/>
                <a:gd name="csY136" fmla="*/ 149012 h 615722"/>
                <a:gd name="csX137" fmla="*/ 389088 w 678803"/>
                <a:gd name="csY137" fmla="*/ 149012 h 615722"/>
                <a:gd name="csX138" fmla="*/ 411246 w 678803"/>
                <a:gd name="csY138" fmla="*/ 612607 h 615722"/>
                <a:gd name="csX139" fmla="*/ 411186 w 678803"/>
                <a:gd name="csY139" fmla="*/ 598137 h 615722"/>
                <a:gd name="csX140" fmla="*/ 497598 w 678803"/>
                <a:gd name="csY140" fmla="*/ 595385 h 615722"/>
                <a:gd name="csX141" fmla="*/ 580511 w 678803"/>
                <a:gd name="csY141" fmla="*/ 595385 h 615722"/>
                <a:gd name="csX142" fmla="*/ 583775 w 678803"/>
                <a:gd name="csY142" fmla="*/ 592126 h 615722"/>
                <a:gd name="csX143" fmla="*/ 587033 w 678803"/>
                <a:gd name="csY143" fmla="*/ 588863 h 615722"/>
                <a:gd name="csX144" fmla="*/ 587033 w 678803"/>
                <a:gd name="csY144" fmla="*/ 535589 h 615722"/>
                <a:gd name="csX145" fmla="*/ 587033 w 678803"/>
                <a:gd name="csY145" fmla="*/ 482321 h 615722"/>
                <a:gd name="csX146" fmla="*/ 563118 w 678803"/>
                <a:gd name="csY146" fmla="*/ 423383 h 615722"/>
                <a:gd name="csX147" fmla="*/ 539208 w 678803"/>
                <a:gd name="csY147" fmla="*/ 362523 h 615722"/>
                <a:gd name="csX148" fmla="*/ 541959 w 678803"/>
                <a:gd name="csY148" fmla="*/ 357100 h 615722"/>
                <a:gd name="csX149" fmla="*/ 554909 w 678803"/>
                <a:gd name="csY149" fmla="*/ 355925 h 615722"/>
                <a:gd name="csX150" fmla="*/ 581626 w 678803"/>
                <a:gd name="csY150" fmla="*/ 417589 h 615722"/>
                <a:gd name="csX151" fmla="*/ 605631 w 678803"/>
                <a:gd name="csY151" fmla="*/ 476933 h 615722"/>
                <a:gd name="csX152" fmla="*/ 605631 w 678803"/>
                <a:gd name="csY152" fmla="*/ 534896 h 615722"/>
                <a:gd name="csX153" fmla="*/ 603487 w 678803"/>
                <a:gd name="csY153" fmla="*/ 597112 h 615722"/>
                <a:gd name="csX154" fmla="*/ 589027 w 678803"/>
                <a:gd name="csY154" fmla="*/ 611779 h 615722"/>
                <a:gd name="csX155" fmla="*/ 499260 w 678803"/>
                <a:gd name="csY155" fmla="*/ 615027 h 615722"/>
                <a:gd name="csX156" fmla="*/ 411246 w 678803"/>
                <a:gd name="csY156" fmla="*/ 612607 h 615722"/>
                <a:gd name="csX157" fmla="*/ 326651 w 678803"/>
                <a:gd name="csY157" fmla="*/ 565404 h 615722"/>
                <a:gd name="csX158" fmla="*/ 313365 w 678803"/>
                <a:gd name="csY158" fmla="*/ 563345 h 615722"/>
                <a:gd name="csX159" fmla="*/ 269993 w 678803"/>
                <a:gd name="csY159" fmla="*/ 549096 h 615722"/>
                <a:gd name="csX160" fmla="*/ 184510 w 678803"/>
                <a:gd name="csY160" fmla="*/ 409907 h 615722"/>
                <a:gd name="csX161" fmla="*/ 194356 w 678803"/>
                <a:gd name="csY161" fmla="*/ 392127 h 615722"/>
                <a:gd name="csX162" fmla="*/ 204629 w 678803"/>
                <a:gd name="csY162" fmla="*/ 416504 h 615722"/>
                <a:gd name="csX163" fmla="*/ 226546 w 678803"/>
                <a:gd name="csY163" fmla="*/ 485419 h 615722"/>
                <a:gd name="csX164" fmla="*/ 423542 w 678803"/>
                <a:gd name="csY164" fmla="*/ 517734 h 615722"/>
                <a:gd name="csX165" fmla="*/ 471042 w 678803"/>
                <a:gd name="csY165" fmla="*/ 446972 h 615722"/>
                <a:gd name="csX166" fmla="*/ 474702 w 678803"/>
                <a:gd name="csY166" fmla="*/ 411388 h 615722"/>
                <a:gd name="csX167" fmla="*/ 471694 w 678803"/>
                <a:gd name="csY167" fmla="*/ 376185 h 615722"/>
                <a:gd name="csX168" fmla="*/ 453312 w 678803"/>
                <a:gd name="csY168" fmla="*/ 335409 h 615722"/>
                <a:gd name="csX169" fmla="*/ 420394 w 678803"/>
                <a:gd name="csY169" fmla="*/ 300900 h 615722"/>
                <a:gd name="csX170" fmla="*/ 327525 w 678803"/>
                <a:gd name="csY170" fmla="*/ 275076 h 615722"/>
                <a:gd name="csX171" fmla="*/ 217578 w 678803"/>
                <a:gd name="csY171" fmla="*/ 351226 h 615722"/>
                <a:gd name="csX172" fmla="*/ 207958 w 678803"/>
                <a:gd name="csY172" fmla="*/ 364416 h 615722"/>
                <a:gd name="csX173" fmla="*/ 195912 w 678803"/>
                <a:gd name="csY173" fmla="*/ 358617 h 615722"/>
                <a:gd name="csX174" fmla="*/ 209655 w 678803"/>
                <a:gd name="csY174" fmla="*/ 326055 h 615722"/>
                <a:gd name="csX175" fmla="*/ 425516 w 678803"/>
                <a:gd name="csY175" fmla="*/ 281106 h 615722"/>
                <a:gd name="csX176" fmla="*/ 467231 w 678803"/>
                <a:gd name="csY176" fmla="*/ 499357 h 615722"/>
                <a:gd name="csX177" fmla="*/ 370289 w 678803"/>
                <a:gd name="csY177" fmla="*/ 562813 h 615722"/>
                <a:gd name="csX178" fmla="*/ 326651 w 678803"/>
                <a:gd name="csY178" fmla="*/ 565404 h 615722"/>
                <a:gd name="csX179" fmla="*/ 121656 w 678803"/>
                <a:gd name="csY179" fmla="*/ 556713 h 615722"/>
                <a:gd name="csX180" fmla="*/ 122876 w 678803"/>
                <a:gd name="csY180" fmla="*/ 539762 h 615722"/>
                <a:gd name="csX181" fmla="*/ 189772 w 678803"/>
                <a:gd name="csY181" fmla="*/ 540228 h 615722"/>
                <a:gd name="csX182" fmla="*/ 189872 w 678803"/>
                <a:gd name="csY182" fmla="*/ 556828 h 615722"/>
                <a:gd name="csX183" fmla="*/ 121656 w 678803"/>
                <a:gd name="csY183" fmla="*/ 556713 h 615722"/>
                <a:gd name="csX184" fmla="*/ 329347 w 678803"/>
                <a:gd name="csY184" fmla="*/ 522238 h 615722"/>
                <a:gd name="csX185" fmla="*/ 315102 w 678803"/>
                <a:gd name="csY185" fmla="*/ 480774 h 615722"/>
                <a:gd name="csX186" fmla="*/ 324301 w 678803"/>
                <a:gd name="csY186" fmla="*/ 470807 h 615722"/>
                <a:gd name="csX187" fmla="*/ 339932 w 678803"/>
                <a:gd name="csY187" fmla="*/ 467187 h 615722"/>
                <a:gd name="csX188" fmla="*/ 355567 w 678803"/>
                <a:gd name="csY188" fmla="*/ 470807 h 615722"/>
                <a:gd name="csX189" fmla="*/ 356150 w 678803"/>
                <a:gd name="csY189" fmla="*/ 518899 h 615722"/>
                <a:gd name="csX190" fmla="*/ 341538 w 678803"/>
                <a:gd name="csY190" fmla="*/ 523258 h 615722"/>
                <a:gd name="csX191" fmla="*/ 329347 w 678803"/>
                <a:gd name="csY191" fmla="*/ 522238 h 615722"/>
                <a:gd name="csX192" fmla="*/ 345731 w 678803"/>
                <a:gd name="csY192" fmla="*/ 502294 h 615722"/>
                <a:gd name="csX193" fmla="*/ 345731 w 678803"/>
                <a:gd name="csY193" fmla="*/ 487874 h 615722"/>
                <a:gd name="csX194" fmla="*/ 339932 w 678803"/>
                <a:gd name="csY194" fmla="*/ 485122 h 615722"/>
                <a:gd name="csX195" fmla="*/ 330633 w 678803"/>
                <a:gd name="csY195" fmla="*/ 495084 h 615722"/>
                <a:gd name="csX196" fmla="*/ 339932 w 678803"/>
                <a:gd name="csY196" fmla="*/ 505046 h 615722"/>
                <a:gd name="csX197" fmla="*/ 345731 w 678803"/>
                <a:gd name="csY197" fmla="*/ 502294 h 615722"/>
                <a:gd name="csX198" fmla="*/ 253449 w 678803"/>
                <a:gd name="csY198" fmla="*/ 478490 h 615722"/>
                <a:gd name="csX199" fmla="*/ 267397 w 678803"/>
                <a:gd name="csY199" fmla="*/ 424011 h 615722"/>
                <a:gd name="csX200" fmla="*/ 295294 w 678803"/>
                <a:gd name="csY200" fmla="*/ 456989 h 615722"/>
                <a:gd name="csX201" fmla="*/ 280276 w 678803"/>
                <a:gd name="csY201" fmla="*/ 478068 h 615722"/>
                <a:gd name="csX202" fmla="*/ 253449 w 678803"/>
                <a:gd name="csY202" fmla="*/ 478490 h 615722"/>
                <a:gd name="csX203" fmla="*/ 273091 w 678803"/>
                <a:gd name="csY203" fmla="*/ 459646 h 615722"/>
                <a:gd name="csX204" fmla="*/ 262020 w 678803"/>
                <a:gd name="csY204" fmla="*/ 444612 h 615722"/>
                <a:gd name="csX205" fmla="*/ 258209 w 678803"/>
                <a:gd name="csY205" fmla="*/ 457175 h 615722"/>
                <a:gd name="csX206" fmla="*/ 273091 w 678803"/>
                <a:gd name="csY206" fmla="*/ 459646 h 615722"/>
                <a:gd name="csX207" fmla="*/ 399592 w 678803"/>
                <a:gd name="csY207" fmla="*/ 478068 h 615722"/>
                <a:gd name="csX208" fmla="*/ 384574 w 678803"/>
                <a:gd name="csY208" fmla="*/ 456989 h 615722"/>
                <a:gd name="csX209" fmla="*/ 412762 w 678803"/>
                <a:gd name="csY209" fmla="*/ 424011 h 615722"/>
                <a:gd name="csX210" fmla="*/ 439037 w 678803"/>
                <a:gd name="csY210" fmla="*/ 440460 h 615722"/>
                <a:gd name="csX211" fmla="*/ 426133 w 678803"/>
                <a:gd name="csY211" fmla="*/ 478555 h 615722"/>
                <a:gd name="csX212" fmla="*/ 399592 w 678803"/>
                <a:gd name="csY212" fmla="*/ 478068 h 615722"/>
                <a:gd name="csX213" fmla="*/ 417592 w 678803"/>
                <a:gd name="csY213" fmla="*/ 461709 h 615722"/>
                <a:gd name="csX214" fmla="*/ 421680 w 678803"/>
                <a:gd name="csY214" fmla="*/ 457135 h 615722"/>
                <a:gd name="csX215" fmla="*/ 405662 w 678803"/>
                <a:gd name="csY215" fmla="*/ 447043 h 615722"/>
                <a:gd name="csX216" fmla="*/ 417592 w 678803"/>
                <a:gd name="csY216" fmla="*/ 461709 h 615722"/>
                <a:gd name="csX217" fmla="*/ 328207 w 678803"/>
                <a:gd name="csY217" fmla="*/ 442252 h 615722"/>
                <a:gd name="csX218" fmla="*/ 308655 w 678803"/>
                <a:gd name="csY218" fmla="*/ 423378 h 615722"/>
                <a:gd name="csX219" fmla="*/ 311452 w 678803"/>
                <a:gd name="csY219" fmla="*/ 392629 h 615722"/>
                <a:gd name="csX220" fmla="*/ 334604 w 678803"/>
                <a:gd name="csY220" fmla="*/ 377004 h 615722"/>
                <a:gd name="csX221" fmla="*/ 368431 w 678803"/>
                <a:gd name="csY221" fmla="*/ 392660 h 615722"/>
                <a:gd name="csX222" fmla="*/ 370520 w 678803"/>
                <a:gd name="csY222" fmla="*/ 424609 h 615722"/>
                <a:gd name="csX223" fmla="*/ 350817 w 678803"/>
                <a:gd name="csY223" fmla="*/ 442373 h 615722"/>
                <a:gd name="csX224" fmla="*/ 328207 w 678803"/>
                <a:gd name="csY224" fmla="*/ 442252 h 615722"/>
                <a:gd name="csX225" fmla="*/ 347348 w 678803"/>
                <a:gd name="csY225" fmla="*/ 422831 h 615722"/>
                <a:gd name="csX226" fmla="*/ 349085 w 678803"/>
                <a:gd name="csY226" fmla="*/ 399513 h 615722"/>
                <a:gd name="csX227" fmla="*/ 326721 w 678803"/>
                <a:gd name="csY227" fmla="*/ 416218 h 615722"/>
                <a:gd name="csX228" fmla="*/ 339932 w 678803"/>
                <a:gd name="csY228" fmla="*/ 425327 h 615722"/>
                <a:gd name="csX229" fmla="*/ 347348 w 678803"/>
                <a:gd name="csY229" fmla="*/ 422831 h 615722"/>
                <a:gd name="csX230" fmla="*/ 257149 w 678803"/>
                <a:gd name="csY230" fmla="*/ 395516 h 615722"/>
                <a:gd name="csX231" fmla="*/ 241157 w 678803"/>
                <a:gd name="csY231" fmla="*/ 355037 h 615722"/>
                <a:gd name="csX232" fmla="*/ 284700 w 678803"/>
                <a:gd name="csY232" fmla="*/ 345888 h 615722"/>
                <a:gd name="csX233" fmla="*/ 274090 w 678803"/>
                <a:gd name="csY233" fmla="*/ 395994 h 615722"/>
                <a:gd name="csX234" fmla="*/ 257149 w 678803"/>
                <a:gd name="csY234" fmla="*/ 395516 h 615722"/>
                <a:gd name="csX235" fmla="*/ 273508 w 678803"/>
                <a:gd name="csY235" fmla="*/ 374855 h 615722"/>
                <a:gd name="csX236" fmla="*/ 266408 w 678803"/>
                <a:gd name="csY236" fmla="*/ 358913 h 615722"/>
                <a:gd name="csX237" fmla="*/ 257124 w 678803"/>
                <a:gd name="csY237" fmla="*/ 368212 h 615722"/>
                <a:gd name="csX238" fmla="*/ 273508 w 678803"/>
                <a:gd name="csY238" fmla="*/ 374855 h 615722"/>
                <a:gd name="csX239" fmla="*/ 404668 w 678803"/>
                <a:gd name="csY239" fmla="*/ 395752 h 615722"/>
                <a:gd name="csX240" fmla="*/ 395229 w 678803"/>
                <a:gd name="csY240" fmla="*/ 345843 h 615722"/>
                <a:gd name="csX241" fmla="*/ 438822 w 678803"/>
                <a:gd name="csY241" fmla="*/ 355258 h 615722"/>
                <a:gd name="csX242" fmla="*/ 425907 w 678803"/>
                <a:gd name="csY242" fmla="*/ 394311 h 615722"/>
                <a:gd name="csX243" fmla="*/ 404668 w 678803"/>
                <a:gd name="csY243" fmla="*/ 395752 h 615722"/>
                <a:gd name="csX244" fmla="*/ 420324 w 678803"/>
                <a:gd name="csY244" fmla="*/ 374840 h 615722"/>
                <a:gd name="csX245" fmla="*/ 413460 w 678803"/>
                <a:gd name="csY245" fmla="*/ 358913 h 615722"/>
                <a:gd name="csX246" fmla="*/ 403699 w 678803"/>
                <a:gd name="csY246" fmla="*/ 368212 h 615722"/>
                <a:gd name="csX247" fmla="*/ 420324 w 678803"/>
                <a:gd name="csY247" fmla="*/ 374840 h 615722"/>
                <a:gd name="csX248" fmla="*/ 329970 w 678803"/>
                <a:gd name="csY248" fmla="*/ 352933 h 615722"/>
                <a:gd name="csX249" fmla="*/ 310714 w 678803"/>
                <a:gd name="csY249" fmla="*/ 325854 h 615722"/>
                <a:gd name="csX250" fmla="*/ 333033 w 678803"/>
                <a:gd name="csY250" fmla="*/ 297867 h 615722"/>
                <a:gd name="csX251" fmla="*/ 365810 w 678803"/>
                <a:gd name="csY251" fmla="*/ 339040 h 615722"/>
                <a:gd name="csX252" fmla="*/ 348332 w 678803"/>
                <a:gd name="csY252" fmla="*/ 353505 h 615722"/>
                <a:gd name="csX253" fmla="*/ 329970 w 678803"/>
                <a:gd name="csY253" fmla="*/ 352933 h 615722"/>
                <a:gd name="csX254" fmla="*/ 346805 w 678803"/>
                <a:gd name="csY254" fmla="*/ 332803 h 615722"/>
                <a:gd name="csX255" fmla="*/ 346575 w 678803"/>
                <a:gd name="csY255" fmla="*/ 319061 h 615722"/>
                <a:gd name="csX256" fmla="*/ 330633 w 678803"/>
                <a:gd name="csY256" fmla="*/ 325407 h 615722"/>
                <a:gd name="csX257" fmla="*/ 339570 w 678803"/>
                <a:gd name="csY257" fmla="*/ 335003 h 615722"/>
                <a:gd name="csX258" fmla="*/ 346805 w 678803"/>
                <a:gd name="csY258" fmla="*/ 332803 h 615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</a:cxnLst>
              <a:rect l="l" t="t" r="r" b="b"/>
              <a:pathLst>
                <a:path w="678803" h="615722">
                  <a:moveTo>
                    <a:pt x="97484" y="614078"/>
                  </a:moveTo>
                  <a:cubicBezTo>
                    <a:pt x="88401" y="611849"/>
                    <a:pt x="80684" y="605643"/>
                    <a:pt x="76381" y="597112"/>
                  </a:cubicBezTo>
                  <a:cubicBezTo>
                    <a:pt x="74503" y="593392"/>
                    <a:pt x="74237" y="585599"/>
                    <a:pt x="74237" y="534876"/>
                  </a:cubicBezTo>
                  <a:lnTo>
                    <a:pt x="74237" y="476893"/>
                  </a:lnTo>
                  <a:lnTo>
                    <a:pt x="126074" y="349248"/>
                  </a:lnTo>
                  <a:cubicBezTo>
                    <a:pt x="154584" y="279038"/>
                    <a:pt x="179378" y="219674"/>
                    <a:pt x="181166" y="217329"/>
                  </a:cubicBezTo>
                  <a:cubicBezTo>
                    <a:pt x="186367" y="210510"/>
                    <a:pt x="196600" y="206137"/>
                    <a:pt x="207345" y="206137"/>
                  </a:cubicBezTo>
                  <a:lnTo>
                    <a:pt x="216383" y="206137"/>
                  </a:lnTo>
                  <a:lnTo>
                    <a:pt x="216383" y="166285"/>
                  </a:lnTo>
                  <a:lnTo>
                    <a:pt x="216383" y="126428"/>
                  </a:lnTo>
                  <a:lnTo>
                    <a:pt x="207717" y="126428"/>
                  </a:lnTo>
                  <a:cubicBezTo>
                    <a:pt x="199944" y="126428"/>
                    <a:pt x="198935" y="126734"/>
                    <a:pt x="197936" y="129415"/>
                  </a:cubicBezTo>
                  <a:cubicBezTo>
                    <a:pt x="197328" y="131062"/>
                    <a:pt x="194878" y="143464"/>
                    <a:pt x="192498" y="156986"/>
                  </a:cubicBezTo>
                  <a:cubicBezTo>
                    <a:pt x="190118" y="170503"/>
                    <a:pt x="187080" y="183708"/>
                    <a:pt x="185750" y="186334"/>
                  </a:cubicBezTo>
                  <a:cubicBezTo>
                    <a:pt x="182993" y="191777"/>
                    <a:pt x="175241" y="199042"/>
                    <a:pt x="170109" y="200990"/>
                  </a:cubicBezTo>
                  <a:cubicBezTo>
                    <a:pt x="164089" y="203280"/>
                    <a:pt x="48619" y="224725"/>
                    <a:pt x="42283" y="224730"/>
                  </a:cubicBezTo>
                  <a:cubicBezTo>
                    <a:pt x="34676" y="224740"/>
                    <a:pt x="23504" y="219362"/>
                    <a:pt x="19226" y="213639"/>
                  </a:cubicBezTo>
                  <a:cubicBezTo>
                    <a:pt x="15787" y="209044"/>
                    <a:pt x="2089" y="173892"/>
                    <a:pt x="628" y="165918"/>
                  </a:cubicBezTo>
                  <a:cubicBezTo>
                    <a:pt x="-85" y="162027"/>
                    <a:pt x="1954" y="151648"/>
                    <a:pt x="9777" y="119423"/>
                  </a:cubicBezTo>
                  <a:cubicBezTo>
                    <a:pt x="21405" y="71527"/>
                    <a:pt x="24087" y="64794"/>
                    <a:pt x="36509" y="52342"/>
                  </a:cubicBezTo>
                  <a:cubicBezTo>
                    <a:pt x="48258" y="40557"/>
                    <a:pt x="56663" y="36992"/>
                    <a:pt x="87628" y="30651"/>
                  </a:cubicBezTo>
                  <a:cubicBezTo>
                    <a:pt x="116324" y="24781"/>
                    <a:pt x="121982" y="24364"/>
                    <a:pt x="125176" y="27894"/>
                  </a:cubicBezTo>
                  <a:cubicBezTo>
                    <a:pt x="127922" y="30927"/>
                    <a:pt x="128033" y="37901"/>
                    <a:pt x="125376" y="40557"/>
                  </a:cubicBezTo>
                  <a:cubicBezTo>
                    <a:pt x="122710" y="43224"/>
                    <a:pt x="122655" y="43239"/>
                    <a:pt x="92509" y="49309"/>
                  </a:cubicBezTo>
                  <a:cubicBezTo>
                    <a:pt x="65053" y="54837"/>
                    <a:pt x="63758" y="55264"/>
                    <a:pt x="54655" y="61741"/>
                  </a:cubicBezTo>
                  <a:cubicBezTo>
                    <a:pt x="43101" y="69961"/>
                    <a:pt x="40345" y="76031"/>
                    <a:pt x="30970" y="113915"/>
                  </a:cubicBezTo>
                  <a:cubicBezTo>
                    <a:pt x="26306" y="132769"/>
                    <a:pt x="22766" y="148470"/>
                    <a:pt x="23107" y="148812"/>
                  </a:cubicBezTo>
                  <a:cubicBezTo>
                    <a:pt x="23449" y="149153"/>
                    <a:pt x="58767" y="142776"/>
                    <a:pt x="101587" y="134637"/>
                  </a:cubicBezTo>
                  <a:lnTo>
                    <a:pt x="179443" y="119840"/>
                  </a:lnTo>
                  <a:lnTo>
                    <a:pt x="184545" y="114588"/>
                  </a:lnTo>
                  <a:cubicBezTo>
                    <a:pt x="190424" y="108528"/>
                    <a:pt x="196274" y="106519"/>
                    <a:pt x="208084" y="106509"/>
                  </a:cubicBezTo>
                  <a:lnTo>
                    <a:pt x="216383" y="106504"/>
                  </a:lnTo>
                  <a:lnTo>
                    <a:pt x="216383" y="100720"/>
                  </a:lnTo>
                  <a:cubicBezTo>
                    <a:pt x="216383" y="93585"/>
                    <a:pt x="220586" y="86832"/>
                    <a:pt x="227038" y="83588"/>
                  </a:cubicBezTo>
                  <a:cubicBezTo>
                    <a:pt x="230884" y="81655"/>
                    <a:pt x="235373" y="81263"/>
                    <a:pt x="253720" y="81263"/>
                  </a:cubicBezTo>
                  <a:cubicBezTo>
                    <a:pt x="274407" y="81263"/>
                    <a:pt x="276044" y="81449"/>
                    <a:pt x="280166" y="84251"/>
                  </a:cubicBezTo>
                  <a:cubicBezTo>
                    <a:pt x="286578" y="88614"/>
                    <a:pt x="289651" y="93444"/>
                    <a:pt x="290434" y="100373"/>
                  </a:cubicBezTo>
                  <a:lnTo>
                    <a:pt x="291127" y="106504"/>
                  </a:lnTo>
                  <a:lnTo>
                    <a:pt x="339932" y="106504"/>
                  </a:lnTo>
                  <a:lnTo>
                    <a:pt x="388741" y="106504"/>
                  </a:lnTo>
                  <a:lnTo>
                    <a:pt x="389434" y="100373"/>
                  </a:lnTo>
                  <a:cubicBezTo>
                    <a:pt x="390213" y="93444"/>
                    <a:pt x="393291" y="88614"/>
                    <a:pt x="399702" y="84251"/>
                  </a:cubicBezTo>
                  <a:cubicBezTo>
                    <a:pt x="403820" y="81449"/>
                    <a:pt x="405462" y="81263"/>
                    <a:pt x="426148" y="81263"/>
                  </a:cubicBezTo>
                  <a:cubicBezTo>
                    <a:pt x="444495" y="81263"/>
                    <a:pt x="448984" y="81655"/>
                    <a:pt x="452830" y="83588"/>
                  </a:cubicBezTo>
                  <a:cubicBezTo>
                    <a:pt x="459282" y="86832"/>
                    <a:pt x="463485" y="93585"/>
                    <a:pt x="463485" y="100720"/>
                  </a:cubicBezTo>
                  <a:lnTo>
                    <a:pt x="463485" y="106504"/>
                  </a:lnTo>
                  <a:lnTo>
                    <a:pt x="471785" y="106509"/>
                  </a:lnTo>
                  <a:cubicBezTo>
                    <a:pt x="483564" y="106519"/>
                    <a:pt x="489449" y="108528"/>
                    <a:pt x="495278" y="114538"/>
                  </a:cubicBezTo>
                  <a:lnTo>
                    <a:pt x="500335" y="119750"/>
                  </a:lnTo>
                  <a:lnTo>
                    <a:pt x="578262" y="134567"/>
                  </a:lnTo>
                  <a:cubicBezTo>
                    <a:pt x="621121" y="142716"/>
                    <a:pt x="656475" y="149093"/>
                    <a:pt x="656826" y="148741"/>
                  </a:cubicBezTo>
                  <a:cubicBezTo>
                    <a:pt x="657529" y="148043"/>
                    <a:pt x="642617" y="87017"/>
                    <a:pt x="640176" y="80595"/>
                  </a:cubicBezTo>
                  <a:cubicBezTo>
                    <a:pt x="637450" y="73430"/>
                    <a:pt x="628703" y="63413"/>
                    <a:pt x="621302" y="58980"/>
                  </a:cubicBezTo>
                  <a:cubicBezTo>
                    <a:pt x="614775" y="55068"/>
                    <a:pt x="608724" y="53572"/>
                    <a:pt x="561014" y="44047"/>
                  </a:cubicBezTo>
                  <a:cubicBezTo>
                    <a:pt x="501791" y="32222"/>
                    <a:pt x="476555" y="28030"/>
                    <a:pt x="441528" y="24194"/>
                  </a:cubicBezTo>
                  <a:cubicBezTo>
                    <a:pt x="355492" y="14764"/>
                    <a:pt x="260554" y="17912"/>
                    <a:pt x="175537" y="33011"/>
                  </a:cubicBezTo>
                  <a:cubicBezTo>
                    <a:pt x="165957" y="34713"/>
                    <a:pt x="162517" y="34858"/>
                    <a:pt x="159901" y="33663"/>
                  </a:cubicBezTo>
                  <a:cubicBezTo>
                    <a:pt x="153861" y="30912"/>
                    <a:pt x="152927" y="22195"/>
                    <a:pt x="158194" y="17822"/>
                  </a:cubicBezTo>
                  <a:cubicBezTo>
                    <a:pt x="160474" y="15929"/>
                    <a:pt x="191660" y="10461"/>
                    <a:pt x="220812" y="6846"/>
                  </a:cubicBezTo>
                  <a:cubicBezTo>
                    <a:pt x="318783" y="-5320"/>
                    <a:pt x="418125" y="-2403"/>
                    <a:pt x="514966" y="15477"/>
                  </a:cubicBezTo>
                  <a:cubicBezTo>
                    <a:pt x="578432" y="27196"/>
                    <a:pt x="617371" y="35737"/>
                    <a:pt x="626238" y="39884"/>
                  </a:cubicBezTo>
                  <a:cubicBezTo>
                    <a:pt x="637796" y="45297"/>
                    <a:pt x="650178" y="57599"/>
                    <a:pt x="655842" y="69303"/>
                  </a:cubicBezTo>
                  <a:cubicBezTo>
                    <a:pt x="661822" y="81670"/>
                    <a:pt x="680526" y="158919"/>
                    <a:pt x="679235" y="165918"/>
                  </a:cubicBezTo>
                  <a:cubicBezTo>
                    <a:pt x="678166" y="171682"/>
                    <a:pt x="666969" y="201874"/>
                    <a:pt x="663032" y="209581"/>
                  </a:cubicBezTo>
                  <a:cubicBezTo>
                    <a:pt x="661576" y="212438"/>
                    <a:pt x="659261" y="215788"/>
                    <a:pt x="657891" y="217023"/>
                  </a:cubicBezTo>
                  <a:cubicBezTo>
                    <a:pt x="653572" y="220934"/>
                    <a:pt x="643711" y="224675"/>
                    <a:pt x="637666" y="224705"/>
                  </a:cubicBezTo>
                  <a:cubicBezTo>
                    <a:pt x="631645" y="224735"/>
                    <a:pt x="515508" y="203180"/>
                    <a:pt x="509609" y="200935"/>
                  </a:cubicBezTo>
                  <a:cubicBezTo>
                    <a:pt x="504613" y="199037"/>
                    <a:pt x="496845" y="191712"/>
                    <a:pt x="494119" y="186334"/>
                  </a:cubicBezTo>
                  <a:cubicBezTo>
                    <a:pt x="492788" y="183708"/>
                    <a:pt x="489750" y="170503"/>
                    <a:pt x="487370" y="156986"/>
                  </a:cubicBezTo>
                  <a:cubicBezTo>
                    <a:pt x="484990" y="143464"/>
                    <a:pt x="482540" y="131062"/>
                    <a:pt x="481932" y="129415"/>
                  </a:cubicBezTo>
                  <a:cubicBezTo>
                    <a:pt x="480933" y="126734"/>
                    <a:pt x="479924" y="126428"/>
                    <a:pt x="472151" y="126428"/>
                  </a:cubicBezTo>
                  <a:lnTo>
                    <a:pt x="463485" y="126428"/>
                  </a:lnTo>
                  <a:lnTo>
                    <a:pt x="463485" y="166285"/>
                  </a:lnTo>
                  <a:lnTo>
                    <a:pt x="463485" y="206137"/>
                  </a:lnTo>
                  <a:lnTo>
                    <a:pt x="472523" y="206137"/>
                  </a:lnTo>
                  <a:cubicBezTo>
                    <a:pt x="483278" y="206137"/>
                    <a:pt x="493501" y="210510"/>
                    <a:pt x="498713" y="217344"/>
                  </a:cubicBezTo>
                  <a:cubicBezTo>
                    <a:pt x="503026" y="222998"/>
                    <a:pt x="540538" y="315531"/>
                    <a:pt x="540538" y="320512"/>
                  </a:cubicBezTo>
                  <a:cubicBezTo>
                    <a:pt x="540538" y="328671"/>
                    <a:pt x="531244" y="332492"/>
                    <a:pt x="525490" y="326698"/>
                  </a:cubicBezTo>
                  <a:cubicBezTo>
                    <a:pt x="523823" y="325021"/>
                    <a:pt x="514404" y="303631"/>
                    <a:pt x="504030" y="277973"/>
                  </a:cubicBezTo>
                  <a:cubicBezTo>
                    <a:pt x="493857" y="252818"/>
                    <a:pt x="484212" y="230700"/>
                    <a:pt x="482595" y="228822"/>
                  </a:cubicBezTo>
                  <a:lnTo>
                    <a:pt x="479653" y="225403"/>
                  </a:lnTo>
                  <a:lnTo>
                    <a:pt x="340087" y="225403"/>
                  </a:lnTo>
                  <a:cubicBezTo>
                    <a:pt x="200577" y="225403"/>
                    <a:pt x="200517" y="225403"/>
                    <a:pt x="197760" y="228159"/>
                  </a:cubicBezTo>
                  <a:cubicBezTo>
                    <a:pt x="196239" y="229676"/>
                    <a:pt x="172012" y="287463"/>
                    <a:pt x="143919" y="356573"/>
                  </a:cubicBezTo>
                  <a:lnTo>
                    <a:pt x="92835" y="482225"/>
                  </a:lnTo>
                  <a:lnTo>
                    <a:pt x="92835" y="535544"/>
                  </a:lnTo>
                  <a:lnTo>
                    <a:pt x="92835" y="588863"/>
                  </a:lnTo>
                  <a:lnTo>
                    <a:pt x="96094" y="592126"/>
                  </a:lnTo>
                  <a:lnTo>
                    <a:pt x="99357" y="595385"/>
                  </a:lnTo>
                  <a:lnTo>
                    <a:pt x="236071" y="595385"/>
                  </a:lnTo>
                  <a:cubicBezTo>
                    <a:pt x="372373" y="595385"/>
                    <a:pt x="372800" y="595395"/>
                    <a:pt x="376289" y="598137"/>
                  </a:cubicBezTo>
                  <a:cubicBezTo>
                    <a:pt x="380517" y="601466"/>
                    <a:pt x="380914" y="606989"/>
                    <a:pt x="377248" y="611513"/>
                  </a:cubicBezTo>
                  <a:lnTo>
                    <a:pt x="374708" y="614646"/>
                  </a:lnTo>
                  <a:lnTo>
                    <a:pt x="238089" y="614852"/>
                  </a:lnTo>
                  <a:cubicBezTo>
                    <a:pt x="162949" y="614967"/>
                    <a:pt x="99679" y="614616"/>
                    <a:pt x="97484" y="614078"/>
                  </a:cubicBezTo>
                  <a:close/>
                  <a:moveTo>
                    <a:pt x="102315" y="194870"/>
                  </a:moveTo>
                  <a:cubicBezTo>
                    <a:pt x="135142" y="188674"/>
                    <a:pt x="163165" y="182980"/>
                    <a:pt x="164586" y="182216"/>
                  </a:cubicBezTo>
                  <a:cubicBezTo>
                    <a:pt x="166007" y="181458"/>
                    <a:pt x="167714" y="179802"/>
                    <a:pt x="168382" y="178541"/>
                  </a:cubicBezTo>
                  <a:cubicBezTo>
                    <a:pt x="170099" y="175293"/>
                    <a:pt x="175698" y="142425"/>
                    <a:pt x="174708" y="141430"/>
                  </a:cubicBezTo>
                  <a:cubicBezTo>
                    <a:pt x="173955" y="140682"/>
                    <a:pt x="23745" y="168580"/>
                    <a:pt x="22590" y="169679"/>
                  </a:cubicBezTo>
                  <a:cubicBezTo>
                    <a:pt x="22319" y="169945"/>
                    <a:pt x="24664" y="177095"/>
                    <a:pt x="27807" y="185581"/>
                  </a:cubicBezTo>
                  <a:cubicBezTo>
                    <a:pt x="33155" y="200006"/>
                    <a:pt x="37192" y="206137"/>
                    <a:pt x="41344" y="206137"/>
                  </a:cubicBezTo>
                  <a:cubicBezTo>
                    <a:pt x="42052" y="206137"/>
                    <a:pt x="69487" y="201066"/>
                    <a:pt x="102315" y="194870"/>
                  </a:cubicBezTo>
                  <a:close/>
                  <a:moveTo>
                    <a:pt x="444566" y="153330"/>
                  </a:moveTo>
                  <a:lnTo>
                    <a:pt x="444219" y="100524"/>
                  </a:lnTo>
                  <a:lnTo>
                    <a:pt x="426952" y="100524"/>
                  </a:lnTo>
                  <a:lnTo>
                    <a:pt x="409679" y="100524"/>
                  </a:lnTo>
                  <a:lnTo>
                    <a:pt x="409016" y="127090"/>
                  </a:lnTo>
                  <a:cubicBezTo>
                    <a:pt x="408273" y="156825"/>
                    <a:pt x="407470" y="159717"/>
                    <a:pt x="398387" y="165376"/>
                  </a:cubicBezTo>
                  <a:cubicBezTo>
                    <a:pt x="393808" y="168233"/>
                    <a:pt x="392919" y="168273"/>
                    <a:pt x="339932" y="168273"/>
                  </a:cubicBezTo>
                  <a:cubicBezTo>
                    <a:pt x="288486" y="168273"/>
                    <a:pt x="285935" y="168158"/>
                    <a:pt x="281722" y="165617"/>
                  </a:cubicBezTo>
                  <a:cubicBezTo>
                    <a:pt x="279297" y="164156"/>
                    <a:pt x="276008" y="160867"/>
                    <a:pt x="274412" y="158311"/>
                  </a:cubicBezTo>
                  <a:cubicBezTo>
                    <a:pt x="271761" y="154048"/>
                    <a:pt x="271459" y="151443"/>
                    <a:pt x="270852" y="127090"/>
                  </a:cubicBezTo>
                  <a:lnTo>
                    <a:pt x="270189" y="100524"/>
                  </a:lnTo>
                  <a:lnTo>
                    <a:pt x="252917" y="100524"/>
                  </a:lnTo>
                  <a:lnTo>
                    <a:pt x="235649" y="100524"/>
                  </a:lnTo>
                  <a:lnTo>
                    <a:pt x="235298" y="153330"/>
                  </a:lnTo>
                  <a:lnTo>
                    <a:pt x="234951" y="206137"/>
                  </a:lnTo>
                  <a:lnTo>
                    <a:pt x="339932" y="206137"/>
                  </a:lnTo>
                  <a:lnTo>
                    <a:pt x="444917" y="206137"/>
                  </a:lnTo>
                  <a:close/>
                  <a:moveTo>
                    <a:pt x="643159" y="203506"/>
                  </a:moveTo>
                  <a:cubicBezTo>
                    <a:pt x="645418" y="201729"/>
                    <a:pt x="648346" y="195904"/>
                    <a:pt x="652182" y="185556"/>
                  </a:cubicBezTo>
                  <a:cubicBezTo>
                    <a:pt x="655305" y="177130"/>
                    <a:pt x="657614" y="170010"/>
                    <a:pt x="657318" y="169729"/>
                  </a:cubicBezTo>
                  <a:cubicBezTo>
                    <a:pt x="656781" y="169217"/>
                    <a:pt x="521077" y="143223"/>
                    <a:pt x="510311" y="141571"/>
                  </a:cubicBezTo>
                  <a:cubicBezTo>
                    <a:pt x="503493" y="140522"/>
                    <a:pt x="503613" y="139487"/>
                    <a:pt x="507861" y="162208"/>
                  </a:cubicBezTo>
                  <a:cubicBezTo>
                    <a:pt x="510246" y="174946"/>
                    <a:pt x="511582" y="179234"/>
                    <a:pt x="513721" y="180961"/>
                  </a:cubicBezTo>
                  <a:cubicBezTo>
                    <a:pt x="515428" y="182347"/>
                    <a:pt x="526309" y="185079"/>
                    <a:pt x="542130" y="188096"/>
                  </a:cubicBezTo>
                  <a:cubicBezTo>
                    <a:pt x="556229" y="190788"/>
                    <a:pt x="582715" y="195884"/>
                    <a:pt x="600982" y="199419"/>
                  </a:cubicBezTo>
                  <a:cubicBezTo>
                    <a:pt x="619249" y="202959"/>
                    <a:pt x="635461" y="205916"/>
                    <a:pt x="637003" y="205996"/>
                  </a:cubicBezTo>
                  <a:cubicBezTo>
                    <a:pt x="638549" y="206072"/>
                    <a:pt x="641321" y="204952"/>
                    <a:pt x="643159" y="203506"/>
                  </a:cubicBezTo>
                  <a:close/>
                  <a:moveTo>
                    <a:pt x="389088" y="137720"/>
                  </a:moveTo>
                  <a:lnTo>
                    <a:pt x="389088" y="126428"/>
                  </a:lnTo>
                  <a:lnTo>
                    <a:pt x="339932" y="126428"/>
                  </a:lnTo>
                  <a:lnTo>
                    <a:pt x="290780" y="126428"/>
                  </a:lnTo>
                  <a:lnTo>
                    <a:pt x="290780" y="137720"/>
                  </a:lnTo>
                  <a:lnTo>
                    <a:pt x="290780" y="149012"/>
                  </a:lnTo>
                  <a:lnTo>
                    <a:pt x="339932" y="149012"/>
                  </a:lnTo>
                  <a:lnTo>
                    <a:pt x="389088" y="149012"/>
                  </a:lnTo>
                  <a:close/>
                  <a:moveTo>
                    <a:pt x="411246" y="612607"/>
                  </a:moveTo>
                  <a:cubicBezTo>
                    <a:pt x="406345" y="608751"/>
                    <a:pt x="406320" y="601968"/>
                    <a:pt x="411186" y="598137"/>
                  </a:cubicBezTo>
                  <a:cubicBezTo>
                    <a:pt x="414645" y="595420"/>
                    <a:pt x="415730" y="595385"/>
                    <a:pt x="497598" y="595385"/>
                  </a:cubicBezTo>
                  <a:lnTo>
                    <a:pt x="580511" y="595385"/>
                  </a:lnTo>
                  <a:lnTo>
                    <a:pt x="583775" y="592126"/>
                  </a:lnTo>
                  <a:lnTo>
                    <a:pt x="587033" y="588863"/>
                  </a:lnTo>
                  <a:lnTo>
                    <a:pt x="587033" y="535589"/>
                  </a:lnTo>
                  <a:lnTo>
                    <a:pt x="587033" y="482321"/>
                  </a:lnTo>
                  <a:lnTo>
                    <a:pt x="563118" y="423383"/>
                  </a:lnTo>
                  <a:cubicBezTo>
                    <a:pt x="549968" y="390967"/>
                    <a:pt x="539208" y="363583"/>
                    <a:pt x="539208" y="362523"/>
                  </a:cubicBezTo>
                  <a:cubicBezTo>
                    <a:pt x="539208" y="361464"/>
                    <a:pt x="540448" y="359023"/>
                    <a:pt x="541959" y="357100"/>
                  </a:cubicBezTo>
                  <a:cubicBezTo>
                    <a:pt x="545218" y="352963"/>
                    <a:pt x="550857" y="352451"/>
                    <a:pt x="554909" y="355925"/>
                  </a:cubicBezTo>
                  <a:cubicBezTo>
                    <a:pt x="556510" y="357296"/>
                    <a:pt x="567486" y="382632"/>
                    <a:pt x="581626" y="417589"/>
                  </a:cubicBezTo>
                  <a:lnTo>
                    <a:pt x="605631" y="476933"/>
                  </a:lnTo>
                  <a:lnTo>
                    <a:pt x="605631" y="534896"/>
                  </a:lnTo>
                  <a:cubicBezTo>
                    <a:pt x="605631" y="585599"/>
                    <a:pt x="605365" y="593392"/>
                    <a:pt x="603487" y="597112"/>
                  </a:cubicBezTo>
                  <a:cubicBezTo>
                    <a:pt x="600455" y="603122"/>
                    <a:pt x="595208" y="608445"/>
                    <a:pt x="589027" y="611779"/>
                  </a:cubicBezTo>
                  <a:cubicBezTo>
                    <a:pt x="583765" y="614621"/>
                    <a:pt x="582896" y="614651"/>
                    <a:pt x="499260" y="615027"/>
                  </a:cubicBezTo>
                  <a:cubicBezTo>
                    <a:pt x="415102" y="615404"/>
                    <a:pt x="414791" y="615394"/>
                    <a:pt x="411246" y="612607"/>
                  </a:cubicBezTo>
                  <a:close/>
                  <a:moveTo>
                    <a:pt x="326651" y="565404"/>
                  </a:moveTo>
                  <a:cubicBezTo>
                    <a:pt x="324823" y="565083"/>
                    <a:pt x="318843" y="564159"/>
                    <a:pt x="313365" y="563345"/>
                  </a:cubicBezTo>
                  <a:cubicBezTo>
                    <a:pt x="300491" y="561443"/>
                    <a:pt x="283143" y="555744"/>
                    <a:pt x="269993" y="549096"/>
                  </a:cubicBezTo>
                  <a:cubicBezTo>
                    <a:pt x="217905" y="522755"/>
                    <a:pt x="184550" y="468448"/>
                    <a:pt x="184510" y="409907"/>
                  </a:cubicBezTo>
                  <a:cubicBezTo>
                    <a:pt x="184500" y="396882"/>
                    <a:pt x="187131" y="392127"/>
                    <a:pt x="194356" y="392127"/>
                  </a:cubicBezTo>
                  <a:cubicBezTo>
                    <a:pt x="202344" y="392127"/>
                    <a:pt x="203650" y="395215"/>
                    <a:pt x="204629" y="416504"/>
                  </a:cubicBezTo>
                  <a:cubicBezTo>
                    <a:pt x="205874" y="443643"/>
                    <a:pt x="212387" y="464119"/>
                    <a:pt x="226546" y="485419"/>
                  </a:cubicBezTo>
                  <a:cubicBezTo>
                    <a:pt x="270485" y="551516"/>
                    <a:pt x="360458" y="566278"/>
                    <a:pt x="423542" y="517734"/>
                  </a:cubicBezTo>
                  <a:cubicBezTo>
                    <a:pt x="445645" y="500723"/>
                    <a:pt x="462014" y="476346"/>
                    <a:pt x="471042" y="446972"/>
                  </a:cubicBezTo>
                  <a:cubicBezTo>
                    <a:pt x="474356" y="436187"/>
                    <a:pt x="474637" y="433486"/>
                    <a:pt x="474702" y="411388"/>
                  </a:cubicBezTo>
                  <a:cubicBezTo>
                    <a:pt x="474767" y="390360"/>
                    <a:pt x="474406" y="386112"/>
                    <a:pt x="471694" y="376185"/>
                  </a:cubicBezTo>
                  <a:cubicBezTo>
                    <a:pt x="468124" y="363111"/>
                    <a:pt x="460618" y="346461"/>
                    <a:pt x="453312" y="335409"/>
                  </a:cubicBezTo>
                  <a:cubicBezTo>
                    <a:pt x="446740" y="325468"/>
                    <a:pt x="430682" y="308637"/>
                    <a:pt x="420394" y="300900"/>
                  </a:cubicBezTo>
                  <a:cubicBezTo>
                    <a:pt x="394968" y="281784"/>
                    <a:pt x="359328" y="271873"/>
                    <a:pt x="327525" y="275076"/>
                  </a:cubicBezTo>
                  <a:cubicBezTo>
                    <a:pt x="279172" y="279952"/>
                    <a:pt x="239109" y="307698"/>
                    <a:pt x="217578" y="351226"/>
                  </a:cubicBezTo>
                  <a:cubicBezTo>
                    <a:pt x="213170" y="360138"/>
                    <a:pt x="210961" y="363176"/>
                    <a:pt x="207958" y="364416"/>
                  </a:cubicBezTo>
                  <a:cubicBezTo>
                    <a:pt x="203062" y="366445"/>
                    <a:pt x="197770" y="363894"/>
                    <a:pt x="195912" y="358617"/>
                  </a:cubicBezTo>
                  <a:cubicBezTo>
                    <a:pt x="194265" y="353927"/>
                    <a:pt x="199216" y="342198"/>
                    <a:pt x="209655" y="326055"/>
                  </a:cubicBezTo>
                  <a:cubicBezTo>
                    <a:pt x="256446" y="253696"/>
                    <a:pt x="353976" y="233386"/>
                    <a:pt x="425516" y="281106"/>
                  </a:cubicBezTo>
                  <a:cubicBezTo>
                    <a:pt x="498396" y="329720"/>
                    <a:pt x="516974" y="426923"/>
                    <a:pt x="467231" y="499357"/>
                  </a:cubicBezTo>
                  <a:cubicBezTo>
                    <a:pt x="445359" y="531206"/>
                    <a:pt x="408118" y="555583"/>
                    <a:pt x="370289" y="562813"/>
                  </a:cubicBezTo>
                  <a:cubicBezTo>
                    <a:pt x="359187" y="564932"/>
                    <a:pt x="332897" y="566494"/>
                    <a:pt x="326651" y="565404"/>
                  </a:cubicBezTo>
                  <a:close/>
                  <a:moveTo>
                    <a:pt x="121656" y="556713"/>
                  </a:moveTo>
                  <a:cubicBezTo>
                    <a:pt x="115525" y="553143"/>
                    <a:pt x="116273" y="542769"/>
                    <a:pt x="122876" y="539762"/>
                  </a:cubicBezTo>
                  <a:cubicBezTo>
                    <a:pt x="128203" y="537332"/>
                    <a:pt x="184941" y="537733"/>
                    <a:pt x="189772" y="540228"/>
                  </a:cubicBezTo>
                  <a:cubicBezTo>
                    <a:pt x="196334" y="543623"/>
                    <a:pt x="196394" y="553339"/>
                    <a:pt x="189872" y="556828"/>
                  </a:cubicBezTo>
                  <a:cubicBezTo>
                    <a:pt x="186418" y="558676"/>
                    <a:pt x="124854" y="558571"/>
                    <a:pt x="121656" y="556713"/>
                  </a:cubicBezTo>
                  <a:close/>
                  <a:moveTo>
                    <a:pt x="329347" y="522238"/>
                  </a:moveTo>
                  <a:cubicBezTo>
                    <a:pt x="313079" y="515404"/>
                    <a:pt x="306326" y="495727"/>
                    <a:pt x="315102" y="480774"/>
                  </a:cubicBezTo>
                  <a:cubicBezTo>
                    <a:pt x="317151" y="477285"/>
                    <a:pt x="321288" y="472801"/>
                    <a:pt x="324301" y="470807"/>
                  </a:cubicBezTo>
                  <a:cubicBezTo>
                    <a:pt x="329066" y="467659"/>
                    <a:pt x="331095" y="467187"/>
                    <a:pt x="339932" y="467187"/>
                  </a:cubicBezTo>
                  <a:cubicBezTo>
                    <a:pt x="348769" y="467187"/>
                    <a:pt x="350802" y="467654"/>
                    <a:pt x="355567" y="470807"/>
                  </a:cubicBezTo>
                  <a:cubicBezTo>
                    <a:pt x="372619" y="482090"/>
                    <a:pt x="372920" y="507125"/>
                    <a:pt x="356150" y="518899"/>
                  </a:cubicBezTo>
                  <a:cubicBezTo>
                    <a:pt x="351395" y="522238"/>
                    <a:pt x="348965" y="522961"/>
                    <a:pt x="341538" y="523258"/>
                  </a:cubicBezTo>
                  <a:cubicBezTo>
                    <a:pt x="336638" y="523458"/>
                    <a:pt x="331150" y="522996"/>
                    <a:pt x="329347" y="522238"/>
                  </a:cubicBezTo>
                  <a:close/>
                  <a:moveTo>
                    <a:pt x="345731" y="502294"/>
                  </a:moveTo>
                  <a:cubicBezTo>
                    <a:pt x="350576" y="498488"/>
                    <a:pt x="350576" y="491680"/>
                    <a:pt x="345731" y="487874"/>
                  </a:cubicBezTo>
                  <a:cubicBezTo>
                    <a:pt x="343808" y="486357"/>
                    <a:pt x="341197" y="485122"/>
                    <a:pt x="339932" y="485122"/>
                  </a:cubicBezTo>
                  <a:cubicBezTo>
                    <a:pt x="335478" y="485122"/>
                    <a:pt x="330633" y="490309"/>
                    <a:pt x="330633" y="495084"/>
                  </a:cubicBezTo>
                  <a:cubicBezTo>
                    <a:pt x="330633" y="499859"/>
                    <a:pt x="335478" y="505046"/>
                    <a:pt x="339932" y="505046"/>
                  </a:cubicBezTo>
                  <a:cubicBezTo>
                    <a:pt x="341197" y="505046"/>
                    <a:pt x="343808" y="503811"/>
                    <a:pt x="345731" y="502294"/>
                  </a:cubicBezTo>
                  <a:close/>
                  <a:moveTo>
                    <a:pt x="253449" y="478490"/>
                  </a:moveTo>
                  <a:cubicBezTo>
                    <a:pt x="226441" y="464215"/>
                    <a:pt x="236734" y="424011"/>
                    <a:pt x="267397" y="424011"/>
                  </a:cubicBezTo>
                  <a:cubicBezTo>
                    <a:pt x="283600" y="424011"/>
                    <a:pt x="297730" y="440706"/>
                    <a:pt x="295294" y="456989"/>
                  </a:cubicBezTo>
                  <a:cubicBezTo>
                    <a:pt x="294104" y="464943"/>
                    <a:pt x="287416" y="474332"/>
                    <a:pt x="280276" y="478068"/>
                  </a:cubicBezTo>
                  <a:cubicBezTo>
                    <a:pt x="272765" y="482004"/>
                    <a:pt x="260458" y="482195"/>
                    <a:pt x="253449" y="478490"/>
                  </a:cubicBezTo>
                  <a:close/>
                  <a:moveTo>
                    <a:pt x="273091" y="459646"/>
                  </a:moveTo>
                  <a:cubicBezTo>
                    <a:pt x="281185" y="452044"/>
                    <a:pt x="271254" y="438557"/>
                    <a:pt x="262020" y="444612"/>
                  </a:cubicBezTo>
                  <a:cubicBezTo>
                    <a:pt x="257275" y="447715"/>
                    <a:pt x="255814" y="452541"/>
                    <a:pt x="258209" y="457175"/>
                  </a:cubicBezTo>
                  <a:cubicBezTo>
                    <a:pt x="261357" y="463261"/>
                    <a:pt x="268060" y="464375"/>
                    <a:pt x="273091" y="459646"/>
                  </a:cubicBezTo>
                  <a:close/>
                  <a:moveTo>
                    <a:pt x="399592" y="478068"/>
                  </a:moveTo>
                  <a:cubicBezTo>
                    <a:pt x="392452" y="474332"/>
                    <a:pt x="385764" y="464943"/>
                    <a:pt x="384574" y="456989"/>
                  </a:cubicBezTo>
                  <a:cubicBezTo>
                    <a:pt x="382119" y="440565"/>
                    <a:pt x="396268" y="424011"/>
                    <a:pt x="412762" y="424011"/>
                  </a:cubicBezTo>
                  <a:cubicBezTo>
                    <a:pt x="424396" y="424011"/>
                    <a:pt x="434247" y="430177"/>
                    <a:pt x="439037" y="440460"/>
                  </a:cubicBezTo>
                  <a:cubicBezTo>
                    <a:pt x="445896" y="455197"/>
                    <a:pt x="440463" y="471244"/>
                    <a:pt x="426133" y="478555"/>
                  </a:cubicBezTo>
                  <a:cubicBezTo>
                    <a:pt x="418898" y="482245"/>
                    <a:pt x="407164" y="482035"/>
                    <a:pt x="399592" y="478068"/>
                  </a:cubicBezTo>
                  <a:close/>
                  <a:moveTo>
                    <a:pt x="417592" y="461709"/>
                  </a:moveTo>
                  <a:cubicBezTo>
                    <a:pt x="418772" y="461257"/>
                    <a:pt x="420615" y="459199"/>
                    <a:pt x="421680" y="457135"/>
                  </a:cubicBezTo>
                  <a:cubicBezTo>
                    <a:pt x="426917" y="447012"/>
                    <a:pt x="412185" y="437728"/>
                    <a:pt x="405662" y="447043"/>
                  </a:cubicBezTo>
                  <a:cubicBezTo>
                    <a:pt x="399938" y="455212"/>
                    <a:pt x="408163" y="465329"/>
                    <a:pt x="417592" y="461709"/>
                  </a:cubicBezTo>
                  <a:close/>
                  <a:moveTo>
                    <a:pt x="328207" y="442252"/>
                  </a:moveTo>
                  <a:cubicBezTo>
                    <a:pt x="321550" y="440119"/>
                    <a:pt x="311256" y="430187"/>
                    <a:pt x="308655" y="423378"/>
                  </a:cubicBezTo>
                  <a:cubicBezTo>
                    <a:pt x="305156" y="414220"/>
                    <a:pt x="306371" y="400869"/>
                    <a:pt x="311452" y="392629"/>
                  </a:cubicBezTo>
                  <a:cubicBezTo>
                    <a:pt x="316026" y="385213"/>
                    <a:pt x="326199" y="378349"/>
                    <a:pt x="334604" y="377004"/>
                  </a:cubicBezTo>
                  <a:cubicBezTo>
                    <a:pt x="347368" y="374965"/>
                    <a:pt x="361572" y="381538"/>
                    <a:pt x="368431" y="392660"/>
                  </a:cubicBezTo>
                  <a:cubicBezTo>
                    <a:pt x="373949" y="401607"/>
                    <a:pt x="374868" y="415631"/>
                    <a:pt x="370520" y="424609"/>
                  </a:cubicBezTo>
                  <a:cubicBezTo>
                    <a:pt x="366930" y="432030"/>
                    <a:pt x="357766" y="440294"/>
                    <a:pt x="350817" y="442373"/>
                  </a:cubicBezTo>
                  <a:cubicBezTo>
                    <a:pt x="344556" y="444251"/>
                    <a:pt x="334278" y="444196"/>
                    <a:pt x="328207" y="442252"/>
                  </a:cubicBezTo>
                  <a:close/>
                  <a:moveTo>
                    <a:pt x="347348" y="422831"/>
                  </a:moveTo>
                  <a:cubicBezTo>
                    <a:pt x="355748" y="417709"/>
                    <a:pt x="356632" y="405860"/>
                    <a:pt x="349085" y="399513"/>
                  </a:cubicBezTo>
                  <a:cubicBezTo>
                    <a:pt x="337612" y="389858"/>
                    <a:pt x="320957" y="402300"/>
                    <a:pt x="326721" y="416218"/>
                  </a:cubicBezTo>
                  <a:cubicBezTo>
                    <a:pt x="328674" y="420928"/>
                    <a:pt x="335051" y="425327"/>
                    <a:pt x="339932" y="425327"/>
                  </a:cubicBezTo>
                  <a:cubicBezTo>
                    <a:pt x="341759" y="425327"/>
                    <a:pt x="345098" y="424207"/>
                    <a:pt x="347348" y="422831"/>
                  </a:cubicBezTo>
                  <a:close/>
                  <a:moveTo>
                    <a:pt x="257149" y="395516"/>
                  </a:moveTo>
                  <a:cubicBezTo>
                    <a:pt x="240469" y="389566"/>
                    <a:pt x="233164" y="371074"/>
                    <a:pt x="241157" y="355037"/>
                  </a:cubicBezTo>
                  <a:cubicBezTo>
                    <a:pt x="249317" y="338658"/>
                    <a:pt x="270520" y="334204"/>
                    <a:pt x="284700" y="345888"/>
                  </a:cubicBezTo>
                  <a:cubicBezTo>
                    <a:pt x="302650" y="360685"/>
                    <a:pt x="296359" y="390385"/>
                    <a:pt x="274090" y="395994"/>
                  </a:cubicBezTo>
                  <a:cubicBezTo>
                    <a:pt x="266745" y="397841"/>
                    <a:pt x="263411" y="397751"/>
                    <a:pt x="257149" y="395516"/>
                  </a:cubicBezTo>
                  <a:close/>
                  <a:moveTo>
                    <a:pt x="273508" y="374855"/>
                  </a:moveTo>
                  <a:cubicBezTo>
                    <a:pt x="279453" y="368910"/>
                    <a:pt x="274999" y="358913"/>
                    <a:pt x="266408" y="358913"/>
                  </a:cubicBezTo>
                  <a:cubicBezTo>
                    <a:pt x="260950" y="358913"/>
                    <a:pt x="257124" y="362749"/>
                    <a:pt x="257124" y="368212"/>
                  </a:cubicBezTo>
                  <a:cubicBezTo>
                    <a:pt x="257124" y="376602"/>
                    <a:pt x="267543" y="380825"/>
                    <a:pt x="273508" y="374855"/>
                  </a:cubicBezTo>
                  <a:close/>
                  <a:moveTo>
                    <a:pt x="404668" y="395752"/>
                  </a:moveTo>
                  <a:cubicBezTo>
                    <a:pt x="382927" y="388668"/>
                    <a:pt x="377580" y="360389"/>
                    <a:pt x="395229" y="345843"/>
                  </a:cubicBezTo>
                  <a:cubicBezTo>
                    <a:pt x="409257" y="334280"/>
                    <a:pt x="430672" y="338904"/>
                    <a:pt x="438822" y="355258"/>
                  </a:cubicBezTo>
                  <a:cubicBezTo>
                    <a:pt x="446042" y="369748"/>
                    <a:pt x="440398" y="386820"/>
                    <a:pt x="425907" y="394311"/>
                  </a:cubicBezTo>
                  <a:cubicBezTo>
                    <a:pt x="420685" y="397013"/>
                    <a:pt x="410633" y="397696"/>
                    <a:pt x="404668" y="395752"/>
                  </a:cubicBezTo>
                  <a:close/>
                  <a:moveTo>
                    <a:pt x="420324" y="374840"/>
                  </a:moveTo>
                  <a:cubicBezTo>
                    <a:pt x="425867" y="368709"/>
                    <a:pt x="421644" y="358913"/>
                    <a:pt x="413460" y="358913"/>
                  </a:cubicBezTo>
                  <a:cubicBezTo>
                    <a:pt x="407872" y="358913"/>
                    <a:pt x="403699" y="362890"/>
                    <a:pt x="403699" y="368212"/>
                  </a:cubicBezTo>
                  <a:cubicBezTo>
                    <a:pt x="403699" y="376457"/>
                    <a:pt x="414841" y="380895"/>
                    <a:pt x="420324" y="374840"/>
                  </a:cubicBezTo>
                  <a:close/>
                  <a:moveTo>
                    <a:pt x="329970" y="352933"/>
                  </a:moveTo>
                  <a:cubicBezTo>
                    <a:pt x="319878" y="349358"/>
                    <a:pt x="310739" y="336509"/>
                    <a:pt x="310714" y="325854"/>
                  </a:cubicBezTo>
                  <a:cubicBezTo>
                    <a:pt x="310684" y="313884"/>
                    <a:pt x="321193" y="300704"/>
                    <a:pt x="333033" y="297867"/>
                  </a:cubicBezTo>
                  <a:cubicBezTo>
                    <a:pt x="356687" y="292188"/>
                    <a:pt x="376907" y="317589"/>
                    <a:pt x="365810" y="339040"/>
                  </a:cubicBezTo>
                  <a:cubicBezTo>
                    <a:pt x="363024" y="344427"/>
                    <a:pt x="353940" y="351949"/>
                    <a:pt x="348332" y="353505"/>
                  </a:cubicBezTo>
                  <a:cubicBezTo>
                    <a:pt x="341599" y="355373"/>
                    <a:pt x="336412" y="355212"/>
                    <a:pt x="329970" y="352933"/>
                  </a:cubicBezTo>
                  <a:close/>
                  <a:moveTo>
                    <a:pt x="346805" y="332803"/>
                  </a:moveTo>
                  <a:cubicBezTo>
                    <a:pt x="350089" y="329826"/>
                    <a:pt x="349969" y="322450"/>
                    <a:pt x="346575" y="319061"/>
                  </a:cubicBezTo>
                  <a:cubicBezTo>
                    <a:pt x="340946" y="313427"/>
                    <a:pt x="330633" y="317529"/>
                    <a:pt x="330633" y="325407"/>
                  </a:cubicBezTo>
                  <a:cubicBezTo>
                    <a:pt x="330633" y="331352"/>
                    <a:pt x="334032" y="335003"/>
                    <a:pt x="339570" y="335003"/>
                  </a:cubicBezTo>
                  <a:cubicBezTo>
                    <a:pt x="342211" y="335003"/>
                    <a:pt x="345470" y="334014"/>
                    <a:pt x="346805" y="332803"/>
                  </a:cubicBezTo>
                  <a:close/>
                </a:path>
              </a:pathLst>
            </a:custGeom>
            <a:solidFill>
              <a:srgbClr val="010000"/>
            </a:solidFill>
            <a:ln w="500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326D9C1D-36DC-3E78-4B38-3EC76374C0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818" y="2299216"/>
            <a:ext cx="662124" cy="662124"/>
          </a:xfrm>
          <a:prstGeom prst="rect">
            <a:avLst/>
          </a:prstGeom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808EAE-8FB6-49E9-4865-B189394947EE}"/>
              </a:ext>
            </a:extLst>
          </p:cNvPr>
          <p:cNvCxnSpPr>
            <a:cxnSpLocks/>
          </p:cNvCxnSpPr>
          <p:nvPr/>
        </p:nvCxnSpPr>
        <p:spPr>
          <a:xfrm>
            <a:off x="1172905" y="2608792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26D6477-9328-D7A1-C4BD-9F0F890F0623}"/>
              </a:ext>
            </a:extLst>
          </p:cNvPr>
          <p:cNvCxnSpPr>
            <a:cxnSpLocks/>
          </p:cNvCxnSpPr>
          <p:nvPr/>
        </p:nvCxnSpPr>
        <p:spPr>
          <a:xfrm>
            <a:off x="3030145" y="2608792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FE7BECE-CEF9-EDFF-CAC4-784643990FE8}"/>
              </a:ext>
            </a:extLst>
          </p:cNvPr>
          <p:cNvSpPr txBox="1"/>
          <p:nvPr/>
        </p:nvSpPr>
        <p:spPr>
          <a:xfrm>
            <a:off x="525158" y="2961340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Node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76D6CA-0537-CBFA-49FE-4D80EC0B25A2}"/>
              </a:ext>
            </a:extLst>
          </p:cNvPr>
          <p:cNvSpPr txBox="1"/>
          <p:nvPr/>
        </p:nvSpPr>
        <p:spPr>
          <a:xfrm>
            <a:off x="4199076" y="2961340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Proxima Soft Medium" panose="02000506030000020004" pitchFamily="2" charset="0"/>
              </a:rPr>
              <a:t>Node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D7B1DC-443B-DF35-BAFD-62F485BC7C29}"/>
              </a:ext>
            </a:extLst>
          </p:cNvPr>
          <p:cNvSpPr txBox="1"/>
          <p:nvPr/>
        </p:nvSpPr>
        <p:spPr>
          <a:xfrm>
            <a:off x="2349262" y="2961340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Switch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C11D67-4D5D-DF18-6546-FD166A084EBA}"/>
              </a:ext>
            </a:extLst>
          </p:cNvPr>
          <p:cNvSpPr txBox="1"/>
          <p:nvPr/>
        </p:nvSpPr>
        <p:spPr>
          <a:xfrm>
            <a:off x="1353516" y="2191174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65C7F1-C9BD-A8A9-3419-5206D43DC3D5}"/>
              </a:ext>
            </a:extLst>
          </p:cNvPr>
          <p:cNvSpPr txBox="1"/>
          <p:nvPr/>
        </p:nvSpPr>
        <p:spPr>
          <a:xfrm>
            <a:off x="3177557" y="2191174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C01F4752-C31A-18E6-1A27-F6E43B6C2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436" y="2586053"/>
            <a:ext cx="569301" cy="56930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F7EC5E55-C3BD-E89B-D211-34844B115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913" y="2586053"/>
            <a:ext cx="569301" cy="569301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142723D-E115-C434-A7A0-8CEE3965F293}"/>
              </a:ext>
            </a:extLst>
          </p:cNvPr>
          <p:cNvSpPr txBox="1"/>
          <p:nvPr/>
        </p:nvSpPr>
        <p:spPr>
          <a:xfrm>
            <a:off x="1299043" y="3962297"/>
            <a:ext cx="2688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Proxima Soft Medium" panose="02000506030000020004" pitchFamily="2" charset="0"/>
              </a:rPr>
              <a:t>Quantum Network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05E295E0-B760-05F2-BB11-414964914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464244" y="4949895"/>
            <a:ext cx="601686" cy="601686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4AB9C748-9976-99B9-1654-853283EEC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4216346" y="4985040"/>
            <a:ext cx="515756" cy="515756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7CA3B37-A67B-F5C4-0EB9-3CCF420AC291}"/>
              </a:ext>
            </a:extLst>
          </p:cNvPr>
          <p:cNvCxnSpPr>
            <a:cxnSpLocks/>
          </p:cNvCxnSpPr>
          <p:nvPr/>
        </p:nvCxnSpPr>
        <p:spPr>
          <a:xfrm>
            <a:off x="1172905" y="5255163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E9B86EC-EE9A-73DE-F8B3-0BA313413147}"/>
              </a:ext>
            </a:extLst>
          </p:cNvPr>
          <p:cNvCxnSpPr>
            <a:cxnSpLocks/>
          </p:cNvCxnSpPr>
          <p:nvPr/>
        </p:nvCxnSpPr>
        <p:spPr>
          <a:xfrm>
            <a:off x="3030145" y="5255163"/>
            <a:ext cx="1062037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EC1E0B3-4C49-B7C9-1E6F-55932DE80DA8}"/>
              </a:ext>
            </a:extLst>
          </p:cNvPr>
          <p:cNvSpPr txBox="1"/>
          <p:nvPr/>
        </p:nvSpPr>
        <p:spPr>
          <a:xfrm>
            <a:off x="2326818" y="5624431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Switch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49FD18-1CF3-A6F6-C0BE-2892E6528BBC}"/>
              </a:ext>
            </a:extLst>
          </p:cNvPr>
          <p:cNvSpPr txBox="1"/>
          <p:nvPr/>
        </p:nvSpPr>
        <p:spPr>
          <a:xfrm>
            <a:off x="1351135" y="4837545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50C51A-A666-942C-C125-30A69719368D}"/>
              </a:ext>
            </a:extLst>
          </p:cNvPr>
          <p:cNvSpPr txBox="1"/>
          <p:nvPr/>
        </p:nvSpPr>
        <p:spPr>
          <a:xfrm>
            <a:off x="3177556" y="4837545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Channel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C2EDD9C-8DB8-B722-BCD1-B215A61A4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27833" y="5036635"/>
            <a:ext cx="427534" cy="427534"/>
          </a:xfrm>
          <a:prstGeom prst="rect">
            <a:avLst/>
          </a:prstGeom>
        </p:spPr>
      </p:pic>
      <p:grpSp>
        <p:nvGrpSpPr>
          <p:cNvPr id="68" name="Group 67">
            <a:extLst>
              <a:ext uri="{FF2B5EF4-FFF2-40B4-BE49-F238E27FC236}">
                <a16:creationId xmlns:a16="http://schemas.microsoft.com/office/drawing/2014/main" id="{BBBF1065-CBEC-3C40-E8F7-BB72FCBCAC97}"/>
              </a:ext>
            </a:extLst>
          </p:cNvPr>
          <p:cNvGrpSpPr/>
          <p:nvPr/>
        </p:nvGrpSpPr>
        <p:grpSpPr>
          <a:xfrm>
            <a:off x="1442549" y="5262125"/>
            <a:ext cx="569301" cy="569301"/>
            <a:chOff x="4893836" y="4991100"/>
            <a:chExt cx="569301" cy="569301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10436AD5-C506-B1F1-AF55-E7B62E5464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3836" y="4991100"/>
              <a:ext cx="569301" cy="569301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61B4BE10-6638-6B00-2E6F-507FFF94BE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4926685" y="5075725"/>
              <a:ext cx="400050" cy="40005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58B7C4D-EEB0-AB5D-5D58-1C183B27F6BB}"/>
              </a:ext>
            </a:extLst>
          </p:cNvPr>
          <p:cNvGrpSpPr/>
          <p:nvPr/>
        </p:nvGrpSpPr>
        <p:grpSpPr>
          <a:xfrm>
            <a:off x="3310243" y="5262125"/>
            <a:ext cx="569301" cy="569301"/>
            <a:chOff x="6740313" y="4991100"/>
            <a:chExt cx="569301" cy="56930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C9D9E67-7C28-C762-E6BE-1047E06014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0313" y="4991100"/>
              <a:ext cx="569301" cy="569301"/>
            </a:xfrm>
            <a:prstGeom prst="rect">
              <a:avLst/>
            </a:prstGeom>
          </p:spPr>
        </p:pic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0E4C6E2D-CFF4-5026-7AE9-FAFCFD9DC1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6775445" y="5089402"/>
              <a:ext cx="400050" cy="400050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0D2BB8D3-3030-B83D-03FA-8B252DE198C9}"/>
              </a:ext>
            </a:extLst>
          </p:cNvPr>
          <p:cNvSpPr txBox="1"/>
          <p:nvPr/>
        </p:nvSpPr>
        <p:spPr>
          <a:xfrm>
            <a:off x="523788" y="5624431"/>
            <a:ext cx="5597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latin typeface="Proxima Soft Medium" panose="02000506030000020004" pitchFamily="2" charset="0"/>
              </a:rPr>
              <a:t>Node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01C0204-6B78-DCCA-F9DC-38BC1217F235}"/>
              </a:ext>
            </a:extLst>
          </p:cNvPr>
          <p:cNvSpPr txBox="1"/>
          <p:nvPr/>
        </p:nvSpPr>
        <p:spPr>
          <a:xfrm>
            <a:off x="4205215" y="5624431"/>
            <a:ext cx="5581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Proxima Soft Medium" panose="02000506030000020004" pitchFamily="2" charset="0"/>
              </a:rPr>
              <a:t>Node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31F5103-11D1-9DD5-7C7A-43F626DDA0F8}"/>
              </a:ext>
            </a:extLst>
          </p:cNvPr>
          <p:cNvGrpSpPr/>
          <p:nvPr/>
        </p:nvGrpSpPr>
        <p:grpSpPr>
          <a:xfrm>
            <a:off x="4800337" y="1106344"/>
            <a:ext cx="7196659" cy="4245617"/>
            <a:chOff x="4800337" y="1106344"/>
            <a:chExt cx="7196659" cy="4245617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B9F92567-FDCA-4E6D-E061-7F4E169E4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0337" y="2507087"/>
              <a:ext cx="686347" cy="257577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9FD28995-08FF-47DE-525E-54FDB799DB84}"/>
                </a:ext>
              </a:extLst>
            </p:cNvPr>
            <p:cNvCxnSpPr>
              <a:cxnSpLocks/>
            </p:cNvCxnSpPr>
            <p:nvPr/>
          </p:nvCxnSpPr>
          <p:spPr>
            <a:xfrm>
              <a:off x="4800337" y="5082516"/>
              <a:ext cx="708355" cy="14825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C1327CD-0CCC-CC28-514A-BC418A8A0A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8903" y="3099839"/>
              <a:ext cx="4337976" cy="198267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98BDECAA-4066-2115-3DDE-B0CDE5A91A7A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 flipV="1">
              <a:off x="4818903" y="4376280"/>
              <a:ext cx="3924445" cy="7062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8729B94-E3F2-F1B3-932F-B00EC000CD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0998" y="3400600"/>
              <a:ext cx="2927042" cy="1951361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BB1DEDE-926B-2F3B-AC0D-DD75AD4F7A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40998" y="1106345"/>
              <a:ext cx="2927041" cy="1951360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F163841-9D68-711B-3674-DC0457DACC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7"/>
            <a:stretch>
              <a:fillRect/>
            </a:stretch>
          </p:blipFill>
          <p:spPr>
            <a:xfrm>
              <a:off x="8749369" y="1106344"/>
              <a:ext cx="3247627" cy="1951359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732E384-B645-C7CE-71CC-0A0B4108AD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39" t="15023" b="10239"/>
            <a:stretch>
              <a:fillRect/>
            </a:stretch>
          </p:blipFill>
          <p:spPr>
            <a:xfrm>
              <a:off x="8743348" y="3400600"/>
              <a:ext cx="3253648" cy="19513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8949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63E8A-2CAD-AEB2-C77D-3F372EB5E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A1C42-FA06-D85B-C208-7C1B2D9673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799" y="1583539"/>
            <a:ext cx="9144401" cy="365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38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A9831-7E42-46DB-1A18-1B8F78B5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A8E9DF-095F-FD24-5211-F1C3F5693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422" y="1448647"/>
            <a:ext cx="9153156" cy="413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21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30821-6A92-2B19-DD5C-8104DE25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8F8C522-6BE5-8F26-870E-C5BF86DF67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56" y="4474634"/>
            <a:ext cx="3666515" cy="165438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717B2B7-EAFF-24D9-3164-F79D04666AA4}"/>
              </a:ext>
            </a:extLst>
          </p:cNvPr>
          <p:cNvGrpSpPr/>
          <p:nvPr/>
        </p:nvGrpSpPr>
        <p:grpSpPr>
          <a:xfrm>
            <a:off x="3513665" y="1113367"/>
            <a:ext cx="7359911" cy="3903133"/>
            <a:chOff x="3513665" y="1113367"/>
            <a:chExt cx="7359911" cy="390313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E09F6F1-019D-D4B4-69DA-44F794E819C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4958886" y="1113367"/>
              <a:ext cx="5914690" cy="3475567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BBD36E-97AC-30FC-C117-593AC917BEF1}"/>
                </a:ext>
              </a:extLst>
            </p:cNvPr>
            <p:cNvSpPr/>
            <p:nvPr/>
          </p:nvSpPr>
          <p:spPr>
            <a:xfrm>
              <a:off x="3513665" y="4364567"/>
              <a:ext cx="588433" cy="65193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5106D49-CB84-207F-F6E8-EE1B4B7CCA26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flipV="1">
              <a:off x="3599839" y="1456267"/>
              <a:ext cx="1552128" cy="300377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6B7A496-E5E5-1D6C-4BC9-B5507B4B0B4B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 flipV="1">
              <a:off x="3807882" y="4631267"/>
              <a:ext cx="6606118" cy="38523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CCCC91B-0194-AF2E-EC04-611805B183E3}"/>
                </a:ext>
              </a:extLst>
            </p:cNvPr>
            <p:cNvSpPr/>
            <p:nvPr/>
          </p:nvSpPr>
          <p:spPr>
            <a:xfrm>
              <a:off x="5113867" y="1236133"/>
              <a:ext cx="5609166" cy="3395134"/>
            </a:xfrm>
            <a:prstGeom prst="roundRect">
              <a:avLst>
                <a:gd name="adj" fmla="val 1105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0359D2E4-5791-F165-2106-6C25EDB66706}"/>
              </a:ext>
            </a:extLst>
          </p:cNvPr>
          <p:cNvSpPr/>
          <p:nvPr/>
        </p:nvSpPr>
        <p:spPr>
          <a:xfrm>
            <a:off x="8845551" y="2938464"/>
            <a:ext cx="68262" cy="682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91FF04-A544-97BF-98BD-CDC073201907}"/>
              </a:ext>
            </a:extLst>
          </p:cNvPr>
          <p:cNvGrpSpPr/>
          <p:nvPr/>
        </p:nvGrpSpPr>
        <p:grpSpPr>
          <a:xfrm>
            <a:off x="8913813" y="5316689"/>
            <a:ext cx="529552" cy="532709"/>
            <a:chOff x="8237277" y="5157874"/>
            <a:chExt cx="529552" cy="53270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C915934-D5F7-1115-B40C-95DF86A8BD87}"/>
                </a:ext>
              </a:extLst>
            </p:cNvPr>
            <p:cNvSpPr/>
            <p:nvPr userDrawn="1"/>
          </p:nvSpPr>
          <p:spPr>
            <a:xfrm>
              <a:off x="8237277" y="5157874"/>
              <a:ext cx="529552" cy="532709"/>
            </a:xfrm>
            <a:prstGeom prst="rect">
              <a:avLst/>
            </a:prstGeom>
            <a:solidFill>
              <a:srgbClr val="FF82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51D08EC7-9D14-BE47-B636-77DCD850D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5800" y="5214938"/>
              <a:ext cx="393700" cy="393700"/>
            </a:xfrm>
            <a:custGeom>
              <a:avLst/>
              <a:gdLst>
                <a:gd name="T0" fmla="*/ 691 w 691"/>
                <a:gd name="T1" fmla="*/ 0 h 690"/>
                <a:gd name="T2" fmla="*/ 691 w 691"/>
                <a:gd name="T3" fmla="*/ 0 h 690"/>
                <a:gd name="T4" fmla="*/ 691 w 691"/>
                <a:gd name="T5" fmla="*/ 232 h 690"/>
                <a:gd name="T6" fmla="*/ 604 w 691"/>
                <a:gd name="T7" fmla="*/ 232 h 690"/>
                <a:gd name="T8" fmla="*/ 509 w 691"/>
                <a:gd name="T9" fmla="*/ 154 h 690"/>
                <a:gd name="T10" fmla="*/ 423 w 691"/>
                <a:gd name="T11" fmla="*/ 200 h 690"/>
                <a:gd name="T12" fmla="*/ 423 w 691"/>
                <a:gd name="T13" fmla="*/ 491 h 690"/>
                <a:gd name="T14" fmla="*/ 531 w 691"/>
                <a:gd name="T15" fmla="*/ 604 h 690"/>
                <a:gd name="T16" fmla="*/ 531 w 691"/>
                <a:gd name="T17" fmla="*/ 604 h 690"/>
                <a:gd name="T18" fmla="*/ 531 w 691"/>
                <a:gd name="T19" fmla="*/ 690 h 690"/>
                <a:gd name="T20" fmla="*/ 159 w 691"/>
                <a:gd name="T21" fmla="*/ 690 h 690"/>
                <a:gd name="T22" fmla="*/ 159 w 691"/>
                <a:gd name="T23" fmla="*/ 604 h 690"/>
                <a:gd name="T24" fmla="*/ 160 w 691"/>
                <a:gd name="T25" fmla="*/ 604 h 690"/>
                <a:gd name="T26" fmla="*/ 267 w 691"/>
                <a:gd name="T27" fmla="*/ 491 h 690"/>
                <a:gd name="T28" fmla="*/ 267 w 691"/>
                <a:gd name="T29" fmla="*/ 200 h 690"/>
                <a:gd name="T30" fmla="*/ 181 w 691"/>
                <a:gd name="T31" fmla="*/ 154 h 690"/>
                <a:gd name="T32" fmla="*/ 86 w 691"/>
                <a:gd name="T33" fmla="*/ 232 h 690"/>
                <a:gd name="T34" fmla="*/ 0 w 691"/>
                <a:gd name="T35" fmla="*/ 232 h 690"/>
                <a:gd name="T36" fmla="*/ 0 w 691"/>
                <a:gd name="T37" fmla="*/ 0 h 690"/>
                <a:gd name="T38" fmla="*/ 691 w 691"/>
                <a:gd name="T39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91" h="690">
                  <a:moveTo>
                    <a:pt x="691" y="0"/>
                  </a:moveTo>
                  <a:lnTo>
                    <a:pt x="691" y="0"/>
                  </a:lnTo>
                  <a:lnTo>
                    <a:pt x="691" y="232"/>
                  </a:lnTo>
                  <a:lnTo>
                    <a:pt x="604" y="232"/>
                  </a:lnTo>
                  <a:cubicBezTo>
                    <a:pt x="604" y="189"/>
                    <a:pt x="562" y="154"/>
                    <a:pt x="509" y="154"/>
                  </a:cubicBezTo>
                  <a:cubicBezTo>
                    <a:pt x="471" y="154"/>
                    <a:pt x="438" y="173"/>
                    <a:pt x="423" y="200"/>
                  </a:cubicBezTo>
                  <a:lnTo>
                    <a:pt x="423" y="491"/>
                  </a:lnTo>
                  <a:cubicBezTo>
                    <a:pt x="423" y="553"/>
                    <a:pt x="471" y="603"/>
                    <a:pt x="531" y="604"/>
                  </a:cubicBezTo>
                  <a:lnTo>
                    <a:pt x="531" y="604"/>
                  </a:lnTo>
                  <a:lnTo>
                    <a:pt x="531" y="690"/>
                  </a:lnTo>
                  <a:lnTo>
                    <a:pt x="159" y="690"/>
                  </a:lnTo>
                  <a:lnTo>
                    <a:pt x="159" y="604"/>
                  </a:lnTo>
                  <a:lnTo>
                    <a:pt x="160" y="604"/>
                  </a:lnTo>
                  <a:cubicBezTo>
                    <a:pt x="219" y="603"/>
                    <a:pt x="267" y="553"/>
                    <a:pt x="267" y="491"/>
                  </a:cubicBezTo>
                  <a:lnTo>
                    <a:pt x="267" y="200"/>
                  </a:lnTo>
                  <a:cubicBezTo>
                    <a:pt x="252" y="173"/>
                    <a:pt x="219" y="154"/>
                    <a:pt x="181" y="154"/>
                  </a:cubicBezTo>
                  <a:cubicBezTo>
                    <a:pt x="129" y="154"/>
                    <a:pt x="86" y="189"/>
                    <a:pt x="86" y="232"/>
                  </a:cubicBezTo>
                  <a:lnTo>
                    <a:pt x="0" y="232"/>
                  </a:lnTo>
                  <a:lnTo>
                    <a:pt x="0" y="0"/>
                  </a:lnTo>
                  <a:lnTo>
                    <a:pt x="691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BF598FB-7232-123A-3EEF-30F463F157BC}"/>
              </a:ext>
            </a:extLst>
          </p:cNvPr>
          <p:cNvCxnSpPr>
            <a:cxnSpLocks/>
            <a:stCxn id="23" idx="0"/>
          </p:cNvCxnSpPr>
          <p:nvPr/>
        </p:nvCxnSpPr>
        <p:spPr>
          <a:xfrm>
            <a:off x="8879682" y="2938464"/>
            <a:ext cx="289718" cy="2335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6FC0196-DD2D-E859-FFB7-A93C1F9AC9C5}"/>
              </a:ext>
            </a:extLst>
          </p:cNvPr>
          <p:cNvSpPr txBox="1"/>
          <p:nvPr/>
        </p:nvSpPr>
        <p:spPr>
          <a:xfrm>
            <a:off x="7206852" y="969090"/>
            <a:ext cx="2169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P.C.: https://www.aliroquantum.com/</a:t>
            </a:r>
          </a:p>
        </p:txBody>
      </p:sp>
    </p:spTree>
    <p:extLst>
      <p:ext uri="{BB962C8B-B14F-4D97-AF65-F5344CB8AC3E}">
        <p14:creationId xmlns:p14="http://schemas.microsoft.com/office/powerpoint/2010/main" val="3029116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DEE5A-3656-451D-288D-83FB07A4D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308C40-0C0D-AB6A-AEBE-6518C12A8C2C}"/>
              </a:ext>
            </a:extLst>
          </p:cNvPr>
          <p:cNvSpPr txBox="1"/>
          <p:nvPr/>
        </p:nvSpPr>
        <p:spPr>
          <a:xfrm>
            <a:off x="4047490" y="936972"/>
            <a:ext cx="4097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roxima Soft Medium" panose="02000506030000020004" pitchFamily="2" charset="0"/>
              </a:rPr>
              <a:t>Bird’s Eye View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37102D-7907-A1CD-D903-8B4EAF1F4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9735431" y="1861820"/>
            <a:ext cx="1340729" cy="148336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B707A7E-5B11-BD3C-A524-AF1408C90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1037981" y="1854416"/>
            <a:ext cx="1418590" cy="15695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107BD-F754-1A35-8D44-B78A1AD1AD0F}"/>
              </a:ext>
            </a:extLst>
          </p:cNvPr>
          <p:cNvSpPr txBox="1"/>
          <p:nvPr/>
        </p:nvSpPr>
        <p:spPr>
          <a:xfrm>
            <a:off x="1436133" y="405130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roxima Soft Medium" panose="02000506030000020004" pitchFamily="2" charset="0"/>
              </a:rPr>
              <a:t>UTK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3C638-E562-4822-5152-8764FFD3DDE8}"/>
              </a:ext>
            </a:extLst>
          </p:cNvPr>
          <p:cNvSpPr txBox="1"/>
          <p:nvPr/>
        </p:nvSpPr>
        <p:spPr>
          <a:xfrm>
            <a:off x="10005312" y="4051300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roxima Soft Medium" panose="02000506030000020004" pitchFamily="2" charset="0"/>
              </a:rPr>
              <a:t>ORNL</a:t>
            </a:r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8BFC3DFE-F71A-36DC-146B-AEC24398BE62}"/>
              </a:ext>
            </a:extLst>
          </p:cNvPr>
          <p:cNvGrpSpPr/>
          <p:nvPr/>
        </p:nvGrpSpPr>
        <p:grpSpPr>
          <a:xfrm>
            <a:off x="2456571" y="3505601"/>
            <a:ext cx="622286" cy="464017"/>
            <a:chOff x="2458711" y="4816158"/>
            <a:chExt cx="1652218" cy="1232001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3CB7B19-06AE-0D78-D92C-C17EB80382A0}"/>
                </a:ext>
              </a:extLst>
            </p:cNvPr>
            <p:cNvSpPr/>
            <p:nvPr/>
          </p:nvSpPr>
          <p:spPr>
            <a:xfrm>
              <a:off x="2458862" y="4816158"/>
              <a:ext cx="1651778" cy="1232001"/>
            </a:xfrm>
            <a:custGeom>
              <a:avLst/>
              <a:gdLst>
                <a:gd name="csX0" fmla="*/ 1414882 w 1651778"/>
                <a:gd name="csY0" fmla="*/ 1229783 h 1232001"/>
                <a:gd name="csX1" fmla="*/ 1421271 w 1651778"/>
                <a:gd name="csY1" fmla="*/ 1230048 h 1232001"/>
                <a:gd name="csX2" fmla="*/ 1416883 w 1651778"/>
                <a:gd name="csY2" fmla="*/ 1231808 h 1232001"/>
                <a:gd name="csX3" fmla="*/ 1410494 w 1651778"/>
                <a:gd name="csY3" fmla="*/ 1231543 h 1232001"/>
                <a:gd name="csX4" fmla="*/ 1477973 w 1651778"/>
                <a:gd name="csY4" fmla="*/ 1229856 h 1232001"/>
                <a:gd name="csX5" fmla="*/ 1486291 w 1651778"/>
                <a:gd name="csY5" fmla="*/ 1229856 h 1232001"/>
                <a:gd name="csX6" fmla="*/ 1490461 w 1651778"/>
                <a:gd name="csY6" fmla="*/ 1231543 h 1232001"/>
                <a:gd name="csX7" fmla="*/ 1482120 w 1651778"/>
                <a:gd name="csY7" fmla="*/ 1231543 h 1232001"/>
                <a:gd name="csX8" fmla="*/ 1473802 w 1651778"/>
                <a:gd name="csY8" fmla="*/ 1231543 h 1232001"/>
                <a:gd name="csX9" fmla="*/ 1393281 w 1651778"/>
                <a:gd name="csY9" fmla="*/ 1226529 h 1232001"/>
                <a:gd name="csX10" fmla="*/ 1397741 w 1651778"/>
                <a:gd name="csY10" fmla="*/ 1226529 h 1232001"/>
                <a:gd name="csX11" fmla="*/ 1395499 w 1651778"/>
                <a:gd name="csY11" fmla="*/ 1228746 h 1232001"/>
                <a:gd name="csX12" fmla="*/ 1393281 w 1651778"/>
                <a:gd name="csY12" fmla="*/ 1226529 h 1232001"/>
                <a:gd name="csX13" fmla="*/ 1502130 w 1651778"/>
                <a:gd name="csY13" fmla="*/ 1227083 h 1232001"/>
                <a:gd name="csX14" fmla="*/ 1503794 w 1651778"/>
                <a:gd name="csY14" fmla="*/ 1225419 h 1232001"/>
                <a:gd name="csX15" fmla="*/ 1505457 w 1651778"/>
                <a:gd name="csY15" fmla="*/ 1227083 h 1232001"/>
                <a:gd name="csX16" fmla="*/ 1503794 w 1651778"/>
                <a:gd name="csY16" fmla="*/ 1228746 h 1232001"/>
                <a:gd name="csX17" fmla="*/ 1502130 w 1651778"/>
                <a:gd name="csY17" fmla="*/ 1227083 h 1232001"/>
                <a:gd name="csX18" fmla="*/ 1379973 w 1651778"/>
                <a:gd name="csY18" fmla="*/ 1223178 h 1232001"/>
                <a:gd name="csX19" fmla="*/ 1384409 w 1651778"/>
                <a:gd name="csY19" fmla="*/ 1223178 h 1232001"/>
                <a:gd name="csX20" fmla="*/ 1382191 w 1651778"/>
                <a:gd name="csY20" fmla="*/ 1225419 h 1232001"/>
                <a:gd name="csX21" fmla="*/ 1379973 w 1651778"/>
                <a:gd name="csY21" fmla="*/ 1223178 h 1232001"/>
                <a:gd name="csX22" fmla="*/ 1515438 w 1651778"/>
                <a:gd name="csY22" fmla="*/ 1223732 h 1232001"/>
                <a:gd name="csX23" fmla="*/ 1517101 w 1651778"/>
                <a:gd name="csY23" fmla="*/ 1222069 h 1232001"/>
                <a:gd name="csX24" fmla="*/ 1518765 w 1651778"/>
                <a:gd name="csY24" fmla="*/ 1223732 h 1232001"/>
                <a:gd name="csX25" fmla="*/ 1517101 w 1651778"/>
                <a:gd name="csY25" fmla="*/ 1225419 h 1232001"/>
                <a:gd name="csX26" fmla="*/ 1515438 w 1651778"/>
                <a:gd name="csY26" fmla="*/ 1223732 h 1232001"/>
                <a:gd name="csX27" fmla="*/ 1368859 w 1651778"/>
                <a:gd name="csY27" fmla="*/ 1220405 h 1232001"/>
                <a:gd name="csX28" fmla="*/ 1370522 w 1651778"/>
                <a:gd name="csY28" fmla="*/ 1218742 h 1232001"/>
                <a:gd name="csX29" fmla="*/ 1372186 w 1651778"/>
                <a:gd name="csY29" fmla="*/ 1220405 h 1232001"/>
                <a:gd name="csX30" fmla="*/ 1370522 w 1651778"/>
                <a:gd name="csY30" fmla="*/ 1222069 h 1232001"/>
                <a:gd name="csX31" fmla="*/ 1368859 w 1651778"/>
                <a:gd name="csY31" fmla="*/ 1220405 h 1232001"/>
                <a:gd name="csX32" fmla="*/ 1525442 w 1651778"/>
                <a:gd name="csY32" fmla="*/ 1220405 h 1232001"/>
                <a:gd name="csX33" fmla="*/ 1527106 w 1651778"/>
                <a:gd name="csY33" fmla="*/ 1218742 h 1232001"/>
                <a:gd name="csX34" fmla="*/ 1528769 w 1651778"/>
                <a:gd name="csY34" fmla="*/ 1220405 h 1232001"/>
                <a:gd name="csX35" fmla="*/ 1527106 w 1651778"/>
                <a:gd name="csY35" fmla="*/ 1222069 h 1232001"/>
                <a:gd name="csX36" fmla="*/ 1525442 w 1651778"/>
                <a:gd name="csY36" fmla="*/ 1220405 h 1232001"/>
                <a:gd name="csX37" fmla="*/ 1362205 w 1651778"/>
                <a:gd name="csY37" fmla="*/ 1217078 h 1232001"/>
                <a:gd name="csX38" fmla="*/ 1363868 w 1651778"/>
                <a:gd name="csY38" fmla="*/ 1215415 h 1232001"/>
                <a:gd name="csX39" fmla="*/ 1365532 w 1651778"/>
                <a:gd name="csY39" fmla="*/ 1217078 h 1232001"/>
                <a:gd name="csX40" fmla="*/ 1363868 w 1651778"/>
                <a:gd name="csY40" fmla="*/ 1218742 h 1232001"/>
                <a:gd name="csX41" fmla="*/ 1362205 w 1651778"/>
                <a:gd name="csY41" fmla="*/ 1217078 h 1232001"/>
                <a:gd name="csX42" fmla="*/ 1532096 w 1651778"/>
                <a:gd name="csY42" fmla="*/ 1217078 h 1232001"/>
                <a:gd name="csX43" fmla="*/ 1533760 w 1651778"/>
                <a:gd name="csY43" fmla="*/ 1215415 h 1232001"/>
                <a:gd name="csX44" fmla="*/ 1535423 w 1651778"/>
                <a:gd name="csY44" fmla="*/ 1217078 h 1232001"/>
                <a:gd name="csX45" fmla="*/ 1533760 w 1651778"/>
                <a:gd name="csY45" fmla="*/ 1218742 h 1232001"/>
                <a:gd name="csX46" fmla="*/ 1532096 w 1651778"/>
                <a:gd name="csY46" fmla="*/ 1217078 h 1232001"/>
                <a:gd name="csX47" fmla="*/ 1542102 w 1651778"/>
                <a:gd name="csY47" fmla="*/ 1213751 h 1232001"/>
                <a:gd name="csX48" fmla="*/ 1543765 w 1651778"/>
                <a:gd name="csY48" fmla="*/ 1212064 h 1232001"/>
                <a:gd name="csX49" fmla="*/ 1545429 w 1651778"/>
                <a:gd name="csY49" fmla="*/ 1213751 h 1232001"/>
                <a:gd name="csX50" fmla="*/ 1543765 w 1651778"/>
                <a:gd name="csY50" fmla="*/ 1215415 h 1232001"/>
                <a:gd name="csX51" fmla="*/ 1542102 w 1651778"/>
                <a:gd name="csY51" fmla="*/ 1213751 h 1232001"/>
                <a:gd name="csX52" fmla="*/ 1548756 w 1651778"/>
                <a:gd name="csY52" fmla="*/ 1210400 h 1232001"/>
                <a:gd name="csX53" fmla="*/ 1550419 w 1651778"/>
                <a:gd name="csY53" fmla="*/ 1208737 h 1232001"/>
                <a:gd name="csX54" fmla="*/ 1552082 w 1651778"/>
                <a:gd name="csY54" fmla="*/ 1210400 h 1232001"/>
                <a:gd name="csX55" fmla="*/ 1550419 w 1651778"/>
                <a:gd name="csY55" fmla="*/ 1212064 h 1232001"/>
                <a:gd name="csX56" fmla="*/ 1548756 w 1651778"/>
                <a:gd name="csY56" fmla="*/ 1210400 h 1232001"/>
                <a:gd name="csX57" fmla="*/ 1335541 w 1651778"/>
                <a:gd name="csY57" fmla="*/ 1203746 h 1232001"/>
                <a:gd name="csX58" fmla="*/ 1337205 w 1651778"/>
                <a:gd name="csY58" fmla="*/ 1202083 h 1232001"/>
                <a:gd name="csX59" fmla="*/ 1338868 w 1651778"/>
                <a:gd name="csY59" fmla="*/ 1203746 h 1232001"/>
                <a:gd name="csX60" fmla="*/ 1337205 w 1651778"/>
                <a:gd name="csY60" fmla="*/ 1205410 h 1232001"/>
                <a:gd name="csX61" fmla="*/ 1335541 w 1651778"/>
                <a:gd name="csY61" fmla="*/ 1203746 h 1232001"/>
                <a:gd name="csX62" fmla="*/ 1326886 w 1651778"/>
                <a:gd name="csY62" fmla="*/ 1198225 h 1232001"/>
                <a:gd name="csX63" fmla="*/ 1324524 w 1651778"/>
                <a:gd name="csY63" fmla="*/ 1194392 h 1232001"/>
                <a:gd name="csX64" fmla="*/ 1328357 w 1651778"/>
                <a:gd name="csY64" fmla="*/ 1196755 h 1232001"/>
                <a:gd name="csX65" fmla="*/ 1332214 w 1651778"/>
                <a:gd name="csY65" fmla="*/ 1200612 h 1232001"/>
                <a:gd name="csX66" fmla="*/ 1326886 w 1651778"/>
                <a:gd name="csY66" fmla="*/ 1198225 h 1232001"/>
                <a:gd name="csX67" fmla="*/ 1565415 w 1651778"/>
                <a:gd name="csY67" fmla="*/ 1200419 h 1232001"/>
                <a:gd name="csX68" fmla="*/ 1567078 w 1651778"/>
                <a:gd name="csY68" fmla="*/ 1198756 h 1232001"/>
                <a:gd name="csX69" fmla="*/ 1568742 w 1651778"/>
                <a:gd name="csY69" fmla="*/ 1200419 h 1232001"/>
                <a:gd name="csX70" fmla="*/ 1567078 w 1651778"/>
                <a:gd name="csY70" fmla="*/ 1202083 h 1232001"/>
                <a:gd name="csX71" fmla="*/ 1565415 w 1651778"/>
                <a:gd name="csY71" fmla="*/ 1200419 h 1232001"/>
                <a:gd name="csX72" fmla="*/ 726973 w 1651778"/>
                <a:gd name="csY72" fmla="*/ 1193187 h 1232001"/>
                <a:gd name="csX73" fmla="*/ 731410 w 1651778"/>
                <a:gd name="csY73" fmla="*/ 1193187 h 1232001"/>
                <a:gd name="csX74" fmla="*/ 729192 w 1651778"/>
                <a:gd name="csY74" fmla="*/ 1195404 h 1232001"/>
                <a:gd name="csX75" fmla="*/ 726973 w 1651778"/>
                <a:gd name="csY75" fmla="*/ 1193187 h 1232001"/>
                <a:gd name="csX76" fmla="*/ 1156753 w 1651778"/>
                <a:gd name="csY76" fmla="*/ 1193187 h 1232001"/>
                <a:gd name="csX77" fmla="*/ 1161190 w 1651778"/>
                <a:gd name="csY77" fmla="*/ 1193187 h 1232001"/>
                <a:gd name="csX78" fmla="*/ 1158971 w 1651778"/>
                <a:gd name="csY78" fmla="*/ 1195404 h 1232001"/>
                <a:gd name="csX79" fmla="*/ 1156753 w 1651778"/>
                <a:gd name="csY79" fmla="*/ 1193187 h 1232001"/>
                <a:gd name="csX80" fmla="*/ 715450 w 1651778"/>
                <a:gd name="csY80" fmla="*/ 1186243 h 1232001"/>
                <a:gd name="csX81" fmla="*/ 710869 w 1651778"/>
                <a:gd name="csY81" fmla="*/ 1180433 h 1232001"/>
                <a:gd name="csX82" fmla="*/ 716703 w 1651778"/>
                <a:gd name="csY82" fmla="*/ 1184989 h 1232001"/>
                <a:gd name="csX83" fmla="*/ 722538 w 1651778"/>
                <a:gd name="csY83" fmla="*/ 1190824 h 1232001"/>
                <a:gd name="csX84" fmla="*/ 715450 w 1651778"/>
                <a:gd name="csY84" fmla="*/ 1186243 h 1232001"/>
                <a:gd name="csX85" fmla="*/ 1165625 w 1651778"/>
                <a:gd name="csY85" fmla="*/ 1190824 h 1232001"/>
                <a:gd name="csX86" fmla="*/ 1171460 w 1651778"/>
                <a:gd name="csY86" fmla="*/ 1184989 h 1232001"/>
                <a:gd name="csX87" fmla="*/ 1177294 w 1651778"/>
                <a:gd name="csY87" fmla="*/ 1180433 h 1232001"/>
                <a:gd name="csX88" fmla="*/ 1172713 w 1651778"/>
                <a:gd name="csY88" fmla="*/ 1186243 h 1232001"/>
                <a:gd name="csX89" fmla="*/ 1165625 w 1651778"/>
                <a:gd name="csY89" fmla="*/ 1190824 h 1232001"/>
                <a:gd name="csX90" fmla="*/ 1313578 w 1651778"/>
                <a:gd name="csY90" fmla="*/ 1188244 h 1232001"/>
                <a:gd name="csX91" fmla="*/ 1311192 w 1651778"/>
                <a:gd name="csY91" fmla="*/ 1184387 h 1232001"/>
                <a:gd name="csX92" fmla="*/ 1315049 w 1651778"/>
                <a:gd name="csY92" fmla="*/ 1186774 h 1232001"/>
                <a:gd name="csX93" fmla="*/ 1317411 w 1651778"/>
                <a:gd name="csY93" fmla="*/ 1192078 h 1232001"/>
                <a:gd name="csX94" fmla="*/ 1313578 w 1651778"/>
                <a:gd name="csY94" fmla="*/ 1188244 h 1232001"/>
                <a:gd name="csX95" fmla="*/ 1578747 w 1651778"/>
                <a:gd name="csY95" fmla="*/ 1190414 h 1232001"/>
                <a:gd name="csX96" fmla="*/ 1580410 w 1651778"/>
                <a:gd name="csY96" fmla="*/ 1188751 h 1232001"/>
                <a:gd name="csX97" fmla="*/ 1582073 w 1651778"/>
                <a:gd name="csY97" fmla="*/ 1190414 h 1232001"/>
                <a:gd name="csX98" fmla="*/ 1580410 w 1651778"/>
                <a:gd name="csY98" fmla="*/ 1192078 h 1232001"/>
                <a:gd name="csX99" fmla="*/ 1578747 w 1651778"/>
                <a:gd name="csY99" fmla="*/ 1190414 h 1232001"/>
                <a:gd name="csX100" fmla="*/ 1405504 w 1651778"/>
                <a:gd name="csY100" fmla="*/ 1180891 h 1232001"/>
                <a:gd name="csX101" fmla="*/ 1370522 w 1651778"/>
                <a:gd name="csY101" fmla="*/ 1168862 h 1232001"/>
                <a:gd name="csX102" fmla="*/ 1353864 w 1651778"/>
                <a:gd name="csY102" fmla="*/ 1160809 h 1232001"/>
                <a:gd name="csX103" fmla="*/ 1335324 w 1651778"/>
                <a:gd name="csY103" fmla="*/ 1142294 h 1232001"/>
                <a:gd name="csX104" fmla="*/ 1316761 w 1651778"/>
                <a:gd name="csY104" fmla="*/ 1123778 h 1232001"/>
                <a:gd name="csX105" fmla="*/ 1308227 w 1651778"/>
                <a:gd name="csY105" fmla="*/ 1105456 h 1232001"/>
                <a:gd name="csX106" fmla="*/ 1295955 w 1651778"/>
                <a:gd name="csY106" fmla="*/ 1069487 h 1232001"/>
                <a:gd name="csX107" fmla="*/ 1292243 w 1651778"/>
                <a:gd name="csY107" fmla="*/ 1051839 h 1232001"/>
                <a:gd name="csX108" fmla="*/ 1292243 w 1651778"/>
                <a:gd name="csY108" fmla="*/ 883756 h 1232001"/>
                <a:gd name="csX109" fmla="*/ 1292243 w 1651778"/>
                <a:gd name="csY109" fmla="*/ 715672 h 1232001"/>
                <a:gd name="csX110" fmla="*/ 1383469 w 1651778"/>
                <a:gd name="csY110" fmla="*/ 715672 h 1232001"/>
                <a:gd name="csX111" fmla="*/ 1474719 w 1651778"/>
                <a:gd name="csY111" fmla="*/ 715672 h 1232001"/>
                <a:gd name="csX112" fmla="*/ 1481951 w 1651778"/>
                <a:gd name="csY112" fmla="*/ 709814 h 1232001"/>
                <a:gd name="csX113" fmla="*/ 1489184 w 1651778"/>
                <a:gd name="csY113" fmla="*/ 703955 h 1232001"/>
                <a:gd name="csX114" fmla="*/ 1489521 w 1651778"/>
                <a:gd name="csY114" fmla="*/ 692625 h 1232001"/>
                <a:gd name="csX115" fmla="*/ 1489835 w 1651778"/>
                <a:gd name="csY115" fmla="*/ 681270 h 1232001"/>
                <a:gd name="csX116" fmla="*/ 1482289 w 1651778"/>
                <a:gd name="csY116" fmla="*/ 675146 h 1232001"/>
                <a:gd name="csX117" fmla="*/ 1474719 w 1651778"/>
                <a:gd name="csY117" fmla="*/ 669023 h 1232001"/>
                <a:gd name="csX118" fmla="*/ 1383469 w 1651778"/>
                <a:gd name="csY118" fmla="*/ 669023 h 1232001"/>
                <a:gd name="csX119" fmla="*/ 1292243 w 1651778"/>
                <a:gd name="csY119" fmla="*/ 669023 h 1232001"/>
                <a:gd name="csX120" fmla="*/ 1292243 w 1651778"/>
                <a:gd name="csY120" fmla="*/ 657186 h 1232001"/>
                <a:gd name="csX121" fmla="*/ 1297450 w 1651778"/>
                <a:gd name="csY121" fmla="*/ 622373 h 1232001"/>
                <a:gd name="csX122" fmla="*/ 1302681 w 1651778"/>
                <a:gd name="csY122" fmla="*/ 599398 h 1232001"/>
                <a:gd name="csX123" fmla="*/ 1315242 w 1651778"/>
                <a:gd name="csY123" fmla="*/ 579966 h 1232001"/>
                <a:gd name="csX124" fmla="*/ 1449164 w 1651778"/>
                <a:gd name="csY124" fmla="*/ 512439 h 1232001"/>
                <a:gd name="csX125" fmla="*/ 1472477 w 1651778"/>
                <a:gd name="csY125" fmla="*/ 512439 h 1232001"/>
                <a:gd name="csX126" fmla="*/ 1495476 w 1651778"/>
                <a:gd name="csY126" fmla="*/ 517670 h 1232001"/>
                <a:gd name="csX127" fmla="*/ 1518452 w 1651778"/>
                <a:gd name="csY127" fmla="*/ 522902 h 1232001"/>
                <a:gd name="csX128" fmla="*/ 1537787 w 1651778"/>
                <a:gd name="csY128" fmla="*/ 535414 h 1232001"/>
                <a:gd name="csX129" fmla="*/ 1600227 w 1651778"/>
                <a:gd name="csY129" fmla="*/ 620589 h 1232001"/>
                <a:gd name="csX130" fmla="*/ 1605386 w 1651778"/>
                <a:gd name="csY130" fmla="*/ 640454 h 1232001"/>
                <a:gd name="csX131" fmla="*/ 1605386 w 1651778"/>
                <a:gd name="csY131" fmla="*/ 848943 h 1232001"/>
                <a:gd name="csX132" fmla="*/ 1605386 w 1651778"/>
                <a:gd name="csY132" fmla="*/ 1057432 h 1232001"/>
                <a:gd name="csX133" fmla="*/ 1600251 w 1651778"/>
                <a:gd name="csY133" fmla="*/ 1077274 h 1232001"/>
                <a:gd name="csX134" fmla="*/ 1405504 w 1651778"/>
                <a:gd name="csY134" fmla="*/ 1180891 h 1232001"/>
                <a:gd name="csX135" fmla="*/ 1176161 w 1651778"/>
                <a:gd name="csY135" fmla="*/ 1172092 h 1232001"/>
                <a:gd name="csX136" fmla="*/ 1176161 w 1651778"/>
                <a:gd name="csY136" fmla="*/ 1163775 h 1232001"/>
                <a:gd name="csX137" fmla="*/ 1177824 w 1651778"/>
                <a:gd name="csY137" fmla="*/ 1167921 h 1232001"/>
                <a:gd name="csX138" fmla="*/ 1177824 w 1651778"/>
                <a:gd name="csY138" fmla="*/ 1176262 h 1232001"/>
                <a:gd name="csX139" fmla="*/ 1176161 w 1651778"/>
                <a:gd name="csY139" fmla="*/ 1180433 h 1232001"/>
                <a:gd name="csX140" fmla="*/ 709471 w 1651778"/>
                <a:gd name="csY140" fmla="*/ 1170163 h 1232001"/>
                <a:gd name="csX141" fmla="*/ 709736 w 1651778"/>
                <a:gd name="csY141" fmla="*/ 1163775 h 1232001"/>
                <a:gd name="csX142" fmla="*/ 711496 w 1651778"/>
                <a:gd name="csY142" fmla="*/ 1168138 h 1232001"/>
                <a:gd name="csX143" fmla="*/ 711231 w 1651778"/>
                <a:gd name="csY143" fmla="*/ 1174527 h 1232001"/>
                <a:gd name="csX144" fmla="*/ 709471 w 1651778"/>
                <a:gd name="csY144" fmla="*/ 1170163 h 1232001"/>
                <a:gd name="csX145" fmla="*/ 1286915 w 1651778"/>
                <a:gd name="csY145" fmla="*/ 1161581 h 1232001"/>
                <a:gd name="csX146" fmla="*/ 1284528 w 1651778"/>
                <a:gd name="csY146" fmla="*/ 1157748 h 1232001"/>
                <a:gd name="csX147" fmla="*/ 1288385 w 1651778"/>
                <a:gd name="csY147" fmla="*/ 1160110 h 1232001"/>
                <a:gd name="csX148" fmla="*/ 1292243 w 1651778"/>
                <a:gd name="csY148" fmla="*/ 1163968 h 1232001"/>
                <a:gd name="csX149" fmla="*/ 1286915 w 1651778"/>
                <a:gd name="csY149" fmla="*/ 1161581 h 1232001"/>
                <a:gd name="csX150" fmla="*/ 1608737 w 1651778"/>
                <a:gd name="csY150" fmla="*/ 1160424 h 1232001"/>
                <a:gd name="csX151" fmla="*/ 1610401 w 1651778"/>
                <a:gd name="csY151" fmla="*/ 1158760 h 1232001"/>
                <a:gd name="csX152" fmla="*/ 1612064 w 1651778"/>
                <a:gd name="csY152" fmla="*/ 1160424 h 1232001"/>
                <a:gd name="csX153" fmla="*/ 1610401 w 1651778"/>
                <a:gd name="csY153" fmla="*/ 1162111 h 1232001"/>
                <a:gd name="csX154" fmla="*/ 1608737 w 1651778"/>
                <a:gd name="csY154" fmla="*/ 1160424 h 1232001"/>
                <a:gd name="csX155" fmla="*/ 715884 w 1651778"/>
                <a:gd name="csY155" fmla="*/ 1153770 h 1232001"/>
                <a:gd name="csX156" fmla="*/ 717547 w 1651778"/>
                <a:gd name="csY156" fmla="*/ 1152106 h 1232001"/>
                <a:gd name="csX157" fmla="*/ 719211 w 1651778"/>
                <a:gd name="csY157" fmla="*/ 1153770 h 1232001"/>
                <a:gd name="csX158" fmla="*/ 717547 w 1651778"/>
                <a:gd name="csY158" fmla="*/ 1155433 h 1232001"/>
                <a:gd name="csX159" fmla="*/ 715884 w 1651778"/>
                <a:gd name="csY159" fmla="*/ 1153770 h 1232001"/>
                <a:gd name="csX160" fmla="*/ 1168952 w 1651778"/>
                <a:gd name="csY160" fmla="*/ 1153770 h 1232001"/>
                <a:gd name="csX161" fmla="*/ 1170640 w 1651778"/>
                <a:gd name="csY161" fmla="*/ 1152106 h 1232001"/>
                <a:gd name="csX162" fmla="*/ 1172304 w 1651778"/>
                <a:gd name="csY162" fmla="*/ 1153770 h 1232001"/>
                <a:gd name="csX163" fmla="*/ 1170640 w 1651778"/>
                <a:gd name="csY163" fmla="*/ 1155433 h 1232001"/>
                <a:gd name="csX164" fmla="*/ 1168952 w 1651778"/>
                <a:gd name="csY164" fmla="*/ 1153770 h 1232001"/>
                <a:gd name="csX165" fmla="*/ 1276910 w 1651778"/>
                <a:gd name="csY165" fmla="*/ 1148249 h 1232001"/>
                <a:gd name="csX166" fmla="*/ 1274547 w 1651778"/>
                <a:gd name="csY166" fmla="*/ 1144416 h 1232001"/>
                <a:gd name="csX167" fmla="*/ 1278380 w 1651778"/>
                <a:gd name="csY167" fmla="*/ 1146802 h 1232001"/>
                <a:gd name="csX168" fmla="*/ 1280767 w 1651778"/>
                <a:gd name="csY168" fmla="*/ 1152106 h 1232001"/>
                <a:gd name="csX169" fmla="*/ 1276910 w 1651778"/>
                <a:gd name="csY169" fmla="*/ 1148249 h 1232001"/>
                <a:gd name="csX170" fmla="*/ 838306 w 1651778"/>
                <a:gd name="csY170" fmla="*/ 1146272 h 1232001"/>
                <a:gd name="csX171" fmla="*/ 1053184 w 1651778"/>
                <a:gd name="csY171" fmla="*/ 1146272 h 1232001"/>
                <a:gd name="csX172" fmla="*/ 945757 w 1651778"/>
                <a:gd name="csY172" fmla="*/ 1147212 h 1232001"/>
                <a:gd name="csX173" fmla="*/ 838306 w 1651778"/>
                <a:gd name="csY173" fmla="*/ 1146272 h 1232001"/>
                <a:gd name="csX174" fmla="*/ 1618718 w 1651778"/>
                <a:gd name="csY174" fmla="*/ 1147116 h 1232001"/>
                <a:gd name="csX175" fmla="*/ 1620382 w 1651778"/>
                <a:gd name="csY175" fmla="*/ 1145452 h 1232001"/>
                <a:gd name="csX176" fmla="*/ 1622045 w 1651778"/>
                <a:gd name="csY176" fmla="*/ 1147116 h 1232001"/>
                <a:gd name="csX177" fmla="*/ 1620382 w 1651778"/>
                <a:gd name="csY177" fmla="*/ 1148779 h 1232001"/>
                <a:gd name="csX178" fmla="*/ 1618718 w 1651778"/>
                <a:gd name="csY178" fmla="*/ 1147116 h 1232001"/>
                <a:gd name="csX179" fmla="*/ 1272232 w 1651778"/>
                <a:gd name="csY179" fmla="*/ 1140437 h 1232001"/>
                <a:gd name="csX180" fmla="*/ 1273920 w 1651778"/>
                <a:gd name="csY180" fmla="*/ 1138774 h 1232001"/>
                <a:gd name="csX181" fmla="*/ 1275584 w 1651778"/>
                <a:gd name="csY181" fmla="*/ 1140437 h 1232001"/>
                <a:gd name="csX182" fmla="*/ 1273920 w 1651778"/>
                <a:gd name="csY182" fmla="*/ 1142125 h 1232001"/>
                <a:gd name="csX183" fmla="*/ 1272232 w 1651778"/>
                <a:gd name="csY183" fmla="*/ 1140437 h 1232001"/>
                <a:gd name="csX184" fmla="*/ 1625396 w 1651778"/>
                <a:gd name="csY184" fmla="*/ 1137110 h 1232001"/>
                <a:gd name="csX185" fmla="*/ 1627060 w 1651778"/>
                <a:gd name="csY185" fmla="*/ 1135447 h 1232001"/>
                <a:gd name="csX186" fmla="*/ 1628723 w 1651778"/>
                <a:gd name="csY186" fmla="*/ 1137110 h 1232001"/>
                <a:gd name="csX187" fmla="*/ 1627060 w 1651778"/>
                <a:gd name="csY187" fmla="*/ 1138774 h 1232001"/>
                <a:gd name="csX188" fmla="*/ 1625396 w 1651778"/>
                <a:gd name="csY188" fmla="*/ 1137110 h 1232001"/>
                <a:gd name="csX189" fmla="*/ 1265579 w 1651778"/>
                <a:gd name="csY189" fmla="*/ 1130457 h 1232001"/>
                <a:gd name="csX190" fmla="*/ 1267242 w 1651778"/>
                <a:gd name="csY190" fmla="*/ 1128793 h 1232001"/>
                <a:gd name="csX191" fmla="*/ 1268906 w 1651778"/>
                <a:gd name="csY191" fmla="*/ 1130457 h 1232001"/>
                <a:gd name="csX192" fmla="*/ 1267242 w 1651778"/>
                <a:gd name="csY192" fmla="*/ 1132120 h 1232001"/>
                <a:gd name="csX193" fmla="*/ 1265579 w 1651778"/>
                <a:gd name="csY193" fmla="*/ 1130457 h 1232001"/>
                <a:gd name="csX194" fmla="*/ 1628723 w 1651778"/>
                <a:gd name="csY194" fmla="*/ 1130457 h 1232001"/>
                <a:gd name="csX195" fmla="*/ 1630387 w 1651778"/>
                <a:gd name="csY195" fmla="*/ 1128793 h 1232001"/>
                <a:gd name="csX196" fmla="*/ 1632050 w 1651778"/>
                <a:gd name="csY196" fmla="*/ 1130457 h 1232001"/>
                <a:gd name="csX197" fmla="*/ 1630387 w 1651778"/>
                <a:gd name="csY197" fmla="*/ 1132120 h 1232001"/>
                <a:gd name="csX198" fmla="*/ 1628723 w 1651778"/>
                <a:gd name="csY198" fmla="*/ 1130457 h 1232001"/>
                <a:gd name="csX199" fmla="*/ 1632050 w 1651778"/>
                <a:gd name="csY199" fmla="*/ 1123778 h 1232001"/>
                <a:gd name="csX200" fmla="*/ 1633714 w 1651778"/>
                <a:gd name="csY200" fmla="*/ 1122115 h 1232001"/>
                <a:gd name="csX201" fmla="*/ 1635377 w 1651778"/>
                <a:gd name="csY201" fmla="*/ 1123778 h 1232001"/>
                <a:gd name="csX202" fmla="*/ 1633714 w 1651778"/>
                <a:gd name="csY202" fmla="*/ 1125466 h 1232001"/>
                <a:gd name="csX203" fmla="*/ 1632050 w 1651778"/>
                <a:gd name="csY203" fmla="*/ 1123778 h 1232001"/>
                <a:gd name="csX204" fmla="*/ 1635377 w 1651778"/>
                <a:gd name="csY204" fmla="*/ 1117124 h 1232001"/>
                <a:gd name="csX205" fmla="*/ 1637041 w 1651778"/>
                <a:gd name="csY205" fmla="*/ 1115461 h 1232001"/>
                <a:gd name="csX206" fmla="*/ 1638704 w 1651778"/>
                <a:gd name="csY206" fmla="*/ 1117124 h 1232001"/>
                <a:gd name="csX207" fmla="*/ 1637041 w 1651778"/>
                <a:gd name="csY207" fmla="*/ 1118788 h 1232001"/>
                <a:gd name="csX208" fmla="*/ 1635377 w 1651778"/>
                <a:gd name="csY208" fmla="*/ 1117124 h 1232001"/>
                <a:gd name="csX209" fmla="*/ 1258925 w 1651778"/>
                <a:gd name="csY209" fmla="*/ 1113797 h 1232001"/>
                <a:gd name="csX210" fmla="*/ 1260588 w 1651778"/>
                <a:gd name="csY210" fmla="*/ 1112135 h 1232001"/>
                <a:gd name="csX211" fmla="*/ 1262252 w 1651778"/>
                <a:gd name="csY211" fmla="*/ 1113797 h 1232001"/>
                <a:gd name="csX212" fmla="*/ 1260588 w 1651778"/>
                <a:gd name="csY212" fmla="*/ 1115461 h 1232001"/>
                <a:gd name="csX213" fmla="*/ 1258925 w 1651778"/>
                <a:gd name="csY213" fmla="*/ 1113797 h 1232001"/>
                <a:gd name="csX214" fmla="*/ 1255573 w 1651778"/>
                <a:gd name="csY214" fmla="*/ 1107120 h 1232001"/>
                <a:gd name="csX215" fmla="*/ 1257261 w 1651778"/>
                <a:gd name="csY215" fmla="*/ 1105456 h 1232001"/>
                <a:gd name="csX216" fmla="*/ 1258925 w 1651778"/>
                <a:gd name="csY216" fmla="*/ 1107120 h 1232001"/>
                <a:gd name="csX217" fmla="*/ 1257261 w 1651778"/>
                <a:gd name="csY217" fmla="*/ 1108808 h 1232001"/>
                <a:gd name="csX218" fmla="*/ 1255573 w 1651778"/>
                <a:gd name="csY218" fmla="*/ 1107120 h 1232001"/>
                <a:gd name="csX219" fmla="*/ 1638704 w 1651778"/>
                <a:gd name="csY219" fmla="*/ 1107120 h 1232001"/>
                <a:gd name="csX220" fmla="*/ 1640368 w 1651778"/>
                <a:gd name="csY220" fmla="*/ 1105456 h 1232001"/>
                <a:gd name="csX221" fmla="*/ 1642055 w 1651778"/>
                <a:gd name="csY221" fmla="*/ 1107120 h 1232001"/>
                <a:gd name="csX222" fmla="*/ 1640368 w 1651778"/>
                <a:gd name="csY222" fmla="*/ 1108808 h 1232001"/>
                <a:gd name="csX223" fmla="*/ 1638704 w 1651778"/>
                <a:gd name="csY223" fmla="*/ 1107120 h 1232001"/>
                <a:gd name="csX224" fmla="*/ 1252246 w 1651778"/>
                <a:gd name="csY224" fmla="*/ 1097139 h 1232001"/>
                <a:gd name="csX225" fmla="*/ 1253910 w 1651778"/>
                <a:gd name="csY225" fmla="*/ 1095476 h 1232001"/>
                <a:gd name="csX226" fmla="*/ 1255573 w 1651778"/>
                <a:gd name="csY226" fmla="*/ 1097139 h 1232001"/>
                <a:gd name="csX227" fmla="*/ 1253910 w 1651778"/>
                <a:gd name="csY227" fmla="*/ 1098803 h 1232001"/>
                <a:gd name="csX228" fmla="*/ 1252246 w 1651778"/>
                <a:gd name="csY228" fmla="*/ 1097139 h 1232001"/>
                <a:gd name="csX229" fmla="*/ 1642055 w 1651778"/>
                <a:gd name="csY229" fmla="*/ 1097139 h 1232001"/>
                <a:gd name="csX230" fmla="*/ 1643718 w 1651778"/>
                <a:gd name="csY230" fmla="*/ 1095476 h 1232001"/>
                <a:gd name="csX231" fmla="*/ 1645382 w 1651778"/>
                <a:gd name="csY231" fmla="*/ 1097139 h 1232001"/>
                <a:gd name="csX232" fmla="*/ 1643718 w 1651778"/>
                <a:gd name="csY232" fmla="*/ 1098803 h 1232001"/>
                <a:gd name="csX233" fmla="*/ 1642055 w 1651778"/>
                <a:gd name="csY233" fmla="*/ 1097139 h 1232001"/>
                <a:gd name="csX234" fmla="*/ 1645382 w 1651778"/>
                <a:gd name="csY234" fmla="*/ 1085470 h 1232001"/>
                <a:gd name="csX235" fmla="*/ 1647600 w 1651778"/>
                <a:gd name="csY235" fmla="*/ 1083252 h 1232001"/>
                <a:gd name="csX236" fmla="*/ 1647600 w 1651778"/>
                <a:gd name="csY236" fmla="*/ 1087689 h 1232001"/>
                <a:gd name="csX237" fmla="*/ 1645382 w 1651778"/>
                <a:gd name="csY237" fmla="*/ 1085470 h 1232001"/>
                <a:gd name="csX238" fmla="*/ 1248919 w 1651778"/>
                <a:gd name="csY238" fmla="*/ 1083807 h 1232001"/>
                <a:gd name="csX239" fmla="*/ 1250583 w 1651778"/>
                <a:gd name="csY239" fmla="*/ 1082143 h 1232001"/>
                <a:gd name="csX240" fmla="*/ 1252246 w 1651778"/>
                <a:gd name="csY240" fmla="*/ 1083807 h 1232001"/>
                <a:gd name="csX241" fmla="*/ 1250583 w 1651778"/>
                <a:gd name="csY241" fmla="*/ 1085470 h 1232001"/>
                <a:gd name="csX242" fmla="*/ 1248919 w 1651778"/>
                <a:gd name="csY242" fmla="*/ 1083807 h 1232001"/>
                <a:gd name="csX243" fmla="*/ 1648974 w 1651778"/>
                <a:gd name="csY243" fmla="*/ 1066883 h 1232001"/>
                <a:gd name="csX244" fmla="*/ 1649239 w 1651778"/>
                <a:gd name="csY244" fmla="*/ 1060494 h 1232001"/>
                <a:gd name="csX245" fmla="*/ 1650975 w 1651778"/>
                <a:gd name="csY245" fmla="*/ 1064857 h 1232001"/>
                <a:gd name="csX246" fmla="*/ 1650710 w 1651778"/>
                <a:gd name="csY246" fmla="*/ 1071247 h 1232001"/>
                <a:gd name="csX247" fmla="*/ 1648974 w 1651778"/>
                <a:gd name="csY247" fmla="*/ 1066883 h 1232001"/>
                <a:gd name="csX248" fmla="*/ 1246123 w 1651778"/>
                <a:gd name="csY248" fmla="*/ 1062157 h 1232001"/>
                <a:gd name="csX249" fmla="*/ 1246123 w 1651778"/>
                <a:gd name="csY249" fmla="*/ 1053840 h 1232001"/>
                <a:gd name="csX250" fmla="*/ 1247786 w 1651778"/>
                <a:gd name="csY250" fmla="*/ 1057987 h 1232001"/>
                <a:gd name="csX251" fmla="*/ 1247786 w 1651778"/>
                <a:gd name="csY251" fmla="*/ 1066328 h 1232001"/>
                <a:gd name="csX252" fmla="*/ 1246123 w 1651778"/>
                <a:gd name="csY252" fmla="*/ 1070499 h 1232001"/>
                <a:gd name="csX253" fmla="*/ 595101 w 1651778"/>
                <a:gd name="csY253" fmla="*/ 1043305 h 1232001"/>
                <a:gd name="csX254" fmla="*/ 603442 w 1651778"/>
                <a:gd name="csY254" fmla="*/ 1043305 h 1232001"/>
                <a:gd name="csX255" fmla="*/ 607589 w 1651778"/>
                <a:gd name="csY255" fmla="*/ 1044968 h 1232001"/>
                <a:gd name="csX256" fmla="*/ 599271 w 1651778"/>
                <a:gd name="csY256" fmla="*/ 1044968 h 1232001"/>
                <a:gd name="csX257" fmla="*/ 590930 w 1651778"/>
                <a:gd name="csY257" fmla="*/ 1044968 h 1232001"/>
                <a:gd name="csX258" fmla="*/ 1048193 w 1651778"/>
                <a:gd name="csY258" fmla="*/ 1043305 h 1232001"/>
                <a:gd name="csX259" fmla="*/ 1056535 w 1651778"/>
                <a:gd name="csY259" fmla="*/ 1043305 h 1232001"/>
                <a:gd name="csX260" fmla="*/ 1060682 w 1651778"/>
                <a:gd name="csY260" fmla="*/ 1044968 h 1232001"/>
                <a:gd name="csX261" fmla="*/ 1052364 w 1651778"/>
                <a:gd name="csY261" fmla="*/ 1044968 h 1232001"/>
                <a:gd name="csX262" fmla="*/ 1044023 w 1651778"/>
                <a:gd name="csY262" fmla="*/ 1044968 h 1232001"/>
                <a:gd name="csX263" fmla="*/ 569281 w 1651778"/>
                <a:gd name="csY263" fmla="*/ 1040508 h 1232001"/>
                <a:gd name="csX264" fmla="*/ 570944 w 1651778"/>
                <a:gd name="csY264" fmla="*/ 1038845 h 1232001"/>
                <a:gd name="csX265" fmla="*/ 572608 w 1651778"/>
                <a:gd name="csY265" fmla="*/ 1040508 h 1232001"/>
                <a:gd name="csX266" fmla="*/ 570944 w 1651778"/>
                <a:gd name="csY266" fmla="*/ 1042172 h 1232001"/>
                <a:gd name="csX267" fmla="*/ 569281 w 1651778"/>
                <a:gd name="csY267" fmla="*/ 1040508 h 1232001"/>
                <a:gd name="csX268" fmla="*/ 630371 w 1651778"/>
                <a:gd name="csY268" fmla="*/ 1039954 h 1232001"/>
                <a:gd name="csX269" fmla="*/ 634807 w 1651778"/>
                <a:gd name="csY269" fmla="*/ 1039954 h 1232001"/>
                <a:gd name="csX270" fmla="*/ 632590 w 1651778"/>
                <a:gd name="csY270" fmla="*/ 1042172 h 1232001"/>
                <a:gd name="csX271" fmla="*/ 630371 w 1651778"/>
                <a:gd name="csY271" fmla="*/ 1039954 h 1232001"/>
                <a:gd name="csX272" fmla="*/ 1016829 w 1651778"/>
                <a:gd name="csY272" fmla="*/ 1039954 h 1232001"/>
                <a:gd name="csX273" fmla="*/ 1021264 w 1651778"/>
                <a:gd name="csY273" fmla="*/ 1039954 h 1232001"/>
                <a:gd name="csX274" fmla="*/ 1019047 w 1651778"/>
                <a:gd name="csY274" fmla="*/ 1042172 h 1232001"/>
                <a:gd name="csX275" fmla="*/ 1016829 w 1651778"/>
                <a:gd name="csY275" fmla="*/ 1039954 h 1232001"/>
                <a:gd name="csX276" fmla="*/ 1079004 w 1651778"/>
                <a:gd name="csY276" fmla="*/ 1040508 h 1232001"/>
                <a:gd name="csX277" fmla="*/ 1080668 w 1651778"/>
                <a:gd name="csY277" fmla="*/ 1038845 h 1232001"/>
                <a:gd name="csX278" fmla="*/ 1082355 w 1651778"/>
                <a:gd name="csY278" fmla="*/ 1040508 h 1232001"/>
                <a:gd name="csX279" fmla="*/ 1080668 w 1651778"/>
                <a:gd name="csY279" fmla="*/ 1042172 h 1232001"/>
                <a:gd name="csX280" fmla="*/ 1079004 w 1651778"/>
                <a:gd name="csY280" fmla="*/ 1040508 h 1232001"/>
                <a:gd name="csX281" fmla="*/ 555949 w 1651778"/>
                <a:gd name="csY281" fmla="*/ 1037182 h 1232001"/>
                <a:gd name="csX282" fmla="*/ 557637 w 1651778"/>
                <a:gd name="csY282" fmla="*/ 1035518 h 1232001"/>
                <a:gd name="csX283" fmla="*/ 559300 w 1651778"/>
                <a:gd name="csY283" fmla="*/ 1037182 h 1232001"/>
                <a:gd name="csX284" fmla="*/ 557637 w 1651778"/>
                <a:gd name="csY284" fmla="*/ 1038845 h 1232001"/>
                <a:gd name="csX285" fmla="*/ 555949 w 1651778"/>
                <a:gd name="csY285" fmla="*/ 1037182 h 1232001"/>
                <a:gd name="csX286" fmla="*/ 645921 w 1651778"/>
                <a:gd name="csY286" fmla="*/ 1037182 h 1232001"/>
                <a:gd name="csX287" fmla="*/ 647585 w 1651778"/>
                <a:gd name="csY287" fmla="*/ 1035518 h 1232001"/>
                <a:gd name="csX288" fmla="*/ 649248 w 1651778"/>
                <a:gd name="csY288" fmla="*/ 1037182 h 1232001"/>
                <a:gd name="csX289" fmla="*/ 647585 w 1651778"/>
                <a:gd name="csY289" fmla="*/ 1038845 h 1232001"/>
                <a:gd name="csX290" fmla="*/ 645921 w 1651778"/>
                <a:gd name="csY290" fmla="*/ 1037182 h 1232001"/>
                <a:gd name="csX291" fmla="*/ 1002388 w 1651778"/>
                <a:gd name="csY291" fmla="*/ 1037182 h 1232001"/>
                <a:gd name="csX292" fmla="*/ 1004051 w 1651778"/>
                <a:gd name="csY292" fmla="*/ 1035518 h 1232001"/>
                <a:gd name="csX293" fmla="*/ 1005715 w 1651778"/>
                <a:gd name="csY293" fmla="*/ 1037182 h 1232001"/>
                <a:gd name="csX294" fmla="*/ 1004051 w 1651778"/>
                <a:gd name="csY294" fmla="*/ 1038845 h 1232001"/>
                <a:gd name="csX295" fmla="*/ 1002388 w 1651778"/>
                <a:gd name="csY295" fmla="*/ 1037182 h 1232001"/>
                <a:gd name="csX296" fmla="*/ 1092336 w 1651778"/>
                <a:gd name="csY296" fmla="*/ 1037182 h 1232001"/>
                <a:gd name="csX297" fmla="*/ 1093999 w 1651778"/>
                <a:gd name="csY297" fmla="*/ 1035518 h 1232001"/>
                <a:gd name="csX298" fmla="*/ 1095663 w 1651778"/>
                <a:gd name="csY298" fmla="*/ 1037182 h 1232001"/>
                <a:gd name="csX299" fmla="*/ 1093999 w 1651778"/>
                <a:gd name="csY299" fmla="*/ 1038845 h 1232001"/>
                <a:gd name="csX300" fmla="*/ 1092336 w 1651778"/>
                <a:gd name="csY300" fmla="*/ 1037182 h 1232001"/>
                <a:gd name="csX301" fmla="*/ 549295 w 1651778"/>
                <a:gd name="csY301" fmla="*/ 1033830 h 1232001"/>
                <a:gd name="csX302" fmla="*/ 550958 w 1651778"/>
                <a:gd name="csY302" fmla="*/ 1032167 h 1232001"/>
                <a:gd name="csX303" fmla="*/ 552622 w 1651778"/>
                <a:gd name="csY303" fmla="*/ 1033830 h 1232001"/>
                <a:gd name="csX304" fmla="*/ 550958 w 1651778"/>
                <a:gd name="csY304" fmla="*/ 1035518 h 1232001"/>
                <a:gd name="csX305" fmla="*/ 549295 w 1651778"/>
                <a:gd name="csY305" fmla="*/ 1033830 h 1232001"/>
                <a:gd name="csX306" fmla="*/ 659229 w 1651778"/>
                <a:gd name="csY306" fmla="*/ 1033830 h 1232001"/>
                <a:gd name="csX307" fmla="*/ 660892 w 1651778"/>
                <a:gd name="csY307" fmla="*/ 1032167 h 1232001"/>
                <a:gd name="csX308" fmla="*/ 662580 w 1651778"/>
                <a:gd name="csY308" fmla="*/ 1033830 h 1232001"/>
                <a:gd name="csX309" fmla="*/ 660892 w 1651778"/>
                <a:gd name="csY309" fmla="*/ 1035518 h 1232001"/>
                <a:gd name="csX310" fmla="*/ 659229 w 1651778"/>
                <a:gd name="csY310" fmla="*/ 1033830 h 1232001"/>
                <a:gd name="csX311" fmla="*/ 989056 w 1651778"/>
                <a:gd name="csY311" fmla="*/ 1033830 h 1232001"/>
                <a:gd name="csX312" fmla="*/ 990719 w 1651778"/>
                <a:gd name="csY312" fmla="*/ 1032167 h 1232001"/>
                <a:gd name="csX313" fmla="*/ 992382 w 1651778"/>
                <a:gd name="csY313" fmla="*/ 1033830 h 1232001"/>
                <a:gd name="csX314" fmla="*/ 990719 w 1651778"/>
                <a:gd name="csY314" fmla="*/ 1035518 h 1232001"/>
                <a:gd name="csX315" fmla="*/ 989056 w 1651778"/>
                <a:gd name="csY315" fmla="*/ 1033830 h 1232001"/>
                <a:gd name="csX316" fmla="*/ 1099014 w 1651778"/>
                <a:gd name="csY316" fmla="*/ 1033830 h 1232001"/>
                <a:gd name="csX317" fmla="*/ 1100677 w 1651778"/>
                <a:gd name="csY317" fmla="*/ 1032167 h 1232001"/>
                <a:gd name="csX318" fmla="*/ 1102341 w 1651778"/>
                <a:gd name="csY318" fmla="*/ 1033830 h 1232001"/>
                <a:gd name="csX319" fmla="*/ 1100677 w 1651778"/>
                <a:gd name="csY319" fmla="*/ 1035518 h 1232001"/>
                <a:gd name="csX320" fmla="*/ 1099014 w 1651778"/>
                <a:gd name="csY320" fmla="*/ 1033830 h 1232001"/>
                <a:gd name="csX321" fmla="*/ 542641 w 1651778"/>
                <a:gd name="csY321" fmla="*/ 1030503 h 1232001"/>
                <a:gd name="csX322" fmla="*/ 544304 w 1651778"/>
                <a:gd name="csY322" fmla="*/ 1028840 h 1232001"/>
                <a:gd name="csX323" fmla="*/ 545968 w 1651778"/>
                <a:gd name="csY323" fmla="*/ 1030503 h 1232001"/>
                <a:gd name="csX324" fmla="*/ 544304 w 1651778"/>
                <a:gd name="csY324" fmla="*/ 1032167 h 1232001"/>
                <a:gd name="csX325" fmla="*/ 542641 w 1651778"/>
                <a:gd name="csY325" fmla="*/ 1030503 h 1232001"/>
                <a:gd name="csX326" fmla="*/ 672561 w 1651778"/>
                <a:gd name="csY326" fmla="*/ 1030503 h 1232001"/>
                <a:gd name="csX327" fmla="*/ 674225 w 1651778"/>
                <a:gd name="csY327" fmla="*/ 1028840 h 1232001"/>
                <a:gd name="csX328" fmla="*/ 675888 w 1651778"/>
                <a:gd name="csY328" fmla="*/ 1030503 h 1232001"/>
                <a:gd name="csX329" fmla="*/ 674225 w 1651778"/>
                <a:gd name="csY329" fmla="*/ 1032167 h 1232001"/>
                <a:gd name="csX330" fmla="*/ 672561 w 1651778"/>
                <a:gd name="csY330" fmla="*/ 1030503 h 1232001"/>
                <a:gd name="csX331" fmla="*/ 979075 w 1651778"/>
                <a:gd name="csY331" fmla="*/ 1030503 h 1232001"/>
                <a:gd name="csX332" fmla="*/ 980738 w 1651778"/>
                <a:gd name="csY332" fmla="*/ 1028840 h 1232001"/>
                <a:gd name="csX333" fmla="*/ 982402 w 1651778"/>
                <a:gd name="csY333" fmla="*/ 1030503 h 1232001"/>
                <a:gd name="csX334" fmla="*/ 980738 w 1651778"/>
                <a:gd name="csY334" fmla="*/ 1032167 h 1232001"/>
                <a:gd name="csX335" fmla="*/ 979075 w 1651778"/>
                <a:gd name="csY335" fmla="*/ 1030503 h 1232001"/>
                <a:gd name="csX336" fmla="*/ 1105668 w 1651778"/>
                <a:gd name="csY336" fmla="*/ 1030503 h 1232001"/>
                <a:gd name="csX337" fmla="*/ 1107331 w 1651778"/>
                <a:gd name="csY337" fmla="*/ 1028840 h 1232001"/>
                <a:gd name="csX338" fmla="*/ 1108995 w 1651778"/>
                <a:gd name="csY338" fmla="*/ 1030503 h 1232001"/>
                <a:gd name="csX339" fmla="*/ 1107331 w 1651778"/>
                <a:gd name="csY339" fmla="*/ 1032167 h 1232001"/>
                <a:gd name="csX340" fmla="*/ 1105668 w 1651778"/>
                <a:gd name="csY340" fmla="*/ 1030503 h 1232001"/>
                <a:gd name="csX341" fmla="*/ 533986 w 1651778"/>
                <a:gd name="csY341" fmla="*/ 1025007 h 1232001"/>
                <a:gd name="csX342" fmla="*/ 531599 w 1651778"/>
                <a:gd name="csY342" fmla="*/ 1021149 h 1232001"/>
                <a:gd name="csX343" fmla="*/ 535456 w 1651778"/>
                <a:gd name="csY343" fmla="*/ 1023536 h 1232001"/>
                <a:gd name="csX344" fmla="*/ 537843 w 1651778"/>
                <a:gd name="csY344" fmla="*/ 1028840 h 1232001"/>
                <a:gd name="csX345" fmla="*/ 533986 w 1651778"/>
                <a:gd name="csY345" fmla="*/ 1025007 h 1232001"/>
                <a:gd name="csX346" fmla="*/ 682566 w 1651778"/>
                <a:gd name="csY346" fmla="*/ 1027176 h 1232001"/>
                <a:gd name="csX347" fmla="*/ 684230 w 1651778"/>
                <a:gd name="csY347" fmla="*/ 1025513 h 1232001"/>
                <a:gd name="csX348" fmla="*/ 685893 w 1651778"/>
                <a:gd name="csY348" fmla="*/ 1027176 h 1232001"/>
                <a:gd name="csX349" fmla="*/ 684230 w 1651778"/>
                <a:gd name="csY349" fmla="*/ 1028840 h 1232001"/>
                <a:gd name="csX350" fmla="*/ 682566 w 1651778"/>
                <a:gd name="csY350" fmla="*/ 1027176 h 1232001"/>
                <a:gd name="csX351" fmla="*/ 965743 w 1651778"/>
                <a:gd name="csY351" fmla="*/ 1027176 h 1232001"/>
                <a:gd name="csX352" fmla="*/ 967407 w 1651778"/>
                <a:gd name="csY352" fmla="*/ 1025513 h 1232001"/>
                <a:gd name="csX353" fmla="*/ 969070 w 1651778"/>
                <a:gd name="csY353" fmla="*/ 1027176 h 1232001"/>
                <a:gd name="csX354" fmla="*/ 967407 w 1651778"/>
                <a:gd name="csY354" fmla="*/ 1028840 h 1232001"/>
                <a:gd name="csX355" fmla="*/ 965743 w 1651778"/>
                <a:gd name="csY355" fmla="*/ 1027176 h 1232001"/>
                <a:gd name="csX356" fmla="*/ 1113985 w 1651778"/>
                <a:gd name="csY356" fmla="*/ 1025513 h 1232001"/>
                <a:gd name="csX357" fmla="*/ 1117722 w 1651778"/>
                <a:gd name="csY357" fmla="*/ 1022186 h 1232001"/>
                <a:gd name="csX358" fmla="*/ 1117337 w 1651778"/>
                <a:gd name="csY358" fmla="*/ 1025513 h 1232001"/>
                <a:gd name="csX359" fmla="*/ 1113600 w 1651778"/>
                <a:gd name="csY359" fmla="*/ 1028840 h 1232001"/>
                <a:gd name="csX360" fmla="*/ 1113985 w 1651778"/>
                <a:gd name="csY360" fmla="*/ 1025513 h 1232001"/>
                <a:gd name="csX361" fmla="*/ 689220 w 1651778"/>
                <a:gd name="csY361" fmla="*/ 1023849 h 1232001"/>
                <a:gd name="csX362" fmla="*/ 690884 w 1651778"/>
                <a:gd name="csY362" fmla="*/ 1022186 h 1232001"/>
                <a:gd name="csX363" fmla="*/ 692547 w 1651778"/>
                <a:gd name="csY363" fmla="*/ 1023849 h 1232001"/>
                <a:gd name="csX364" fmla="*/ 690884 w 1651778"/>
                <a:gd name="csY364" fmla="*/ 1025513 h 1232001"/>
                <a:gd name="csX365" fmla="*/ 689220 w 1651778"/>
                <a:gd name="csY365" fmla="*/ 1023849 h 1232001"/>
                <a:gd name="csX366" fmla="*/ 959065 w 1651778"/>
                <a:gd name="csY366" fmla="*/ 1023849 h 1232001"/>
                <a:gd name="csX367" fmla="*/ 960753 w 1651778"/>
                <a:gd name="csY367" fmla="*/ 1022186 h 1232001"/>
                <a:gd name="csX368" fmla="*/ 962416 w 1651778"/>
                <a:gd name="csY368" fmla="*/ 1023849 h 1232001"/>
                <a:gd name="csX369" fmla="*/ 960753 w 1651778"/>
                <a:gd name="csY369" fmla="*/ 1025513 h 1232001"/>
                <a:gd name="csX370" fmla="*/ 959065 w 1651778"/>
                <a:gd name="csY370" fmla="*/ 1023849 h 1232001"/>
                <a:gd name="csX371" fmla="*/ 699225 w 1651778"/>
                <a:gd name="csY371" fmla="*/ 1020522 h 1232001"/>
                <a:gd name="csX372" fmla="*/ 700888 w 1651778"/>
                <a:gd name="csY372" fmla="*/ 1018859 h 1232001"/>
                <a:gd name="csX373" fmla="*/ 702552 w 1651778"/>
                <a:gd name="csY373" fmla="*/ 1020522 h 1232001"/>
                <a:gd name="csX374" fmla="*/ 700888 w 1651778"/>
                <a:gd name="csY374" fmla="*/ 1022186 h 1232001"/>
                <a:gd name="csX375" fmla="*/ 699225 w 1651778"/>
                <a:gd name="csY375" fmla="*/ 1020522 h 1232001"/>
                <a:gd name="csX376" fmla="*/ 949084 w 1651778"/>
                <a:gd name="csY376" fmla="*/ 1020522 h 1232001"/>
                <a:gd name="csX377" fmla="*/ 950748 w 1651778"/>
                <a:gd name="csY377" fmla="*/ 1018859 h 1232001"/>
                <a:gd name="csX378" fmla="*/ 952411 w 1651778"/>
                <a:gd name="csY378" fmla="*/ 1020522 h 1232001"/>
                <a:gd name="csX379" fmla="*/ 950748 w 1651778"/>
                <a:gd name="csY379" fmla="*/ 1022186 h 1232001"/>
                <a:gd name="csX380" fmla="*/ 949084 w 1651778"/>
                <a:gd name="csY380" fmla="*/ 1020522 h 1232001"/>
                <a:gd name="csX381" fmla="*/ 709206 w 1651778"/>
                <a:gd name="csY381" fmla="*/ 1017171 h 1232001"/>
                <a:gd name="csX382" fmla="*/ 710869 w 1651778"/>
                <a:gd name="csY382" fmla="*/ 1015508 h 1232001"/>
                <a:gd name="csX383" fmla="*/ 712532 w 1651778"/>
                <a:gd name="csY383" fmla="*/ 1017171 h 1232001"/>
                <a:gd name="csX384" fmla="*/ 710869 w 1651778"/>
                <a:gd name="csY384" fmla="*/ 1018859 h 1232001"/>
                <a:gd name="csX385" fmla="*/ 709206 w 1651778"/>
                <a:gd name="csY385" fmla="*/ 1017171 h 1232001"/>
                <a:gd name="csX386" fmla="*/ 942430 w 1651778"/>
                <a:gd name="csY386" fmla="*/ 1017171 h 1232001"/>
                <a:gd name="csX387" fmla="*/ 944094 w 1651778"/>
                <a:gd name="csY387" fmla="*/ 1015508 h 1232001"/>
                <a:gd name="csX388" fmla="*/ 945757 w 1651778"/>
                <a:gd name="csY388" fmla="*/ 1017171 h 1232001"/>
                <a:gd name="csX389" fmla="*/ 944094 w 1651778"/>
                <a:gd name="csY389" fmla="*/ 1018859 h 1232001"/>
                <a:gd name="csX390" fmla="*/ 942430 w 1651778"/>
                <a:gd name="csY390" fmla="*/ 1017171 h 1232001"/>
                <a:gd name="csX391" fmla="*/ 715884 w 1651778"/>
                <a:gd name="csY391" fmla="*/ 1013844 h 1232001"/>
                <a:gd name="csX392" fmla="*/ 717547 w 1651778"/>
                <a:gd name="csY392" fmla="*/ 1012181 h 1232001"/>
                <a:gd name="csX393" fmla="*/ 719211 w 1651778"/>
                <a:gd name="csY393" fmla="*/ 1013844 h 1232001"/>
                <a:gd name="csX394" fmla="*/ 717547 w 1651778"/>
                <a:gd name="csY394" fmla="*/ 1015508 h 1232001"/>
                <a:gd name="csX395" fmla="*/ 715884 w 1651778"/>
                <a:gd name="csY395" fmla="*/ 1013844 h 1232001"/>
                <a:gd name="csX396" fmla="*/ 932425 w 1651778"/>
                <a:gd name="csY396" fmla="*/ 1013844 h 1232001"/>
                <a:gd name="csX397" fmla="*/ 934088 w 1651778"/>
                <a:gd name="csY397" fmla="*/ 1012181 h 1232001"/>
                <a:gd name="csX398" fmla="*/ 935752 w 1651778"/>
                <a:gd name="csY398" fmla="*/ 1013844 h 1232001"/>
                <a:gd name="csX399" fmla="*/ 934088 w 1651778"/>
                <a:gd name="csY399" fmla="*/ 1015508 h 1232001"/>
                <a:gd name="csX400" fmla="*/ 932425 w 1651778"/>
                <a:gd name="csY400" fmla="*/ 1013844 h 1232001"/>
                <a:gd name="csX401" fmla="*/ 722538 w 1651778"/>
                <a:gd name="csY401" fmla="*/ 1010517 h 1232001"/>
                <a:gd name="csX402" fmla="*/ 724201 w 1651778"/>
                <a:gd name="csY402" fmla="*/ 1008854 h 1232001"/>
                <a:gd name="csX403" fmla="*/ 725865 w 1651778"/>
                <a:gd name="csY403" fmla="*/ 1010517 h 1232001"/>
                <a:gd name="csX404" fmla="*/ 724201 w 1651778"/>
                <a:gd name="csY404" fmla="*/ 1012181 h 1232001"/>
                <a:gd name="csX405" fmla="*/ 722538 w 1651778"/>
                <a:gd name="csY405" fmla="*/ 1010517 h 1232001"/>
                <a:gd name="csX406" fmla="*/ 925771 w 1651778"/>
                <a:gd name="csY406" fmla="*/ 1010517 h 1232001"/>
                <a:gd name="csX407" fmla="*/ 927435 w 1651778"/>
                <a:gd name="csY407" fmla="*/ 1008854 h 1232001"/>
                <a:gd name="csX408" fmla="*/ 929098 w 1651778"/>
                <a:gd name="csY408" fmla="*/ 1010517 h 1232001"/>
                <a:gd name="csX409" fmla="*/ 927435 w 1651778"/>
                <a:gd name="csY409" fmla="*/ 1012181 h 1232001"/>
                <a:gd name="csX410" fmla="*/ 925771 w 1651778"/>
                <a:gd name="csY410" fmla="*/ 1010517 h 1232001"/>
                <a:gd name="csX411" fmla="*/ 515977 w 1651778"/>
                <a:gd name="csY411" fmla="*/ 1007190 h 1232001"/>
                <a:gd name="csX412" fmla="*/ 517641 w 1651778"/>
                <a:gd name="csY412" fmla="*/ 1005527 h 1232001"/>
                <a:gd name="csX413" fmla="*/ 519304 w 1651778"/>
                <a:gd name="csY413" fmla="*/ 1007190 h 1232001"/>
                <a:gd name="csX414" fmla="*/ 517641 w 1651778"/>
                <a:gd name="csY414" fmla="*/ 1008854 h 1232001"/>
                <a:gd name="csX415" fmla="*/ 515977 w 1651778"/>
                <a:gd name="csY415" fmla="*/ 1007190 h 1232001"/>
                <a:gd name="csX416" fmla="*/ 729192 w 1651778"/>
                <a:gd name="csY416" fmla="*/ 1007190 h 1232001"/>
                <a:gd name="csX417" fmla="*/ 730855 w 1651778"/>
                <a:gd name="csY417" fmla="*/ 1005527 h 1232001"/>
                <a:gd name="csX418" fmla="*/ 732543 w 1651778"/>
                <a:gd name="csY418" fmla="*/ 1007190 h 1232001"/>
                <a:gd name="csX419" fmla="*/ 730855 w 1651778"/>
                <a:gd name="csY419" fmla="*/ 1008854 h 1232001"/>
                <a:gd name="csX420" fmla="*/ 729192 w 1651778"/>
                <a:gd name="csY420" fmla="*/ 1007190 h 1232001"/>
                <a:gd name="csX421" fmla="*/ 919093 w 1651778"/>
                <a:gd name="csY421" fmla="*/ 1007190 h 1232001"/>
                <a:gd name="csX422" fmla="*/ 920756 w 1651778"/>
                <a:gd name="csY422" fmla="*/ 1005527 h 1232001"/>
                <a:gd name="csX423" fmla="*/ 922420 w 1651778"/>
                <a:gd name="csY423" fmla="*/ 1007190 h 1232001"/>
                <a:gd name="csX424" fmla="*/ 920756 w 1651778"/>
                <a:gd name="csY424" fmla="*/ 1008854 h 1232001"/>
                <a:gd name="csX425" fmla="*/ 919093 w 1651778"/>
                <a:gd name="csY425" fmla="*/ 1007190 h 1232001"/>
                <a:gd name="csX426" fmla="*/ 1132308 w 1651778"/>
                <a:gd name="csY426" fmla="*/ 1007190 h 1232001"/>
                <a:gd name="csX427" fmla="*/ 1133971 w 1651778"/>
                <a:gd name="csY427" fmla="*/ 1005527 h 1232001"/>
                <a:gd name="csX428" fmla="*/ 1135658 w 1651778"/>
                <a:gd name="csY428" fmla="*/ 1007190 h 1232001"/>
                <a:gd name="csX429" fmla="*/ 1133971 w 1651778"/>
                <a:gd name="csY429" fmla="*/ 1008854 h 1232001"/>
                <a:gd name="csX430" fmla="*/ 1132308 w 1651778"/>
                <a:gd name="csY430" fmla="*/ 1007190 h 1232001"/>
                <a:gd name="csX431" fmla="*/ 509323 w 1651778"/>
                <a:gd name="csY431" fmla="*/ 997186 h 1232001"/>
                <a:gd name="csX432" fmla="*/ 510987 w 1651778"/>
                <a:gd name="csY432" fmla="*/ 995522 h 1232001"/>
                <a:gd name="csX433" fmla="*/ 512650 w 1651778"/>
                <a:gd name="csY433" fmla="*/ 997186 h 1232001"/>
                <a:gd name="csX434" fmla="*/ 510987 w 1651778"/>
                <a:gd name="csY434" fmla="*/ 998849 h 1232001"/>
                <a:gd name="csX435" fmla="*/ 509323 w 1651778"/>
                <a:gd name="csY435" fmla="*/ 997186 h 1232001"/>
                <a:gd name="csX436" fmla="*/ 1138985 w 1651778"/>
                <a:gd name="csY436" fmla="*/ 997186 h 1232001"/>
                <a:gd name="csX437" fmla="*/ 1140649 w 1651778"/>
                <a:gd name="csY437" fmla="*/ 995522 h 1232001"/>
                <a:gd name="csX438" fmla="*/ 1142312 w 1651778"/>
                <a:gd name="csY438" fmla="*/ 997186 h 1232001"/>
                <a:gd name="csX439" fmla="*/ 1140649 w 1651778"/>
                <a:gd name="csY439" fmla="*/ 998849 h 1232001"/>
                <a:gd name="csX440" fmla="*/ 1138985 w 1651778"/>
                <a:gd name="csY440" fmla="*/ 997186 h 1232001"/>
                <a:gd name="csX441" fmla="*/ 575959 w 1651778"/>
                <a:gd name="csY441" fmla="*/ 993859 h 1232001"/>
                <a:gd name="csX442" fmla="*/ 577623 w 1651778"/>
                <a:gd name="csY442" fmla="*/ 992195 h 1232001"/>
                <a:gd name="csX443" fmla="*/ 579286 w 1651778"/>
                <a:gd name="csY443" fmla="*/ 993859 h 1232001"/>
                <a:gd name="csX444" fmla="*/ 577623 w 1651778"/>
                <a:gd name="csY444" fmla="*/ 995522 h 1232001"/>
                <a:gd name="csX445" fmla="*/ 575959 w 1651778"/>
                <a:gd name="csY445" fmla="*/ 993859 h 1232001"/>
                <a:gd name="csX446" fmla="*/ 623693 w 1651778"/>
                <a:gd name="csY446" fmla="*/ 993304 h 1232001"/>
                <a:gd name="csX447" fmla="*/ 628153 w 1651778"/>
                <a:gd name="csY447" fmla="*/ 993304 h 1232001"/>
                <a:gd name="csX448" fmla="*/ 625911 w 1651778"/>
                <a:gd name="csY448" fmla="*/ 995522 h 1232001"/>
                <a:gd name="csX449" fmla="*/ 623693 w 1651778"/>
                <a:gd name="csY449" fmla="*/ 993304 h 1232001"/>
                <a:gd name="csX450" fmla="*/ 755855 w 1651778"/>
                <a:gd name="csY450" fmla="*/ 993859 h 1232001"/>
                <a:gd name="csX451" fmla="*/ 757519 w 1651778"/>
                <a:gd name="csY451" fmla="*/ 992195 h 1232001"/>
                <a:gd name="csX452" fmla="*/ 759182 w 1651778"/>
                <a:gd name="csY452" fmla="*/ 993859 h 1232001"/>
                <a:gd name="csX453" fmla="*/ 757519 w 1651778"/>
                <a:gd name="csY453" fmla="*/ 995522 h 1232001"/>
                <a:gd name="csX454" fmla="*/ 755855 w 1651778"/>
                <a:gd name="csY454" fmla="*/ 993859 h 1232001"/>
                <a:gd name="csX455" fmla="*/ 892454 w 1651778"/>
                <a:gd name="csY455" fmla="*/ 993859 h 1232001"/>
                <a:gd name="csX456" fmla="*/ 894117 w 1651778"/>
                <a:gd name="csY456" fmla="*/ 992195 h 1232001"/>
                <a:gd name="csX457" fmla="*/ 895781 w 1651778"/>
                <a:gd name="csY457" fmla="*/ 993859 h 1232001"/>
                <a:gd name="csX458" fmla="*/ 894117 w 1651778"/>
                <a:gd name="csY458" fmla="*/ 995522 h 1232001"/>
                <a:gd name="csX459" fmla="*/ 892454 w 1651778"/>
                <a:gd name="csY459" fmla="*/ 993859 h 1232001"/>
                <a:gd name="csX460" fmla="*/ 1023482 w 1651778"/>
                <a:gd name="csY460" fmla="*/ 993304 h 1232001"/>
                <a:gd name="csX461" fmla="*/ 1027918 w 1651778"/>
                <a:gd name="csY461" fmla="*/ 993304 h 1232001"/>
                <a:gd name="csX462" fmla="*/ 1025701 w 1651778"/>
                <a:gd name="csY462" fmla="*/ 995522 h 1232001"/>
                <a:gd name="csX463" fmla="*/ 1023482 w 1651778"/>
                <a:gd name="csY463" fmla="*/ 993304 h 1232001"/>
                <a:gd name="csX464" fmla="*/ 1072350 w 1651778"/>
                <a:gd name="csY464" fmla="*/ 993859 h 1232001"/>
                <a:gd name="csX465" fmla="*/ 1074014 w 1651778"/>
                <a:gd name="csY465" fmla="*/ 992195 h 1232001"/>
                <a:gd name="csX466" fmla="*/ 1075677 w 1651778"/>
                <a:gd name="csY466" fmla="*/ 993859 h 1232001"/>
                <a:gd name="csX467" fmla="*/ 1074014 w 1651778"/>
                <a:gd name="csY467" fmla="*/ 995522 h 1232001"/>
                <a:gd name="csX468" fmla="*/ 1072350 w 1651778"/>
                <a:gd name="csY468" fmla="*/ 993859 h 1232001"/>
                <a:gd name="csX469" fmla="*/ 505996 w 1651778"/>
                <a:gd name="csY469" fmla="*/ 990532 h 1232001"/>
                <a:gd name="csX470" fmla="*/ 507660 w 1651778"/>
                <a:gd name="csY470" fmla="*/ 988868 h 1232001"/>
                <a:gd name="csX471" fmla="*/ 509323 w 1651778"/>
                <a:gd name="csY471" fmla="*/ 990532 h 1232001"/>
                <a:gd name="csX472" fmla="*/ 507660 w 1651778"/>
                <a:gd name="csY472" fmla="*/ 992195 h 1232001"/>
                <a:gd name="csX473" fmla="*/ 505996 w 1651778"/>
                <a:gd name="csY473" fmla="*/ 990532 h 1232001"/>
                <a:gd name="csX474" fmla="*/ 565954 w 1651778"/>
                <a:gd name="csY474" fmla="*/ 990532 h 1232001"/>
                <a:gd name="csX475" fmla="*/ 567617 w 1651778"/>
                <a:gd name="csY475" fmla="*/ 988868 h 1232001"/>
                <a:gd name="csX476" fmla="*/ 569281 w 1651778"/>
                <a:gd name="csY476" fmla="*/ 990532 h 1232001"/>
                <a:gd name="csX477" fmla="*/ 567617 w 1651778"/>
                <a:gd name="csY477" fmla="*/ 992195 h 1232001"/>
                <a:gd name="csX478" fmla="*/ 565954 w 1651778"/>
                <a:gd name="csY478" fmla="*/ 990532 h 1232001"/>
                <a:gd name="csX479" fmla="*/ 639244 w 1651778"/>
                <a:gd name="csY479" fmla="*/ 990532 h 1232001"/>
                <a:gd name="csX480" fmla="*/ 640907 w 1651778"/>
                <a:gd name="csY480" fmla="*/ 988868 h 1232001"/>
                <a:gd name="csX481" fmla="*/ 642571 w 1651778"/>
                <a:gd name="csY481" fmla="*/ 990532 h 1232001"/>
                <a:gd name="csX482" fmla="*/ 640907 w 1651778"/>
                <a:gd name="csY482" fmla="*/ 992195 h 1232001"/>
                <a:gd name="csX483" fmla="*/ 639244 w 1651778"/>
                <a:gd name="csY483" fmla="*/ 990532 h 1232001"/>
                <a:gd name="csX484" fmla="*/ 762509 w 1651778"/>
                <a:gd name="csY484" fmla="*/ 990532 h 1232001"/>
                <a:gd name="csX485" fmla="*/ 764173 w 1651778"/>
                <a:gd name="csY485" fmla="*/ 988868 h 1232001"/>
                <a:gd name="csX486" fmla="*/ 765836 w 1651778"/>
                <a:gd name="csY486" fmla="*/ 990532 h 1232001"/>
                <a:gd name="csX487" fmla="*/ 764173 w 1651778"/>
                <a:gd name="csY487" fmla="*/ 992195 h 1232001"/>
                <a:gd name="csX488" fmla="*/ 762509 w 1651778"/>
                <a:gd name="csY488" fmla="*/ 990532 h 1232001"/>
                <a:gd name="csX489" fmla="*/ 885775 w 1651778"/>
                <a:gd name="csY489" fmla="*/ 990532 h 1232001"/>
                <a:gd name="csX490" fmla="*/ 887439 w 1651778"/>
                <a:gd name="csY490" fmla="*/ 988868 h 1232001"/>
                <a:gd name="csX491" fmla="*/ 889127 w 1651778"/>
                <a:gd name="csY491" fmla="*/ 990532 h 1232001"/>
                <a:gd name="csX492" fmla="*/ 887439 w 1651778"/>
                <a:gd name="csY492" fmla="*/ 992195 h 1232001"/>
                <a:gd name="csX493" fmla="*/ 885775 w 1651778"/>
                <a:gd name="csY493" fmla="*/ 990532 h 1232001"/>
                <a:gd name="csX494" fmla="*/ 1009042 w 1651778"/>
                <a:gd name="csY494" fmla="*/ 990532 h 1232001"/>
                <a:gd name="csX495" fmla="*/ 1010705 w 1651778"/>
                <a:gd name="csY495" fmla="*/ 988868 h 1232001"/>
                <a:gd name="csX496" fmla="*/ 1012393 w 1651778"/>
                <a:gd name="csY496" fmla="*/ 990532 h 1232001"/>
                <a:gd name="csX497" fmla="*/ 1010705 w 1651778"/>
                <a:gd name="csY497" fmla="*/ 992195 h 1232001"/>
                <a:gd name="csX498" fmla="*/ 1009042 w 1651778"/>
                <a:gd name="csY498" fmla="*/ 990532 h 1232001"/>
                <a:gd name="csX499" fmla="*/ 1082355 w 1651778"/>
                <a:gd name="csY499" fmla="*/ 990532 h 1232001"/>
                <a:gd name="csX500" fmla="*/ 1084018 w 1651778"/>
                <a:gd name="csY500" fmla="*/ 988868 h 1232001"/>
                <a:gd name="csX501" fmla="*/ 1085682 w 1651778"/>
                <a:gd name="csY501" fmla="*/ 990532 h 1232001"/>
                <a:gd name="csX502" fmla="*/ 1084018 w 1651778"/>
                <a:gd name="csY502" fmla="*/ 992195 h 1232001"/>
                <a:gd name="csX503" fmla="*/ 1082355 w 1651778"/>
                <a:gd name="csY503" fmla="*/ 990532 h 1232001"/>
                <a:gd name="csX504" fmla="*/ 1142312 w 1651778"/>
                <a:gd name="csY504" fmla="*/ 990532 h 1232001"/>
                <a:gd name="csX505" fmla="*/ 1143976 w 1651778"/>
                <a:gd name="csY505" fmla="*/ 988868 h 1232001"/>
                <a:gd name="csX506" fmla="*/ 1145639 w 1651778"/>
                <a:gd name="csY506" fmla="*/ 990532 h 1232001"/>
                <a:gd name="csX507" fmla="*/ 1143976 w 1651778"/>
                <a:gd name="csY507" fmla="*/ 992195 h 1232001"/>
                <a:gd name="csX508" fmla="*/ 1142312 w 1651778"/>
                <a:gd name="csY508" fmla="*/ 990532 h 1232001"/>
                <a:gd name="csX509" fmla="*/ 652575 w 1651778"/>
                <a:gd name="csY509" fmla="*/ 987205 h 1232001"/>
                <a:gd name="csX510" fmla="*/ 654238 w 1651778"/>
                <a:gd name="csY510" fmla="*/ 985541 h 1232001"/>
                <a:gd name="csX511" fmla="*/ 655902 w 1651778"/>
                <a:gd name="csY511" fmla="*/ 987205 h 1232001"/>
                <a:gd name="csX512" fmla="*/ 654238 w 1651778"/>
                <a:gd name="csY512" fmla="*/ 988868 h 1232001"/>
                <a:gd name="csX513" fmla="*/ 652575 w 1651778"/>
                <a:gd name="csY513" fmla="*/ 987205 h 1232001"/>
                <a:gd name="csX514" fmla="*/ 769187 w 1651778"/>
                <a:gd name="csY514" fmla="*/ 987205 h 1232001"/>
                <a:gd name="csX515" fmla="*/ 770851 w 1651778"/>
                <a:gd name="csY515" fmla="*/ 985541 h 1232001"/>
                <a:gd name="csX516" fmla="*/ 772514 w 1651778"/>
                <a:gd name="csY516" fmla="*/ 987205 h 1232001"/>
                <a:gd name="csX517" fmla="*/ 770851 w 1651778"/>
                <a:gd name="csY517" fmla="*/ 988868 h 1232001"/>
                <a:gd name="csX518" fmla="*/ 769187 w 1651778"/>
                <a:gd name="csY518" fmla="*/ 987205 h 1232001"/>
                <a:gd name="csX519" fmla="*/ 879121 w 1651778"/>
                <a:gd name="csY519" fmla="*/ 987205 h 1232001"/>
                <a:gd name="csX520" fmla="*/ 880785 w 1651778"/>
                <a:gd name="csY520" fmla="*/ 985541 h 1232001"/>
                <a:gd name="csX521" fmla="*/ 882448 w 1651778"/>
                <a:gd name="csY521" fmla="*/ 987205 h 1232001"/>
                <a:gd name="csX522" fmla="*/ 880785 w 1651778"/>
                <a:gd name="csY522" fmla="*/ 988868 h 1232001"/>
                <a:gd name="csX523" fmla="*/ 879121 w 1651778"/>
                <a:gd name="csY523" fmla="*/ 987205 h 1232001"/>
                <a:gd name="csX524" fmla="*/ 995734 w 1651778"/>
                <a:gd name="csY524" fmla="*/ 987205 h 1232001"/>
                <a:gd name="csX525" fmla="*/ 997397 w 1651778"/>
                <a:gd name="csY525" fmla="*/ 985541 h 1232001"/>
                <a:gd name="csX526" fmla="*/ 999061 w 1651778"/>
                <a:gd name="csY526" fmla="*/ 987205 h 1232001"/>
                <a:gd name="csX527" fmla="*/ 997397 w 1651778"/>
                <a:gd name="csY527" fmla="*/ 988868 h 1232001"/>
                <a:gd name="csX528" fmla="*/ 995734 w 1651778"/>
                <a:gd name="csY528" fmla="*/ 987205 h 1232001"/>
                <a:gd name="csX529" fmla="*/ 662580 w 1651778"/>
                <a:gd name="csY529" fmla="*/ 983878 h 1232001"/>
                <a:gd name="csX530" fmla="*/ 664244 w 1651778"/>
                <a:gd name="csY530" fmla="*/ 982190 h 1232001"/>
                <a:gd name="csX531" fmla="*/ 665907 w 1651778"/>
                <a:gd name="csY531" fmla="*/ 983878 h 1232001"/>
                <a:gd name="csX532" fmla="*/ 664244 w 1651778"/>
                <a:gd name="csY532" fmla="*/ 985541 h 1232001"/>
                <a:gd name="csX533" fmla="*/ 662580 w 1651778"/>
                <a:gd name="csY533" fmla="*/ 983878 h 1232001"/>
                <a:gd name="csX534" fmla="*/ 775841 w 1651778"/>
                <a:gd name="csY534" fmla="*/ 983878 h 1232001"/>
                <a:gd name="csX535" fmla="*/ 777505 w 1651778"/>
                <a:gd name="csY535" fmla="*/ 982190 h 1232001"/>
                <a:gd name="csX536" fmla="*/ 779168 w 1651778"/>
                <a:gd name="csY536" fmla="*/ 983878 h 1232001"/>
                <a:gd name="csX537" fmla="*/ 777505 w 1651778"/>
                <a:gd name="csY537" fmla="*/ 985541 h 1232001"/>
                <a:gd name="csX538" fmla="*/ 775841 w 1651778"/>
                <a:gd name="csY538" fmla="*/ 983878 h 1232001"/>
                <a:gd name="csX539" fmla="*/ 872467 w 1651778"/>
                <a:gd name="csY539" fmla="*/ 983878 h 1232001"/>
                <a:gd name="csX540" fmla="*/ 874131 w 1651778"/>
                <a:gd name="csY540" fmla="*/ 982190 h 1232001"/>
                <a:gd name="csX541" fmla="*/ 875794 w 1651778"/>
                <a:gd name="csY541" fmla="*/ 983878 h 1232001"/>
                <a:gd name="csX542" fmla="*/ 874131 w 1651778"/>
                <a:gd name="csY542" fmla="*/ 985541 h 1232001"/>
                <a:gd name="csX543" fmla="*/ 872467 w 1651778"/>
                <a:gd name="csY543" fmla="*/ 983878 h 1232001"/>
                <a:gd name="csX544" fmla="*/ 985729 w 1651778"/>
                <a:gd name="csY544" fmla="*/ 983878 h 1232001"/>
                <a:gd name="csX545" fmla="*/ 987392 w 1651778"/>
                <a:gd name="csY545" fmla="*/ 982190 h 1232001"/>
                <a:gd name="csX546" fmla="*/ 989056 w 1651778"/>
                <a:gd name="csY546" fmla="*/ 983878 h 1232001"/>
                <a:gd name="csX547" fmla="*/ 987392 w 1651778"/>
                <a:gd name="csY547" fmla="*/ 985541 h 1232001"/>
                <a:gd name="csX548" fmla="*/ 985729 w 1651778"/>
                <a:gd name="csY548" fmla="*/ 983878 h 1232001"/>
                <a:gd name="csX549" fmla="*/ 502645 w 1651778"/>
                <a:gd name="csY549" fmla="*/ 978863 h 1232001"/>
                <a:gd name="csX550" fmla="*/ 504863 w 1651778"/>
                <a:gd name="csY550" fmla="*/ 976645 h 1232001"/>
                <a:gd name="csX551" fmla="*/ 504863 w 1651778"/>
                <a:gd name="csY551" fmla="*/ 981081 h 1232001"/>
                <a:gd name="csX552" fmla="*/ 502645 w 1651778"/>
                <a:gd name="csY552" fmla="*/ 978863 h 1232001"/>
                <a:gd name="csX553" fmla="*/ 672561 w 1651778"/>
                <a:gd name="csY553" fmla="*/ 980527 h 1232001"/>
                <a:gd name="csX554" fmla="*/ 674225 w 1651778"/>
                <a:gd name="csY554" fmla="*/ 978863 h 1232001"/>
                <a:gd name="csX555" fmla="*/ 675888 w 1651778"/>
                <a:gd name="csY555" fmla="*/ 980527 h 1232001"/>
                <a:gd name="csX556" fmla="*/ 674225 w 1651778"/>
                <a:gd name="csY556" fmla="*/ 982190 h 1232001"/>
                <a:gd name="csX557" fmla="*/ 672561 w 1651778"/>
                <a:gd name="csY557" fmla="*/ 980527 h 1232001"/>
                <a:gd name="csX558" fmla="*/ 975724 w 1651778"/>
                <a:gd name="csY558" fmla="*/ 980527 h 1232001"/>
                <a:gd name="csX559" fmla="*/ 977411 w 1651778"/>
                <a:gd name="csY559" fmla="*/ 978863 h 1232001"/>
                <a:gd name="csX560" fmla="*/ 979075 w 1651778"/>
                <a:gd name="csY560" fmla="*/ 980527 h 1232001"/>
                <a:gd name="csX561" fmla="*/ 977411 w 1651778"/>
                <a:gd name="csY561" fmla="*/ 982190 h 1232001"/>
                <a:gd name="csX562" fmla="*/ 975724 w 1651778"/>
                <a:gd name="csY562" fmla="*/ 980527 h 1232001"/>
                <a:gd name="csX563" fmla="*/ 1145639 w 1651778"/>
                <a:gd name="csY563" fmla="*/ 978863 h 1232001"/>
                <a:gd name="csX564" fmla="*/ 1147857 w 1651778"/>
                <a:gd name="csY564" fmla="*/ 976645 h 1232001"/>
                <a:gd name="csX565" fmla="*/ 1147857 w 1651778"/>
                <a:gd name="csY565" fmla="*/ 981081 h 1232001"/>
                <a:gd name="csX566" fmla="*/ 1145639 w 1651778"/>
                <a:gd name="csY566" fmla="*/ 978863 h 1232001"/>
                <a:gd name="csX567" fmla="*/ 552622 w 1651778"/>
                <a:gd name="csY567" fmla="*/ 977200 h 1232001"/>
                <a:gd name="csX568" fmla="*/ 554285 w 1651778"/>
                <a:gd name="csY568" fmla="*/ 975536 h 1232001"/>
                <a:gd name="csX569" fmla="*/ 555949 w 1651778"/>
                <a:gd name="csY569" fmla="*/ 977200 h 1232001"/>
                <a:gd name="csX570" fmla="*/ 554285 w 1651778"/>
                <a:gd name="csY570" fmla="*/ 978863 h 1232001"/>
                <a:gd name="csX571" fmla="*/ 552622 w 1651778"/>
                <a:gd name="csY571" fmla="*/ 977200 h 1232001"/>
                <a:gd name="csX572" fmla="*/ 682566 w 1651778"/>
                <a:gd name="csY572" fmla="*/ 977200 h 1232001"/>
                <a:gd name="csX573" fmla="*/ 684230 w 1651778"/>
                <a:gd name="csY573" fmla="*/ 975536 h 1232001"/>
                <a:gd name="csX574" fmla="*/ 685893 w 1651778"/>
                <a:gd name="csY574" fmla="*/ 977200 h 1232001"/>
                <a:gd name="csX575" fmla="*/ 684230 w 1651778"/>
                <a:gd name="csY575" fmla="*/ 978863 h 1232001"/>
                <a:gd name="csX576" fmla="*/ 682566 w 1651778"/>
                <a:gd name="csY576" fmla="*/ 977200 h 1232001"/>
                <a:gd name="csX577" fmla="*/ 785846 w 1651778"/>
                <a:gd name="csY577" fmla="*/ 977200 h 1232001"/>
                <a:gd name="csX578" fmla="*/ 787510 w 1651778"/>
                <a:gd name="csY578" fmla="*/ 975536 h 1232001"/>
                <a:gd name="csX579" fmla="*/ 789173 w 1651778"/>
                <a:gd name="csY579" fmla="*/ 977200 h 1232001"/>
                <a:gd name="csX580" fmla="*/ 787510 w 1651778"/>
                <a:gd name="csY580" fmla="*/ 978863 h 1232001"/>
                <a:gd name="csX581" fmla="*/ 785846 w 1651778"/>
                <a:gd name="csY581" fmla="*/ 977200 h 1232001"/>
                <a:gd name="csX582" fmla="*/ 862462 w 1651778"/>
                <a:gd name="csY582" fmla="*/ 977200 h 1232001"/>
                <a:gd name="csX583" fmla="*/ 864126 w 1651778"/>
                <a:gd name="csY583" fmla="*/ 975536 h 1232001"/>
                <a:gd name="csX584" fmla="*/ 865789 w 1651778"/>
                <a:gd name="csY584" fmla="*/ 977200 h 1232001"/>
                <a:gd name="csX585" fmla="*/ 864126 w 1651778"/>
                <a:gd name="csY585" fmla="*/ 978863 h 1232001"/>
                <a:gd name="csX586" fmla="*/ 862462 w 1651778"/>
                <a:gd name="csY586" fmla="*/ 977200 h 1232001"/>
                <a:gd name="csX587" fmla="*/ 965743 w 1651778"/>
                <a:gd name="csY587" fmla="*/ 977200 h 1232001"/>
                <a:gd name="csX588" fmla="*/ 967407 w 1651778"/>
                <a:gd name="csY588" fmla="*/ 975536 h 1232001"/>
                <a:gd name="csX589" fmla="*/ 969070 w 1651778"/>
                <a:gd name="csY589" fmla="*/ 977200 h 1232001"/>
                <a:gd name="csX590" fmla="*/ 967407 w 1651778"/>
                <a:gd name="csY590" fmla="*/ 978863 h 1232001"/>
                <a:gd name="csX591" fmla="*/ 965743 w 1651778"/>
                <a:gd name="csY591" fmla="*/ 977200 h 1232001"/>
                <a:gd name="csX592" fmla="*/ 1095663 w 1651778"/>
                <a:gd name="csY592" fmla="*/ 977200 h 1232001"/>
                <a:gd name="csX593" fmla="*/ 1097326 w 1651778"/>
                <a:gd name="csY593" fmla="*/ 975536 h 1232001"/>
                <a:gd name="csX594" fmla="*/ 1099014 w 1651778"/>
                <a:gd name="csY594" fmla="*/ 977200 h 1232001"/>
                <a:gd name="csX595" fmla="*/ 1097326 w 1651778"/>
                <a:gd name="csY595" fmla="*/ 978863 h 1232001"/>
                <a:gd name="csX596" fmla="*/ 1095663 w 1651778"/>
                <a:gd name="csY596" fmla="*/ 977200 h 1232001"/>
                <a:gd name="csX597" fmla="*/ 689220 w 1651778"/>
                <a:gd name="csY597" fmla="*/ 973873 h 1232001"/>
                <a:gd name="csX598" fmla="*/ 690884 w 1651778"/>
                <a:gd name="csY598" fmla="*/ 972209 h 1232001"/>
                <a:gd name="csX599" fmla="*/ 692547 w 1651778"/>
                <a:gd name="csY599" fmla="*/ 973873 h 1232001"/>
                <a:gd name="csX600" fmla="*/ 690884 w 1651778"/>
                <a:gd name="csY600" fmla="*/ 975536 h 1232001"/>
                <a:gd name="csX601" fmla="*/ 689220 w 1651778"/>
                <a:gd name="csY601" fmla="*/ 973873 h 1232001"/>
                <a:gd name="csX602" fmla="*/ 792500 w 1651778"/>
                <a:gd name="csY602" fmla="*/ 973873 h 1232001"/>
                <a:gd name="csX603" fmla="*/ 794164 w 1651778"/>
                <a:gd name="csY603" fmla="*/ 972209 h 1232001"/>
                <a:gd name="csX604" fmla="*/ 795827 w 1651778"/>
                <a:gd name="csY604" fmla="*/ 973873 h 1232001"/>
                <a:gd name="csX605" fmla="*/ 794164 w 1651778"/>
                <a:gd name="csY605" fmla="*/ 975536 h 1232001"/>
                <a:gd name="csX606" fmla="*/ 792500 w 1651778"/>
                <a:gd name="csY606" fmla="*/ 973873 h 1232001"/>
                <a:gd name="csX607" fmla="*/ 855808 w 1651778"/>
                <a:gd name="csY607" fmla="*/ 973873 h 1232001"/>
                <a:gd name="csX608" fmla="*/ 857472 w 1651778"/>
                <a:gd name="csY608" fmla="*/ 972209 h 1232001"/>
                <a:gd name="csX609" fmla="*/ 859135 w 1651778"/>
                <a:gd name="csY609" fmla="*/ 973873 h 1232001"/>
                <a:gd name="csX610" fmla="*/ 857472 w 1651778"/>
                <a:gd name="csY610" fmla="*/ 975536 h 1232001"/>
                <a:gd name="csX611" fmla="*/ 855808 w 1651778"/>
                <a:gd name="csY611" fmla="*/ 973873 h 1232001"/>
                <a:gd name="csX612" fmla="*/ 959065 w 1651778"/>
                <a:gd name="csY612" fmla="*/ 973873 h 1232001"/>
                <a:gd name="csX613" fmla="*/ 960753 w 1651778"/>
                <a:gd name="csY613" fmla="*/ 972209 h 1232001"/>
                <a:gd name="csX614" fmla="*/ 962416 w 1651778"/>
                <a:gd name="csY614" fmla="*/ 973873 h 1232001"/>
                <a:gd name="csX615" fmla="*/ 960753 w 1651778"/>
                <a:gd name="csY615" fmla="*/ 975536 h 1232001"/>
                <a:gd name="csX616" fmla="*/ 959065 w 1651778"/>
                <a:gd name="csY616" fmla="*/ 973873 h 1232001"/>
                <a:gd name="csX617" fmla="*/ 549295 w 1651778"/>
                <a:gd name="csY617" fmla="*/ 970546 h 1232001"/>
                <a:gd name="csX618" fmla="*/ 550958 w 1651778"/>
                <a:gd name="csY618" fmla="*/ 968882 h 1232001"/>
                <a:gd name="csX619" fmla="*/ 552622 w 1651778"/>
                <a:gd name="csY619" fmla="*/ 970546 h 1232001"/>
                <a:gd name="csX620" fmla="*/ 550958 w 1651778"/>
                <a:gd name="csY620" fmla="*/ 972209 h 1232001"/>
                <a:gd name="csX621" fmla="*/ 549295 w 1651778"/>
                <a:gd name="csY621" fmla="*/ 970546 h 1232001"/>
                <a:gd name="csX622" fmla="*/ 1099014 w 1651778"/>
                <a:gd name="csY622" fmla="*/ 970546 h 1232001"/>
                <a:gd name="csX623" fmla="*/ 1100677 w 1651778"/>
                <a:gd name="csY623" fmla="*/ 968882 h 1232001"/>
                <a:gd name="csX624" fmla="*/ 1102341 w 1651778"/>
                <a:gd name="csY624" fmla="*/ 970546 h 1232001"/>
                <a:gd name="csX625" fmla="*/ 1100677 w 1651778"/>
                <a:gd name="csY625" fmla="*/ 972209 h 1232001"/>
                <a:gd name="csX626" fmla="*/ 1099014 w 1651778"/>
                <a:gd name="csY626" fmla="*/ 970546 h 1232001"/>
                <a:gd name="csX627" fmla="*/ 705879 w 1651778"/>
                <a:gd name="csY627" fmla="*/ 967219 h 1232001"/>
                <a:gd name="csX628" fmla="*/ 707542 w 1651778"/>
                <a:gd name="csY628" fmla="*/ 965555 h 1232001"/>
                <a:gd name="csX629" fmla="*/ 709206 w 1651778"/>
                <a:gd name="csY629" fmla="*/ 967219 h 1232001"/>
                <a:gd name="csX630" fmla="*/ 707542 w 1651778"/>
                <a:gd name="csY630" fmla="*/ 968882 h 1232001"/>
                <a:gd name="csX631" fmla="*/ 705879 w 1651778"/>
                <a:gd name="csY631" fmla="*/ 967219 h 1232001"/>
                <a:gd name="csX632" fmla="*/ 802505 w 1651778"/>
                <a:gd name="csY632" fmla="*/ 967219 h 1232001"/>
                <a:gd name="csX633" fmla="*/ 804168 w 1651778"/>
                <a:gd name="csY633" fmla="*/ 965555 h 1232001"/>
                <a:gd name="csX634" fmla="*/ 805832 w 1651778"/>
                <a:gd name="csY634" fmla="*/ 967219 h 1232001"/>
                <a:gd name="csX635" fmla="*/ 804168 w 1651778"/>
                <a:gd name="csY635" fmla="*/ 968882 h 1232001"/>
                <a:gd name="csX636" fmla="*/ 802505 w 1651778"/>
                <a:gd name="csY636" fmla="*/ 967219 h 1232001"/>
                <a:gd name="csX637" fmla="*/ 845804 w 1651778"/>
                <a:gd name="csY637" fmla="*/ 967219 h 1232001"/>
                <a:gd name="csX638" fmla="*/ 847467 w 1651778"/>
                <a:gd name="csY638" fmla="*/ 965555 h 1232001"/>
                <a:gd name="csX639" fmla="*/ 849131 w 1651778"/>
                <a:gd name="csY639" fmla="*/ 967219 h 1232001"/>
                <a:gd name="csX640" fmla="*/ 847467 w 1651778"/>
                <a:gd name="csY640" fmla="*/ 968882 h 1232001"/>
                <a:gd name="csX641" fmla="*/ 845804 w 1651778"/>
                <a:gd name="csY641" fmla="*/ 967219 h 1232001"/>
                <a:gd name="csX642" fmla="*/ 942430 w 1651778"/>
                <a:gd name="csY642" fmla="*/ 967219 h 1232001"/>
                <a:gd name="csX643" fmla="*/ 944094 w 1651778"/>
                <a:gd name="csY643" fmla="*/ 965555 h 1232001"/>
                <a:gd name="csX644" fmla="*/ 945757 w 1651778"/>
                <a:gd name="csY644" fmla="*/ 967219 h 1232001"/>
                <a:gd name="csX645" fmla="*/ 944094 w 1651778"/>
                <a:gd name="csY645" fmla="*/ 968882 h 1232001"/>
                <a:gd name="csX646" fmla="*/ 942430 w 1651778"/>
                <a:gd name="csY646" fmla="*/ 967219 h 1232001"/>
                <a:gd name="csX647" fmla="*/ 500283 w 1651778"/>
                <a:gd name="csY647" fmla="*/ 950560 h 1232001"/>
                <a:gd name="csX648" fmla="*/ 500331 w 1651778"/>
                <a:gd name="csY648" fmla="*/ 933901 h 1232001"/>
                <a:gd name="csX649" fmla="*/ 501705 w 1651778"/>
                <a:gd name="csY649" fmla="*/ 943110 h 1232001"/>
                <a:gd name="csX650" fmla="*/ 501657 w 1651778"/>
                <a:gd name="csY650" fmla="*/ 959770 h 1232001"/>
                <a:gd name="csX651" fmla="*/ 500283 w 1651778"/>
                <a:gd name="csY651" fmla="*/ 950560 h 1232001"/>
                <a:gd name="csX652" fmla="*/ 712532 w 1651778"/>
                <a:gd name="csY652" fmla="*/ 963868 h 1232001"/>
                <a:gd name="csX653" fmla="*/ 714220 w 1651778"/>
                <a:gd name="csY653" fmla="*/ 962204 h 1232001"/>
                <a:gd name="csX654" fmla="*/ 715884 w 1651778"/>
                <a:gd name="csY654" fmla="*/ 963868 h 1232001"/>
                <a:gd name="csX655" fmla="*/ 714220 w 1651778"/>
                <a:gd name="csY655" fmla="*/ 965555 h 1232001"/>
                <a:gd name="csX656" fmla="*/ 712532 w 1651778"/>
                <a:gd name="csY656" fmla="*/ 963868 h 1232001"/>
                <a:gd name="csX657" fmla="*/ 809159 w 1651778"/>
                <a:gd name="csY657" fmla="*/ 963868 h 1232001"/>
                <a:gd name="csX658" fmla="*/ 810822 w 1651778"/>
                <a:gd name="csY658" fmla="*/ 962204 h 1232001"/>
                <a:gd name="csX659" fmla="*/ 812486 w 1651778"/>
                <a:gd name="csY659" fmla="*/ 963868 h 1232001"/>
                <a:gd name="csX660" fmla="*/ 810822 w 1651778"/>
                <a:gd name="csY660" fmla="*/ 965555 h 1232001"/>
                <a:gd name="csX661" fmla="*/ 809159 w 1651778"/>
                <a:gd name="csY661" fmla="*/ 963868 h 1232001"/>
                <a:gd name="csX662" fmla="*/ 839150 w 1651778"/>
                <a:gd name="csY662" fmla="*/ 963868 h 1232001"/>
                <a:gd name="csX663" fmla="*/ 840813 w 1651778"/>
                <a:gd name="csY663" fmla="*/ 962204 h 1232001"/>
                <a:gd name="csX664" fmla="*/ 842477 w 1651778"/>
                <a:gd name="csY664" fmla="*/ 963868 h 1232001"/>
                <a:gd name="csX665" fmla="*/ 840813 w 1651778"/>
                <a:gd name="csY665" fmla="*/ 965555 h 1232001"/>
                <a:gd name="csX666" fmla="*/ 839150 w 1651778"/>
                <a:gd name="csY666" fmla="*/ 963868 h 1232001"/>
                <a:gd name="csX667" fmla="*/ 935752 w 1651778"/>
                <a:gd name="csY667" fmla="*/ 963868 h 1232001"/>
                <a:gd name="csX668" fmla="*/ 937415 w 1651778"/>
                <a:gd name="csY668" fmla="*/ 962204 h 1232001"/>
                <a:gd name="csX669" fmla="*/ 939079 w 1651778"/>
                <a:gd name="csY669" fmla="*/ 963868 h 1232001"/>
                <a:gd name="csX670" fmla="*/ 937415 w 1651778"/>
                <a:gd name="csY670" fmla="*/ 965555 h 1232001"/>
                <a:gd name="csX671" fmla="*/ 935752 w 1651778"/>
                <a:gd name="csY671" fmla="*/ 963868 h 1232001"/>
                <a:gd name="csX672" fmla="*/ 1149931 w 1651778"/>
                <a:gd name="csY672" fmla="*/ 950560 h 1232001"/>
                <a:gd name="csX673" fmla="*/ 1149979 w 1651778"/>
                <a:gd name="csY673" fmla="*/ 933901 h 1232001"/>
                <a:gd name="csX674" fmla="*/ 1151377 w 1651778"/>
                <a:gd name="csY674" fmla="*/ 943110 h 1232001"/>
                <a:gd name="csX675" fmla="*/ 1151329 w 1651778"/>
                <a:gd name="csY675" fmla="*/ 959770 h 1232001"/>
                <a:gd name="csX676" fmla="*/ 1149931 w 1651778"/>
                <a:gd name="csY676" fmla="*/ 950560 h 1232001"/>
                <a:gd name="csX677" fmla="*/ 719211 w 1651778"/>
                <a:gd name="csY677" fmla="*/ 960541 h 1232001"/>
                <a:gd name="csX678" fmla="*/ 720874 w 1651778"/>
                <a:gd name="csY678" fmla="*/ 958877 h 1232001"/>
                <a:gd name="csX679" fmla="*/ 722538 w 1651778"/>
                <a:gd name="csY679" fmla="*/ 960541 h 1232001"/>
                <a:gd name="csX680" fmla="*/ 720874 w 1651778"/>
                <a:gd name="csY680" fmla="*/ 962204 h 1232001"/>
                <a:gd name="csX681" fmla="*/ 719211 w 1651778"/>
                <a:gd name="csY681" fmla="*/ 960541 h 1232001"/>
                <a:gd name="csX682" fmla="*/ 929098 w 1651778"/>
                <a:gd name="csY682" fmla="*/ 960541 h 1232001"/>
                <a:gd name="csX683" fmla="*/ 930761 w 1651778"/>
                <a:gd name="csY683" fmla="*/ 958877 h 1232001"/>
                <a:gd name="csX684" fmla="*/ 932425 w 1651778"/>
                <a:gd name="csY684" fmla="*/ 960541 h 1232001"/>
                <a:gd name="csX685" fmla="*/ 930761 w 1651778"/>
                <a:gd name="csY685" fmla="*/ 962204 h 1232001"/>
                <a:gd name="csX686" fmla="*/ 929098 w 1651778"/>
                <a:gd name="csY686" fmla="*/ 960541 h 1232001"/>
                <a:gd name="csX687" fmla="*/ 546619 w 1651778"/>
                <a:gd name="csY687" fmla="*/ 950560 h 1232001"/>
                <a:gd name="csX688" fmla="*/ 546740 w 1651778"/>
                <a:gd name="csY688" fmla="*/ 940555 h 1232001"/>
                <a:gd name="csX689" fmla="*/ 548282 w 1651778"/>
                <a:gd name="csY689" fmla="*/ 946462 h 1232001"/>
                <a:gd name="csX690" fmla="*/ 548162 w 1651778"/>
                <a:gd name="csY690" fmla="*/ 956443 h 1232001"/>
                <a:gd name="csX691" fmla="*/ 546619 w 1651778"/>
                <a:gd name="csY691" fmla="*/ 950560 h 1232001"/>
                <a:gd name="csX692" fmla="*/ 725865 w 1651778"/>
                <a:gd name="csY692" fmla="*/ 957214 h 1232001"/>
                <a:gd name="csX693" fmla="*/ 727528 w 1651778"/>
                <a:gd name="csY693" fmla="*/ 955550 h 1232001"/>
                <a:gd name="csX694" fmla="*/ 729192 w 1651778"/>
                <a:gd name="csY694" fmla="*/ 957214 h 1232001"/>
                <a:gd name="csX695" fmla="*/ 727528 w 1651778"/>
                <a:gd name="csY695" fmla="*/ 958877 h 1232001"/>
                <a:gd name="csX696" fmla="*/ 725865 w 1651778"/>
                <a:gd name="csY696" fmla="*/ 957214 h 1232001"/>
                <a:gd name="csX697" fmla="*/ 819164 w 1651778"/>
                <a:gd name="csY697" fmla="*/ 957214 h 1232001"/>
                <a:gd name="csX698" fmla="*/ 820827 w 1651778"/>
                <a:gd name="csY698" fmla="*/ 955550 h 1232001"/>
                <a:gd name="csX699" fmla="*/ 822491 w 1651778"/>
                <a:gd name="csY699" fmla="*/ 957214 h 1232001"/>
                <a:gd name="csX700" fmla="*/ 820827 w 1651778"/>
                <a:gd name="csY700" fmla="*/ 958877 h 1232001"/>
                <a:gd name="csX701" fmla="*/ 819164 w 1651778"/>
                <a:gd name="csY701" fmla="*/ 957214 h 1232001"/>
                <a:gd name="csX702" fmla="*/ 829145 w 1651778"/>
                <a:gd name="csY702" fmla="*/ 957214 h 1232001"/>
                <a:gd name="csX703" fmla="*/ 830808 w 1651778"/>
                <a:gd name="csY703" fmla="*/ 955550 h 1232001"/>
                <a:gd name="csX704" fmla="*/ 832472 w 1651778"/>
                <a:gd name="csY704" fmla="*/ 957214 h 1232001"/>
                <a:gd name="csX705" fmla="*/ 830808 w 1651778"/>
                <a:gd name="csY705" fmla="*/ 958877 h 1232001"/>
                <a:gd name="csX706" fmla="*/ 829145 w 1651778"/>
                <a:gd name="csY706" fmla="*/ 957214 h 1232001"/>
                <a:gd name="csX707" fmla="*/ 922420 w 1651778"/>
                <a:gd name="csY707" fmla="*/ 957214 h 1232001"/>
                <a:gd name="csX708" fmla="*/ 924108 w 1651778"/>
                <a:gd name="csY708" fmla="*/ 955550 h 1232001"/>
                <a:gd name="csX709" fmla="*/ 925771 w 1651778"/>
                <a:gd name="csY709" fmla="*/ 957214 h 1232001"/>
                <a:gd name="csX710" fmla="*/ 924108 w 1651778"/>
                <a:gd name="csY710" fmla="*/ 958877 h 1232001"/>
                <a:gd name="csX711" fmla="*/ 922420 w 1651778"/>
                <a:gd name="csY711" fmla="*/ 957214 h 1232001"/>
                <a:gd name="csX712" fmla="*/ 1102992 w 1651778"/>
                <a:gd name="csY712" fmla="*/ 950560 h 1232001"/>
                <a:gd name="csX713" fmla="*/ 1103113 w 1651778"/>
                <a:gd name="csY713" fmla="*/ 940555 h 1232001"/>
                <a:gd name="csX714" fmla="*/ 1104631 w 1651778"/>
                <a:gd name="csY714" fmla="*/ 946462 h 1232001"/>
                <a:gd name="csX715" fmla="*/ 1104511 w 1651778"/>
                <a:gd name="csY715" fmla="*/ 956443 h 1232001"/>
                <a:gd name="csX716" fmla="*/ 1102992 w 1651778"/>
                <a:gd name="csY716" fmla="*/ 950560 h 1232001"/>
                <a:gd name="csX717" fmla="*/ 732543 w 1651778"/>
                <a:gd name="csY717" fmla="*/ 953887 h 1232001"/>
                <a:gd name="csX718" fmla="*/ 734206 w 1651778"/>
                <a:gd name="csY718" fmla="*/ 952223 h 1232001"/>
                <a:gd name="csX719" fmla="*/ 735870 w 1651778"/>
                <a:gd name="csY719" fmla="*/ 953887 h 1232001"/>
                <a:gd name="csX720" fmla="*/ 734206 w 1651778"/>
                <a:gd name="csY720" fmla="*/ 955550 h 1232001"/>
                <a:gd name="csX721" fmla="*/ 732543 w 1651778"/>
                <a:gd name="csY721" fmla="*/ 953887 h 1232001"/>
                <a:gd name="csX722" fmla="*/ 915767 w 1651778"/>
                <a:gd name="csY722" fmla="*/ 953887 h 1232001"/>
                <a:gd name="csX723" fmla="*/ 917429 w 1651778"/>
                <a:gd name="csY723" fmla="*/ 952223 h 1232001"/>
                <a:gd name="csX724" fmla="*/ 919093 w 1651778"/>
                <a:gd name="csY724" fmla="*/ 953887 h 1232001"/>
                <a:gd name="csX725" fmla="*/ 917429 w 1651778"/>
                <a:gd name="csY725" fmla="*/ 955550 h 1232001"/>
                <a:gd name="csX726" fmla="*/ 915767 w 1651778"/>
                <a:gd name="csY726" fmla="*/ 953887 h 1232001"/>
                <a:gd name="csX727" fmla="*/ 739197 w 1651778"/>
                <a:gd name="csY727" fmla="*/ 950560 h 1232001"/>
                <a:gd name="csX728" fmla="*/ 740860 w 1651778"/>
                <a:gd name="csY728" fmla="*/ 948896 h 1232001"/>
                <a:gd name="csX729" fmla="*/ 742524 w 1651778"/>
                <a:gd name="csY729" fmla="*/ 950560 h 1232001"/>
                <a:gd name="csX730" fmla="*/ 740860 w 1651778"/>
                <a:gd name="csY730" fmla="*/ 952223 h 1232001"/>
                <a:gd name="csX731" fmla="*/ 739197 w 1651778"/>
                <a:gd name="csY731" fmla="*/ 950560 h 1232001"/>
                <a:gd name="csX732" fmla="*/ 909113 w 1651778"/>
                <a:gd name="csY732" fmla="*/ 950560 h 1232001"/>
                <a:gd name="csX733" fmla="*/ 910776 w 1651778"/>
                <a:gd name="csY733" fmla="*/ 948896 h 1232001"/>
                <a:gd name="csX734" fmla="*/ 912440 w 1651778"/>
                <a:gd name="csY734" fmla="*/ 950560 h 1232001"/>
                <a:gd name="csX735" fmla="*/ 910776 w 1651778"/>
                <a:gd name="csY735" fmla="*/ 952223 h 1232001"/>
                <a:gd name="csX736" fmla="*/ 909113 w 1651778"/>
                <a:gd name="csY736" fmla="*/ 950560 h 1232001"/>
                <a:gd name="csX737" fmla="*/ 745851 w 1651778"/>
                <a:gd name="csY737" fmla="*/ 947209 h 1232001"/>
                <a:gd name="csX738" fmla="*/ 747514 w 1651778"/>
                <a:gd name="csY738" fmla="*/ 945546 h 1232001"/>
                <a:gd name="csX739" fmla="*/ 749178 w 1651778"/>
                <a:gd name="csY739" fmla="*/ 947209 h 1232001"/>
                <a:gd name="csX740" fmla="*/ 747514 w 1651778"/>
                <a:gd name="csY740" fmla="*/ 948896 h 1232001"/>
                <a:gd name="csX741" fmla="*/ 745851 w 1651778"/>
                <a:gd name="csY741" fmla="*/ 947209 h 1232001"/>
                <a:gd name="csX742" fmla="*/ 902434 w 1651778"/>
                <a:gd name="csY742" fmla="*/ 947209 h 1232001"/>
                <a:gd name="csX743" fmla="*/ 904098 w 1651778"/>
                <a:gd name="csY743" fmla="*/ 945546 h 1232001"/>
                <a:gd name="csX744" fmla="*/ 905761 w 1651778"/>
                <a:gd name="csY744" fmla="*/ 947209 h 1232001"/>
                <a:gd name="csX745" fmla="*/ 904098 w 1651778"/>
                <a:gd name="csY745" fmla="*/ 948896 h 1232001"/>
                <a:gd name="csX746" fmla="*/ 902434 w 1651778"/>
                <a:gd name="csY746" fmla="*/ 947209 h 1232001"/>
                <a:gd name="csX747" fmla="*/ 755855 w 1651778"/>
                <a:gd name="csY747" fmla="*/ 940555 h 1232001"/>
                <a:gd name="csX748" fmla="*/ 757519 w 1651778"/>
                <a:gd name="csY748" fmla="*/ 938892 h 1232001"/>
                <a:gd name="csX749" fmla="*/ 759182 w 1651778"/>
                <a:gd name="csY749" fmla="*/ 940555 h 1232001"/>
                <a:gd name="csX750" fmla="*/ 757519 w 1651778"/>
                <a:gd name="csY750" fmla="*/ 942219 h 1232001"/>
                <a:gd name="csX751" fmla="*/ 755855 w 1651778"/>
                <a:gd name="csY751" fmla="*/ 940555 h 1232001"/>
                <a:gd name="csX752" fmla="*/ 892454 w 1651778"/>
                <a:gd name="csY752" fmla="*/ 940555 h 1232001"/>
                <a:gd name="csX753" fmla="*/ 894117 w 1651778"/>
                <a:gd name="csY753" fmla="*/ 938892 h 1232001"/>
                <a:gd name="csX754" fmla="*/ 895781 w 1651778"/>
                <a:gd name="csY754" fmla="*/ 940555 h 1232001"/>
                <a:gd name="csX755" fmla="*/ 894117 w 1651778"/>
                <a:gd name="csY755" fmla="*/ 942219 h 1232001"/>
                <a:gd name="csX756" fmla="*/ 892454 w 1651778"/>
                <a:gd name="csY756" fmla="*/ 940555 h 1232001"/>
                <a:gd name="csX757" fmla="*/ 762509 w 1651778"/>
                <a:gd name="csY757" fmla="*/ 937228 h 1232001"/>
                <a:gd name="csX758" fmla="*/ 764173 w 1651778"/>
                <a:gd name="csY758" fmla="*/ 935565 h 1232001"/>
                <a:gd name="csX759" fmla="*/ 765836 w 1651778"/>
                <a:gd name="csY759" fmla="*/ 937228 h 1232001"/>
                <a:gd name="csX760" fmla="*/ 764173 w 1651778"/>
                <a:gd name="csY760" fmla="*/ 938892 h 1232001"/>
                <a:gd name="csX761" fmla="*/ 762509 w 1651778"/>
                <a:gd name="csY761" fmla="*/ 937228 h 1232001"/>
                <a:gd name="csX762" fmla="*/ 885775 w 1651778"/>
                <a:gd name="csY762" fmla="*/ 937228 h 1232001"/>
                <a:gd name="csX763" fmla="*/ 887439 w 1651778"/>
                <a:gd name="csY763" fmla="*/ 935565 h 1232001"/>
                <a:gd name="csX764" fmla="*/ 889127 w 1651778"/>
                <a:gd name="csY764" fmla="*/ 937228 h 1232001"/>
                <a:gd name="csX765" fmla="*/ 887439 w 1651778"/>
                <a:gd name="csY765" fmla="*/ 938892 h 1232001"/>
                <a:gd name="csX766" fmla="*/ 885775 w 1651778"/>
                <a:gd name="csY766" fmla="*/ 937228 h 1232001"/>
                <a:gd name="csX767" fmla="*/ 772514 w 1651778"/>
                <a:gd name="csY767" fmla="*/ 930574 h 1232001"/>
                <a:gd name="csX768" fmla="*/ 774178 w 1651778"/>
                <a:gd name="csY768" fmla="*/ 928887 h 1232001"/>
                <a:gd name="csX769" fmla="*/ 775841 w 1651778"/>
                <a:gd name="csY769" fmla="*/ 930574 h 1232001"/>
                <a:gd name="csX770" fmla="*/ 774178 w 1651778"/>
                <a:gd name="csY770" fmla="*/ 932238 h 1232001"/>
                <a:gd name="csX771" fmla="*/ 772514 w 1651778"/>
                <a:gd name="csY771" fmla="*/ 930574 h 1232001"/>
                <a:gd name="csX772" fmla="*/ 549295 w 1651778"/>
                <a:gd name="csY772" fmla="*/ 925560 h 1232001"/>
                <a:gd name="csX773" fmla="*/ 551513 w 1651778"/>
                <a:gd name="csY773" fmla="*/ 923341 h 1232001"/>
                <a:gd name="csX774" fmla="*/ 551513 w 1651778"/>
                <a:gd name="csY774" fmla="*/ 927778 h 1232001"/>
                <a:gd name="csX775" fmla="*/ 549295 w 1651778"/>
                <a:gd name="csY775" fmla="*/ 925560 h 1232001"/>
                <a:gd name="csX776" fmla="*/ 779168 w 1651778"/>
                <a:gd name="csY776" fmla="*/ 927223 h 1232001"/>
                <a:gd name="csX777" fmla="*/ 780832 w 1651778"/>
                <a:gd name="csY777" fmla="*/ 925560 h 1232001"/>
                <a:gd name="csX778" fmla="*/ 782495 w 1651778"/>
                <a:gd name="csY778" fmla="*/ 927223 h 1232001"/>
                <a:gd name="csX779" fmla="*/ 780832 w 1651778"/>
                <a:gd name="csY779" fmla="*/ 928887 h 1232001"/>
                <a:gd name="csX780" fmla="*/ 779168 w 1651778"/>
                <a:gd name="csY780" fmla="*/ 927223 h 1232001"/>
                <a:gd name="csX781" fmla="*/ 869116 w 1651778"/>
                <a:gd name="csY781" fmla="*/ 927223 h 1232001"/>
                <a:gd name="csX782" fmla="*/ 870780 w 1651778"/>
                <a:gd name="csY782" fmla="*/ 925560 h 1232001"/>
                <a:gd name="csX783" fmla="*/ 872467 w 1651778"/>
                <a:gd name="csY783" fmla="*/ 927223 h 1232001"/>
                <a:gd name="csX784" fmla="*/ 870780 w 1651778"/>
                <a:gd name="csY784" fmla="*/ 928887 h 1232001"/>
                <a:gd name="csX785" fmla="*/ 869116 w 1651778"/>
                <a:gd name="csY785" fmla="*/ 927223 h 1232001"/>
                <a:gd name="csX786" fmla="*/ 1099014 w 1651778"/>
                <a:gd name="csY786" fmla="*/ 925560 h 1232001"/>
                <a:gd name="csX787" fmla="*/ 1101232 w 1651778"/>
                <a:gd name="csY787" fmla="*/ 923341 h 1232001"/>
                <a:gd name="csX788" fmla="*/ 1101232 w 1651778"/>
                <a:gd name="csY788" fmla="*/ 927778 h 1232001"/>
                <a:gd name="csX789" fmla="*/ 1099014 w 1651778"/>
                <a:gd name="csY789" fmla="*/ 925560 h 1232001"/>
                <a:gd name="csX790" fmla="*/ 502645 w 1651778"/>
                <a:gd name="csY790" fmla="*/ 917242 h 1232001"/>
                <a:gd name="csX791" fmla="*/ 504309 w 1651778"/>
                <a:gd name="csY791" fmla="*/ 915579 h 1232001"/>
                <a:gd name="csX792" fmla="*/ 505996 w 1651778"/>
                <a:gd name="csY792" fmla="*/ 917242 h 1232001"/>
                <a:gd name="csX793" fmla="*/ 504309 w 1651778"/>
                <a:gd name="csY793" fmla="*/ 918906 h 1232001"/>
                <a:gd name="csX794" fmla="*/ 502645 w 1651778"/>
                <a:gd name="csY794" fmla="*/ 917242 h 1232001"/>
                <a:gd name="csX795" fmla="*/ 770537 w 1651778"/>
                <a:gd name="csY795" fmla="*/ 915048 h 1232001"/>
                <a:gd name="csX796" fmla="*/ 768151 w 1651778"/>
                <a:gd name="csY796" fmla="*/ 911215 h 1232001"/>
                <a:gd name="csX797" fmla="*/ 771984 w 1651778"/>
                <a:gd name="csY797" fmla="*/ 913578 h 1232001"/>
                <a:gd name="csX798" fmla="*/ 775841 w 1651778"/>
                <a:gd name="csY798" fmla="*/ 917435 h 1232001"/>
                <a:gd name="csX799" fmla="*/ 770537 w 1651778"/>
                <a:gd name="csY799" fmla="*/ 915048 h 1232001"/>
                <a:gd name="csX800" fmla="*/ 877458 w 1651778"/>
                <a:gd name="csY800" fmla="*/ 915579 h 1232001"/>
                <a:gd name="csX801" fmla="*/ 881170 w 1651778"/>
                <a:gd name="csY801" fmla="*/ 912252 h 1232001"/>
                <a:gd name="csX802" fmla="*/ 880785 w 1651778"/>
                <a:gd name="csY802" fmla="*/ 915579 h 1232001"/>
                <a:gd name="csX803" fmla="*/ 877072 w 1651778"/>
                <a:gd name="csY803" fmla="*/ 918906 h 1232001"/>
                <a:gd name="csX804" fmla="*/ 877458 w 1651778"/>
                <a:gd name="csY804" fmla="*/ 915579 h 1232001"/>
                <a:gd name="csX805" fmla="*/ 1145639 w 1651778"/>
                <a:gd name="csY805" fmla="*/ 917242 h 1232001"/>
                <a:gd name="csX806" fmla="*/ 1147303 w 1651778"/>
                <a:gd name="csY806" fmla="*/ 915579 h 1232001"/>
                <a:gd name="csX807" fmla="*/ 1148966 w 1651778"/>
                <a:gd name="csY807" fmla="*/ 917242 h 1232001"/>
                <a:gd name="csX808" fmla="*/ 1147303 w 1651778"/>
                <a:gd name="csY808" fmla="*/ 918906 h 1232001"/>
                <a:gd name="csX809" fmla="*/ 1145639 w 1651778"/>
                <a:gd name="csY809" fmla="*/ 917242 h 1232001"/>
                <a:gd name="csX810" fmla="*/ 552622 w 1651778"/>
                <a:gd name="csY810" fmla="*/ 910564 h 1232001"/>
                <a:gd name="csX811" fmla="*/ 554285 w 1651778"/>
                <a:gd name="csY811" fmla="*/ 908901 h 1232001"/>
                <a:gd name="csX812" fmla="*/ 555949 w 1651778"/>
                <a:gd name="csY812" fmla="*/ 910564 h 1232001"/>
                <a:gd name="csX813" fmla="*/ 554285 w 1651778"/>
                <a:gd name="csY813" fmla="*/ 912252 h 1232001"/>
                <a:gd name="csX814" fmla="*/ 552622 w 1651778"/>
                <a:gd name="csY814" fmla="*/ 910564 h 1232001"/>
                <a:gd name="csX815" fmla="*/ 1095663 w 1651778"/>
                <a:gd name="csY815" fmla="*/ 910564 h 1232001"/>
                <a:gd name="csX816" fmla="*/ 1097326 w 1651778"/>
                <a:gd name="csY816" fmla="*/ 908901 h 1232001"/>
                <a:gd name="csX817" fmla="*/ 1099014 w 1651778"/>
                <a:gd name="csY817" fmla="*/ 910564 h 1232001"/>
                <a:gd name="csX818" fmla="*/ 1097326 w 1651778"/>
                <a:gd name="csY818" fmla="*/ 912252 h 1232001"/>
                <a:gd name="csX819" fmla="*/ 1095663 w 1651778"/>
                <a:gd name="csY819" fmla="*/ 910564 h 1232001"/>
                <a:gd name="csX820" fmla="*/ 505996 w 1651778"/>
                <a:gd name="csY820" fmla="*/ 903910 h 1232001"/>
                <a:gd name="csX821" fmla="*/ 507660 w 1651778"/>
                <a:gd name="csY821" fmla="*/ 902247 h 1232001"/>
                <a:gd name="csX822" fmla="*/ 509323 w 1651778"/>
                <a:gd name="csY822" fmla="*/ 903910 h 1232001"/>
                <a:gd name="csX823" fmla="*/ 507660 w 1651778"/>
                <a:gd name="csY823" fmla="*/ 905574 h 1232001"/>
                <a:gd name="csX824" fmla="*/ 505996 w 1651778"/>
                <a:gd name="csY824" fmla="*/ 903910 h 1232001"/>
                <a:gd name="csX825" fmla="*/ 753878 w 1651778"/>
                <a:gd name="csY825" fmla="*/ 901740 h 1232001"/>
                <a:gd name="csX826" fmla="*/ 751492 w 1651778"/>
                <a:gd name="csY826" fmla="*/ 897883 h 1232001"/>
                <a:gd name="csX827" fmla="*/ 755349 w 1651778"/>
                <a:gd name="csY827" fmla="*/ 900270 h 1232001"/>
                <a:gd name="csX828" fmla="*/ 757711 w 1651778"/>
                <a:gd name="csY828" fmla="*/ 905574 h 1232001"/>
                <a:gd name="csX829" fmla="*/ 753878 w 1651778"/>
                <a:gd name="csY829" fmla="*/ 901740 h 1232001"/>
                <a:gd name="csX830" fmla="*/ 892454 w 1651778"/>
                <a:gd name="csY830" fmla="*/ 903910 h 1232001"/>
                <a:gd name="csX831" fmla="*/ 894117 w 1651778"/>
                <a:gd name="csY831" fmla="*/ 902247 h 1232001"/>
                <a:gd name="csX832" fmla="*/ 895781 w 1651778"/>
                <a:gd name="csY832" fmla="*/ 903910 h 1232001"/>
                <a:gd name="csX833" fmla="*/ 894117 w 1651778"/>
                <a:gd name="csY833" fmla="*/ 905574 h 1232001"/>
                <a:gd name="csX834" fmla="*/ 892454 w 1651778"/>
                <a:gd name="csY834" fmla="*/ 903910 h 1232001"/>
                <a:gd name="csX835" fmla="*/ 1142312 w 1651778"/>
                <a:gd name="csY835" fmla="*/ 903910 h 1232001"/>
                <a:gd name="csX836" fmla="*/ 1143976 w 1651778"/>
                <a:gd name="csY836" fmla="*/ 902247 h 1232001"/>
                <a:gd name="csX837" fmla="*/ 1145639 w 1651778"/>
                <a:gd name="csY837" fmla="*/ 903910 h 1232001"/>
                <a:gd name="csX838" fmla="*/ 1143976 w 1651778"/>
                <a:gd name="csY838" fmla="*/ 905574 h 1232001"/>
                <a:gd name="csX839" fmla="*/ 1142312 w 1651778"/>
                <a:gd name="csY839" fmla="*/ 903910 h 1232001"/>
                <a:gd name="csX840" fmla="*/ 555949 w 1651778"/>
                <a:gd name="csY840" fmla="*/ 900583 h 1232001"/>
                <a:gd name="csX841" fmla="*/ 557637 w 1651778"/>
                <a:gd name="csY841" fmla="*/ 898920 h 1232001"/>
                <a:gd name="csX842" fmla="*/ 559300 w 1651778"/>
                <a:gd name="csY842" fmla="*/ 900583 h 1232001"/>
                <a:gd name="csX843" fmla="*/ 557637 w 1651778"/>
                <a:gd name="csY843" fmla="*/ 902247 h 1232001"/>
                <a:gd name="csX844" fmla="*/ 555949 w 1651778"/>
                <a:gd name="csY844" fmla="*/ 900583 h 1232001"/>
                <a:gd name="csX845" fmla="*/ 1092336 w 1651778"/>
                <a:gd name="csY845" fmla="*/ 900583 h 1232001"/>
                <a:gd name="csX846" fmla="*/ 1093999 w 1651778"/>
                <a:gd name="csY846" fmla="*/ 898920 h 1232001"/>
                <a:gd name="csX847" fmla="*/ 1095663 w 1651778"/>
                <a:gd name="csY847" fmla="*/ 900583 h 1232001"/>
                <a:gd name="csX848" fmla="*/ 1093999 w 1651778"/>
                <a:gd name="csY848" fmla="*/ 902247 h 1232001"/>
                <a:gd name="csX849" fmla="*/ 1092336 w 1651778"/>
                <a:gd name="csY849" fmla="*/ 900583 h 1232001"/>
                <a:gd name="csX850" fmla="*/ 509323 w 1651778"/>
                <a:gd name="csY850" fmla="*/ 892242 h 1232001"/>
                <a:gd name="csX851" fmla="*/ 511541 w 1651778"/>
                <a:gd name="csY851" fmla="*/ 890024 h 1232001"/>
                <a:gd name="csX852" fmla="*/ 511541 w 1651778"/>
                <a:gd name="csY852" fmla="*/ 894484 h 1232001"/>
                <a:gd name="csX853" fmla="*/ 509323 w 1651778"/>
                <a:gd name="csY853" fmla="*/ 892242 h 1232001"/>
                <a:gd name="csX854" fmla="*/ 1138985 w 1651778"/>
                <a:gd name="csY854" fmla="*/ 892242 h 1232001"/>
                <a:gd name="csX855" fmla="*/ 1141204 w 1651778"/>
                <a:gd name="csY855" fmla="*/ 890024 h 1232001"/>
                <a:gd name="csX856" fmla="*/ 1141204 w 1651778"/>
                <a:gd name="csY856" fmla="*/ 894484 h 1232001"/>
                <a:gd name="csX857" fmla="*/ 1138985 w 1651778"/>
                <a:gd name="csY857" fmla="*/ 892242 h 1232001"/>
                <a:gd name="csX858" fmla="*/ 559300 w 1651778"/>
                <a:gd name="csY858" fmla="*/ 890579 h 1232001"/>
                <a:gd name="csX859" fmla="*/ 560963 w 1651778"/>
                <a:gd name="csY859" fmla="*/ 888915 h 1232001"/>
                <a:gd name="csX860" fmla="*/ 562627 w 1651778"/>
                <a:gd name="csY860" fmla="*/ 890579 h 1232001"/>
                <a:gd name="csX861" fmla="*/ 560963 w 1651778"/>
                <a:gd name="csY861" fmla="*/ 892242 h 1232001"/>
                <a:gd name="csX862" fmla="*/ 559300 w 1651778"/>
                <a:gd name="csY862" fmla="*/ 890579 h 1232001"/>
                <a:gd name="csX863" fmla="*/ 737220 w 1651778"/>
                <a:gd name="csY863" fmla="*/ 888408 h 1232001"/>
                <a:gd name="csX864" fmla="*/ 734833 w 1651778"/>
                <a:gd name="csY864" fmla="*/ 884552 h 1232001"/>
                <a:gd name="csX865" fmla="*/ 738691 w 1651778"/>
                <a:gd name="csY865" fmla="*/ 886938 h 1232001"/>
                <a:gd name="csX866" fmla="*/ 741053 w 1651778"/>
                <a:gd name="csY866" fmla="*/ 892242 h 1232001"/>
                <a:gd name="csX867" fmla="*/ 737220 w 1651778"/>
                <a:gd name="csY867" fmla="*/ 888408 h 1232001"/>
                <a:gd name="csX868" fmla="*/ 815813 w 1651778"/>
                <a:gd name="csY868" fmla="*/ 890579 h 1232001"/>
                <a:gd name="csX869" fmla="*/ 817476 w 1651778"/>
                <a:gd name="csY869" fmla="*/ 888915 h 1232001"/>
                <a:gd name="csX870" fmla="*/ 819164 w 1651778"/>
                <a:gd name="csY870" fmla="*/ 890579 h 1232001"/>
                <a:gd name="csX871" fmla="*/ 817476 w 1651778"/>
                <a:gd name="csY871" fmla="*/ 892242 h 1232001"/>
                <a:gd name="csX872" fmla="*/ 815813 w 1651778"/>
                <a:gd name="csY872" fmla="*/ 890579 h 1232001"/>
                <a:gd name="csX873" fmla="*/ 832472 w 1651778"/>
                <a:gd name="csY873" fmla="*/ 890579 h 1232001"/>
                <a:gd name="csX874" fmla="*/ 834135 w 1651778"/>
                <a:gd name="csY874" fmla="*/ 888915 h 1232001"/>
                <a:gd name="csX875" fmla="*/ 835799 w 1651778"/>
                <a:gd name="csY875" fmla="*/ 890579 h 1232001"/>
                <a:gd name="csX876" fmla="*/ 834135 w 1651778"/>
                <a:gd name="csY876" fmla="*/ 892242 h 1232001"/>
                <a:gd name="csX877" fmla="*/ 832472 w 1651778"/>
                <a:gd name="csY877" fmla="*/ 890579 h 1232001"/>
                <a:gd name="csX878" fmla="*/ 910776 w 1651778"/>
                <a:gd name="csY878" fmla="*/ 888915 h 1232001"/>
                <a:gd name="csX879" fmla="*/ 914489 w 1651778"/>
                <a:gd name="csY879" fmla="*/ 885588 h 1232001"/>
                <a:gd name="csX880" fmla="*/ 914103 w 1651778"/>
                <a:gd name="csY880" fmla="*/ 888915 h 1232001"/>
                <a:gd name="csX881" fmla="*/ 910366 w 1651778"/>
                <a:gd name="csY881" fmla="*/ 892242 h 1232001"/>
                <a:gd name="csX882" fmla="*/ 910776 w 1651778"/>
                <a:gd name="csY882" fmla="*/ 888915 h 1232001"/>
                <a:gd name="csX883" fmla="*/ 1089009 w 1651778"/>
                <a:gd name="csY883" fmla="*/ 890579 h 1232001"/>
                <a:gd name="csX884" fmla="*/ 1090672 w 1651778"/>
                <a:gd name="csY884" fmla="*/ 888915 h 1232001"/>
                <a:gd name="csX885" fmla="*/ 1092336 w 1651778"/>
                <a:gd name="csY885" fmla="*/ 890579 h 1232001"/>
                <a:gd name="csX886" fmla="*/ 1090672 w 1651778"/>
                <a:gd name="csY886" fmla="*/ 892242 h 1232001"/>
                <a:gd name="csX887" fmla="*/ 1089009 w 1651778"/>
                <a:gd name="csY887" fmla="*/ 890579 h 1232001"/>
                <a:gd name="csX888" fmla="*/ 512650 w 1651778"/>
                <a:gd name="csY888" fmla="*/ 883925 h 1232001"/>
                <a:gd name="csX889" fmla="*/ 514314 w 1651778"/>
                <a:gd name="csY889" fmla="*/ 882261 h 1232001"/>
                <a:gd name="csX890" fmla="*/ 515977 w 1651778"/>
                <a:gd name="csY890" fmla="*/ 883925 h 1232001"/>
                <a:gd name="csX891" fmla="*/ 514314 w 1651778"/>
                <a:gd name="csY891" fmla="*/ 885588 h 1232001"/>
                <a:gd name="csX892" fmla="*/ 512650 w 1651778"/>
                <a:gd name="csY892" fmla="*/ 883925 h 1232001"/>
                <a:gd name="csX893" fmla="*/ 562627 w 1651778"/>
                <a:gd name="csY893" fmla="*/ 883925 h 1232001"/>
                <a:gd name="csX894" fmla="*/ 564290 w 1651778"/>
                <a:gd name="csY894" fmla="*/ 882261 h 1232001"/>
                <a:gd name="csX895" fmla="*/ 565954 w 1651778"/>
                <a:gd name="csY895" fmla="*/ 883925 h 1232001"/>
                <a:gd name="csX896" fmla="*/ 564290 w 1651778"/>
                <a:gd name="csY896" fmla="*/ 885588 h 1232001"/>
                <a:gd name="csX897" fmla="*/ 562627 w 1651778"/>
                <a:gd name="csY897" fmla="*/ 883925 h 1232001"/>
                <a:gd name="csX898" fmla="*/ 1085682 w 1651778"/>
                <a:gd name="csY898" fmla="*/ 883925 h 1232001"/>
                <a:gd name="csX899" fmla="*/ 1087345 w 1651778"/>
                <a:gd name="csY899" fmla="*/ 882261 h 1232001"/>
                <a:gd name="csX900" fmla="*/ 1089009 w 1651778"/>
                <a:gd name="csY900" fmla="*/ 883925 h 1232001"/>
                <a:gd name="csX901" fmla="*/ 1087345 w 1651778"/>
                <a:gd name="csY901" fmla="*/ 885588 h 1232001"/>
                <a:gd name="csX902" fmla="*/ 1085682 w 1651778"/>
                <a:gd name="csY902" fmla="*/ 883925 h 1232001"/>
                <a:gd name="csX903" fmla="*/ 1135658 w 1651778"/>
                <a:gd name="csY903" fmla="*/ 883925 h 1232001"/>
                <a:gd name="csX904" fmla="*/ 1137322 w 1651778"/>
                <a:gd name="csY904" fmla="*/ 882261 h 1232001"/>
                <a:gd name="csX905" fmla="*/ 1138985 w 1651778"/>
                <a:gd name="csY905" fmla="*/ 883925 h 1232001"/>
                <a:gd name="csX906" fmla="*/ 1137322 w 1651778"/>
                <a:gd name="csY906" fmla="*/ 885588 h 1232001"/>
                <a:gd name="csX907" fmla="*/ 1135658 w 1651778"/>
                <a:gd name="csY907" fmla="*/ 883925 h 1232001"/>
                <a:gd name="csX908" fmla="*/ 802505 w 1651778"/>
                <a:gd name="csY908" fmla="*/ 880598 h 1232001"/>
                <a:gd name="csX909" fmla="*/ 804168 w 1651778"/>
                <a:gd name="csY909" fmla="*/ 878934 h 1232001"/>
                <a:gd name="csX910" fmla="*/ 805832 w 1651778"/>
                <a:gd name="csY910" fmla="*/ 880598 h 1232001"/>
                <a:gd name="csX911" fmla="*/ 804168 w 1651778"/>
                <a:gd name="csY911" fmla="*/ 882261 h 1232001"/>
                <a:gd name="csX912" fmla="*/ 802505 w 1651778"/>
                <a:gd name="csY912" fmla="*/ 880598 h 1232001"/>
                <a:gd name="csX913" fmla="*/ 845804 w 1651778"/>
                <a:gd name="csY913" fmla="*/ 880598 h 1232001"/>
                <a:gd name="csX914" fmla="*/ 847467 w 1651778"/>
                <a:gd name="csY914" fmla="*/ 878934 h 1232001"/>
                <a:gd name="csX915" fmla="*/ 849131 w 1651778"/>
                <a:gd name="csY915" fmla="*/ 880598 h 1232001"/>
                <a:gd name="csX916" fmla="*/ 847467 w 1651778"/>
                <a:gd name="csY916" fmla="*/ 882261 h 1232001"/>
                <a:gd name="csX917" fmla="*/ 845804 w 1651778"/>
                <a:gd name="csY917" fmla="*/ 880598 h 1232001"/>
                <a:gd name="csX918" fmla="*/ 565954 w 1651778"/>
                <a:gd name="csY918" fmla="*/ 877271 h 1232001"/>
                <a:gd name="csX919" fmla="*/ 567617 w 1651778"/>
                <a:gd name="csY919" fmla="*/ 875583 h 1232001"/>
                <a:gd name="csX920" fmla="*/ 569281 w 1651778"/>
                <a:gd name="csY920" fmla="*/ 877271 h 1232001"/>
                <a:gd name="csX921" fmla="*/ 567617 w 1651778"/>
                <a:gd name="csY921" fmla="*/ 878934 h 1232001"/>
                <a:gd name="csX922" fmla="*/ 565954 w 1651778"/>
                <a:gd name="csY922" fmla="*/ 877271 h 1232001"/>
                <a:gd name="csX923" fmla="*/ 1082355 w 1651778"/>
                <a:gd name="csY923" fmla="*/ 877271 h 1232001"/>
                <a:gd name="csX924" fmla="*/ 1084018 w 1651778"/>
                <a:gd name="csY924" fmla="*/ 875583 h 1232001"/>
                <a:gd name="csX925" fmla="*/ 1085682 w 1651778"/>
                <a:gd name="csY925" fmla="*/ 877271 h 1232001"/>
                <a:gd name="csX926" fmla="*/ 1084018 w 1651778"/>
                <a:gd name="csY926" fmla="*/ 878934 h 1232001"/>
                <a:gd name="csX927" fmla="*/ 1082355 w 1651778"/>
                <a:gd name="csY927" fmla="*/ 877271 h 1232001"/>
                <a:gd name="csX928" fmla="*/ 515977 w 1651778"/>
                <a:gd name="csY928" fmla="*/ 873920 h 1232001"/>
                <a:gd name="csX929" fmla="*/ 517641 w 1651778"/>
                <a:gd name="csY929" fmla="*/ 872256 h 1232001"/>
                <a:gd name="csX930" fmla="*/ 519304 w 1651778"/>
                <a:gd name="csY930" fmla="*/ 873920 h 1232001"/>
                <a:gd name="csX931" fmla="*/ 517641 w 1651778"/>
                <a:gd name="csY931" fmla="*/ 875583 h 1232001"/>
                <a:gd name="csX932" fmla="*/ 515977 w 1651778"/>
                <a:gd name="csY932" fmla="*/ 873920 h 1232001"/>
                <a:gd name="csX933" fmla="*/ 1132308 w 1651778"/>
                <a:gd name="csY933" fmla="*/ 873920 h 1232001"/>
                <a:gd name="csX934" fmla="*/ 1133971 w 1651778"/>
                <a:gd name="csY934" fmla="*/ 872256 h 1232001"/>
                <a:gd name="csX935" fmla="*/ 1135658 w 1651778"/>
                <a:gd name="csY935" fmla="*/ 873920 h 1232001"/>
                <a:gd name="csX936" fmla="*/ 1133971 w 1651778"/>
                <a:gd name="csY936" fmla="*/ 875583 h 1232001"/>
                <a:gd name="csX937" fmla="*/ 1132308 w 1651778"/>
                <a:gd name="csY937" fmla="*/ 873920 h 1232001"/>
                <a:gd name="csX938" fmla="*/ 710556 w 1651778"/>
                <a:gd name="csY938" fmla="*/ 864758 h 1232001"/>
                <a:gd name="csX939" fmla="*/ 704215 w 1651778"/>
                <a:gd name="csY939" fmla="*/ 857260 h 1232001"/>
                <a:gd name="csX940" fmla="*/ 711713 w 1651778"/>
                <a:gd name="csY940" fmla="*/ 863625 h 1232001"/>
                <a:gd name="csX941" fmla="*/ 718053 w 1651778"/>
                <a:gd name="csY941" fmla="*/ 872256 h 1232001"/>
                <a:gd name="csX942" fmla="*/ 710556 w 1651778"/>
                <a:gd name="csY942" fmla="*/ 864758 h 1232001"/>
                <a:gd name="csX943" fmla="*/ 787172 w 1651778"/>
                <a:gd name="csY943" fmla="*/ 868423 h 1232001"/>
                <a:gd name="csX944" fmla="*/ 784810 w 1651778"/>
                <a:gd name="csY944" fmla="*/ 864566 h 1232001"/>
                <a:gd name="csX945" fmla="*/ 788643 w 1651778"/>
                <a:gd name="csY945" fmla="*/ 866952 h 1232001"/>
                <a:gd name="csX946" fmla="*/ 792500 w 1651778"/>
                <a:gd name="csY946" fmla="*/ 870785 h 1232001"/>
                <a:gd name="csX947" fmla="*/ 787172 w 1651778"/>
                <a:gd name="csY947" fmla="*/ 868423 h 1232001"/>
                <a:gd name="csX948" fmla="*/ 860799 w 1651778"/>
                <a:gd name="csY948" fmla="*/ 868929 h 1232001"/>
                <a:gd name="csX949" fmla="*/ 864512 w 1651778"/>
                <a:gd name="csY949" fmla="*/ 865602 h 1232001"/>
                <a:gd name="csX950" fmla="*/ 864126 w 1651778"/>
                <a:gd name="csY950" fmla="*/ 868929 h 1232001"/>
                <a:gd name="csX951" fmla="*/ 860413 w 1651778"/>
                <a:gd name="csY951" fmla="*/ 872256 h 1232001"/>
                <a:gd name="csX952" fmla="*/ 860799 w 1651778"/>
                <a:gd name="csY952" fmla="*/ 868929 h 1232001"/>
                <a:gd name="csX953" fmla="*/ 937415 w 1651778"/>
                <a:gd name="csY953" fmla="*/ 865602 h 1232001"/>
                <a:gd name="csX954" fmla="*/ 945106 w 1651778"/>
                <a:gd name="csY954" fmla="*/ 858948 h 1232001"/>
                <a:gd name="csX955" fmla="*/ 940742 w 1651778"/>
                <a:gd name="csY955" fmla="*/ 865602 h 1232001"/>
                <a:gd name="csX956" fmla="*/ 933052 w 1651778"/>
                <a:gd name="csY956" fmla="*/ 872256 h 1232001"/>
                <a:gd name="csX957" fmla="*/ 937415 w 1651778"/>
                <a:gd name="csY957" fmla="*/ 865602 h 1232001"/>
                <a:gd name="csX958" fmla="*/ 1128981 w 1651778"/>
                <a:gd name="csY958" fmla="*/ 867266 h 1232001"/>
                <a:gd name="csX959" fmla="*/ 1130644 w 1651778"/>
                <a:gd name="csY959" fmla="*/ 865602 h 1232001"/>
                <a:gd name="csX960" fmla="*/ 1132308 w 1651778"/>
                <a:gd name="csY960" fmla="*/ 867266 h 1232001"/>
                <a:gd name="csX961" fmla="*/ 1130644 w 1651778"/>
                <a:gd name="csY961" fmla="*/ 868929 h 1232001"/>
                <a:gd name="csX962" fmla="*/ 1128981 w 1651778"/>
                <a:gd name="csY962" fmla="*/ 867266 h 1232001"/>
                <a:gd name="csX963" fmla="*/ 522655 w 1651778"/>
                <a:gd name="csY963" fmla="*/ 857260 h 1232001"/>
                <a:gd name="csX964" fmla="*/ 524318 w 1651778"/>
                <a:gd name="csY964" fmla="*/ 855597 h 1232001"/>
                <a:gd name="csX965" fmla="*/ 525982 w 1651778"/>
                <a:gd name="csY965" fmla="*/ 857260 h 1232001"/>
                <a:gd name="csX966" fmla="*/ 524318 w 1651778"/>
                <a:gd name="csY966" fmla="*/ 858948 h 1232001"/>
                <a:gd name="csX967" fmla="*/ 522655 w 1651778"/>
                <a:gd name="csY967" fmla="*/ 857260 h 1232001"/>
                <a:gd name="csX968" fmla="*/ 768753 w 1651778"/>
                <a:gd name="csY968" fmla="*/ 853114 h 1232001"/>
                <a:gd name="csX969" fmla="*/ 764173 w 1651778"/>
                <a:gd name="csY969" fmla="*/ 847280 h 1232001"/>
                <a:gd name="csX970" fmla="*/ 770007 w 1651778"/>
                <a:gd name="csY970" fmla="*/ 851860 h 1232001"/>
                <a:gd name="csX971" fmla="*/ 774588 w 1651778"/>
                <a:gd name="csY971" fmla="*/ 858948 h 1232001"/>
                <a:gd name="csX972" fmla="*/ 768753 w 1651778"/>
                <a:gd name="csY972" fmla="*/ 853114 h 1232001"/>
                <a:gd name="csX973" fmla="*/ 1125654 w 1651778"/>
                <a:gd name="csY973" fmla="*/ 857260 h 1232001"/>
                <a:gd name="csX974" fmla="*/ 1127317 w 1651778"/>
                <a:gd name="csY974" fmla="*/ 855597 h 1232001"/>
                <a:gd name="csX975" fmla="*/ 1128981 w 1651778"/>
                <a:gd name="csY975" fmla="*/ 857260 h 1232001"/>
                <a:gd name="csX976" fmla="*/ 1127317 w 1651778"/>
                <a:gd name="csY976" fmla="*/ 858948 h 1232001"/>
                <a:gd name="csX977" fmla="*/ 1125654 w 1651778"/>
                <a:gd name="csY977" fmla="*/ 857260 h 1232001"/>
                <a:gd name="csX978" fmla="*/ 880785 w 1651778"/>
                <a:gd name="csY978" fmla="*/ 852270 h 1232001"/>
                <a:gd name="csX979" fmla="*/ 884522 w 1651778"/>
                <a:gd name="csY979" fmla="*/ 848943 h 1232001"/>
                <a:gd name="csX980" fmla="*/ 884112 w 1651778"/>
                <a:gd name="csY980" fmla="*/ 852270 h 1232001"/>
                <a:gd name="csX981" fmla="*/ 880399 w 1651778"/>
                <a:gd name="csY981" fmla="*/ 855597 h 1232001"/>
                <a:gd name="csX982" fmla="*/ 880785 w 1651778"/>
                <a:gd name="csY982" fmla="*/ 852270 h 1232001"/>
                <a:gd name="csX983" fmla="*/ 525982 w 1651778"/>
                <a:gd name="csY983" fmla="*/ 850607 h 1232001"/>
                <a:gd name="csX984" fmla="*/ 527645 w 1651778"/>
                <a:gd name="csY984" fmla="*/ 848943 h 1232001"/>
                <a:gd name="csX985" fmla="*/ 529309 w 1651778"/>
                <a:gd name="csY985" fmla="*/ 850607 h 1232001"/>
                <a:gd name="csX986" fmla="*/ 527645 w 1651778"/>
                <a:gd name="csY986" fmla="*/ 852270 h 1232001"/>
                <a:gd name="csX987" fmla="*/ 525982 w 1651778"/>
                <a:gd name="csY987" fmla="*/ 850607 h 1232001"/>
                <a:gd name="csX988" fmla="*/ 1069023 w 1651778"/>
                <a:gd name="csY988" fmla="*/ 850607 h 1232001"/>
                <a:gd name="csX989" fmla="*/ 1070687 w 1651778"/>
                <a:gd name="csY989" fmla="*/ 848943 h 1232001"/>
                <a:gd name="csX990" fmla="*/ 1072350 w 1651778"/>
                <a:gd name="csY990" fmla="*/ 850607 h 1232001"/>
                <a:gd name="csX991" fmla="*/ 1070687 w 1651778"/>
                <a:gd name="csY991" fmla="*/ 852270 h 1232001"/>
                <a:gd name="csX992" fmla="*/ 1069023 w 1651778"/>
                <a:gd name="csY992" fmla="*/ 850607 h 1232001"/>
                <a:gd name="csX993" fmla="*/ 1122327 w 1651778"/>
                <a:gd name="csY993" fmla="*/ 850607 h 1232001"/>
                <a:gd name="csX994" fmla="*/ 1123990 w 1651778"/>
                <a:gd name="csY994" fmla="*/ 848943 h 1232001"/>
                <a:gd name="csX995" fmla="*/ 1125654 w 1651778"/>
                <a:gd name="csY995" fmla="*/ 850607 h 1232001"/>
                <a:gd name="csX996" fmla="*/ 1123990 w 1651778"/>
                <a:gd name="csY996" fmla="*/ 852270 h 1232001"/>
                <a:gd name="csX997" fmla="*/ 1122327 w 1651778"/>
                <a:gd name="csY997" fmla="*/ 850607 h 1232001"/>
                <a:gd name="csX998" fmla="*/ 529309 w 1651778"/>
                <a:gd name="csY998" fmla="*/ 843953 h 1232001"/>
                <a:gd name="csX999" fmla="*/ 530972 w 1651778"/>
                <a:gd name="csY999" fmla="*/ 842289 h 1232001"/>
                <a:gd name="csX1000" fmla="*/ 532636 w 1651778"/>
                <a:gd name="csY1000" fmla="*/ 843953 h 1232001"/>
                <a:gd name="csX1001" fmla="*/ 530972 w 1651778"/>
                <a:gd name="csY1001" fmla="*/ 845616 h 1232001"/>
                <a:gd name="csX1002" fmla="*/ 529309 w 1651778"/>
                <a:gd name="csY1002" fmla="*/ 843953 h 1232001"/>
                <a:gd name="csX1003" fmla="*/ 582613 w 1651778"/>
                <a:gd name="csY1003" fmla="*/ 843953 h 1232001"/>
                <a:gd name="csX1004" fmla="*/ 584277 w 1651778"/>
                <a:gd name="csY1004" fmla="*/ 842289 h 1232001"/>
                <a:gd name="csX1005" fmla="*/ 585939 w 1651778"/>
                <a:gd name="csY1005" fmla="*/ 843953 h 1232001"/>
                <a:gd name="csX1006" fmla="*/ 584277 w 1651778"/>
                <a:gd name="csY1006" fmla="*/ 845616 h 1232001"/>
                <a:gd name="csX1007" fmla="*/ 582613 w 1651778"/>
                <a:gd name="csY1007" fmla="*/ 843953 h 1232001"/>
                <a:gd name="csX1008" fmla="*/ 1065696 w 1651778"/>
                <a:gd name="csY1008" fmla="*/ 843953 h 1232001"/>
                <a:gd name="csX1009" fmla="*/ 1067360 w 1651778"/>
                <a:gd name="csY1009" fmla="*/ 842289 h 1232001"/>
                <a:gd name="csX1010" fmla="*/ 1069023 w 1651778"/>
                <a:gd name="csY1010" fmla="*/ 843953 h 1232001"/>
                <a:gd name="csX1011" fmla="*/ 1067360 w 1651778"/>
                <a:gd name="csY1011" fmla="*/ 845616 h 1232001"/>
                <a:gd name="csX1012" fmla="*/ 1065696 w 1651778"/>
                <a:gd name="csY1012" fmla="*/ 843953 h 1232001"/>
                <a:gd name="csX1013" fmla="*/ 1119000 w 1651778"/>
                <a:gd name="csY1013" fmla="*/ 843953 h 1232001"/>
                <a:gd name="csX1014" fmla="*/ 1120663 w 1651778"/>
                <a:gd name="csY1014" fmla="*/ 842289 h 1232001"/>
                <a:gd name="csX1015" fmla="*/ 1122327 w 1651778"/>
                <a:gd name="csY1015" fmla="*/ 843953 h 1232001"/>
                <a:gd name="csX1016" fmla="*/ 1120663 w 1651778"/>
                <a:gd name="csY1016" fmla="*/ 845616 h 1232001"/>
                <a:gd name="csX1017" fmla="*/ 1119000 w 1651778"/>
                <a:gd name="csY1017" fmla="*/ 843953 h 1232001"/>
                <a:gd name="csX1018" fmla="*/ 532636 w 1651778"/>
                <a:gd name="csY1018" fmla="*/ 837275 h 1232001"/>
                <a:gd name="csX1019" fmla="*/ 534299 w 1651778"/>
                <a:gd name="csY1019" fmla="*/ 835612 h 1232001"/>
                <a:gd name="csX1020" fmla="*/ 535963 w 1651778"/>
                <a:gd name="csY1020" fmla="*/ 837275 h 1232001"/>
                <a:gd name="csX1021" fmla="*/ 534299 w 1651778"/>
                <a:gd name="csY1021" fmla="*/ 838939 h 1232001"/>
                <a:gd name="csX1022" fmla="*/ 532636 w 1651778"/>
                <a:gd name="csY1022" fmla="*/ 837275 h 1232001"/>
                <a:gd name="csX1023" fmla="*/ 585939 w 1651778"/>
                <a:gd name="csY1023" fmla="*/ 837275 h 1232001"/>
                <a:gd name="csX1024" fmla="*/ 587603 w 1651778"/>
                <a:gd name="csY1024" fmla="*/ 835612 h 1232001"/>
                <a:gd name="csX1025" fmla="*/ 589266 w 1651778"/>
                <a:gd name="csY1025" fmla="*/ 837275 h 1232001"/>
                <a:gd name="csX1026" fmla="*/ 587603 w 1651778"/>
                <a:gd name="csY1026" fmla="*/ 838939 h 1232001"/>
                <a:gd name="csX1027" fmla="*/ 585939 w 1651778"/>
                <a:gd name="csY1027" fmla="*/ 837275 h 1232001"/>
                <a:gd name="csX1028" fmla="*/ 742282 w 1651778"/>
                <a:gd name="csY1028" fmla="*/ 829777 h 1232001"/>
                <a:gd name="csX1029" fmla="*/ 734206 w 1651778"/>
                <a:gd name="csY1029" fmla="*/ 820616 h 1232001"/>
                <a:gd name="csX1030" fmla="*/ 743368 w 1651778"/>
                <a:gd name="csY1030" fmla="*/ 828692 h 1232001"/>
                <a:gd name="csX1031" fmla="*/ 751444 w 1651778"/>
                <a:gd name="csY1031" fmla="*/ 838939 h 1232001"/>
                <a:gd name="csX1032" fmla="*/ 742282 w 1651778"/>
                <a:gd name="csY1032" fmla="*/ 829777 h 1232001"/>
                <a:gd name="csX1033" fmla="*/ 905761 w 1651778"/>
                <a:gd name="csY1033" fmla="*/ 830621 h 1232001"/>
                <a:gd name="csX1034" fmla="*/ 915260 w 1651778"/>
                <a:gd name="csY1034" fmla="*/ 822279 h 1232001"/>
                <a:gd name="csX1035" fmla="*/ 909113 w 1651778"/>
                <a:gd name="csY1035" fmla="*/ 830621 h 1232001"/>
                <a:gd name="csX1036" fmla="*/ 899614 w 1651778"/>
                <a:gd name="csY1036" fmla="*/ 838939 h 1232001"/>
                <a:gd name="csX1037" fmla="*/ 905761 w 1651778"/>
                <a:gd name="csY1037" fmla="*/ 830621 h 1232001"/>
                <a:gd name="csX1038" fmla="*/ 1062345 w 1651778"/>
                <a:gd name="csY1038" fmla="*/ 837275 h 1232001"/>
                <a:gd name="csX1039" fmla="*/ 1064009 w 1651778"/>
                <a:gd name="csY1039" fmla="*/ 835612 h 1232001"/>
                <a:gd name="csX1040" fmla="*/ 1065696 w 1651778"/>
                <a:gd name="csY1040" fmla="*/ 837275 h 1232001"/>
                <a:gd name="csX1041" fmla="*/ 1064009 w 1651778"/>
                <a:gd name="csY1041" fmla="*/ 838939 h 1232001"/>
                <a:gd name="csX1042" fmla="*/ 1062345 w 1651778"/>
                <a:gd name="csY1042" fmla="*/ 837275 h 1232001"/>
                <a:gd name="csX1043" fmla="*/ 1115649 w 1651778"/>
                <a:gd name="csY1043" fmla="*/ 837275 h 1232001"/>
                <a:gd name="csX1044" fmla="*/ 1117337 w 1651778"/>
                <a:gd name="csY1044" fmla="*/ 835612 h 1232001"/>
                <a:gd name="csX1045" fmla="*/ 1119000 w 1651778"/>
                <a:gd name="csY1045" fmla="*/ 837275 h 1232001"/>
                <a:gd name="csX1046" fmla="*/ 1117337 w 1651778"/>
                <a:gd name="csY1046" fmla="*/ 838939 h 1232001"/>
                <a:gd name="csX1047" fmla="*/ 1115649 w 1651778"/>
                <a:gd name="csY1047" fmla="*/ 837275 h 1232001"/>
                <a:gd name="csX1048" fmla="*/ 535963 w 1651778"/>
                <a:gd name="csY1048" fmla="*/ 830621 h 1232001"/>
                <a:gd name="csX1049" fmla="*/ 537626 w 1651778"/>
                <a:gd name="csY1049" fmla="*/ 828958 h 1232001"/>
                <a:gd name="csX1050" fmla="*/ 539314 w 1651778"/>
                <a:gd name="csY1050" fmla="*/ 830621 h 1232001"/>
                <a:gd name="csX1051" fmla="*/ 537626 w 1651778"/>
                <a:gd name="csY1051" fmla="*/ 832285 h 1232001"/>
                <a:gd name="csX1052" fmla="*/ 535963 w 1651778"/>
                <a:gd name="csY1052" fmla="*/ 830621 h 1232001"/>
                <a:gd name="csX1053" fmla="*/ 811859 w 1651778"/>
                <a:gd name="csY1053" fmla="*/ 830018 h 1232001"/>
                <a:gd name="csX1054" fmla="*/ 818248 w 1651778"/>
                <a:gd name="csY1054" fmla="*/ 830259 h 1232001"/>
                <a:gd name="csX1055" fmla="*/ 813884 w 1651778"/>
                <a:gd name="csY1055" fmla="*/ 832019 h 1232001"/>
                <a:gd name="csX1056" fmla="*/ 807495 w 1651778"/>
                <a:gd name="csY1056" fmla="*/ 831754 h 1232001"/>
                <a:gd name="csX1057" fmla="*/ 835196 w 1651778"/>
                <a:gd name="csY1057" fmla="*/ 830018 h 1232001"/>
                <a:gd name="csX1058" fmla="*/ 841561 w 1651778"/>
                <a:gd name="csY1058" fmla="*/ 830259 h 1232001"/>
                <a:gd name="csX1059" fmla="*/ 837197 w 1651778"/>
                <a:gd name="csY1059" fmla="*/ 832019 h 1232001"/>
                <a:gd name="csX1060" fmla="*/ 830808 w 1651778"/>
                <a:gd name="csY1060" fmla="*/ 831754 h 1232001"/>
                <a:gd name="csX1061" fmla="*/ 1112322 w 1651778"/>
                <a:gd name="csY1061" fmla="*/ 830621 h 1232001"/>
                <a:gd name="csX1062" fmla="*/ 1113985 w 1651778"/>
                <a:gd name="csY1062" fmla="*/ 828958 h 1232001"/>
                <a:gd name="csX1063" fmla="*/ 1115649 w 1651778"/>
                <a:gd name="csY1063" fmla="*/ 830621 h 1232001"/>
                <a:gd name="csX1064" fmla="*/ 1113985 w 1651778"/>
                <a:gd name="csY1064" fmla="*/ 832285 h 1232001"/>
                <a:gd name="csX1065" fmla="*/ 1112322 w 1651778"/>
                <a:gd name="csY1065" fmla="*/ 830621 h 1232001"/>
                <a:gd name="csX1066" fmla="*/ 592617 w 1651778"/>
                <a:gd name="csY1066" fmla="*/ 827294 h 1232001"/>
                <a:gd name="csX1067" fmla="*/ 594281 w 1651778"/>
                <a:gd name="csY1067" fmla="*/ 825631 h 1232001"/>
                <a:gd name="csX1068" fmla="*/ 595944 w 1651778"/>
                <a:gd name="csY1068" fmla="*/ 827294 h 1232001"/>
                <a:gd name="csX1069" fmla="*/ 594281 w 1651778"/>
                <a:gd name="csY1069" fmla="*/ 828958 h 1232001"/>
                <a:gd name="csX1070" fmla="*/ 592617 w 1651778"/>
                <a:gd name="csY1070" fmla="*/ 827294 h 1232001"/>
                <a:gd name="csX1071" fmla="*/ 795827 w 1651778"/>
                <a:gd name="csY1071" fmla="*/ 827294 h 1232001"/>
                <a:gd name="csX1072" fmla="*/ 797491 w 1651778"/>
                <a:gd name="csY1072" fmla="*/ 825631 h 1232001"/>
                <a:gd name="csX1073" fmla="*/ 799154 w 1651778"/>
                <a:gd name="csY1073" fmla="*/ 827294 h 1232001"/>
                <a:gd name="csX1074" fmla="*/ 797491 w 1651778"/>
                <a:gd name="csY1074" fmla="*/ 828958 h 1232001"/>
                <a:gd name="csX1075" fmla="*/ 795827 w 1651778"/>
                <a:gd name="csY1075" fmla="*/ 827294 h 1232001"/>
                <a:gd name="csX1076" fmla="*/ 852458 w 1651778"/>
                <a:gd name="csY1076" fmla="*/ 827294 h 1232001"/>
                <a:gd name="csX1077" fmla="*/ 854121 w 1651778"/>
                <a:gd name="csY1077" fmla="*/ 825631 h 1232001"/>
                <a:gd name="csX1078" fmla="*/ 855808 w 1651778"/>
                <a:gd name="csY1078" fmla="*/ 827294 h 1232001"/>
                <a:gd name="csX1079" fmla="*/ 854121 w 1651778"/>
                <a:gd name="csY1079" fmla="*/ 828958 h 1232001"/>
                <a:gd name="csX1080" fmla="*/ 852458 w 1651778"/>
                <a:gd name="csY1080" fmla="*/ 827294 h 1232001"/>
                <a:gd name="csX1081" fmla="*/ 1055691 w 1651778"/>
                <a:gd name="csY1081" fmla="*/ 827294 h 1232001"/>
                <a:gd name="csX1082" fmla="*/ 1057355 w 1651778"/>
                <a:gd name="csY1082" fmla="*/ 825631 h 1232001"/>
                <a:gd name="csX1083" fmla="*/ 1059018 w 1651778"/>
                <a:gd name="csY1083" fmla="*/ 827294 h 1232001"/>
                <a:gd name="csX1084" fmla="*/ 1057355 w 1651778"/>
                <a:gd name="csY1084" fmla="*/ 828958 h 1232001"/>
                <a:gd name="csX1085" fmla="*/ 1055691 w 1651778"/>
                <a:gd name="csY1085" fmla="*/ 827294 h 1232001"/>
                <a:gd name="csX1086" fmla="*/ 789173 w 1651778"/>
                <a:gd name="csY1086" fmla="*/ 823967 h 1232001"/>
                <a:gd name="csX1087" fmla="*/ 790837 w 1651778"/>
                <a:gd name="csY1087" fmla="*/ 822279 h 1232001"/>
                <a:gd name="csX1088" fmla="*/ 792500 w 1651778"/>
                <a:gd name="csY1088" fmla="*/ 823967 h 1232001"/>
                <a:gd name="csX1089" fmla="*/ 790837 w 1651778"/>
                <a:gd name="csY1089" fmla="*/ 825631 h 1232001"/>
                <a:gd name="csX1090" fmla="*/ 789173 w 1651778"/>
                <a:gd name="csY1090" fmla="*/ 823967 h 1232001"/>
                <a:gd name="csX1091" fmla="*/ 859135 w 1651778"/>
                <a:gd name="csY1091" fmla="*/ 823967 h 1232001"/>
                <a:gd name="csX1092" fmla="*/ 860799 w 1651778"/>
                <a:gd name="csY1092" fmla="*/ 822279 h 1232001"/>
                <a:gd name="csX1093" fmla="*/ 862462 w 1651778"/>
                <a:gd name="csY1093" fmla="*/ 823967 h 1232001"/>
                <a:gd name="csX1094" fmla="*/ 860799 w 1651778"/>
                <a:gd name="csY1094" fmla="*/ 825631 h 1232001"/>
                <a:gd name="csX1095" fmla="*/ 859135 w 1651778"/>
                <a:gd name="csY1095" fmla="*/ 823967 h 1232001"/>
                <a:gd name="csX1096" fmla="*/ 595944 w 1651778"/>
                <a:gd name="csY1096" fmla="*/ 820616 h 1232001"/>
                <a:gd name="csX1097" fmla="*/ 597608 w 1651778"/>
                <a:gd name="csY1097" fmla="*/ 818953 h 1232001"/>
                <a:gd name="csX1098" fmla="*/ 599271 w 1651778"/>
                <a:gd name="csY1098" fmla="*/ 820616 h 1232001"/>
                <a:gd name="csX1099" fmla="*/ 597608 w 1651778"/>
                <a:gd name="csY1099" fmla="*/ 822279 h 1232001"/>
                <a:gd name="csX1100" fmla="*/ 595944 w 1651778"/>
                <a:gd name="csY1100" fmla="*/ 820616 h 1232001"/>
                <a:gd name="csX1101" fmla="*/ 1052364 w 1651778"/>
                <a:gd name="csY1101" fmla="*/ 820616 h 1232001"/>
                <a:gd name="csX1102" fmla="*/ 1054028 w 1651778"/>
                <a:gd name="csY1102" fmla="*/ 818953 h 1232001"/>
                <a:gd name="csX1103" fmla="*/ 1055691 w 1651778"/>
                <a:gd name="csY1103" fmla="*/ 820616 h 1232001"/>
                <a:gd name="csX1104" fmla="*/ 1054028 w 1651778"/>
                <a:gd name="csY1104" fmla="*/ 822279 h 1232001"/>
                <a:gd name="csX1105" fmla="*/ 1052364 w 1651778"/>
                <a:gd name="csY1105" fmla="*/ 820616 h 1232001"/>
                <a:gd name="csX1106" fmla="*/ 775841 w 1651778"/>
                <a:gd name="csY1106" fmla="*/ 817289 h 1232001"/>
                <a:gd name="csX1107" fmla="*/ 777505 w 1651778"/>
                <a:gd name="csY1107" fmla="*/ 815626 h 1232001"/>
                <a:gd name="csX1108" fmla="*/ 779168 w 1651778"/>
                <a:gd name="csY1108" fmla="*/ 817289 h 1232001"/>
                <a:gd name="csX1109" fmla="*/ 777505 w 1651778"/>
                <a:gd name="csY1109" fmla="*/ 818953 h 1232001"/>
                <a:gd name="csX1110" fmla="*/ 775841 w 1651778"/>
                <a:gd name="csY1110" fmla="*/ 817289 h 1232001"/>
                <a:gd name="csX1111" fmla="*/ 872467 w 1651778"/>
                <a:gd name="csY1111" fmla="*/ 817289 h 1232001"/>
                <a:gd name="csX1112" fmla="*/ 874131 w 1651778"/>
                <a:gd name="csY1112" fmla="*/ 815626 h 1232001"/>
                <a:gd name="csX1113" fmla="*/ 875794 w 1651778"/>
                <a:gd name="csY1113" fmla="*/ 817289 h 1232001"/>
                <a:gd name="csX1114" fmla="*/ 874131 w 1651778"/>
                <a:gd name="csY1114" fmla="*/ 818953 h 1232001"/>
                <a:gd name="csX1115" fmla="*/ 872467 w 1651778"/>
                <a:gd name="csY1115" fmla="*/ 817289 h 1232001"/>
                <a:gd name="csX1116" fmla="*/ 545968 w 1651778"/>
                <a:gd name="csY1116" fmla="*/ 813962 h 1232001"/>
                <a:gd name="csX1117" fmla="*/ 547631 w 1651778"/>
                <a:gd name="csY1117" fmla="*/ 812299 h 1232001"/>
                <a:gd name="csX1118" fmla="*/ 549295 w 1651778"/>
                <a:gd name="csY1118" fmla="*/ 813962 h 1232001"/>
                <a:gd name="csX1119" fmla="*/ 547631 w 1651778"/>
                <a:gd name="csY1119" fmla="*/ 815626 h 1232001"/>
                <a:gd name="csX1120" fmla="*/ 545968 w 1651778"/>
                <a:gd name="csY1120" fmla="*/ 813962 h 1232001"/>
                <a:gd name="csX1121" fmla="*/ 1102341 w 1651778"/>
                <a:gd name="csY1121" fmla="*/ 813962 h 1232001"/>
                <a:gd name="csX1122" fmla="*/ 1104004 w 1651778"/>
                <a:gd name="csY1122" fmla="*/ 812299 h 1232001"/>
                <a:gd name="csX1123" fmla="*/ 1105668 w 1651778"/>
                <a:gd name="csY1123" fmla="*/ 813962 h 1232001"/>
                <a:gd name="csX1124" fmla="*/ 1104004 w 1651778"/>
                <a:gd name="csY1124" fmla="*/ 815626 h 1232001"/>
                <a:gd name="csX1125" fmla="*/ 1102341 w 1651778"/>
                <a:gd name="csY1125" fmla="*/ 813962 h 1232001"/>
                <a:gd name="csX1126" fmla="*/ 602598 w 1651778"/>
                <a:gd name="csY1126" fmla="*/ 810635 h 1232001"/>
                <a:gd name="csX1127" fmla="*/ 604262 w 1651778"/>
                <a:gd name="csY1127" fmla="*/ 808972 h 1232001"/>
                <a:gd name="csX1128" fmla="*/ 605925 w 1651778"/>
                <a:gd name="csY1128" fmla="*/ 810635 h 1232001"/>
                <a:gd name="csX1129" fmla="*/ 604262 w 1651778"/>
                <a:gd name="csY1129" fmla="*/ 812299 h 1232001"/>
                <a:gd name="csX1130" fmla="*/ 602598 w 1651778"/>
                <a:gd name="csY1130" fmla="*/ 810635 h 1232001"/>
                <a:gd name="csX1131" fmla="*/ 760532 w 1651778"/>
                <a:gd name="csY1131" fmla="*/ 804801 h 1232001"/>
                <a:gd name="csX1132" fmla="*/ 754192 w 1651778"/>
                <a:gd name="csY1132" fmla="*/ 797303 h 1232001"/>
                <a:gd name="csX1133" fmla="*/ 761689 w 1651778"/>
                <a:gd name="csY1133" fmla="*/ 803643 h 1232001"/>
                <a:gd name="csX1134" fmla="*/ 768030 w 1651778"/>
                <a:gd name="csY1134" fmla="*/ 812299 h 1232001"/>
                <a:gd name="csX1135" fmla="*/ 760532 w 1651778"/>
                <a:gd name="csY1135" fmla="*/ 804801 h 1232001"/>
                <a:gd name="csX1136" fmla="*/ 887439 w 1651778"/>
                <a:gd name="csY1136" fmla="*/ 805645 h 1232001"/>
                <a:gd name="csX1137" fmla="*/ 895154 w 1651778"/>
                <a:gd name="csY1137" fmla="*/ 798966 h 1232001"/>
                <a:gd name="csX1138" fmla="*/ 890790 w 1651778"/>
                <a:gd name="csY1138" fmla="*/ 805645 h 1232001"/>
                <a:gd name="csX1139" fmla="*/ 883075 w 1651778"/>
                <a:gd name="csY1139" fmla="*/ 812299 h 1232001"/>
                <a:gd name="csX1140" fmla="*/ 887439 w 1651778"/>
                <a:gd name="csY1140" fmla="*/ 805645 h 1232001"/>
                <a:gd name="csX1141" fmla="*/ 1045686 w 1651778"/>
                <a:gd name="csY1141" fmla="*/ 810635 h 1232001"/>
                <a:gd name="csX1142" fmla="*/ 1047374 w 1651778"/>
                <a:gd name="csY1142" fmla="*/ 808972 h 1232001"/>
                <a:gd name="csX1143" fmla="*/ 1049037 w 1651778"/>
                <a:gd name="csY1143" fmla="*/ 810635 h 1232001"/>
                <a:gd name="csX1144" fmla="*/ 1047374 w 1651778"/>
                <a:gd name="csY1144" fmla="*/ 812299 h 1232001"/>
                <a:gd name="csX1145" fmla="*/ 1045686 w 1651778"/>
                <a:gd name="csY1145" fmla="*/ 810635 h 1232001"/>
                <a:gd name="csX1146" fmla="*/ 549295 w 1651778"/>
                <a:gd name="csY1146" fmla="*/ 807308 h 1232001"/>
                <a:gd name="csX1147" fmla="*/ 550958 w 1651778"/>
                <a:gd name="csY1147" fmla="*/ 805645 h 1232001"/>
                <a:gd name="csX1148" fmla="*/ 552622 w 1651778"/>
                <a:gd name="csY1148" fmla="*/ 807308 h 1232001"/>
                <a:gd name="csX1149" fmla="*/ 550958 w 1651778"/>
                <a:gd name="csY1149" fmla="*/ 808972 h 1232001"/>
                <a:gd name="csX1150" fmla="*/ 549295 w 1651778"/>
                <a:gd name="csY1150" fmla="*/ 807308 h 1232001"/>
                <a:gd name="csX1151" fmla="*/ 1099014 w 1651778"/>
                <a:gd name="csY1151" fmla="*/ 807308 h 1232001"/>
                <a:gd name="csX1152" fmla="*/ 1100677 w 1651778"/>
                <a:gd name="csY1152" fmla="*/ 805645 h 1232001"/>
                <a:gd name="csX1153" fmla="*/ 1102341 w 1651778"/>
                <a:gd name="csY1153" fmla="*/ 807308 h 1232001"/>
                <a:gd name="csX1154" fmla="*/ 1100677 w 1651778"/>
                <a:gd name="csY1154" fmla="*/ 808972 h 1232001"/>
                <a:gd name="csX1155" fmla="*/ 1099014 w 1651778"/>
                <a:gd name="csY1155" fmla="*/ 807308 h 1232001"/>
                <a:gd name="csX1156" fmla="*/ 609277 w 1651778"/>
                <a:gd name="csY1156" fmla="*/ 800630 h 1232001"/>
                <a:gd name="csX1157" fmla="*/ 610940 w 1651778"/>
                <a:gd name="csY1157" fmla="*/ 798966 h 1232001"/>
                <a:gd name="csX1158" fmla="*/ 612604 w 1651778"/>
                <a:gd name="csY1158" fmla="*/ 800630 h 1232001"/>
                <a:gd name="csX1159" fmla="*/ 610940 w 1651778"/>
                <a:gd name="csY1159" fmla="*/ 802293 h 1232001"/>
                <a:gd name="csX1160" fmla="*/ 609277 w 1651778"/>
                <a:gd name="csY1160" fmla="*/ 800630 h 1232001"/>
                <a:gd name="csX1161" fmla="*/ 1039032 w 1651778"/>
                <a:gd name="csY1161" fmla="*/ 800630 h 1232001"/>
                <a:gd name="csX1162" fmla="*/ 1040696 w 1651778"/>
                <a:gd name="csY1162" fmla="*/ 798966 h 1232001"/>
                <a:gd name="csX1163" fmla="*/ 1042359 w 1651778"/>
                <a:gd name="csY1163" fmla="*/ 800630 h 1232001"/>
                <a:gd name="csX1164" fmla="*/ 1040696 w 1651778"/>
                <a:gd name="csY1164" fmla="*/ 802293 h 1232001"/>
                <a:gd name="csX1165" fmla="*/ 1039032 w 1651778"/>
                <a:gd name="csY1165" fmla="*/ 800630 h 1232001"/>
                <a:gd name="csX1166" fmla="*/ 555949 w 1651778"/>
                <a:gd name="csY1166" fmla="*/ 797303 h 1232001"/>
                <a:gd name="csX1167" fmla="*/ 557637 w 1651778"/>
                <a:gd name="csY1167" fmla="*/ 795639 h 1232001"/>
                <a:gd name="csX1168" fmla="*/ 559300 w 1651778"/>
                <a:gd name="csY1168" fmla="*/ 797303 h 1232001"/>
                <a:gd name="csX1169" fmla="*/ 557637 w 1651778"/>
                <a:gd name="csY1169" fmla="*/ 798966 h 1232001"/>
                <a:gd name="csX1170" fmla="*/ 555949 w 1651778"/>
                <a:gd name="csY1170" fmla="*/ 797303 h 1232001"/>
                <a:gd name="csX1171" fmla="*/ 637267 w 1651778"/>
                <a:gd name="csY1171" fmla="*/ 791469 h 1232001"/>
                <a:gd name="csX1172" fmla="*/ 630926 w 1651778"/>
                <a:gd name="csY1172" fmla="*/ 783971 h 1232001"/>
                <a:gd name="csX1173" fmla="*/ 638423 w 1651778"/>
                <a:gd name="csY1173" fmla="*/ 790336 h 1232001"/>
                <a:gd name="csX1174" fmla="*/ 644764 w 1651778"/>
                <a:gd name="csY1174" fmla="*/ 798966 h 1232001"/>
                <a:gd name="csX1175" fmla="*/ 637267 w 1651778"/>
                <a:gd name="csY1175" fmla="*/ 791469 h 1232001"/>
                <a:gd name="csX1176" fmla="*/ 1010705 w 1651778"/>
                <a:gd name="csY1176" fmla="*/ 792312 h 1232001"/>
                <a:gd name="csX1177" fmla="*/ 1018420 w 1651778"/>
                <a:gd name="csY1177" fmla="*/ 785634 h 1232001"/>
                <a:gd name="csX1178" fmla="*/ 1014056 w 1651778"/>
                <a:gd name="csY1178" fmla="*/ 792312 h 1232001"/>
                <a:gd name="csX1179" fmla="*/ 1006341 w 1651778"/>
                <a:gd name="csY1179" fmla="*/ 798966 h 1232001"/>
                <a:gd name="csX1180" fmla="*/ 1010705 w 1651778"/>
                <a:gd name="csY1180" fmla="*/ 792312 h 1232001"/>
                <a:gd name="csX1181" fmla="*/ 1092336 w 1651778"/>
                <a:gd name="csY1181" fmla="*/ 797303 h 1232001"/>
                <a:gd name="csX1182" fmla="*/ 1093999 w 1651778"/>
                <a:gd name="csY1182" fmla="*/ 795639 h 1232001"/>
                <a:gd name="csX1183" fmla="*/ 1095663 w 1651778"/>
                <a:gd name="csY1183" fmla="*/ 797303 h 1232001"/>
                <a:gd name="csX1184" fmla="*/ 1093999 w 1651778"/>
                <a:gd name="csY1184" fmla="*/ 798966 h 1232001"/>
                <a:gd name="csX1185" fmla="*/ 1092336 w 1651778"/>
                <a:gd name="csY1185" fmla="*/ 797303 h 1232001"/>
                <a:gd name="csX1186" fmla="*/ 749178 w 1651778"/>
                <a:gd name="csY1186" fmla="*/ 790649 h 1232001"/>
                <a:gd name="csX1187" fmla="*/ 750865 w 1651778"/>
                <a:gd name="csY1187" fmla="*/ 788986 h 1232001"/>
                <a:gd name="csX1188" fmla="*/ 752528 w 1651778"/>
                <a:gd name="csY1188" fmla="*/ 790649 h 1232001"/>
                <a:gd name="csX1189" fmla="*/ 750865 w 1651778"/>
                <a:gd name="csY1189" fmla="*/ 792312 h 1232001"/>
                <a:gd name="csX1190" fmla="*/ 749178 w 1651778"/>
                <a:gd name="csY1190" fmla="*/ 790649 h 1232001"/>
                <a:gd name="csX1191" fmla="*/ 899107 w 1651778"/>
                <a:gd name="csY1191" fmla="*/ 790649 h 1232001"/>
                <a:gd name="csX1192" fmla="*/ 900771 w 1651778"/>
                <a:gd name="csY1192" fmla="*/ 788986 h 1232001"/>
                <a:gd name="csX1193" fmla="*/ 902434 w 1651778"/>
                <a:gd name="csY1193" fmla="*/ 790649 h 1232001"/>
                <a:gd name="csX1194" fmla="*/ 900771 w 1651778"/>
                <a:gd name="csY1194" fmla="*/ 792312 h 1232001"/>
                <a:gd name="csX1195" fmla="*/ 899107 w 1651778"/>
                <a:gd name="csY1195" fmla="*/ 790649 h 1232001"/>
                <a:gd name="csX1196" fmla="*/ 562627 w 1651778"/>
                <a:gd name="csY1196" fmla="*/ 787298 h 1232001"/>
                <a:gd name="csX1197" fmla="*/ 564290 w 1651778"/>
                <a:gd name="csY1197" fmla="*/ 785634 h 1232001"/>
                <a:gd name="csX1198" fmla="*/ 565954 w 1651778"/>
                <a:gd name="csY1198" fmla="*/ 787298 h 1232001"/>
                <a:gd name="csX1199" fmla="*/ 564290 w 1651778"/>
                <a:gd name="csY1199" fmla="*/ 788986 h 1232001"/>
                <a:gd name="csX1200" fmla="*/ 562627 w 1651778"/>
                <a:gd name="csY1200" fmla="*/ 787298 h 1232001"/>
                <a:gd name="csX1201" fmla="*/ 619258 w 1651778"/>
                <a:gd name="csY1201" fmla="*/ 787298 h 1232001"/>
                <a:gd name="csX1202" fmla="*/ 620921 w 1651778"/>
                <a:gd name="csY1202" fmla="*/ 785634 h 1232001"/>
                <a:gd name="csX1203" fmla="*/ 622584 w 1651778"/>
                <a:gd name="csY1203" fmla="*/ 787298 h 1232001"/>
                <a:gd name="csX1204" fmla="*/ 620921 w 1651778"/>
                <a:gd name="csY1204" fmla="*/ 788986 h 1232001"/>
                <a:gd name="csX1205" fmla="*/ 619258 w 1651778"/>
                <a:gd name="csY1205" fmla="*/ 787298 h 1232001"/>
                <a:gd name="csX1206" fmla="*/ 1029051 w 1651778"/>
                <a:gd name="csY1206" fmla="*/ 787298 h 1232001"/>
                <a:gd name="csX1207" fmla="*/ 1030715 w 1651778"/>
                <a:gd name="csY1207" fmla="*/ 785634 h 1232001"/>
                <a:gd name="csX1208" fmla="*/ 1032378 w 1651778"/>
                <a:gd name="csY1208" fmla="*/ 787298 h 1232001"/>
                <a:gd name="csX1209" fmla="*/ 1030715 w 1651778"/>
                <a:gd name="csY1209" fmla="*/ 788986 h 1232001"/>
                <a:gd name="csX1210" fmla="*/ 1029051 w 1651778"/>
                <a:gd name="csY1210" fmla="*/ 787298 h 1232001"/>
                <a:gd name="csX1211" fmla="*/ 1085682 w 1651778"/>
                <a:gd name="csY1211" fmla="*/ 787298 h 1232001"/>
                <a:gd name="csX1212" fmla="*/ 1087345 w 1651778"/>
                <a:gd name="csY1212" fmla="*/ 785634 h 1232001"/>
                <a:gd name="csX1213" fmla="*/ 1089009 w 1651778"/>
                <a:gd name="csY1213" fmla="*/ 787298 h 1232001"/>
                <a:gd name="csX1214" fmla="*/ 1087345 w 1651778"/>
                <a:gd name="csY1214" fmla="*/ 788986 h 1232001"/>
                <a:gd name="csX1215" fmla="*/ 1085682 w 1651778"/>
                <a:gd name="csY1215" fmla="*/ 787298 h 1232001"/>
                <a:gd name="csX1216" fmla="*/ 810822 w 1651778"/>
                <a:gd name="csY1216" fmla="*/ 780934 h 1232001"/>
                <a:gd name="csX1217" fmla="*/ 793199 w 1651778"/>
                <a:gd name="csY1217" fmla="*/ 768228 h 1232001"/>
                <a:gd name="csX1218" fmla="*/ 785581 w 1651778"/>
                <a:gd name="csY1218" fmla="*/ 759935 h 1232001"/>
                <a:gd name="csX1219" fmla="*/ 783700 w 1651778"/>
                <a:gd name="csY1219" fmla="*/ 748484 h 1232001"/>
                <a:gd name="csX1220" fmla="*/ 781844 w 1651778"/>
                <a:gd name="csY1220" fmla="*/ 737008 h 1232001"/>
                <a:gd name="csX1221" fmla="*/ 786979 w 1651778"/>
                <a:gd name="csY1221" fmla="*/ 724761 h 1232001"/>
                <a:gd name="csX1222" fmla="*/ 792091 w 1651778"/>
                <a:gd name="csY1222" fmla="*/ 712490 h 1232001"/>
                <a:gd name="csX1223" fmla="*/ 803132 w 1651778"/>
                <a:gd name="csY1223" fmla="*/ 705764 h 1232001"/>
                <a:gd name="csX1224" fmla="*/ 814149 w 1651778"/>
                <a:gd name="csY1224" fmla="*/ 699038 h 1232001"/>
                <a:gd name="csX1225" fmla="*/ 825818 w 1651778"/>
                <a:gd name="csY1225" fmla="*/ 699038 h 1232001"/>
                <a:gd name="csX1226" fmla="*/ 837462 w 1651778"/>
                <a:gd name="csY1226" fmla="*/ 699038 h 1232001"/>
                <a:gd name="csX1227" fmla="*/ 848504 w 1651778"/>
                <a:gd name="csY1227" fmla="*/ 705764 h 1232001"/>
                <a:gd name="csX1228" fmla="*/ 859522 w 1651778"/>
                <a:gd name="csY1228" fmla="*/ 712490 h 1232001"/>
                <a:gd name="csX1229" fmla="*/ 864656 w 1651778"/>
                <a:gd name="csY1229" fmla="*/ 724761 h 1232001"/>
                <a:gd name="csX1230" fmla="*/ 869767 w 1651778"/>
                <a:gd name="csY1230" fmla="*/ 737008 h 1232001"/>
                <a:gd name="csX1231" fmla="*/ 867911 w 1651778"/>
                <a:gd name="csY1231" fmla="*/ 748484 h 1232001"/>
                <a:gd name="csX1232" fmla="*/ 866055 w 1651778"/>
                <a:gd name="csY1232" fmla="*/ 759935 h 1232001"/>
                <a:gd name="csX1233" fmla="*/ 858436 w 1651778"/>
                <a:gd name="csY1233" fmla="*/ 768228 h 1232001"/>
                <a:gd name="csX1234" fmla="*/ 810822 w 1651778"/>
                <a:gd name="csY1234" fmla="*/ 780934 h 1232001"/>
                <a:gd name="csX1235" fmla="*/ 742524 w 1651778"/>
                <a:gd name="csY1235" fmla="*/ 780645 h 1232001"/>
                <a:gd name="csX1236" fmla="*/ 744187 w 1651778"/>
                <a:gd name="csY1236" fmla="*/ 778981 h 1232001"/>
                <a:gd name="csX1237" fmla="*/ 745851 w 1651778"/>
                <a:gd name="csY1237" fmla="*/ 780645 h 1232001"/>
                <a:gd name="csX1238" fmla="*/ 744187 w 1651778"/>
                <a:gd name="csY1238" fmla="*/ 782307 h 1232001"/>
                <a:gd name="csX1239" fmla="*/ 742524 w 1651778"/>
                <a:gd name="csY1239" fmla="*/ 780645 h 1232001"/>
                <a:gd name="csX1240" fmla="*/ 905761 w 1651778"/>
                <a:gd name="csY1240" fmla="*/ 780645 h 1232001"/>
                <a:gd name="csX1241" fmla="*/ 907449 w 1651778"/>
                <a:gd name="csY1241" fmla="*/ 778981 h 1232001"/>
                <a:gd name="csX1242" fmla="*/ 909113 w 1651778"/>
                <a:gd name="csY1242" fmla="*/ 780645 h 1232001"/>
                <a:gd name="csX1243" fmla="*/ 907449 w 1651778"/>
                <a:gd name="csY1243" fmla="*/ 782307 h 1232001"/>
                <a:gd name="csX1244" fmla="*/ 905761 w 1651778"/>
                <a:gd name="csY1244" fmla="*/ 780645 h 1232001"/>
                <a:gd name="csX1245" fmla="*/ 569281 w 1651778"/>
                <a:gd name="csY1245" fmla="*/ 777318 h 1232001"/>
                <a:gd name="csX1246" fmla="*/ 570944 w 1651778"/>
                <a:gd name="csY1246" fmla="*/ 775654 h 1232001"/>
                <a:gd name="csX1247" fmla="*/ 572608 w 1651778"/>
                <a:gd name="csY1247" fmla="*/ 777318 h 1232001"/>
                <a:gd name="csX1248" fmla="*/ 570944 w 1651778"/>
                <a:gd name="csY1248" fmla="*/ 778981 h 1232001"/>
                <a:gd name="csX1249" fmla="*/ 569281 w 1651778"/>
                <a:gd name="csY1249" fmla="*/ 777318 h 1232001"/>
                <a:gd name="csX1250" fmla="*/ 1079004 w 1651778"/>
                <a:gd name="csY1250" fmla="*/ 777318 h 1232001"/>
                <a:gd name="csX1251" fmla="*/ 1080668 w 1651778"/>
                <a:gd name="csY1251" fmla="*/ 775654 h 1232001"/>
                <a:gd name="csX1252" fmla="*/ 1082355 w 1651778"/>
                <a:gd name="csY1252" fmla="*/ 777318 h 1232001"/>
                <a:gd name="csX1253" fmla="*/ 1080668 w 1651778"/>
                <a:gd name="csY1253" fmla="*/ 778981 h 1232001"/>
                <a:gd name="csX1254" fmla="*/ 1079004 w 1651778"/>
                <a:gd name="csY1254" fmla="*/ 777318 h 1232001"/>
                <a:gd name="csX1255" fmla="*/ 739197 w 1651778"/>
                <a:gd name="csY1255" fmla="*/ 770639 h 1232001"/>
                <a:gd name="csX1256" fmla="*/ 740860 w 1651778"/>
                <a:gd name="csY1256" fmla="*/ 768976 h 1232001"/>
                <a:gd name="csX1257" fmla="*/ 742524 w 1651778"/>
                <a:gd name="csY1257" fmla="*/ 770639 h 1232001"/>
                <a:gd name="csX1258" fmla="*/ 740860 w 1651778"/>
                <a:gd name="csY1258" fmla="*/ 772327 h 1232001"/>
                <a:gd name="csX1259" fmla="*/ 739197 w 1651778"/>
                <a:gd name="csY1259" fmla="*/ 770639 h 1232001"/>
                <a:gd name="csX1260" fmla="*/ 909113 w 1651778"/>
                <a:gd name="csY1260" fmla="*/ 770639 h 1232001"/>
                <a:gd name="csX1261" fmla="*/ 910776 w 1651778"/>
                <a:gd name="csY1261" fmla="*/ 768976 h 1232001"/>
                <a:gd name="csX1262" fmla="*/ 912440 w 1651778"/>
                <a:gd name="csY1262" fmla="*/ 770639 h 1232001"/>
                <a:gd name="csX1263" fmla="*/ 910776 w 1651778"/>
                <a:gd name="csY1263" fmla="*/ 772327 h 1232001"/>
                <a:gd name="csX1264" fmla="*/ 909113 w 1651778"/>
                <a:gd name="csY1264" fmla="*/ 770639 h 1232001"/>
                <a:gd name="csX1265" fmla="*/ 575959 w 1651778"/>
                <a:gd name="csY1265" fmla="*/ 767312 h 1232001"/>
                <a:gd name="csX1266" fmla="*/ 577623 w 1651778"/>
                <a:gd name="csY1266" fmla="*/ 765649 h 1232001"/>
                <a:gd name="csX1267" fmla="*/ 579286 w 1651778"/>
                <a:gd name="csY1267" fmla="*/ 767312 h 1232001"/>
                <a:gd name="csX1268" fmla="*/ 577623 w 1651778"/>
                <a:gd name="csY1268" fmla="*/ 768976 h 1232001"/>
                <a:gd name="csX1269" fmla="*/ 575959 w 1651778"/>
                <a:gd name="csY1269" fmla="*/ 767312 h 1232001"/>
                <a:gd name="csX1270" fmla="*/ 1072350 w 1651778"/>
                <a:gd name="csY1270" fmla="*/ 767312 h 1232001"/>
                <a:gd name="csX1271" fmla="*/ 1074014 w 1651778"/>
                <a:gd name="csY1271" fmla="*/ 765649 h 1232001"/>
                <a:gd name="csX1272" fmla="*/ 1075677 w 1651778"/>
                <a:gd name="csY1272" fmla="*/ 767312 h 1232001"/>
                <a:gd name="csX1273" fmla="*/ 1074014 w 1651778"/>
                <a:gd name="csY1273" fmla="*/ 768976 h 1232001"/>
                <a:gd name="csX1274" fmla="*/ 1072350 w 1651778"/>
                <a:gd name="csY1274" fmla="*/ 767312 h 1232001"/>
                <a:gd name="csX1275" fmla="*/ 165345 w 1651778"/>
                <a:gd name="csY1275" fmla="*/ 763455 h 1232001"/>
                <a:gd name="csX1276" fmla="*/ 173662 w 1651778"/>
                <a:gd name="csY1276" fmla="*/ 763455 h 1232001"/>
                <a:gd name="csX1277" fmla="*/ 177833 w 1651778"/>
                <a:gd name="csY1277" fmla="*/ 765118 h 1232001"/>
                <a:gd name="csX1278" fmla="*/ 169492 w 1651778"/>
                <a:gd name="csY1278" fmla="*/ 765118 h 1232001"/>
                <a:gd name="csX1279" fmla="*/ 161174 w 1651778"/>
                <a:gd name="csY1279" fmla="*/ 765118 h 1232001"/>
                <a:gd name="csX1280" fmla="*/ 231956 w 1651778"/>
                <a:gd name="csY1280" fmla="*/ 763455 h 1232001"/>
                <a:gd name="csX1281" fmla="*/ 240298 w 1651778"/>
                <a:gd name="csY1281" fmla="*/ 763455 h 1232001"/>
                <a:gd name="csX1282" fmla="*/ 244469 w 1651778"/>
                <a:gd name="csY1282" fmla="*/ 765118 h 1232001"/>
                <a:gd name="csX1283" fmla="*/ 236127 w 1651778"/>
                <a:gd name="csY1283" fmla="*/ 765118 h 1232001"/>
                <a:gd name="csX1284" fmla="*/ 227810 w 1651778"/>
                <a:gd name="csY1284" fmla="*/ 765118 h 1232001"/>
                <a:gd name="csX1285" fmla="*/ 146179 w 1651778"/>
                <a:gd name="csY1285" fmla="*/ 760658 h 1232001"/>
                <a:gd name="csX1286" fmla="*/ 147842 w 1651778"/>
                <a:gd name="csY1286" fmla="*/ 758995 h 1232001"/>
                <a:gd name="csX1287" fmla="*/ 149506 w 1651778"/>
                <a:gd name="csY1287" fmla="*/ 760658 h 1232001"/>
                <a:gd name="csX1288" fmla="*/ 147842 w 1651778"/>
                <a:gd name="csY1288" fmla="*/ 762322 h 1232001"/>
                <a:gd name="csX1289" fmla="*/ 146179 w 1651778"/>
                <a:gd name="csY1289" fmla="*/ 760658 h 1232001"/>
                <a:gd name="csX1290" fmla="*/ 253895 w 1651778"/>
                <a:gd name="csY1290" fmla="*/ 760104 h 1232001"/>
                <a:gd name="csX1291" fmla="*/ 258331 w 1651778"/>
                <a:gd name="csY1291" fmla="*/ 760104 h 1232001"/>
                <a:gd name="csX1292" fmla="*/ 256113 w 1651778"/>
                <a:gd name="csY1292" fmla="*/ 762322 h 1232001"/>
                <a:gd name="csX1293" fmla="*/ 253895 w 1651778"/>
                <a:gd name="csY1293" fmla="*/ 760104 h 1232001"/>
                <a:gd name="csX1294" fmla="*/ 668800 w 1651778"/>
                <a:gd name="csY1294" fmla="*/ 756488 h 1232001"/>
                <a:gd name="csX1295" fmla="*/ 664244 w 1651778"/>
                <a:gd name="csY1295" fmla="*/ 750653 h 1232001"/>
                <a:gd name="csX1296" fmla="*/ 670054 w 1651778"/>
                <a:gd name="csY1296" fmla="*/ 755234 h 1232001"/>
                <a:gd name="csX1297" fmla="*/ 675888 w 1651778"/>
                <a:gd name="csY1297" fmla="*/ 761068 h 1232001"/>
                <a:gd name="csX1298" fmla="*/ 668800 w 1651778"/>
                <a:gd name="csY1298" fmla="*/ 756488 h 1232001"/>
                <a:gd name="csX1299" fmla="*/ 735870 w 1651778"/>
                <a:gd name="csY1299" fmla="*/ 758995 h 1232001"/>
                <a:gd name="csX1300" fmla="*/ 738087 w 1651778"/>
                <a:gd name="csY1300" fmla="*/ 756777 h 1232001"/>
                <a:gd name="csX1301" fmla="*/ 738087 w 1651778"/>
                <a:gd name="csY1301" fmla="*/ 761212 h 1232001"/>
                <a:gd name="csX1302" fmla="*/ 735870 w 1651778"/>
                <a:gd name="csY1302" fmla="*/ 758995 h 1232001"/>
                <a:gd name="csX1303" fmla="*/ 912440 w 1651778"/>
                <a:gd name="csY1303" fmla="*/ 758995 h 1232001"/>
                <a:gd name="csX1304" fmla="*/ 914657 w 1651778"/>
                <a:gd name="csY1304" fmla="*/ 756777 h 1232001"/>
                <a:gd name="csX1305" fmla="*/ 914657 w 1651778"/>
                <a:gd name="csY1305" fmla="*/ 761212 h 1232001"/>
                <a:gd name="csX1306" fmla="*/ 912440 w 1651778"/>
                <a:gd name="csY1306" fmla="*/ 758995 h 1232001"/>
                <a:gd name="csX1307" fmla="*/ 975724 w 1651778"/>
                <a:gd name="csY1307" fmla="*/ 761068 h 1232001"/>
                <a:gd name="csX1308" fmla="*/ 981558 w 1651778"/>
                <a:gd name="csY1308" fmla="*/ 755234 h 1232001"/>
                <a:gd name="csX1309" fmla="*/ 987392 w 1651778"/>
                <a:gd name="csY1309" fmla="*/ 750653 h 1232001"/>
                <a:gd name="csX1310" fmla="*/ 982811 w 1651778"/>
                <a:gd name="csY1310" fmla="*/ 756488 h 1232001"/>
                <a:gd name="csX1311" fmla="*/ 975724 w 1651778"/>
                <a:gd name="csY1311" fmla="*/ 761068 h 1232001"/>
                <a:gd name="csX1312" fmla="*/ 132847 w 1651778"/>
                <a:gd name="csY1312" fmla="*/ 757332 h 1232001"/>
                <a:gd name="csX1313" fmla="*/ 134510 w 1651778"/>
                <a:gd name="csY1313" fmla="*/ 755668 h 1232001"/>
                <a:gd name="csX1314" fmla="*/ 136174 w 1651778"/>
                <a:gd name="csY1314" fmla="*/ 757332 h 1232001"/>
                <a:gd name="csX1315" fmla="*/ 134510 w 1651778"/>
                <a:gd name="csY1315" fmla="*/ 758995 h 1232001"/>
                <a:gd name="csX1316" fmla="*/ 132847 w 1651778"/>
                <a:gd name="csY1316" fmla="*/ 757332 h 1232001"/>
                <a:gd name="csX1317" fmla="*/ 269445 w 1651778"/>
                <a:gd name="csY1317" fmla="*/ 757332 h 1232001"/>
                <a:gd name="csX1318" fmla="*/ 271108 w 1651778"/>
                <a:gd name="csY1318" fmla="*/ 755668 h 1232001"/>
                <a:gd name="csX1319" fmla="*/ 272772 w 1651778"/>
                <a:gd name="csY1319" fmla="*/ 757332 h 1232001"/>
                <a:gd name="csX1320" fmla="*/ 271108 w 1651778"/>
                <a:gd name="csY1320" fmla="*/ 758995 h 1232001"/>
                <a:gd name="csX1321" fmla="*/ 269445 w 1651778"/>
                <a:gd name="csY1321" fmla="*/ 757332 h 1232001"/>
                <a:gd name="csX1322" fmla="*/ 584277 w 1651778"/>
                <a:gd name="csY1322" fmla="*/ 755668 h 1232001"/>
                <a:gd name="csX1323" fmla="*/ 588013 w 1651778"/>
                <a:gd name="csY1323" fmla="*/ 752317 h 1232001"/>
                <a:gd name="csX1324" fmla="*/ 587603 w 1651778"/>
                <a:gd name="csY1324" fmla="*/ 755668 h 1232001"/>
                <a:gd name="csX1325" fmla="*/ 583890 w 1651778"/>
                <a:gd name="csY1325" fmla="*/ 758995 h 1232001"/>
                <a:gd name="csX1326" fmla="*/ 584277 w 1651778"/>
                <a:gd name="csY1326" fmla="*/ 755668 h 1232001"/>
                <a:gd name="csX1327" fmla="*/ 1063695 w 1651778"/>
                <a:gd name="csY1327" fmla="*/ 755138 h 1232001"/>
                <a:gd name="csX1328" fmla="*/ 1061333 w 1651778"/>
                <a:gd name="csY1328" fmla="*/ 751304 h 1232001"/>
                <a:gd name="csX1329" fmla="*/ 1065166 w 1651778"/>
                <a:gd name="csY1329" fmla="*/ 753667 h 1232001"/>
                <a:gd name="csX1330" fmla="*/ 1069023 w 1651778"/>
                <a:gd name="csY1330" fmla="*/ 757524 h 1232001"/>
                <a:gd name="csX1331" fmla="*/ 1063695 w 1651778"/>
                <a:gd name="csY1331" fmla="*/ 755138 h 1232001"/>
                <a:gd name="csX1332" fmla="*/ 122866 w 1651778"/>
                <a:gd name="csY1332" fmla="*/ 754005 h 1232001"/>
                <a:gd name="csX1333" fmla="*/ 124529 w 1651778"/>
                <a:gd name="csY1333" fmla="*/ 752317 h 1232001"/>
                <a:gd name="csX1334" fmla="*/ 126193 w 1651778"/>
                <a:gd name="csY1334" fmla="*/ 754005 h 1232001"/>
                <a:gd name="csX1335" fmla="*/ 124529 w 1651778"/>
                <a:gd name="csY1335" fmla="*/ 755668 h 1232001"/>
                <a:gd name="csX1336" fmla="*/ 122866 w 1651778"/>
                <a:gd name="csY1336" fmla="*/ 754005 h 1232001"/>
                <a:gd name="csX1337" fmla="*/ 279450 w 1651778"/>
                <a:gd name="csY1337" fmla="*/ 754005 h 1232001"/>
                <a:gd name="csX1338" fmla="*/ 281113 w 1651778"/>
                <a:gd name="csY1338" fmla="*/ 752317 h 1232001"/>
                <a:gd name="csX1339" fmla="*/ 282777 w 1651778"/>
                <a:gd name="csY1339" fmla="*/ 754005 h 1232001"/>
                <a:gd name="csX1340" fmla="*/ 281113 w 1651778"/>
                <a:gd name="csY1340" fmla="*/ 755668 h 1232001"/>
                <a:gd name="csX1341" fmla="*/ 279450 w 1651778"/>
                <a:gd name="csY1341" fmla="*/ 754005 h 1232001"/>
                <a:gd name="csX1342" fmla="*/ 286104 w 1651778"/>
                <a:gd name="csY1342" fmla="*/ 750653 h 1232001"/>
                <a:gd name="csX1343" fmla="*/ 287767 w 1651778"/>
                <a:gd name="csY1343" fmla="*/ 748990 h 1232001"/>
                <a:gd name="csX1344" fmla="*/ 289431 w 1651778"/>
                <a:gd name="csY1344" fmla="*/ 750653 h 1232001"/>
                <a:gd name="csX1345" fmla="*/ 287767 w 1651778"/>
                <a:gd name="csY1345" fmla="*/ 752317 h 1232001"/>
                <a:gd name="csX1346" fmla="*/ 286104 w 1651778"/>
                <a:gd name="csY1346" fmla="*/ 750653 h 1232001"/>
                <a:gd name="csX1347" fmla="*/ 296109 w 1651778"/>
                <a:gd name="csY1347" fmla="*/ 747326 h 1232001"/>
                <a:gd name="csX1348" fmla="*/ 297773 w 1651778"/>
                <a:gd name="csY1348" fmla="*/ 745663 h 1232001"/>
                <a:gd name="csX1349" fmla="*/ 299436 w 1651778"/>
                <a:gd name="csY1349" fmla="*/ 747326 h 1232001"/>
                <a:gd name="csX1350" fmla="*/ 297773 w 1651778"/>
                <a:gd name="csY1350" fmla="*/ 748990 h 1232001"/>
                <a:gd name="csX1351" fmla="*/ 296109 w 1651778"/>
                <a:gd name="csY1351" fmla="*/ 747326 h 1232001"/>
                <a:gd name="csX1352" fmla="*/ 99529 w 1651778"/>
                <a:gd name="csY1352" fmla="*/ 743999 h 1232001"/>
                <a:gd name="csX1353" fmla="*/ 101193 w 1651778"/>
                <a:gd name="csY1353" fmla="*/ 742336 h 1232001"/>
                <a:gd name="csX1354" fmla="*/ 102880 w 1651778"/>
                <a:gd name="csY1354" fmla="*/ 743999 h 1232001"/>
                <a:gd name="csX1355" fmla="*/ 101193 w 1651778"/>
                <a:gd name="csY1355" fmla="*/ 745663 h 1232001"/>
                <a:gd name="csX1356" fmla="*/ 99529 w 1651778"/>
                <a:gd name="csY1356" fmla="*/ 743999 h 1232001"/>
                <a:gd name="csX1357" fmla="*/ 302763 w 1651778"/>
                <a:gd name="csY1357" fmla="*/ 743999 h 1232001"/>
                <a:gd name="csX1358" fmla="*/ 304427 w 1651778"/>
                <a:gd name="csY1358" fmla="*/ 742336 h 1232001"/>
                <a:gd name="csX1359" fmla="*/ 306090 w 1651778"/>
                <a:gd name="csY1359" fmla="*/ 743999 h 1232001"/>
                <a:gd name="csX1360" fmla="*/ 304427 w 1651778"/>
                <a:gd name="csY1360" fmla="*/ 745663 h 1232001"/>
                <a:gd name="csX1361" fmla="*/ 302763 w 1651778"/>
                <a:gd name="csY1361" fmla="*/ 743999 h 1232001"/>
                <a:gd name="csX1362" fmla="*/ 592617 w 1651778"/>
                <a:gd name="csY1362" fmla="*/ 743999 h 1232001"/>
                <a:gd name="csX1363" fmla="*/ 594281 w 1651778"/>
                <a:gd name="csY1363" fmla="*/ 742336 h 1232001"/>
                <a:gd name="csX1364" fmla="*/ 595944 w 1651778"/>
                <a:gd name="csY1364" fmla="*/ 743999 h 1232001"/>
                <a:gd name="csX1365" fmla="*/ 594281 w 1651778"/>
                <a:gd name="csY1365" fmla="*/ 745663 h 1232001"/>
                <a:gd name="csX1366" fmla="*/ 592617 w 1651778"/>
                <a:gd name="csY1366" fmla="*/ 743999 h 1232001"/>
                <a:gd name="csX1367" fmla="*/ 1055691 w 1651778"/>
                <a:gd name="csY1367" fmla="*/ 743999 h 1232001"/>
                <a:gd name="csX1368" fmla="*/ 1057355 w 1651778"/>
                <a:gd name="csY1368" fmla="*/ 742336 h 1232001"/>
                <a:gd name="csX1369" fmla="*/ 1059018 w 1651778"/>
                <a:gd name="csY1369" fmla="*/ 743999 h 1232001"/>
                <a:gd name="csX1370" fmla="*/ 1057355 w 1651778"/>
                <a:gd name="csY1370" fmla="*/ 745663 h 1232001"/>
                <a:gd name="csX1371" fmla="*/ 1055691 w 1651778"/>
                <a:gd name="csY1371" fmla="*/ 743999 h 1232001"/>
                <a:gd name="csX1372" fmla="*/ 655902 w 1651778"/>
                <a:gd name="csY1372" fmla="*/ 741082 h 1232001"/>
                <a:gd name="csX1373" fmla="*/ 661736 w 1651778"/>
                <a:gd name="csY1373" fmla="*/ 735248 h 1232001"/>
                <a:gd name="csX1374" fmla="*/ 667571 w 1651778"/>
                <a:gd name="csY1374" fmla="*/ 730667 h 1232001"/>
                <a:gd name="csX1375" fmla="*/ 662990 w 1651778"/>
                <a:gd name="csY1375" fmla="*/ 736502 h 1232001"/>
                <a:gd name="csX1376" fmla="*/ 655902 w 1651778"/>
                <a:gd name="csY1376" fmla="*/ 741082 h 1232001"/>
                <a:gd name="csX1377" fmla="*/ 988646 w 1651778"/>
                <a:gd name="csY1377" fmla="*/ 736502 h 1232001"/>
                <a:gd name="csX1378" fmla="*/ 984065 w 1651778"/>
                <a:gd name="csY1378" fmla="*/ 730667 h 1232001"/>
                <a:gd name="csX1379" fmla="*/ 989899 w 1651778"/>
                <a:gd name="csY1379" fmla="*/ 735248 h 1232001"/>
                <a:gd name="csX1380" fmla="*/ 994456 w 1651778"/>
                <a:gd name="csY1380" fmla="*/ 742336 h 1232001"/>
                <a:gd name="csX1381" fmla="*/ 988646 w 1651778"/>
                <a:gd name="csY1381" fmla="*/ 736502 h 1232001"/>
                <a:gd name="csX1382" fmla="*/ 89548 w 1651778"/>
                <a:gd name="csY1382" fmla="*/ 737345 h 1232001"/>
                <a:gd name="csX1383" fmla="*/ 91212 w 1651778"/>
                <a:gd name="csY1383" fmla="*/ 735658 h 1232001"/>
                <a:gd name="csX1384" fmla="*/ 92875 w 1651778"/>
                <a:gd name="csY1384" fmla="*/ 737345 h 1232001"/>
                <a:gd name="csX1385" fmla="*/ 91212 w 1651778"/>
                <a:gd name="csY1385" fmla="*/ 739009 h 1232001"/>
                <a:gd name="csX1386" fmla="*/ 89548 w 1651778"/>
                <a:gd name="csY1386" fmla="*/ 737345 h 1232001"/>
                <a:gd name="csX1387" fmla="*/ 312767 w 1651778"/>
                <a:gd name="csY1387" fmla="*/ 737345 h 1232001"/>
                <a:gd name="csX1388" fmla="*/ 314431 w 1651778"/>
                <a:gd name="csY1388" fmla="*/ 735658 h 1232001"/>
                <a:gd name="csX1389" fmla="*/ 316094 w 1651778"/>
                <a:gd name="csY1389" fmla="*/ 737345 h 1232001"/>
                <a:gd name="csX1390" fmla="*/ 314431 w 1651778"/>
                <a:gd name="csY1390" fmla="*/ 739009 h 1232001"/>
                <a:gd name="csX1391" fmla="*/ 312767 w 1651778"/>
                <a:gd name="csY1391" fmla="*/ 737345 h 1232001"/>
                <a:gd name="csX1392" fmla="*/ 82870 w 1651778"/>
                <a:gd name="csY1392" fmla="*/ 733994 h 1232001"/>
                <a:gd name="csX1393" fmla="*/ 84558 w 1651778"/>
                <a:gd name="csY1393" fmla="*/ 732331 h 1232001"/>
                <a:gd name="csX1394" fmla="*/ 86221 w 1651778"/>
                <a:gd name="csY1394" fmla="*/ 733994 h 1232001"/>
                <a:gd name="csX1395" fmla="*/ 84558 w 1651778"/>
                <a:gd name="csY1395" fmla="*/ 735658 h 1232001"/>
                <a:gd name="csX1396" fmla="*/ 82870 w 1651778"/>
                <a:gd name="csY1396" fmla="*/ 733994 h 1232001"/>
                <a:gd name="csX1397" fmla="*/ 319421 w 1651778"/>
                <a:gd name="csY1397" fmla="*/ 733994 h 1232001"/>
                <a:gd name="csX1398" fmla="*/ 321085 w 1651778"/>
                <a:gd name="csY1398" fmla="*/ 732331 h 1232001"/>
                <a:gd name="csX1399" fmla="*/ 322748 w 1651778"/>
                <a:gd name="csY1399" fmla="*/ 733994 h 1232001"/>
                <a:gd name="csX1400" fmla="*/ 321085 w 1651778"/>
                <a:gd name="csY1400" fmla="*/ 735658 h 1232001"/>
                <a:gd name="csX1401" fmla="*/ 319421 w 1651778"/>
                <a:gd name="csY1401" fmla="*/ 733994 h 1232001"/>
                <a:gd name="csX1402" fmla="*/ 589266 w 1651778"/>
                <a:gd name="csY1402" fmla="*/ 733994 h 1232001"/>
                <a:gd name="csX1403" fmla="*/ 590930 w 1651778"/>
                <a:gd name="csY1403" fmla="*/ 732331 h 1232001"/>
                <a:gd name="csX1404" fmla="*/ 592617 w 1651778"/>
                <a:gd name="csY1404" fmla="*/ 733994 h 1232001"/>
                <a:gd name="csX1405" fmla="*/ 590930 w 1651778"/>
                <a:gd name="csY1405" fmla="*/ 735658 h 1232001"/>
                <a:gd name="csX1406" fmla="*/ 589266 w 1651778"/>
                <a:gd name="csY1406" fmla="*/ 733994 h 1232001"/>
                <a:gd name="csX1407" fmla="*/ 1059018 w 1651778"/>
                <a:gd name="csY1407" fmla="*/ 733994 h 1232001"/>
                <a:gd name="csX1408" fmla="*/ 1060682 w 1651778"/>
                <a:gd name="csY1408" fmla="*/ 732331 h 1232001"/>
                <a:gd name="csX1409" fmla="*/ 1062345 w 1651778"/>
                <a:gd name="csY1409" fmla="*/ 733994 h 1232001"/>
                <a:gd name="csX1410" fmla="*/ 1060682 w 1651778"/>
                <a:gd name="csY1410" fmla="*/ 735658 h 1232001"/>
                <a:gd name="csX1411" fmla="*/ 1059018 w 1651778"/>
                <a:gd name="csY1411" fmla="*/ 733994 h 1232001"/>
                <a:gd name="csX1412" fmla="*/ 735870 w 1651778"/>
                <a:gd name="csY1412" fmla="*/ 725677 h 1232001"/>
                <a:gd name="csX1413" fmla="*/ 738087 w 1651778"/>
                <a:gd name="csY1413" fmla="*/ 723459 h 1232001"/>
                <a:gd name="csX1414" fmla="*/ 738087 w 1651778"/>
                <a:gd name="csY1414" fmla="*/ 727895 h 1232001"/>
                <a:gd name="csX1415" fmla="*/ 735870 w 1651778"/>
                <a:gd name="csY1415" fmla="*/ 725677 h 1232001"/>
                <a:gd name="csX1416" fmla="*/ 912440 w 1651778"/>
                <a:gd name="csY1416" fmla="*/ 725677 h 1232001"/>
                <a:gd name="csX1417" fmla="*/ 914657 w 1651778"/>
                <a:gd name="csY1417" fmla="*/ 723459 h 1232001"/>
                <a:gd name="csX1418" fmla="*/ 914657 w 1651778"/>
                <a:gd name="csY1418" fmla="*/ 727895 h 1232001"/>
                <a:gd name="csX1419" fmla="*/ 912440 w 1651778"/>
                <a:gd name="csY1419" fmla="*/ 725677 h 1232001"/>
                <a:gd name="csX1420" fmla="*/ 69562 w 1651778"/>
                <a:gd name="csY1420" fmla="*/ 724013 h 1232001"/>
                <a:gd name="csX1421" fmla="*/ 71226 w 1651778"/>
                <a:gd name="csY1421" fmla="*/ 722350 h 1232001"/>
                <a:gd name="csX1422" fmla="*/ 72889 w 1651778"/>
                <a:gd name="csY1422" fmla="*/ 724013 h 1232001"/>
                <a:gd name="csX1423" fmla="*/ 71226 w 1651778"/>
                <a:gd name="csY1423" fmla="*/ 725677 h 1232001"/>
                <a:gd name="csX1424" fmla="*/ 69562 w 1651778"/>
                <a:gd name="csY1424" fmla="*/ 724013 h 1232001"/>
                <a:gd name="csX1425" fmla="*/ 334417 w 1651778"/>
                <a:gd name="csY1425" fmla="*/ 722350 h 1232001"/>
                <a:gd name="csX1426" fmla="*/ 338130 w 1651778"/>
                <a:gd name="csY1426" fmla="*/ 718999 h 1232001"/>
                <a:gd name="csX1427" fmla="*/ 337744 w 1651778"/>
                <a:gd name="csY1427" fmla="*/ 722350 h 1232001"/>
                <a:gd name="csX1428" fmla="*/ 334007 w 1651778"/>
                <a:gd name="csY1428" fmla="*/ 725677 h 1232001"/>
                <a:gd name="csX1429" fmla="*/ 334417 w 1651778"/>
                <a:gd name="csY1429" fmla="*/ 722350 h 1232001"/>
                <a:gd name="csX1430" fmla="*/ 579286 w 1651778"/>
                <a:gd name="csY1430" fmla="*/ 720686 h 1232001"/>
                <a:gd name="csX1431" fmla="*/ 580950 w 1651778"/>
                <a:gd name="csY1431" fmla="*/ 718999 h 1232001"/>
                <a:gd name="csX1432" fmla="*/ 582613 w 1651778"/>
                <a:gd name="csY1432" fmla="*/ 720686 h 1232001"/>
                <a:gd name="csX1433" fmla="*/ 580950 w 1651778"/>
                <a:gd name="csY1433" fmla="*/ 722350 h 1232001"/>
                <a:gd name="csX1434" fmla="*/ 579286 w 1651778"/>
                <a:gd name="csY1434" fmla="*/ 720686 h 1232001"/>
                <a:gd name="csX1435" fmla="*/ 1069023 w 1651778"/>
                <a:gd name="csY1435" fmla="*/ 720686 h 1232001"/>
                <a:gd name="csX1436" fmla="*/ 1070687 w 1651778"/>
                <a:gd name="csY1436" fmla="*/ 718999 h 1232001"/>
                <a:gd name="csX1437" fmla="*/ 1072350 w 1651778"/>
                <a:gd name="csY1437" fmla="*/ 720686 h 1232001"/>
                <a:gd name="csX1438" fmla="*/ 1070687 w 1651778"/>
                <a:gd name="csY1438" fmla="*/ 722350 h 1232001"/>
                <a:gd name="csX1439" fmla="*/ 1069023 w 1651778"/>
                <a:gd name="csY1439" fmla="*/ 720686 h 1232001"/>
                <a:gd name="csX1440" fmla="*/ 153604 w 1651778"/>
                <a:gd name="csY1440" fmla="*/ 713478 h 1232001"/>
                <a:gd name="csX1441" fmla="*/ 132727 w 1651778"/>
                <a:gd name="csY1441" fmla="*/ 708536 h 1232001"/>
                <a:gd name="csX1442" fmla="*/ 112065 w 1651778"/>
                <a:gd name="csY1442" fmla="*/ 694602 h 1232001"/>
                <a:gd name="csX1443" fmla="*/ 91405 w 1651778"/>
                <a:gd name="csY1443" fmla="*/ 680691 h 1232001"/>
                <a:gd name="csX1444" fmla="*/ 77494 w 1651778"/>
                <a:gd name="csY1444" fmla="*/ 663526 h 1232001"/>
                <a:gd name="csX1445" fmla="*/ 55748 w 1651778"/>
                <a:gd name="csY1445" fmla="*/ 626881 h 1232001"/>
                <a:gd name="csX1446" fmla="*/ 47889 w 1651778"/>
                <a:gd name="csY1446" fmla="*/ 607402 h 1232001"/>
                <a:gd name="csX1447" fmla="*/ 47889 w 1651778"/>
                <a:gd name="csY1447" fmla="*/ 382519 h 1232001"/>
                <a:gd name="csX1448" fmla="*/ 47889 w 1651778"/>
                <a:gd name="csY1448" fmla="*/ 157636 h 1232001"/>
                <a:gd name="csX1449" fmla="*/ 55748 w 1651778"/>
                <a:gd name="csY1449" fmla="*/ 138180 h 1232001"/>
                <a:gd name="csX1450" fmla="*/ 77494 w 1651778"/>
                <a:gd name="csY1450" fmla="*/ 101535 h 1232001"/>
                <a:gd name="csX1451" fmla="*/ 91405 w 1651778"/>
                <a:gd name="csY1451" fmla="*/ 84346 h 1232001"/>
                <a:gd name="csX1452" fmla="*/ 111969 w 1651778"/>
                <a:gd name="csY1452" fmla="*/ 70484 h 1232001"/>
                <a:gd name="csX1453" fmla="*/ 132558 w 1651778"/>
                <a:gd name="csY1453" fmla="*/ 56646 h 1232001"/>
                <a:gd name="csX1454" fmla="*/ 155846 w 1651778"/>
                <a:gd name="csY1454" fmla="*/ 51342 h 1232001"/>
                <a:gd name="csX1455" fmla="*/ 279450 w 1651778"/>
                <a:gd name="csY1455" fmla="*/ 61949 h 1232001"/>
                <a:gd name="csX1456" fmla="*/ 297773 w 1651778"/>
                <a:gd name="csY1456" fmla="*/ 70580 h 1232001"/>
                <a:gd name="csX1457" fmla="*/ 316312 w 1651778"/>
                <a:gd name="csY1457" fmla="*/ 89120 h 1232001"/>
                <a:gd name="csX1458" fmla="*/ 334851 w 1651778"/>
                <a:gd name="csY1458" fmla="*/ 107683 h 1232001"/>
                <a:gd name="csX1459" fmla="*/ 343409 w 1651778"/>
                <a:gd name="csY1459" fmla="*/ 126005 h 1232001"/>
                <a:gd name="csX1460" fmla="*/ 355680 w 1651778"/>
                <a:gd name="csY1460" fmla="*/ 161975 h 1232001"/>
                <a:gd name="csX1461" fmla="*/ 359394 w 1651778"/>
                <a:gd name="csY1461" fmla="*/ 179623 h 1232001"/>
                <a:gd name="csX1462" fmla="*/ 359394 w 1651778"/>
                <a:gd name="csY1462" fmla="*/ 382687 h 1232001"/>
                <a:gd name="csX1463" fmla="*/ 359394 w 1651778"/>
                <a:gd name="csY1463" fmla="*/ 585752 h 1232001"/>
                <a:gd name="csX1464" fmla="*/ 263225 w 1651778"/>
                <a:gd name="csY1464" fmla="*/ 585752 h 1232001"/>
                <a:gd name="csX1465" fmla="*/ 167057 w 1651778"/>
                <a:gd name="csY1465" fmla="*/ 585752 h 1232001"/>
                <a:gd name="csX1466" fmla="*/ 158281 w 1651778"/>
                <a:gd name="csY1466" fmla="*/ 592647 h 1232001"/>
                <a:gd name="csX1467" fmla="*/ 149506 w 1651778"/>
                <a:gd name="csY1467" fmla="*/ 599566 h 1232001"/>
                <a:gd name="csX1468" fmla="*/ 149506 w 1651778"/>
                <a:gd name="csY1468" fmla="*/ 609306 h 1232001"/>
                <a:gd name="csX1469" fmla="*/ 149506 w 1651778"/>
                <a:gd name="csY1469" fmla="*/ 619070 h 1232001"/>
                <a:gd name="csX1470" fmla="*/ 156184 w 1651778"/>
                <a:gd name="csY1470" fmla="*/ 625724 h 1232001"/>
                <a:gd name="csX1471" fmla="*/ 162838 w 1651778"/>
                <a:gd name="csY1471" fmla="*/ 632402 h 1232001"/>
                <a:gd name="csX1472" fmla="*/ 254449 w 1651778"/>
                <a:gd name="csY1472" fmla="*/ 632402 h 1232001"/>
                <a:gd name="csX1473" fmla="*/ 346061 w 1651778"/>
                <a:gd name="csY1473" fmla="*/ 634596 h 1232001"/>
                <a:gd name="csX1474" fmla="*/ 310284 w 1651778"/>
                <a:gd name="csY1474" fmla="*/ 682378 h 1232001"/>
                <a:gd name="csX1475" fmla="*/ 153604 w 1651778"/>
                <a:gd name="csY1475" fmla="*/ 713478 h 1232001"/>
                <a:gd name="csX1476" fmla="*/ 679215 w 1651778"/>
                <a:gd name="csY1476" fmla="*/ 714756 h 1232001"/>
                <a:gd name="csX1477" fmla="*/ 705035 w 1651778"/>
                <a:gd name="csY1477" fmla="*/ 688936 h 1232001"/>
                <a:gd name="csX1478" fmla="*/ 730855 w 1651778"/>
                <a:gd name="csY1478" fmla="*/ 664032 h 1232001"/>
                <a:gd name="csX1479" fmla="*/ 705951 w 1651778"/>
                <a:gd name="csY1479" fmla="*/ 689852 h 1232001"/>
                <a:gd name="csX1480" fmla="*/ 679215 w 1651778"/>
                <a:gd name="csY1480" fmla="*/ 714756 h 1232001"/>
                <a:gd name="csX1481" fmla="*/ 943997 w 1651778"/>
                <a:gd name="csY1481" fmla="*/ 688188 h 1232001"/>
                <a:gd name="csX1482" fmla="*/ 917429 w 1651778"/>
                <a:gd name="csY1482" fmla="*/ 660705 h 1232001"/>
                <a:gd name="csX1483" fmla="*/ 944913 w 1651778"/>
                <a:gd name="csY1483" fmla="*/ 687272 h 1232001"/>
                <a:gd name="csX1484" fmla="*/ 971480 w 1651778"/>
                <a:gd name="csY1484" fmla="*/ 715672 h 1232001"/>
                <a:gd name="csX1485" fmla="*/ 943997 w 1651778"/>
                <a:gd name="csY1485" fmla="*/ 688188 h 1232001"/>
                <a:gd name="csX1486" fmla="*/ 1128981 w 1651778"/>
                <a:gd name="csY1486" fmla="*/ 714009 h 1232001"/>
                <a:gd name="csX1487" fmla="*/ 1130644 w 1651778"/>
                <a:gd name="csY1487" fmla="*/ 712345 h 1232001"/>
                <a:gd name="csX1488" fmla="*/ 1132308 w 1651778"/>
                <a:gd name="csY1488" fmla="*/ 714009 h 1232001"/>
                <a:gd name="csX1489" fmla="*/ 1130644 w 1651778"/>
                <a:gd name="csY1489" fmla="*/ 715672 h 1232001"/>
                <a:gd name="csX1490" fmla="*/ 1128981 w 1651778"/>
                <a:gd name="csY1490" fmla="*/ 714009 h 1232001"/>
                <a:gd name="csX1491" fmla="*/ 572608 w 1651778"/>
                <a:gd name="csY1491" fmla="*/ 710682 h 1232001"/>
                <a:gd name="csX1492" fmla="*/ 574271 w 1651778"/>
                <a:gd name="csY1492" fmla="*/ 709018 h 1232001"/>
                <a:gd name="csX1493" fmla="*/ 575959 w 1651778"/>
                <a:gd name="csY1493" fmla="*/ 710682 h 1232001"/>
                <a:gd name="csX1494" fmla="*/ 574271 w 1651778"/>
                <a:gd name="csY1494" fmla="*/ 712345 h 1232001"/>
                <a:gd name="csX1495" fmla="*/ 572608 w 1651778"/>
                <a:gd name="csY1495" fmla="*/ 710682 h 1232001"/>
                <a:gd name="csX1496" fmla="*/ 739197 w 1651778"/>
                <a:gd name="csY1496" fmla="*/ 710682 h 1232001"/>
                <a:gd name="csX1497" fmla="*/ 740860 w 1651778"/>
                <a:gd name="csY1497" fmla="*/ 709018 h 1232001"/>
                <a:gd name="csX1498" fmla="*/ 742524 w 1651778"/>
                <a:gd name="csY1498" fmla="*/ 710682 h 1232001"/>
                <a:gd name="csX1499" fmla="*/ 740860 w 1651778"/>
                <a:gd name="csY1499" fmla="*/ 712345 h 1232001"/>
                <a:gd name="csX1500" fmla="*/ 739197 w 1651778"/>
                <a:gd name="csY1500" fmla="*/ 710682 h 1232001"/>
                <a:gd name="csX1501" fmla="*/ 909113 w 1651778"/>
                <a:gd name="csY1501" fmla="*/ 710682 h 1232001"/>
                <a:gd name="csX1502" fmla="*/ 910776 w 1651778"/>
                <a:gd name="csY1502" fmla="*/ 709018 h 1232001"/>
                <a:gd name="csX1503" fmla="*/ 912440 w 1651778"/>
                <a:gd name="csY1503" fmla="*/ 710682 h 1232001"/>
                <a:gd name="csX1504" fmla="*/ 910776 w 1651778"/>
                <a:gd name="csY1504" fmla="*/ 712345 h 1232001"/>
                <a:gd name="csX1505" fmla="*/ 909113 w 1651778"/>
                <a:gd name="csY1505" fmla="*/ 710682 h 1232001"/>
                <a:gd name="csX1506" fmla="*/ 1075677 w 1651778"/>
                <a:gd name="csY1506" fmla="*/ 710682 h 1232001"/>
                <a:gd name="csX1507" fmla="*/ 1077341 w 1651778"/>
                <a:gd name="csY1507" fmla="*/ 709018 h 1232001"/>
                <a:gd name="csX1508" fmla="*/ 1079004 w 1651778"/>
                <a:gd name="csY1508" fmla="*/ 710682 h 1232001"/>
                <a:gd name="csX1509" fmla="*/ 1077341 w 1651778"/>
                <a:gd name="csY1509" fmla="*/ 712345 h 1232001"/>
                <a:gd name="csX1510" fmla="*/ 1075677 w 1651778"/>
                <a:gd name="csY1510" fmla="*/ 710682 h 1232001"/>
                <a:gd name="csX1511" fmla="*/ 1122327 w 1651778"/>
                <a:gd name="csY1511" fmla="*/ 710682 h 1232001"/>
                <a:gd name="csX1512" fmla="*/ 1123990 w 1651778"/>
                <a:gd name="csY1512" fmla="*/ 709018 h 1232001"/>
                <a:gd name="csX1513" fmla="*/ 1125654 w 1651778"/>
                <a:gd name="csY1513" fmla="*/ 710682 h 1232001"/>
                <a:gd name="csX1514" fmla="*/ 1123990 w 1651778"/>
                <a:gd name="csY1514" fmla="*/ 712345 h 1232001"/>
                <a:gd name="csX1515" fmla="*/ 1122327 w 1651778"/>
                <a:gd name="csY1515" fmla="*/ 710682 h 1232001"/>
                <a:gd name="csX1516" fmla="*/ 742524 w 1651778"/>
                <a:gd name="csY1516" fmla="*/ 704028 h 1232001"/>
                <a:gd name="csX1517" fmla="*/ 744187 w 1651778"/>
                <a:gd name="csY1517" fmla="*/ 702364 h 1232001"/>
                <a:gd name="csX1518" fmla="*/ 745851 w 1651778"/>
                <a:gd name="csY1518" fmla="*/ 704028 h 1232001"/>
                <a:gd name="csX1519" fmla="*/ 744187 w 1651778"/>
                <a:gd name="csY1519" fmla="*/ 705691 h 1232001"/>
                <a:gd name="csX1520" fmla="*/ 742524 w 1651778"/>
                <a:gd name="csY1520" fmla="*/ 704028 h 1232001"/>
                <a:gd name="csX1521" fmla="*/ 905761 w 1651778"/>
                <a:gd name="csY1521" fmla="*/ 704028 h 1232001"/>
                <a:gd name="csX1522" fmla="*/ 907449 w 1651778"/>
                <a:gd name="csY1522" fmla="*/ 702364 h 1232001"/>
                <a:gd name="csX1523" fmla="*/ 909113 w 1651778"/>
                <a:gd name="csY1523" fmla="*/ 704028 h 1232001"/>
                <a:gd name="csX1524" fmla="*/ 907449 w 1651778"/>
                <a:gd name="csY1524" fmla="*/ 705691 h 1232001"/>
                <a:gd name="csX1525" fmla="*/ 905761 w 1651778"/>
                <a:gd name="csY1525" fmla="*/ 704028 h 1232001"/>
                <a:gd name="csX1526" fmla="*/ 1115649 w 1651778"/>
                <a:gd name="csY1526" fmla="*/ 704028 h 1232001"/>
                <a:gd name="csX1527" fmla="*/ 1117337 w 1651778"/>
                <a:gd name="csY1527" fmla="*/ 702364 h 1232001"/>
                <a:gd name="csX1528" fmla="*/ 1119000 w 1651778"/>
                <a:gd name="csY1528" fmla="*/ 704028 h 1232001"/>
                <a:gd name="csX1529" fmla="*/ 1117337 w 1651778"/>
                <a:gd name="csY1529" fmla="*/ 705691 h 1232001"/>
                <a:gd name="csX1530" fmla="*/ 1115649 w 1651778"/>
                <a:gd name="csY1530" fmla="*/ 704028 h 1232001"/>
                <a:gd name="csX1531" fmla="*/ 563977 w 1651778"/>
                <a:gd name="csY1531" fmla="*/ 698507 h 1232001"/>
                <a:gd name="csX1532" fmla="*/ 561590 w 1651778"/>
                <a:gd name="csY1532" fmla="*/ 694650 h 1232001"/>
                <a:gd name="csX1533" fmla="*/ 565448 w 1651778"/>
                <a:gd name="csY1533" fmla="*/ 697036 h 1232001"/>
                <a:gd name="csX1534" fmla="*/ 567810 w 1651778"/>
                <a:gd name="csY1534" fmla="*/ 702364 h 1232001"/>
                <a:gd name="csX1535" fmla="*/ 563977 w 1651778"/>
                <a:gd name="csY1535" fmla="*/ 698507 h 1232001"/>
                <a:gd name="csX1536" fmla="*/ 622584 w 1651778"/>
                <a:gd name="csY1536" fmla="*/ 700677 h 1232001"/>
                <a:gd name="csX1537" fmla="*/ 624248 w 1651778"/>
                <a:gd name="csY1537" fmla="*/ 699013 h 1232001"/>
                <a:gd name="csX1538" fmla="*/ 625911 w 1651778"/>
                <a:gd name="csY1538" fmla="*/ 700677 h 1232001"/>
                <a:gd name="csX1539" fmla="*/ 624248 w 1651778"/>
                <a:gd name="csY1539" fmla="*/ 702340 h 1232001"/>
                <a:gd name="csX1540" fmla="*/ 622584 w 1651778"/>
                <a:gd name="csY1540" fmla="*/ 700677 h 1232001"/>
                <a:gd name="csX1541" fmla="*/ 1025701 w 1651778"/>
                <a:gd name="csY1541" fmla="*/ 700677 h 1232001"/>
                <a:gd name="csX1542" fmla="*/ 1027364 w 1651778"/>
                <a:gd name="csY1542" fmla="*/ 699013 h 1232001"/>
                <a:gd name="csX1543" fmla="*/ 1029051 w 1651778"/>
                <a:gd name="csY1543" fmla="*/ 700677 h 1232001"/>
                <a:gd name="csX1544" fmla="*/ 1027364 w 1651778"/>
                <a:gd name="csY1544" fmla="*/ 702340 h 1232001"/>
                <a:gd name="csX1545" fmla="*/ 1025701 w 1651778"/>
                <a:gd name="csY1545" fmla="*/ 700677 h 1232001"/>
                <a:gd name="csX1546" fmla="*/ 1082355 w 1651778"/>
                <a:gd name="csY1546" fmla="*/ 700677 h 1232001"/>
                <a:gd name="csX1547" fmla="*/ 1084018 w 1651778"/>
                <a:gd name="csY1547" fmla="*/ 699013 h 1232001"/>
                <a:gd name="csX1548" fmla="*/ 1085682 w 1651778"/>
                <a:gd name="csY1548" fmla="*/ 700677 h 1232001"/>
                <a:gd name="csX1549" fmla="*/ 1084018 w 1651778"/>
                <a:gd name="csY1549" fmla="*/ 702340 h 1232001"/>
                <a:gd name="csX1550" fmla="*/ 1082355 w 1651778"/>
                <a:gd name="csY1550" fmla="*/ 700677 h 1232001"/>
                <a:gd name="csX1551" fmla="*/ 361057 w 1651778"/>
                <a:gd name="csY1551" fmla="*/ 695686 h 1232001"/>
                <a:gd name="csX1552" fmla="*/ 364794 w 1651778"/>
                <a:gd name="csY1552" fmla="*/ 692359 h 1232001"/>
                <a:gd name="csX1553" fmla="*/ 364408 w 1651778"/>
                <a:gd name="csY1553" fmla="*/ 695686 h 1232001"/>
                <a:gd name="csX1554" fmla="*/ 360671 w 1651778"/>
                <a:gd name="csY1554" fmla="*/ 699013 h 1232001"/>
                <a:gd name="csX1555" fmla="*/ 361057 w 1651778"/>
                <a:gd name="csY1555" fmla="*/ 695686 h 1232001"/>
                <a:gd name="csX1556" fmla="*/ 745851 w 1651778"/>
                <a:gd name="csY1556" fmla="*/ 697350 h 1232001"/>
                <a:gd name="csX1557" fmla="*/ 747514 w 1651778"/>
                <a:gd name="csY1557" fmla="*/ 695686 h 1232001"/>
                <a:gd name="csX1558" fmla="*/ 749178 w 1651778"/>
                <a:gd name="csY1558" fmla="*/ 697350 h 1232001"/>
                <a:gd name="csX1559" fmla="*/ 747514 w 1651778"/>
                <a:gd name="csY1559" fmla="*/ 699013 h 1232001"/>
                <a:gd name="csX1560" fmla="*/ 745851 w 1651778"/>
                <a:gd name="csY1560" fmla="*/ 697350 h 1232001"/>
                <a:gd name="csX1561" fmla="*/ 902434 w 1651778"/>
                <a:gd name="csY1561" fmla="*/ 697350 h 1232001"/>
                <a:gd name="csX1562" fmla="*/ 904098 w 1651778"/>
                <a:gd name="csY1562" fmla="*/ 695686 h 1232001"/>
                <a:gd name="csX1563" fmla="*/ 905761 w 1651778"/>
                <a:gd name="csY1563" fmla="*/ 697350 h 1232001"/>
                <a:gd name="csX1564" fmla="*/ 904098 w 1651778"/>
                <a:gd name="csY1564" fmla="*/ 699013 h 1232001"/>
                <a:gd name="csX1565" fmla="*/ 902434 w 1651778"/>
                <a:gd name="csY1565" fmla="*/ 697350 h 1232001"/>
                <a:gd name="csX1566" fmla="*/ 37595 w 1651778"/>
                <a:gd name="csY1566" fmla="*/ 691853 h 1232001"/>
                <a:gd name="csX1567" fmla="*/ 35208 w 1651778"/>
                <a:gd name="csY1567" fmla="*/ 687996 h 1232001"/>
                <a:gd name="csX1568" fmla="*/ 39065 w 1651778"/>
                <a:gd name="csY1568" fmla="*/ 690382 h 1232001"/>
                <a:gd name="csX1569" fmla="*/ 41428 w 1651778"/>
                <a:gd name="csY1569" fmla="*/ 695686 h 1232001"/>
                <a:gd name="csX1570" fmla="*/ 37595 w 1651778"/>
                <a:gd name="csY1570" fmla="*/ 691853 h 1232001"/>
                <a:gd name="csX1571" fmla="*/ 1112322 w 1651778"/>
                <a:gd name="csY1571" fmla="*/ 692359 h 1232001"/>
                <a:gd name="csX1572" fmla="*/ 1114540 w 1651778"/>
                <a:gd name="csY1572" fmla="*/ 690141 h 1232001"/>
                <a:gd name="csX1573" fmla="*/ 1114540 w 1651778"/>
                <a:gd name="csY1573" fmla="*/ 694578 h 1232001"/>
                <a:gd name="csX1574" fmla="*/ 1112322 w 1651778"/>
                <a:gd name="csY1574" fmla="*/ 692359 h 1232001"/>
                <a:gd name="csX1575" fmla="*/ 559300 w 1651778"/>
                <a:gd name="csY1575" fmla="*/ 690696 h 1232001"/>
                <a:gd name="csX1576" fmla="*/ 560963 w 1651778"/>
                <a:gd name="csY1576" fmla="*/ 689032 h 1232001"/>
                <a:gd name="csX1577" fmla="*/ 562627 w 1651778"/>
                <a:gd name="csY1577" fmla="*/ 690696 h 1232001"/>
                <a:gd name="csX1578" fmla="*/ 560963 w 1651778"/>
                <a:gd name="csY1578" fmla="*/ 692359 h 1232001"/>
                <a:gd name="csX1579" fmla="*/ 559300 w 1651778"/>
                <a:gd name="csY1579" fmla="*/ 690696 h 1232001"/>
                <a:gd name="csX1580" fmla="*/ 613954 w 1651778"/>
                <a:gd name="csY1580" fmla="*/ 688502 h 1232001"/>
                <a:gd name="csX1581" fmla="*/ 611567 w 1651778"/>
                <a:gd name="csY1581" fmla="*/ 684669 h 1232001"/>
                <a:gd name="csX1582" fmla="*/ 615424 w 1651778"/>
                <a:gd name="csY1582" fmla="*/ 687031 h 1232001"/>
                <a:gd name="csX1583" fmla="*/ 619258 w 1651778"/>
                <a:gd name="csY1583" fmla="*/ 690889 h 1232001"/>
                <a:gd name="csX1584" fmla="*/ 613954 w 1651778"/>
                <a:gd name="csY1584" fmla="*/ 688502 h 1232001"/>
                <a:gd name="csX1585" fmla="*/ 1034042 w 1651778"/>
                <a:gd name="csY1585" fmla="*/ 689032 h 1232001"/>
                <a:gd name="csX1586" fmla="*/ 1037755 w 1651778"/>
                <a:gd name="csY1586" fmla="*/ 685705 h 1232001"/>
                <a:gd name="csX1587" fmla="*/ 1037369 w 1651778"/>
                <a:gd name="csY1587" fmla="*/ 689032 h 1232001"/>
                <a:gd name="csX1588" fmla="*/ 1033632 w 1651778"/>
                <a:gd name="csY1588" fmla="*/ 692359 h 1232001"/>
                <a:gd name="csX1589" fmla="*/ 1034042 w 1651778"/>
                <a:gd name="csY1589" fmla="*/ 689032 h 1232001"/>
                <a:gd name="csX1590" fmla="*/ 1089009 w 1651778"/>
                <a:gd name="csY1590" fmla="*/ 690696 h 1232001"/>
                <a:gd name="csX1591" fmla="*/ 1090672 w 1651778"/>
                <a:gd name="csY1591" fmla="*/ 689032 h 1232001"/>
                <a:gd name="csX1592" fmla="*/ 1092336 w 1651778"/>
                <a:gd name="csY1592" fmla="*/ 690696 h 1232001"/>
                <a:gd name="csX1593" fmla="*/ 1090672 w 1651778"/>
                <a:gd name="csY1593" fmla="*/ 692359 h 1232001"/>
                <a:gd name="csX1594" fmla="*/ 1089009 w 1651778"/>
                <a:gd name="csY1594" fmla="*/ 690696 h 1232001"/>
                <a:gd name="csX1595" fmla="*/ 752528 w 1651778"/>
                <a:gd name="csY1595" fmla="*/ 687369 h 1232001"/>
                <a:gd name="csX1596" fmla="*/ 754192 w 1651778"/>
                <a:gd name="csY1596" fmla="*/ 685705 h 1232001"/>
                <a:gd name="csX1597" fmla="*/ 755855 w 1651778"/>
                <a:gd name="csY1597" fmla="*/ 687369 h 1232001"/>
                <a:gd name="csX1598" fmla="*/ 754192 w 1651778"/>
                <a:gd name="csY1598" fmla="*/ 689032 h 1232001"/>
                <a:gd name="csX1599" fmla="*/ 752528 w 1651778"/>
                <a:gd name="csY1599" fmla="*/ 687369 h 1232001"/>
                <a:gd name="csX1600" fmla="*/ 895781 w 1651778"/>
                <a:gd name="csY1600" fmla="*/ 687369 h 1232001"/>
                <a:gd name="csX1601" fmla="*/ 897444 w 1651778"/>
                <a:gd name="csY1601" fmla="*/ 685705 h 1232001"/>
                <a:gd name="csX1602" fmla="*/ 899107 w 1651778"/>
                <a:gd name="csY1602" fmla="*/ 687369 h 1232001"/>
                <a:gd name="csX1603" fmla="*/ 897444 w 1651778"/>
                <a:gd name="csY1603" fmla="*/ 689032 h 1232001"/>
                <a:gd name="csX1604" fmla="*/ 895781 w 1651778"/>
                <a:gd name="csY1604" fmla="*/ 687369 h 1232001"/>
                <a:gd name="csX1605" fmla="*/ 29567 w 1651778"/>
                <a:gd name="csY1605" fmla="*/ 680691 h 1232001"/>
                <a:gd name="csX1606" fmla="*/ 31230 w 1651778"/>
                <a:gd name="csY1606" fmla="*/ 679027 h 1232001"/>
                <a:gd name="csX1607" fmla="*/ 32918 w 1651778"/>
                <a:gd name="csY1607" fmla="*/ 680691 h 1232001"/>
                <a:gd name="csX1608" fmla="*/ 31230 w 1651778"/>
                <a:gd name="csY1608" fmla="*/ 682354 h 1232001"/>
                <a:gd name="csX1609" fmla="*/ 29567 w 1651778"/>
                <a:gd name="csY1609" fmla="*/ 680691 h 1232001"/>
                <a:gd name="csX1610" fmla="*/ 372725 w 1651778"/>
                <a:gd name="csY1610" fmla="*/ 680691 h 1232001"/>
                <a:gd name="csX1611" fmla="*/ 374388 w 1651778"/>
                <a:gd name="csY1611" fmla="*/ 679027 h 1232001"/>
                <a:gd name="csX1612" fmla="*/ 376052 w 1651778"/>
                <a:gd name="csY1612" fmla="*/ 680691 h 1232001"/>
                <a:gd name="csX1613" fmla="*/ 374388 w 1651778"/>
                <a:gd name="csY1613" fmla="*/ 682354 h 1232001"/>
                <a:gd name="csX1614" fmla="*/ 372725 w 1651778"/>
                <a:gd name="csY1614" fmla="*/ 680691 h 1232001"/>
                <a:gd name="csX1615" fmla="*/ 552622 w 1651778"/>
                <a:gd name="csY1615" fmla="*/ 680691 h 1232001"/>
                <a:gd name="csX1616" fmla="*/ 554285 w 1651778"/>
                <a:gd name="csY1616" fmla="*/ 679027 h 1232001"/>
                <a:gd name="csX1617" fmla="*/ 555949 w 1651778"/>
                <a:gd name="csY1617" fmla="*/ 680691 h 1232001"/>
                <a:gd name="csX1618" fmla="*/ 554285 w 1651778"/>
                <a:gd name="csY1618" fmla="*/ 682354 h 1232001"/>
                <a:gd name="csX1619" fmla="*/ 552622 w 1651778"/>
                <a:gd name="csY1619" fmla="*/ 680691 h 1232001"/>
                <a:gd name="csX1620" fmla="*/ 670898 w 1651778"/>
                <a:gd name="csY1620" fmla="*/ 655715 h 1232001"/>
                <a:gd name="csX1621" fmla="*/ 699056 w 1651778"/>
                <a:gd name="csY1621" fmla="*/ 629051 h 1232001"/>
                <a:gd name="csX1622" fmla="*/ 674225 w 1651778"/>
                <a:gd name="csY1622" fmla="*/ 655715 h 1232001"/>
                <a:gd name="csX1623" fmla="*/ 646066 w 1651778"/>
                <a:gd name="csY1623" fmla="*/ 682354 h 1232001"/>
                <a:gd name="csX1624" fmla="*/ 670898 w 1651778"/>
                <a:gd name="csY1624" fmla="*/ 655715 h 1232001"/>
                <a:gd name="csX1625" fmla="*/ 977315 w 1651778"/>
                <a:gd name="csY1625" fmla="*/ 654871 h 1232001"/>
                <a:gd name="csX1626" fmla="*/ 950748 w 1651778"/>
                <a:gd name="csY1626" fmla="*/ 627387 h 1232001"/>
                <a:gd name="csX1627" fmla="*/ 978231 w 1651778"/>
                <a:gd name="csY1627" fmla="*/ 653979 h 1232001"/>
                <a:gd name="csX1628" fmla="*/ 1004799 w 1651778"/>
                <a:gd name="csY1628" fmla="*/ 682354 h 1232001"/>
                <a:gd name="csX1629" fmla="*/ 977315 w 1651778"/>
                <a:gd name="csY1629" fmla="*/ 654871 h 1232001"/>
                <a:gd name="csX1630" fmla="*/ 1095663 w 1651778"/>
                <a:gd name="csY1630" fmla="*/ 680691 h 1232001"/>
                <a:gd name="csX1631" fmla="*/ 1097326 w 1651778"/>
                <a:gd name="csY1631" fmla="*/ 679027 h 1232001"/>
                <a:gd name="csX1632" fmla="*/ 1099014 w 1651778"/>
                <a:gd name="csY1632" fmla="*/ 680691 h 1232001"/>
                <a:gd name="csX1633" fmla="*/ 1097326 w 1651778"/>
                <a:gd name="csY1633" fmla="*/ 682354 h 1232001"/>
                <a:gd name="csX1634" fmla="*/ 1095663 w 1651778"/>
                <a:gd name="csY1634" fmla="*/ 680691 h 1232001"/>
                <a:gd name="csX1635" fmla="*/ 1115649 w 1651778"/>
                <a:gd name="csY1635" fmla="*/ 680691 h 1232001"/>
                <a:gd name="csX1636" fmla="*/ 1117337 w 1651778"/>
                <a:gd name="csY1636" fmla="*/ 679027 h 1232001"/>
                <a:gd name="csX1637" fmla="*/ 1119000 w 1651778"/>
                <a:gd name="csY1637" fmla="*/ 680691 h 1232001"/>
                <a:gd name="csX1638" fmla="*/ 1117337 w 1651778"/>
                <a:gd name="csY1638" fmla="*/ 682354 h 1232001"/>
                <a:gd name="csX1639" fmla="*/ 1115649 w 1651778"/>
                <a:gd name="csY1639" fmla="*/ 680691 h 1232001"/>
                <a:gd name="csX1640" fmla="*/ 605925 w 1651778"/>
                <a:gd name="csY1640" fmla="*/ 677364 h 1232001"/>
                <a:gd name="csX1641" fmla="*/ 607589 w 1651778"/>
                <a:gd name="csY1641" fmla="*/ 675700 h 1232001"/>
                <a:gd name="csX1642" fmla="*/ 609277 w 1651778"/>
                <a:gd name="csY1642" fmla="*/ 677364 h 1232001"/>
                <a:gd name="csX1643" fmla="*/ 607589 w 1651778"/>
                <a:gd name="csY1643" fmla="*/ 679027 h 1232001"/>
                <a:gd name="csX1644" fmla="*/ 605925 w 1651778"/>
                <a:gd name="csY1644" fmla="*/ 677364 h 1232001"/>
                <a:gd name="csX1645" fmla="*/ 1042359 w 1651778"/>
                <a:gd name="csY1645" fmla="*/ 677364 h 1232001"/>
                <a:gd name="csX1646" fmla="*/ 1044023 w 1651778"/>
                <a:gd name="csY1646" fmla="*/ 675700 h 1232001"/>
                <a:gd name="csX1647" fmla="*/ 1045686 w 1651778"/>
                <a:gd name="csY1647" fmla="*/ 677364 h 1232001"/>
                <a:gd name="csX1648" fmla="*/ 1044023 w 1651778"/>
                <a:gd name="csY1648" fmla="*/ 679027 h 1232001"/>
                <a:gd name="csX1649" fmla="*/ 1042359 w 1651778"/>
                <a:gd name="csY1649" fmla="*/ 677364 h 1232001"/>
                <a:gd name="csX1650" fmla="*/ 376052 w 1651778"/>
                <a:gd name="csY1650" fmla="*/ 674037 h 1232001"/>
                <a:gd name="csX1651" fmla="*/ 377715 w 1651778"/>
                <a:gd name="csY1651" fmla="*/ 672373 h 1232001"/>
                <a:gd name="csX1652" fmla="*/ 379379 w 1651778"/>
                <a:gd name="csY1652" fmla="*/ 674037 h 1232001"/>
                <a:gd name="csX1653" fmla="*/ 377715 w 1651778"/>
                <a:gd name="csY1653" fmla="*/ 675700 h 1232001"/>
                <a:gd name="csX1654" fmla="*/ 376052 w 1651778"/>
                <a:gd name="csY1654" fmla="*/ 674037 h 1232001"/>
                <a:gd name="csX1655" fmla="*/ 22913 w 1651778"/>
                <a:gd name="csY1655" fmla="*/ 670710 h 1232001"/>
                <a:gd name="csX1656" fmla="*/ 24576 w 1651778"/>
                <a:gd name="csY1656" fmla="*/ 669046 h 1232001"/>
                <a:gd name="csX1657" fmla="*/ 26240 w 1651778"/>
                <a:gd name="csY1657" fmla="*/ 670710 h 1232001"/>
                <a:gd name="csX1658" fmla="*/ 24576 w 1651778"/>
                <a:gd name="csY1658" fmla="*/ 672373 h 1232001"/>
                <a:gd name="csX1659" fmla="*/ 22913 w 1651778"/>
                <a:gd name="csY1659" fmla="*/ 670710 h 1232001"/>
                <a:gd name="csX1660" fmla="*/ 545968 w 1651778"/>
                <a:gd name="csY1660" fmla="*/ 670710 h 1232001"/>
                <a:gd name="csX1661" fmla="*/ 547631 w 1651778"/>
                <a:gd name="csY1661" fmla="*/ 669046 h 1232001"/>
                <a:gd name="csX1662" fmla="*/ 549295 w 1651778"/>
                <a:gd name="csY1662" fmla="*/ 670710 h 1232001"/>
                <a:gd name="csX1663" fmla="*/ 547631 w 1651778"/>
                <a:gd name="csY1663" fmla="*/ 672373 h 1232001"/>
                <a:gd name="csX1664" fmla="*/ 545968 w 1651778"/>
                <a:gd name="csY1664" fmla="*/ 670710 h 1232001"/>
                <a:gd name="csX1665" fmla="*/ 770851 w 1651778"/>
                <a:gd name="csY1665" fmla="*/ 669046 h 1232001"/>
                <a:gd name="csX1666" fmla="*/ 774563 w 1651778"/>
                <a:gd name="csY1666" fmla="*/ 665696 h 1232001"/>
                <a:gd name="csX1667" fmla="*/ 774178 w 1651778"/>
                <a:gd name="csY1667" fmla="*/ 669046 h 1232001"/>
                <a:gd name="csX1668" fmla="*/ 770441 w 1651778"/>
                <a:gd name="csY1668" fmla="*/ 672373 h 1232001"/>
                <a:gd name="csX1669" fmla="*/ 770851 w 1651778"/>
                <a:gd name="csY1669" fmla="*/ 669046 h 1232001"/>
                <a:gd name="csX1670" fmla="*/ 877145 w 1651778"/>
                <a:gd name="csY1670" fmla="*/ 668517 h 1232001"/>
                <a:gd name="csX1671" fmla="*/ 874758 w 1651778"/>
                <a:gd name="csY1671" fmla="*/ 664683 h 1232001"/>
                <a:gd name="csX1672" fmla="*/ 878615 w 1651778"/>
                <a:gd name="csY1672" fmla="*/ 667046 h 1232001"/>
                <a:gd name="csX1673" fmla="*/ 882448 w 1651778"/>
                <a:gd name="csY1673" fmla="*/ 670903 h 1232001"/>
                <a:gd name="csX1674" fmla="*/ 877145 w 1651778"/>
                <a:gd name="csY1674" fmla="*/ 668517 h 1232001"/>
                <a:gd name="csX1675" fmla="*/ 1102341 w 1651778"/>
                <a:gd name="csY1675" fmla="*/ 670710 h 1232001"/>
                <a:gd name="csX1676" fmla="*/ 1104004 w 1651778"/>
                <a:gd name="csY1676" fmla="*/ 669046 h 1232001"/>
                <a:gd name="csX1677" fmla="*/ 1105668 w 1651778"/>
                <a:gd name="csY1677" fmla="*/ 670710 h 1232001"/>
                <a:gd name="csX1678" fmla="*/ 1104004 w 1651778"/>
                <a:gd name="csY1678" fmla="*/ 672373 h 1232001"/>
                <a:gd name="csX1679" fmla="*/ 1102341 w 1651778"/>
                <a:gd name="csY1679" fmla="*/ 670710 h 1232001"/>
                <a:gd name="csX1680" fmla="*/ 1125654 w 1651778"/>
                <a:gd name="csY1680" fmla="*/ 670710 h 1232001"/>
                <a:gd name="csX1681" fmla="*/ 1127317 w 1651778"/>
                <a:gd name="csY1681" fmla="*/ 669046 h 1232001"/>
                <a:gd name="csX1682" fmla="*/ 1128981 w 1651778"/>
                <a:gd name="csY1682" fmla="*/ 670710 h 1232001"/>
                <a:gd name="csX1683" fmla="*/ 1127317 w 1651778"/>
                <a:gd name="csY1683" fmla="*/ 672373 h 1232001"/>
                <a:gd name="csX1684" fmla="*/ 1125654 w 1651778"/>
                <a:gd name="csY1684" fmla="*/ 670710 h 1232001"/>
                <a:gd name="csX1685" fmla="*/ 599271 w 1651778"/>
                <a:gd name="csY1685" fmla="*/ 667383 h 1232001"/>
                <a:gd name="csX1686" fmla="*/ 600935 w 1651778"/>
                <a:gd name="csY1686" fmla="*/ 665696 h 1232001"/>
                <a:gd name="csX1687" fmla="*/ 602598 w 1651778"/>
                <a:gd name="csY1687" fmla="*/ 667383 h 1232001"/>
                <a:gd name="csX1688" fmla="*/ 600935 w 1651778"/>
                <a:gd name="csY1688" fmla="*/ 669046 h 1232001"/>
                <a:gd name="csX1689" fmla="*/ 599271 w 1651778"/>
                <a:gd name="csY1689" fmla="*/ 667383 h 1232001"/>
                <a:gd name="csX1690" fmla="*/ 1049037 w 1651778"/>
                <a:gd name="csY1690" fmla="*/ 667383 h 1232001"/>
                <a:gd name="csX1691" fmla="*/ 1050701 w 1651778"/>
                <a:gd name="csY1691" fmla="*/ 665696 h 1232001"/>
                <a:gd name="csX1692" fmla="*/ 1052364 w 1651778"/>
                <a:gd name="csY1692" fmla="*/ 667383 h 1232001"/>
                <a:gd name="csX1693" fmla="*/ 1050701 w 1651778"/>
                <a:gd name="csY1693" fmla="*/ 669046 h 1232001"/>
                <a:gd name="csX1694" fmla="*/ 1049037 w 1651778"/>
                <a:gd name="csY1694" fmla="*/ 667383 h 1232001"/>
                <a:gd name="csX1695" fmla="*/ 19586 w 1651778"/>
                <a:gd name="csY1695" fmla="*/ 664032 h 1232001"/>
                <a:gd name="csX1696" fmla="*/ 21249 w 1651778"/>
                <a:gd name="csY1696" fmla="*/ 662369 h 1232001"/>
                <a:gd name="csX1697" fmla="*/ 22913 w 1651778"/>
                <a:gd name="csY1697" fmla="*/ 664032 h 1232001"/>
                <a:gd name="csX1698" fmla="*/ 21249 w 1651778"/>
                <a:gd name="csY1698" fmla="*/ 665696 h 1232001"/>
                <a:gd name="csX1699" fmla="*/ 19586 w 1651778"/>
                <a:gd name="csY1699" fmla="*/ 664032 h 1232001"/>
                <a:gd name="csX1700" fmla="*/ 382730 w 1651778"/>
                <a:gd name="csY1700" fmla="*/ 664032 h 1232001"/>
                <a:gd name="csX1701" fmla="*/ 384394 w 1651778"/>
                <a:gd name="csY1701" fmla="*/ 662369 h 1232001"/>
                <a:gd name="csX1702" fmla="*/ 386057 w 1651778"/>
                <a:gd name="csY1702" fmla="*/ 664032 h 1232001"/>
                <a:gd name="csX1703" fmla="*/ 384394 w 1651778"/>
                <a:gd name="csY1703" fmla="*/ 665696 h 1232001"/>
                <a:gd name="csX1704" fmla="*/ 382730 w 1651778"/>
                <a:gd name="csY1704" fmla="*/ 664032 h 1232001"/>
                <a:gd name="csX1705" fmla="*/ 542641 w 1651778"/>
                <a:gd name="csY1705" fmla="*/ 664032 h 1232001"/>
                <a:gd name="csX1706" fmla="*/ 544304 w 1651778"/>
                <a:gd name="csY1706" fmla="*/ 662369 h 1232001"/>
                <a:gd name="csX1707" fmla="*/ 545968 w 1651778"/>
                <a:gd name="csY1707" fmla="*/ 664032 h 1232001"/>
                <a:gd name="csX1708" fmla="*/ 544304 w 1651778"/>
                <a:gd name="csY1708" fmla="*/ 665696 h 1232001"/>
                <a:gd name="csX1709" fmla="*/ 542641 w 1651778"/>
                <a:gd name="csY1709" fmla="*/ 664032 h 1232001"/>
                <a:gd name="csX1710" fmla="*/ 779168 w 1651778"/>
                <a:gd name="csY1710" fmla="*/ 664032 h 1232001"/>
                <a:gd name="csX1711" fmla="*/ 780832 w 1651778"/>
                <a:gd name="csY1711" fmla="*/ 662369 h 1232001"/>
                <a:gd name="csX1712" fmla="*/ 782495 w 1651778"/>
                <a:gd name="csY1712" fmla="*/ 664032 h 1232001"/>
                <a:gd name="csX1713" fmla="*/ 780832 w 1651778"/>
                <a:gd name="csY1713" fmla="*/ 665696 h 1232001"/>
                <a:gd name="csX1714" fmla="*/ 779168 w 1651778"/>
                <a:gd name="csY1714" fmla="*/ 664032 h 1232001"/>
                <a:gd name="csX1715" fmla="*/ 1105668 w 1651778"/>
                <a:gd name="csY1715" fmla="*/ 664032 h 1232001"/>
                <a:gd name="csX1716" fmla="*/ 1107331 w 1651778"/>
                <a:gd name="csY1716" fmla="*/ 662369 h 1232001"/>
                <a:gd name="csX1717" fmla="*/ 1108995 w 1651778"/>
                <a:gd name="csY1717" fmla="*/ 664032 h 1232001"/>
                <a:gd name="csX1718" fmla="*/ 1107331 w 1651778"/>
                <a:gd name="csY1718" fmla="*/ 665696 h 1232001"/>
                <a:gd name="csX1719" fmla="*/ 1105668 w 1651778"/>
                <a:gd name="csY1719" fmla="*/ 664032 h 1232001"/>
                <a:gd name="csX1720" fmla="*/ 862462 w 1651778"/>
                <a:gd name="csY1720" fmla="*/ 660705 h 1232001"/>
                <a:gd name="csX1721" fmla="*/ 864126 w 1651778"/>
                <a:gd name="csY1721" fmla="*/ 659042 h 1232001"/>
                <a:gd name="csX1722" fmla="*/ 865789 w 1651778"/>
                <a:gd name="csY1722" fmla="*/ 660705 h 1232001"/>
                <a:gd name="csX1723" fmla="*/ 864126 w 1651778"/>
                <a:gd name="csY1723" fmla="*/ 662369 h 1232001"/>
                <a:gd name="csX1724" fmla="*/ 862462 w 1651778"/>
                <a:gd name="csY1724" fmla="*/ 660705 h 1232001"/>
                <a:gd name="csX1725" fmla="*/ 16259 w 1651778"/>
                <a:gd name="csY1725" fmla="*/ 657378 h 1232001"/>
                <a:gd name="csX1726" fmla="*/ 17922 w 1651778"/>
                <a:gd name="csY1726" fmla="*/ 655715 h 1232001"/>
                <a:gd name="csX1727" fmla="*/ 19586 w 1651778"/>
                <a:gd name="csY1727" fmla="*/ 657378 h 1232001"/>
                <a:gd name="csX1728" fmla="*/ 17922 w 1651778"/>
                <a:gd name="csY1728" fmla="*/ 659042 h 1232001"/>
                <a:gd name="csX1729" fmla="*/ 16259 w 1651778"/>
                <a:gd name="csY1729" fmla="*/ 657378 h 1232001"/>
                <a:gd name="csX1730" fmla="*/ 386057 w 1651778"/>
                <a:gd name="csY1730" fmla="*/ 657378 h 1232001"/>
                <a:gd name="csX1731" fmla="*/ 387721 w 1651778"/>
                <a:gd name="csY1731" fmla="*/ 655715 h 1232001"/>
                <a:gd name="csX1732" fmla="*/ 389384 w 1651778"/>
                <a:gd name="csY1732" fmla="*/ 657378 h 1232001"/>
                <a:gd name="csX1733" fmla="*/ 387721 w 1651778"/>
                <a:gd name="csY1733" fmla="*/ 659042 h 1232001"/>
                <a:gd name="csX1734" fmla="*/ 386057 w 1651778"/>
                <a:gd name="csY1734" fmla="*/ 657378 h 1232001"/>
                <a:gd name="csX1735" fmla="*/ 539314 w 1651778"/>
                <a:gd name="csY1735" fmla="*/ 657378 h 1232001"/>
                <a:gd name="csX1736" fmla="*/ 540977 w 1651778"/>
                <a:gd name="csY1736" fmla="*/ 655715 h 1232001"/>
                <a:gd name="csX1737" fmla="*/ 542641 w 1651778"/>
                <a:gd name="csY1737" fmla="*/ 657378 h 1232001"/>
                <a:gd name="csX1738" fmla="*/ 540977 w 1651778"/>
                <a:gd name="csY1738" fmla="*/ 659042 h 1232001"/>
                <a:gd name="csX1739" fmla="*/ 539314 w 1651778"/>
                <a:gd name="csY1739" fmla="*/ 657378 h 1232001"/>
                <a:gd name="csX1740" fmla="*/ 592617 w 1651778"/>
                <a:gd name="csY1740" fmla="*/ 657378 h 1232001"/>
                <a:gd name="csX1741" fmla="*/ 594281 w 1651778"/>
                <a:gd name="csY1741" fmla="*/ 655715 h 1232001"/>
                <a:gd name="csX1742" fmla="*/ 595944 w 1651778"/>
                <a:gd name="csY1742" fmla="*/ 657378 h 1232001"/>
                <a:gd name="csX1743" fmla="*/ 594281 w 1651778"/>
                <a:gd name="csY1743" fmla="*/ 659042 h 1232001"/>
                <a:gd name="csX1744" fmla="*/ 592617 w 1651778"/>
                <a:gd name="csY1744" fmla="*/ 657378 h 1232001"/>
                <a:gd name="csX1745" fmla="*/ 792500 w 1651778"/>
                <a:gd name="csY1745" fmla="*/ 657378 h 1232001"/>
                <a:gd name="csX1746" fmla="*/ 794164 w 1651778"/>
                <a:gd name="csY1746" fmla="*/ 655715 h 1232001"/>
                <a:gd name="csX1747" fmla="*/ 795827 w 1651778"/>
                <a:gd name="csY1747" fmla="*/ 657378 h 1232001"/>
                <a:gd name="csX1748" fmla="*/ 794164 w 1651778"/>
                <a:gd name="csY1748" fmla="*/ 659042 h 1232001"/>
                <a:gd name="csX1749" fmla="*/ 792500 w 1651778"/>
                <a:gd name="csY1749" fmla="*/ 657378 h 1232001"/>
                <a:gd name="csX1750" fmla="*/ 855808 w 1651778"/>
                <a:gd name="csY1750" fmla="*/ 657378 h 1232001"/>
                <a:gd name="csX1751" fmla="*/ 857472 w 1651778"/>
                <a:gd name="csY1751" fmla="*/ 655715 h 1232001"/>
                <a:gd name="csX1752" fmla="*/ 859135 w 1651778"/>
                <a:gd name="csY1752" fmla="*/ 657378 h 1232001"/>
                <a:gd name="csX1753" fmla="*/ 857472 w 1651778"/>
                <a:gd name="csY1753" fmla="*/ 659042 h 1232001"/>
                <a:gd name="csX1754" fmla="*/ 855808 w 1651778"/>
                <a:gd name="csY1754" fmla="*/ 657378 h 1232001"/>
                <a:gd name="csX1755" fmla="*/ 1055691 w 1651778"/>
                <a:gd name="csY1755" fmla="*/ 657378 h 1232001"/>
                <a:gd name="csX1756" fmla="*/ 1057355 w 1651778"/>
                <a:gd name="csY1756" fmla="*/ 655715 h 1232001"/>
                <a:gd name="csX1757" fmla="*/ 1059018 w 1651778"/>
                <a:gd name="csY1757" fmla="*/ 657378 h 1232001"/>
                <a:gd name="csX1758" fmla="*/ 1057355 w 1651778"/>
                <a:gd name="csY1758" fmla="*/ 659042 h 1232001"/>
                <a:gd name="csX1759" fmla="*/ 1055691 w 1651778"/>
                <a:gd name="csY1759" fmla="*/ 657378 h 1232001"/>
                <a:gd name="csX1760" fmla="*/ 1108995 w 1651778"/>
                <a:gd name="csY1760" fmla="*/ 657378 h 1232001"/>
                <a:gd name="csX1761" fmla="*/ 1110658 w 1651778"/>
                <a:gd name="csY1761" fmla="*/ 655715 h 1232001"/>
                <a:gd name="csX1762" fmla="*/ 1112322 w 1651778"/>
                <a:gd name="csY1762" fmla="*/ 657378 h 1232001"/>
                <a:gd name="csX1763" fmla="*/ 1110658 w 1651778"/>
                <a:gd name="csY1763" fmla="*/ 659042 h 1232001"/>
                <a:gd name="csX1764" fmla="*/ 1108995 w 1651778"/>
                <a:gd name="csY1764" fmla="*/ 657378 h 1232001"/>
                <a:gd name="csX1765" fmla="*/ 802505 w 1651778"/>
                <a:gd name="csY1765" fmla="*/ 654051 h 1232001"/>
                <a:gd name="csX1766" fmla="*/ 804168 w 1651778"/>
                <a:gd name="csY1766" fmla="*/ 652388 h 1232001"/>
                <a:gd name="csX1767" fmla="*/ 805832 w 1651778"/>
                <a:gd name="csY1767" fmla="*/ 654051 h 1232001"/>
                <a:gd name="csX1768" fmla="*/ 804168 w 1651778"/>
                <a:gd name="csY1768" fmla="*/ 655715 h 1232001"/>
                <a:gd name="csX1769" fmla="*/ 802505 w 1651778"/>
                <a:gd name="csY1769" fmla="*/ 654051 h 1232001"/>
                <a:gd name="csX1770" fmla="*/ 845804 w 1651778"/>
                <a:gd name="csY1770" fmla="*/ 654051 h 1232001"/>
                <a:gd name="csX1771" fmla="*/ 847467 w 1651778"/>
                <a:gd name="csY1771" fmla="*/ 652388 h 1232001"/>
                <a:gd name="csX1772" fmla="*/ 849131 w 1651778"/>
                <a:gd name="csY1772" fmla="*/ 654051 h 1232001"/>
                <a:gd name="csX1773" fmla="*/ 847467 w 1651778"/>
                <a:gd name="csY1773" fmla="*/ 655715 h 1232001"/>
                <a:gd name="csX1774" fmla="*/ 845804 w 1651778"/>
                <a:gd name="csY1774" fmla="*/ 654051 h 1232001"/>
                <a:gd name="csX1775" fmla="*/ 12908 w 1651778"/>
                <a:gd name="csY1775" fmla="*/ 650724 h 1232001"/>
                <a:gd name="csX1776" fmla="*/ 14595 w 1651778"/>
                <a:gd name="csY1776" fmla="*/ 649061 h 1232001"/>
                <a:gd name="csX1777" fmla="*/ 16259 w 1651778"/>
                <a:gd name="csY1777" fmla="*/ 650724 h 1232001"/>
                <a:gd name="csX1778" fmla="*/ 14595 w 1651778"/>
                <a:gd name="csY1778" fmla="*/ 652388 h 1232001"/>
                <a:gd name="csX1779" fmla="*/ 12908 w 1651778"/>
                <a:gd name="csY1779" fmla="*/ 650724 h 1232001"/>
                <a:gd name="csX1780" fmla="*/ 589266 w 1651778"/>
                <a:gd name="csY1780" fmla="*/ 650724 h 1232001"/>
                <a:gd name="csX1781" fmla="*/ 590930 w 1651778"/>
                <a:gd name="csY1781" fmla="*/ 649061 h 1232001"/>
                <a:gd name="csX1782" fmla="*/ 592617 w 1651778"/>
                <a:gd name="csY1782" fmla="*/ 650724 h 1232001"/>
                <a:gd name="csX1783" fmla="*/ 590930 w 1651778"/>
                <a:gd name="csY1783" fmla="*/ 652388 h 1232001"/>
                <a:gd name="csX1784" fmla="*/ 589266 w 1651778"/>
                <a:gd name="csY1784" fmla="*/ 650724 h 1232001"/>
                <a:gd name="csX1785" fmla="*/ 1059018 w 1651778"/>
                <a:gd name="csY1785" fmla="*/ 650724 h 1232001"/>
                <a:gd name="csX1786" fmla="*/ 1060682 w 1651778"/>
                <a:gd name="csY1786" fmla="*/ 649061 h 1232001"/>
                <a:gd name="csX1787" fmla="*/ 1062345 w 1651778"/>
                <a:gd name="csY1787" fmla="*/ 650724 h 1232001"/>
                <a:gd name="csX1788" fmla="*/ 1060682 w 1651778"/>
                <a:gd name="csY1788" fmla="*/ 652388 h 1232001"/>
                <a:gd name="csX1789" fmla="*/ 1059018 w 1651778"/>
                <a:gd name="csY1789" fmla="*/ 650724 h 1232001"/>
                <a:gd name="csX1790" fmla="*/ 752528 w 1651778"/>
                <a:gd name="csY1790" fmla="*/ 644456 h 1232001"/>
                <a:gd name="csX1791" fmla="*/ 758363 w 1651778"/>
                <a:gd name="csY1791" fmla="*/ 638622 h 1232001"/>
                <a:gd name="csX1792" fmla="*/ 764173 w 1651778"/>
                <a:gd name="csY1792" fmla="*/ 634065 h 1232001"/>
                <a:gd name="csX1793" fmla="*/ 759616 w 1651778"/>
                <a:gd name="csY1793" fmla="*/ 639900 h 1232001"/>
                <a:gd name="csX1794" fmla="*/ 752528 w 1651778"/>
                <a:gd name="csY1794" fmla="*/ 644456 h 1232001"/>
                <a:gd name="csX1795" fmla="*/ 892019 w 1651778"/>
                <a:gd name="csY1795" fmla="*/ 639900 h 1232001"/>
                <a:gd name="csX1796" fmla="*/ 887439 w 1651778"/>
                <a:gd name="csY1796" fmla="*/ 634065 h 1232001"/>
                <a:gd name="csX1797" fmla="*/ 893273 w 1651778"/>
                <a:gd name="csY1797" fmla="*/ 638622 h 1232001"/>
                <a:gd name="csX1798" fmla="*/ 897854 w 1651778"/>
                <a:gd name="csY1798" fmla="*/ 645710 h 1232001"/>
                <a:gd name="csX1799" fmla="*/ 892019 w 1651778"/>
                <a:gd name="csY1799" fmla="*/ 639900 h 1232001"/>
                <a:gd name="csX1800" fmla="*/ 9581 w 1651778"/>
                <a:gd name="csY1800" fmla="*/ 640719 h 1232001"/>
                <a:gd name="csX1801" fmla="*/ 11244 w 1651778"/>
                <a:gd name="csY1801" fmla="*/ 639056 h 1232001"/>
                <a:gd name="csX1802" fmla="*/ 12908 w 1651778"/>
                <a:gd name="csY1802" fmla="*/ 640719 h 1232001"/>
                <a:gd name="csX1803" fmla="*/ 11244 w 1651778"/>
                <a:gd name="csY1803" fmla="*/ 642383 h 1232001"/>
                <a:gd name="csX1804" fmla="*/ 9581 w 1651778"/>
                <a:gd name="csY1804" fmla="*/ 640719 h 1232001"/>
                <a:gd name="csX1805" fmla="*/ 392711 w 1651778"/>
                <a:gd name="csY1805" fmla="*/ 640719 h 1232001"/>
                <a:gd name="csX1806" fmla="*/ 394375 w 1651778"/>
                <a:gd name="csY1806" fmla="*/ 639056 h 1232001"/>
                <a:gd name="csX1807" fmla="*/ 396038 w 1651778"/>
                <a:gd name="csY1807" fmla="*/ 640719 h 1232001"/>
                <a:gd name="csX1808" fmla="*/ 394375 w 1651778"/>
                <a:gd name="csY1808" fmla="*/ 642383 h 1232001"/>
                <a:gd name="csX1809" fmla="*/ 392711 w 1651778"/>
                <a:gd name="csY1809" fmla="*/ 640719 h 1232001"/>
                <a:gd name="csX1810" fmla="*/ 1246123 w 1651778"/>
                <a:gd name="csY1810" fmla="*/ 635729 h 1232001"/>
                <a:gd name="csX1811" fmla="*/ 1246123 w 1651778"/>
                <a:gd name="csY1811" fmla="*/ 627387 h 1232001"/>
                <a:gd name="csX1812" fmla="*/ 1247786 w 1651778"/>
                <a:gd name="csY1812" fmla="*/ 631558 h 1232001"/>
                <a:gd name="csX1813" fmla="*/ 1247786 w 1651778"/>
                <a:gd name="csY1813" fmla="*/ 639875 h 1232001"/>
                <a:gd name="csX1814" fmla="*/ 1246123 w 1651778"/>
                <a:gd name="csY1814" fmla="*/ 644046 h 1232001"/>
                <a:gd name="csX1815" fmla="*/ 415205 w 1651778"/>
                <a:gd name="csY1815" fmla="*/ 633246 h 1232001"/>
                <a:gd name="csX1816" fmla="*/ 456839 w 1651778"/>
                <a:gd name="csY1816" fmla="*/ 633246 h 1232001"/>
                <a:gd name="csX1817" fmla="*/ 436034 w 1651778"/>
                <a:gd name="csY1817" fmla="*/ 634451 h 1232001"/>
                <a:gd name="csX1818" fmla="*/ 415205 w 1651778"/>
                <a:gd name="csY1818" fmla="*/ 633246 h 1232001"/>
                <a:gd name="csX1819" fmla="*/ 579286 w 1651778"/>
                <a:gd name="csY1819" fmla="*/ 634065 h 1232001"/>
                <a:gd name="csX1820" fmla="*/ 580950 w 1651778"/>
                <a:gd name="csY1820" fmla="*/ 632378 h 1232001"/>
                <a:gd name="csX1821" fmla="*/ 582613 w 1651778"/>
                <a:gd name="csY1821" fmla="*/ 634065 h 1232001"/>
                <a:gd name="csX1822" fmla="*/ 580950 w 1651778"/>
                <a:gd name="csY1822" fmla="*/ 635729 h 1232001"/>
                <a:gd name="csX1823" fmla="*/ 579286 w 1651778"/>
                <a:gd name="csY1823" fmla="*/ 634065 h 1232001"/>
                <a:gd name="csX1824" fmla="*/ 1069023 w 1651778"/>
                <a:gd name="csY1824" fmla="*/ 634065 h 1232001"/>
                <a:gd name="csX1825" fmla="*/ 1070687 w 1651778"/>
                <a:gd name="csY1825" fmla="*/ 632378 h 1232001"/>
                <a:gd name="csX1826" fmla="*/ 1072350 w 1651778"/>
                <a:gd name="csY1826" fmla="*/ 634065 h 1232001"/>
                <a:gd name="csX1827" fmla="*/ 1070687 w 1651778"/>
                <a:gd name="csY1827" fmla="*/ 635729 h 1232001"/>
                <a:gd name="csX1828" fmla="*/ 1069023 w 1651778"/>
                <a:gd name="csY1828" fmla="*/ 634065 h 1232001"/>
                <a:gd name="csX1829" fmla="*/ 1648974 w 1651778"/>
                <a:gd name="csY1829" fmla="*/ 630449 h 1232001"/>
                <a:gd name="csX1830" fmla="*/ 1649239 w 1651778"/>
                <a:gd name="csY1830" fmla="*/ 624060 h 1232001"/>
                <a:gd name="csX1831" fmla="*/ 1650975 w 1651778"/>
                <a:gd name="csY1831" fmla="*/ 628424 h 1232001"/>
                <a:gd name="csX1832" fmla="*/ 1650710 w 1651778"/>
                <a:gd name="csY1832" fmla="*/ 634813 h 1232001"/>
                <a:gd name="csX1833" fmla="*/ 1648974 w 1651778"/>
                <a:gd name="csY1833" fmla="*/ 630449 h 1232001"/>
                <a:gd name="csX1834" fmla="*/ 6254 w 1651778"/>
                <a:gd name="csY1834" fmla="*/ 630714 h 1232001"/>
                <a:gd name="csX1835" fmla="*/ 7917 w 1651778"/>
                <a:gd name="csY1835" fmla="*/ 629051 h 1232001"/>
                <a:gd name="csX1836" fmla="*/ 9581 w 1651778"/>
                <a:gd name="csY1836" fmla="*/ 630714 h 1232001"/>
                <a:gd name="csX1837" fmla="*/ 7917 w 1651778"/>
                <a:gd name="csY1837" fmla="*/ 632378 h 1232001"/>
                <a:gd name="csX1838" fmla="*/ 6254 w 1651778"/>
                <a:gd name="csY1838" fmla="*/ 630714 h 1232001"/>
                <a:gd name="csX1839" fmla="*/ 491001 w 1651778"/>
                <a:gd name="csY1839" fmla="*/ 625724 h 1232001"/>
                <a:gd name="csX1840" fmla="*/ 494713 w 1651778"/>
                <a:gd name="csY1840" fmla="*/ 622397 h 1232001"/>
                <a:gd name="csX1841" fmla="*/ 494328 w 1651778"/>
                <a:gd name="csY1841" fmla="*/ 625724 h 1232001"/>
                <a:gd name="csX1842" fmla="*/ 490591 w 1651778"/>
                <a:gd name="csY1842" fmla="*/ 629051 h 1232001"/>
                <a:gd name="csX1843" fmla="*/ 491001 w 1651778"/>
                <a:gd name="csY1843" fmla="*/ 625724 h 1232001"/>
                <a:gd name="csX1844" fmla="*/ 575959 w 1651778"/>
                <a:gd name="csY1844" fmla="*/ 627387 h 1232001"/>
                <a:gd name="csX1845" fmla="*/ 577623 w 1651778"/>
                <a:gd name="csY1845" fmla="*/ 625724 h 1232001"/>
                <a:gd name="csX1846" fmla="*/ 579286 w 1651778"/>
                <a:gd name="csY1846" fmla="*/ 627387 h 1232001"/>
                <a:gd name="csX1847" fmla="*/ 577623 w 1651778"/>
                <a:gd name="csY1847" fmla="*/ 629051 h 1232001"/>
                <a:gd name="csX1848" fmla="*/ 575959 w 1651778"/>
                <a:gd name="csY1848" fmla="*/ 627387 h 1232001"/>
                <a:gd name="csX1849" fmla="*/ 1072350 w 1651778"/>
                <a:gd name="csY1849" fmla="*/ 627387 h 1232001"/>
                <a:gd name="csX1850" fmla="*/ 1074014 w 1651778"/>
                <a:gd name="csY1850" fmla="*/ 625724 h 1232001"/>
                <a:gd name="csX1851" fmla="*/ 1075677 w 1651778"/>
                <a:gd name="csY1851" fmla="*/ 627387 h 1232001"/>
                <a:gd name="csX1852" fmla="*/ 1074014 w 1651778"/>
                <a:gd name="csY1852" fmla="*/ 629051 h 1232001"/>
                <a:gd name="csX1853" fmla="*/ 1072350 w 1651778"/>
                <a:gd name="csY1853" fmla="*/ 627387 h 1232001"/>
                <a:gd name="csX1854" fmla="*/ 522655 w 1651778"/>
                <a:gd name="csY1854" fmla="*/ 624060 h 1232001"/>
                <a:gd name="csX1855" fmla="*/ 524318 w 1651778"/>
                <a:gd name="csY1855" fmla="*/ 622397 h 1232001"/>
                <a:gd name="csX1856" fmla="*/ 525982 w 1651778"/>
                <a:gd name="csY1856" fmla="*/ 624060 h 1232001"/>
                <a:gd name="csX1857" fmla="*/ 524318 w 1651778"/>
                <a:gd name="csY1857" fmla="*/ 625724 h 1232001"/>
                <a:gd name="csX1858" fmla="*/ 522655 w 1651778"/>
                <a:gd name="csY1858" fmla="*/ 624060 h 1232001"/>
                <a:gd name="csX1859" fmla="*/ 777505 w 1651778"/>
                <a:gd name="csY1859" fmla="*/ 622397 h 1232001"/>
                <a:gd name="csX1860" fmla="*/ 781241 w 1651778"/>
                <a:gd name="csY1860" fmla="*/ 619070 h 1232001"/>
                <a:gd name="csX1861" fmla="*/ 780832 w 1651778"/>
                <a:gd name="csY1861" fmla="*/ 622397 h 1232001"/>
                <a:gd name="csX1862" fmla="*/ 777119 w 1651778"/>
                <a:gd name="csY1862" fmla="*/ 625724 h 1232001"/>
                <a:gd name="csX1863" fmla="*/ 777505 w 1651778"/>
                <a:gd name="csY1863" fmla="*/ 622397 h 1232001"/>
                <a:gd name="csX1864" fmla="*/ 870466 w 1651778"/>
                <a:gd name="csY1864" fmla="*/ 621890 h 1232001"/>
                <a:gd name="csX1865" fmla="*/ 868104 w 1651778"/>
                <a:gd name="csY1865" fmla="*/ 618033 h 1232001"/>
                <a:gd name="csX1866" fmla="*/ 871937 w 1651778"/>
                <a:gd name="csY1866" fmla="*/ 620420 h 1232001"/>
                <a:gd name="csX1867" fmla="*/ 875794 w 1651778"/>
                <a:gd name="csY1867" fmla="*/ 624253 h 1232001"/>
                <a:gd name="csX1868" fmla="*/ 870466 w 1651778"/>
                <a:gd name="csY1868" fmla="*/ 621890 h 1232001"/>
                <a:gd name="csX1869" fmla="*/ 1125654 w 1651778"/>
                <a:gd name="csY1869" fmla="*/ 624060 h 1232001"/>
                <a:gd name="csX1870" fmla="*/ 1127317 w 1651778"/>
                <a:gd name="csY1870" fmla="*/ 622397 h 1232001"/>
                <a:gd name="csX1871" fmla="*/ 1128981 w 1651778"/>
                <a:gd name="csY1871" fmla="*/ 624060 h 1232001"/>
                <a:gd name="csX1872" fmla="*/ 1127317 w 1651778"/>
                <a:gd name="csY1872" fmla="*/ 625724 h 1232001"/>
                <a:gd name="csX1873" fmla="*/ 1125654 w 1651778"/>
                <a:gd name="csY1873" fmla="*/ 624060 h 1232001"/>
                <a:gd name="csX1874" fmla="*/ 2927 w 1651778"/>
                <a:gd name="csY1874" fmla="*/ 619070 h 1232001"/>
                <a:gd name="csX1875" fmla="*/ 5145 w 1651778"/>
                <a:gd name="csY1875" fmla="*/ 616852 h 1232001"/>
                <a:gd name="csX1876" fmla="*/ 5145 w 1651778"/>
                <a:gd name="csY1876" fmla="*/ 621288 h 1232001"/>
                <a:gd name="csX1877" fmla="*/ 2927 w 1651778"/>
                <a:gd name="csY1877" fmla="*/ 619070 h 1232001"/>
                <a:gd name="csX1878" fmla="*/ 572608 w 1651778"/>
                <a:gd name="csY1878" fmla="*/ 620733 h 1232001"/>
                <a:gd name="csX1879" fmla="*/ 574271 w 1651778"/>
                <a:gd name="csY1879" fmla="*/ 619070 h 1232001"/>
                <a:gd name="csX1880" fmla="*/ 575959 w 1651778"/>
                <a:gd name="csY1880" fmla="*/ 620733 h 1232001"/>
                <a:gd name="csX1881" fmla="*/ 574271 w 1651778"/>
                <a:gd name="csY1881" fmla="*/ 622397 h 1232001"/>
                <a:gd name="csX1882" fmla="*/ 572608 w 1651778"/>
                <a:gd name="csY1882" fmla="*/ 620733 h 1232001"/>
                <a:gd name="csX1883" fmla="*/ 1075677 w 1651778"/>
                <a:gd name="csY1883" fmla="*/ 620733 h 1232001"/>
                <a:gd name="csX1884" fmla="*/ 1077341 w 1651778"/>
                <a:gd name="csY1884" fmla="*/ 619070 h 1232001"/>
                <a:gd name="csX1885" fmla="*/ 1079004 w 1651778"/>
                <a:gd name="csY1885" fmla="*/ 620733 h 1232001"/>
                <a:gd name="csX1886" fmla="*/ 1077341 w 1651778"/>
                <a:gd name="csY1886" fmla="*/ 622397 h 1232001"/>
                <a:gd name="csX1887" fmla="*/ 1075677 w 1651778"/>
                <a:gd name="csY1887" fmla="*/ 620733 h 1232001"/>
                <a:gd name="csX1888" fmla="*/ 495991 w 1651778"/>
                <a:gd name="csY1888" fmla="*/ 617406 h 1232001"/>
                <a:gd name="csX1889" fmla="*/ 497655 w 1651778"/>
                <a:gd name="csY1889" fmla="*/ 615719 h 1232001"/>
                <a:gd name="csX1890" fmla="*/ 499318 w 1651778"/>
                <a:gd name="csY1890" fmla="*/ 617406 h 1232001"/>
                <a:gd name="csX1891" fmla="*/ 497655 w 1651778"/>
                <a:gd name="csY1891" fmla="*/ 619070 h 1232001"/>
                <a:gd name="csX1892" fmla="*/ 495991 w 1651778"/>
                <a:gd name="csY1892" fmla="*/ 617406 h 1232001"/>
                <a:gd name="csX1893" fmla="*/ 519304 w 1651778"/>
                <a:gd name="csY1893" fmla="*/ 617406 h 1232001"/>
                <a:gd name="csX1894" fmla="*/ 520968 w 1651778"/>
                <a:gd name="csY1894" fmla="*/ 615719 h 1232001"/>
                <a:gd name="csX1895" fmla="*/ 522655 w 1651778"/>
                <a:gd name="csY1895" fmla="*/ 617406 h 1232001"/>
                <a:gd name="csX1896" fmla="*/ 520968 w 1651778"/>
                <a:gd name="csY1896" fmla="*/ 619070 h 1232001"/>
                <a:gd name="csX1897" fmla="*/ 519304 w 1651778"/>
                <a:gd name="csY1897" fmla="*/ 617406 h 1232001"/>
                <a:gd name="csX1898" fmla="*/ 1128981 w 1651778"/>
                <a:gd name="csY1898" fmla="*/ 617406 h 1232001"/>
                <a:gd name="csX1899" fmla="*/ 1130644 w 1651778"/>
                <a:gd name="csY1899" fmla="*/ 615719 h 1232001"/>
                <a:gd name="csX1900" fmla="*/ 1132308 w 1651778"/>
                <a:gd name="csY1900" fmla="*/ 617406 h 1232001"/>
                <a:gd name="csX1901" fmla="*/ 1130644 w 1651778"/>
                <a:gd name="csY1901" fmla="*/ 619070 h 1232001"/>
                <a:gd name="csX1902" fmla="*/ 1128981 w 1651778"/>
                <a:gd name="csY1902" fmla="*/ 617406 h 1232001"/>
                <a:gd name="csX1903" fmla="*/ 569281 w 1651778"/>
                <a:gd name="csY1903" fmla="*/ 614056 h 1232001"/>
                <a:gd name="csX1904" fmla="*/ 570944 w 1651778"/>
                <a:gd name="csY1904" fmla="*/ 612392 h 1232001"/>
                <a:gd name="csX1905" fmla="*/ 572608 w 1651778"/>
                <a:gd name="csY1905" fmla="*/ 614056 h 1232001"/>
                <a:gd name="csX1906" fmla="*/ 570944 w 1651778"/>
                <a:gd name="csY1906" fmla="*/ 615719 h 1232001"/>
                <a:gd name="csX1907" fmla="*/ 569281 w 1651778"/>
                <a:gd name="csY1907" fmla="*/ 614056 h 1232001"/>
                <a:gd name="csX1908" fmla="*/ 1079004 w 1651778"/>
                <a:gd name="csY1908" fmla="*/ 614056 h 1232001"/>
                <a:gd name="csX1909" fmla="*/ 1080668 w 1651778"/>
                <a:gd name="csY1909" fmla="*/ 612392 h 1232001"/>
                <a:gd name="csX1910" fmla="*/ 1082355 w 1651778"/>
                <a:gd name="csY1910" fmla="*/ 614056 h 1232001"/>
                <a:gd name="csX1911" fmla="*/ 1080668 w 1651778"/>
                <a:gd name="csY1911" fmla="*/ 615719 h 1232001"/>
                <a:gd name="csX1912" fmla="*/ 1079004 w 1651778"/>
                <a:gd name="csY1912" fmla="*/ 614056 h 1232001"/>
                <a:gd name="csX1913" fmla="*/ 1248919 w 1651778"/>
                <a:gd name="csY1913" fmla="*/ 614056 h 1232001"/>
                <a:gd name="csX1914" fmla="*/ 1250583 w 1651778"/>
                <a:gd name="csY1914" fmla="*/ 612392 h 1232001"/>
                <a:gd name="csX1915" fmla="*/ 1252246 w 1651778"/>
                <a:gd name="csY1915" fmla="*/ 614056 h 1232001"/>
                <a:gd name="csX1916" fmla="*/ 1250583 w 1651778"/>
                <a:gd name="csY1916" fmla="*/ 615719 h 1232001"/>
                <a:gd name="csX1917" fmla="*/ 1248919 w 1651778"/>
                <a:gd name="csY1917" fmla="*/ 614056 h 1232001"/>
                <a:gd name="csX1918" fmla="*/ 1645382 w 1651778"/>
                <a:gd name="csY1918" fmla="*/ 612392 h 1232001"/>
                <a:gd name="csX1919" fmla="*/ 1647600 w 1651778"/>
                <a:gd name="csY1919" fmla="*/ 610174 h 1232001"/>
                <a:gd name="csX1920" fmla="*/ 1647600 w 1651778"/>
                <a:gd name="csY1920" fmla="*/ 614610 h 1232001"/>
                <a:gd name="csX1921" fmla="*/ 1645382 w 1651778"/>
                <a:gd name="csY1921" fmla="*/ 612392 h 1232001"/>
                <a:gd name="csX1922" fmla="*/ 515977 w 1651778"/>
                <a:gd name="csY1922" fmla="*/ 610729 h 1232001"/>
                <a:gd name="csX1923" fmla="*/ 517641 w 1651778"/>
                <a:gd name="csY1923" fmla="*/ 609065 h 1232001"/>
                <a:gd name="csX1924" fmla="*/ 519304 w 1651778"/>
                <a:gd name="csY1924" fmla="*/ 610729 h 1232001"/>
                <a:gd name="csX1925" fmla="*/ 517641 w 1651778"/>
                <a:gd name="csY1925" fmla="*/ 612392 h 1232001"/>
                <a:gd name="csX1926" fmla="*/ 515977 w 1651778"/>
                <a:gd name="csY1926" fmla="*/ 610729 h 1232001"/>
                <a:gd name="csX1927" fmla="*/ 794164 w 1651778"/>
                <a:gd name="csY1927" fmla="*/ 609065 h 1232001"/>
                <a:gd name="csX1928" fmla="*/ 797901 w 1651778"/>
                <a:gd name="csY1928" fmla="*/ 605738 h 1232001"/>
                <a:gd name="csX1929" fmla="*/ 797491 w 1651778"/>
                <a:gd name="csY1929" fmla="*/ 609065 h 1232001"/>
                <a:gd name="csX1930" fmla="*/ 793778 w 1651778"/>
                <a:gd name="csY1930" fmla="*/ 612392 h 1232001"/>
                <a:gd name="csX1931" fmla="*/ 794164 w 1651778"/>
                <a:gd name="csY1931" fmla="*/ 609065 h 1232001"/>
                <a:gd name="csX1932" fmla="*/ 853808 w 1651778"/>
                <a:gd name="csY1932" fmla="*/ 608559 h 1232001"/>
                <a:gd name="csX1933" fmla="*/ 851445 w 1651778"/>
                <a:gd name="csY1933" fmla="*/ 604702 h 1232001"/>
                <a:gd name="csX1934" fmla="*/ 855279 w 1651778"/>
                <a:gd name="csY1934" fmla="*/ 607088 h 1232001"/>
                <a:gd name="csX1935" fmla="*/ 859135 w 1651778"/>
                <a:gd name="csY1935" fmla="*/ 610921 h 1232001"/>
                <a:gd name="csX1936" fmla="*/ 853808 w 1651778"/>
                <a:gd name="csY1936" fmla="*/ 608559 h 1232001"/>
                <a:gd name="csX1937" fmla="*/ 1132308 w 1651778"/>
                <a:gd name="csY1937" fmla="*/ 610729 h 1232001"/>
                <a:gd name="csX1938" fmla="*/ 1133971 w 1651778"/>
                <a:gd name="csY1938" fmla="*/ 609065 h 1232001"/>
                <a:gd name="csX1939" fmla="*/ 1135658 w 1651778"/>
                <a:gd name="csY1939" fmla="*/ 610729 h 1232001"/>
                <a:gd name="csX1940" fmla="*/ 1133971 w 1651778"/>
                <a:gd name="csY1940" fmla="*/ 612392 h 1232001"/>
                <a:gd name="csX1941" fmla="*/ 1132308 w 1651778"/>
                <a:gd name="csY1941" fmla="*/ 610729 h 1232001"/>
                <a:gd name="csX1942" fmla="*/ 565954 w 1651778"/>
                <a:gd name="csY1942" fmla="*/ 607402 h 1232001"/>
                <a:gd name="csX1943" fmla="*/ 567617 w 1651778"/>
                <a:gd name="csY1943" fmla="*/ 605738 h 1232001"/>
                <a:gd name="csX1944" fmla="*/ 569281 w 1651778"/>
                <a:gd name="csY1944" fmla="*/ 607402 h 1232001"/>
                <a:gd name="csX1945" fmla="*/ 567617 w 1651778"/>
                <a:gd name="csY1945" fmla="*/ 609065 h 1232001"/>
                <a:gd name="csX1946" fmla="*/ 565954 w 1651778"/>
                <a:gd name="csY1946" fmla="*/ 607402 h 1232001"/>
                <a:gd name="csX1947" fmla="*/ 722538 w 1651778"/>
                <a:gd name="csY1947" fmla="*/ 607812 h 1232001"/>
                <a:gd name="csX1948" fmla="*/ 728372 w 1651778"/>
                <a:gd name="csY1948" fmla="*/ 601977 h 1232001"/>
                <a:gd name="csX1949" fmla="*/ 734206 w 1651778"/>
                <a:gd name="csY1949" fmla="*/ 597397 h 1232001"/>
                <a:gd name="csX1950" fmla="*/ 729626 w 1651778"/>
                <a:gd name="csY1950" fmla="*/ 603231 h 1232001"/>
                <a:gd name="csX1951" fmla="*/ 722538 w 1651778"/>
                <a:gd name="csY1951" fmla="*/ 607812 h 1232001"/>
                <a:gd name="csX1952" fmla="*/ 922010 w 1651778"/>
                <a:gd name="csY1952" fmla="*/ 603231 h 1232001"/>
                <a:gd name="csX1953" fmla="*/ 917429 w 1651778"/>
                <a:gd name="csY1953" fmla="*/ 597397 h 1232001"/>
                <a:gd name="csX1954" fmla="*/ 923264 w 1651778"/>
                <a:gd name="csY1954" fmla="*/ 601977 h 1232001"/>
                <a:gd name="csX1955" fmla="*/ 929098 w 1651778"/>
                <a:gd name="csY1955" fmla="*/ 607812 h 1232001"/>
                <a:gd name="csX1956" fmla="*/ 922010 w 1651778"/>
                <a:gd name="csY1956" fmla="*/ 603231 h 1232001"/>
                <a:gd name="csX1957" fmla="*/ 1082355 w 1651778"/>
                <a:gd name="csY1957" fmla="*/ 607402 h 1232001"/>
                <a:gd name="csX1958" fmla="*/ 1084018 w 1651778"/>
                <a:gd name="csY1958" fmla="*/ 605738 h 1232001"/>
                <a:gd name="csX1959" fmla="*/ 1085682 w 1651778"/>
                <a:gd name="csY1959" fmla="*/ 607402 h 1232001"/>
                <a:gd name="csX1960" fmla="*/ 1084018 w 1651778"/>
                <a:gd name="csY1960" fmla="*/ 609065 h 1232001"/>
                <a:gd name="csX1961" fmla="*/ 1082355 w 1651778"/>
                <a:gd name="csY1961" fmla="*/ 607402 h 1232001"/>
                <a:gd name="csX1962" fmla="*/ -135 w 1651778"/>
                <a:gd name="csY1962" fmla="*/ 600458 h 1232001"/>
                <a:gd name="csX1963" fmla="*/ 106 w 1651778"/>
                <a:gd name="csY1963" fmla="*/ 594070 h 1232001"/>
                <a:gd name="csX1964" fmla="*/ 1866 w 1651778"/>
                <a:gd name="csY1964" fmla="*/ 598457 h 1232001"/>
                <a:gd name="csX1965" fmla="*/ 1601 w 1651778"/>
                <a:gd name="csY1965" fmla="*/ 604822 h 1232001"/>
                <a:gd name="csX1966" fmla="*/ -135 w 1651778"/>
                <a:gd name="csY1966" fmla="*/ 600458 h 1232001"/>
                <a:gd name="csX1967" fmla="*/ 495991 w 1651778"/>
                <a:gd name="csY1967" fmla="*/ 604075 h 1232001"/>
                <a:gd name="csX1968" fmla="*/ 497655 w 1651778"/>
                <a:gd name="csY1968" fmla="*/ 602411 h 1232001"/>
                <a:gd name="csX1969" fmla="*/ 499318 w 1651778"/>
                <a:gd name="csY1969" fmla="*/ 604075 h 1232001"/>
                <a:gd name="csX1970" fmla="*/ 497655 w 1651778"/>
                <a:gd name="csY1970" fmla="*/ 605738 h 1232001"/>
                <a:gd name="csX1971" fmla="*/ 495991 w 1651778"/>
                <a:gd name="csY1971" fmla="*/ 604075 h 1232001"/>
                <a:gd name="csX1972" fmla="*/ 512650 w 1651778"/>
                <a:gd name="csY1972" fmla="*/ 600748 h 1232001"/>
                <a:gd name="csX1973" fmla="*/ 514314 w 1651778"/>
                <a:gd name="csY1973" fmla="*/ 599060 h 1232001"/>
                <a:gd name="csX1974" fmla="*/ 515977 w 1651778"/>
                <a:gd name="csY1974" fmla="*/ 600748 h 1232001"/>
                <a:gd name="csX1975" fmla="*/ 514314 w 1651778"/>
                <a:gd name="csY1975" fmla="*/ 602411 h 1232001"/>
                <a:gd name="csX1976" fmla="*/ 512650 w 1651778"/>
                <a:gd name="csY1976" fmla="*/ 600748 h 1232001"/>
                <a:gd name="csX1977" fmla="*/ 562627 w 1651778"/>
                <a:gd name="csY1977" fmla="*/ 600748 h 1232001"/>
                <a:gd name="csX1978" fmla="*/ 564290 w 1651778"/>
                <a:gd name="csY1978" fmla="*/ 599060 h 1232001"/>
                <a:gd name="csX1979" fmla="*/ 565954 w 1651778"/>
                <a:gd name="csY1979" fmla="*/ 600748 h 1232001"/>
                <a:gd name="csX1980" fmla="*/ 564290 w 1651778"/>
                <a:gd name="csY1980" fmla="*/ 602411 h 1232001"/>
                <a:gd name="csX1981" fmla="*/ 562627 w 1651778"/>
                <a:gd name="csY1981" fmla="*/ 600748 h 1232001"/>
                <a:gd name="csX1982" fmla="*/ 1135658 w 1651778"/>
                <a:gd name="csY1982" fmla="*/ 600748 h 1232001"/>
                <a:gd name="csX1983" fmla="*/ 1137322 w 1651778"/>
                <a:gd name="csY1983" fmla="*/ 599060 h 1232001"/>
                <a:gd name="csX1984" fmla="*/ 1138985 w 1651778"/>
                <a:gd name="csY1984" fmla="*/ 600748 h 1232001"/>
                <a:gd name="csX1985" fmla="*/ 1137322 w 1651778"/>
                <a:gd name="csY1985" fmla="*/ 602411 h 1232001"/>
                <a:gd name="csX1986" fmla="*/ 1135658 w 1651778"/>
                <a:gd name="csY1986" fmla="*/ 600748 h 1232001"/>
                <a:gd name="csX1987" fmla="*/ 1252246 w 1651778"/>
                <a:gd name="csY1987" fmla="*/ 600748 h 1232001"/>
                <a:gd name="csX1988" fmla="*/ 1253910 w 1651778"/>
                <a:gd name="csY1988" fmla="*/ 599060 h 1232001"/>
                <a:gd name="csX1989" fmla="*/ 1255573 w 1651778"/>
                <a:gd name="csY1989" fmla="*/ 600748 h 1232001"/>
                <a:gd name="csX1990" fmla="*/ 1253910 w 1651778"/>
                <a:gd name="csY1990" fmla="*/ 602411 h 1232001"/>
                <a:gd name="csX1991" fmla="*/ 1252246 w 1651778"/>
                <a:gd name="csY1991" fmla="*/ 600748 h 1232001"/>
                <a:gd name="csX1992" fmla="*/ 1642055 w 1651778"/>
                <a:gd name="csY1992" fmla="*/ 600748 h 1232001"/>
                <a:gd name="csX1993" fmla="*/ 1643718 w 1651778"/>
                <a:gd name="csY1993" fmla="*/ 599060 h 1232001"/>
                <a:gd name="csX1994" fmla="*/ 1645382 w 1651778"/>
                <a:gd name="csY1994" fmla="*/ 600748 h 1232001"/>
                <a:gd name="csX1995" fmla="*/ 1643718 w 1651778"/>
                <a:gd name="csY1995" fmla="*/ 602411 h 1232001"/>
                <a:gd name="csX1996" fmla="*/ 1642055 w 1651778"/>
                <a:gd name="csY1996" fmla="*/ 600748 h 1232001"/>
                <a:gd name="csX1997" fmla="*/ 809159 w 1651778"/>
                <a:gd name="csY1997" fmla="*/ 597397 h 1232001"/>
                <a:gd name="csX1998" fmla="*/ 810822 w 1651778"/>
                <a:gd name="csY1998" fmla="*/ 595733 h 1232001"/>
                <a:gd name="csX1999" fmla="*/ 812486 w 1651778"/>
                <a:gd name="csY1999" fmla="*/ 597397 h 1232001"/>
                <a:gd name="csX2000" fmla="*/ 810822 w 1651778"/>
                <a:gd name="csY2000" fmla="*/ 599060 h 1232001"/>
                <a:gd name="csX2001" fmla="*/ 809159 w 1651778"/>
                <a:gd name="csY2001" fmla="*/ 597397 h 1232001"/>
                <a:gd name="csX2002" fmla="*/ 839150 w 1651778"/>
                <a:gd name="csY2002" fmla="*/ 597397 h 1232001"/>
                <a:gd name="csX2003" fmla="*/ 840813 w 1651778"/>
                <a:gd name="csY2003" fmla="*/ 595733 h 1232001"/>
                <a:gd name="csX2004" fmla="*/ 842477 w 1651778"/>
                <a:gd name="csY2004" fmla="*/ 597397 h 1232001"/>
                <a:gd name="csX2005" fmla="*/ 840813 w 1651778"/>
                <a:gd name="csY2005" fmla="*/ 599060 h 1232001"/>
                <a:gd name="csX2006" fmla="*/ 839150 w 1651778"/>
                <a:gd name="csY2006" fmla="*/ 597397 h 1232001"/>
                <a:gd name="csX2007" fmla="*/ 485986 w 1651778"/>
                <a:gd name="csY2007" fmla="*/ 590743 h 1232001"/>
                <a:gd name="csX2008" fmla="*/ 487674 w 1651778"/>
                <a:gd name="csY2008" fmla="*/ 589079 h 1232001"/>
                <a:gd name="csX2009" fmla="*/ 489337 w 1651778"/>
                <a:gd name="csY2009" fmla="*/ 590743 h 1232001"/>
                <a:gd name="csX2010" fmla="*/ 487674 w 1651778"/>
                <a:gd name="csY2010" fmla="*/ 592406 h 1232001"/>
                <a:gd name="csX2011" fmla="*/ 485986 w 1651778"/>
                <a:gd name="csY2011" fmla="*/ 590743 h 1232001"/>
                <a:gd name="csX2012" fmla="*/ 509323 w 1651778"/>
                <a:gd name="csY2012" fmla="*/ 590743 h 1232001"/>
                <a:gd name="csX2013" fmla="*/ 510987 w 1651778"/>
                <a:gd name="csY2013" fmla="*/ 589079 h 1232001"/>
                <a:gd name="csX2014" fmla="*/ 512650 w 1651778"/>
                <a:gd name="csY2014" fmla="*/ 590743 h 1232001"/>
                <a:gd name="csX2015" fmla="*/ 510987 w 1651778"/>
                <a:gd name="csY2015" fmla="*/ 592406 h 1232001"/>
                <a:gd name="csX2016" fmla="*/ 509323 w 1651778"/>
                <a:gd name="csY2016" fmla="*/ 590743 h 1232001"/>
                <a:gd name="csX2017" fmla="*/ 559300 w 1651778"/>
                <a:gd name="csY2017" fmla="*/ 590743 h 1232001"/>
                <a:gd name="csX2018" fmla="*/ 560963 w 1651778"/>
                <a:gd name="csY2018" fmla="*/ 589079 h 1232001"/>
                <a:gd name="csX2019" fmla="*/ 562627 w 1651778"/>
                <a:gd name="csY2019" fmla="*/ 590743 h 1232001"/>
                <a:gd name="csX2020" fmla="*/ 560963 w 1651778"/>
                <a:gd name="csY2020" fmla="*/ 592406 h 1232001"/>
                <a:gd name="csX2021" fmla="*/ 559300 w 1651778"/>
                <a:gd name="csY2021" fmla="*/ 590743 h 1232001"/>
                <a:gd name="csX2022" fmla="*/ 1089009 w 1651778"/>
                <a:gd name="csY2022" fmla="*/ 590743 h 1232001"/>
                <a:gd name="csX2023" fmla="*/ 1090672 w 1651778"/>
                <a:gd name="csY2023" fmla="*/ 589079 h 1232001"/>
                <a:gd name="csX2024" fmla="*/ 1092336 w 1651778"/>
                <a:gd name="csY2024" fmla="*/ 590743 h 1232001"/>
                <a:gd name="csX2025" fmla="*/ 1090672 w 1651778"/>
                <a:gd name="csY2025" fmla="*/ 592406 h 1232001"/>
                <a:gd name="csX2026" fmla="*/ 1089009 w 1651778"/>
                <a:gd name="csY2026" fmla="*/ 590743 h 1232001"/>
                <a:gd name="csX2027" fmla="*/ 1138985 w 1651778"/>
                <a:gd name="csY2027" fmla="*/ 590743 h 1232001"/>
                <a:gd name="csX2028" fmla="*/ 1140649 w 1651778"/>
                <a:gd name="csY2028" fmla="*/ 589079 h 1232001"/>
                <a:gd name="csX2029" fmla="*/ 1142312 w 1651778"/>
                <a:gd name="csY2029" fmla="*/ 590743 h 1232001"/>
                <a:gd name="csX2030" fmla="*/ 1140649 w 1651778"/>
                <a:gd name="csY2030" fmla="*/ 592406 h 1232001"/>
                <a:gd name="csX2031" fmla="*/ 1138985 w 1651778"/>
                <a:gd name="csY2031" fmla="*/ 590743 h 1232001"/>
                <a:gd name="csX2032" fmla="*/ 1255573 w 1651778"/>
                <a:gd name="csY2032" fmla="*/ 590743 h 1232001"/>
                <a:gd name="csX2033" fmla="*/ 1257261 w 1651778"/>
                <a:gd name="csY2033" fmla="*/ 589079 h 1232001"/>
                <a:gd name="csX2034" fmla="*/ 1258925 w 1651778"/>
                <a:gd name="csY2034" fmla="*/ 590743 h 1232001"/>
                <a:gd name="csX2035" fmla="*/ 1257261 w 1651778"/>
                <a:gd name="csY2035" fmla="*/ 592406 h 1232001"/>
                <a:gd name="csX2036" fmla="*/ 1255573 w 1651778"/>
                <a:gd name="csY2036" fmla="*/ 590743 h 1232001"/>
                <a:gd name="csX2037" fmla="*/ 1638704 w 1651778"/>
                <a:gd name="csY2037" fmla="*/ 590743 h 1232001"/>
                <a:gd name="csX2038" fmla="*/ 1640368 w 1651778"/>
                <a:gd name="csY2038" fmla="*/ 589079 h 1232001"/>
                <a:gd name="csX2039" fmla="*/ 1642055 w 1651778"/>
                <a:gd name="csY2039" fmla="*/ 590743 h 1232001"/>
                <a:gd name="csX2040" fmla="*/ 1640368 w 1651778"/>
                <a:gd name="csY2040" fmla="*/ 592406 h 1232001"/>
                <a:gd name="csX2041" fmla="*/ 1638704 w 1651778"/>
                <a:gd name="csY2041" fmla="*/ 590743 h 1232001"/>
                <a:gd name="csX2042" fmla="*/ 479332 w 1651778"/>
                <a:gd name="csY2042" fmla="*/ 587416 h 1232001"/>
                <a:gd name="csX2043" fmla="*/ 480996 w 1651778"/>
                <a:gd name="csY2043" fmla="*/ 585752 h 1232001"/>
                <a:gd name="csX2044" fmla="*/ 482659 w 1651778"/>
                <a:gd name="csY2044" fmla="*/ 587416 h 1232001"/>
                <a:gd name="csX2045" fmla="*/ 480996 w 1651778"/>
                <a:gd name="csY2045" fmla="*/ 589079 h 1232001"/>
                <a:gd name="csX2046" fmla="*/ 479332 w 1651778"/>
                <a:gd name="csY2046" fmla="*/ 587416 h 1232001"/>
                <a:gd name="csX2047" fmla="*/ 747514 w 1651778"/>
                <a:gd name="csY2047" fmla="*/ 585752 h 1232001"/>
                <a:gd name="csX2048" fmla="*/ 751251 w 1651778"/>
                <a:gd name="csY2048" fmla="*/ 582425 h 1232001"/>
                <a:gd name="csX2049" fmla="*/ 750865 w 1651778"/>
                <a:gd name="csY2049" fmla="*/ 585752 h 1232001"/>
                <a:gd name="csX2050" fmla="*/ 747128 w 1651778"/>
                <a:gd name="csY2050" fmla="*/ 589079 h 1232001"/>
                <a:gd name="csX2051" fmla="*/ 747514 w 1651778"/>
                <a:gd name="csY2051" fmla="*/ 585752 h 1232001"/>
                <a:gd name="csX2052" fmla="*/ 823600 w 1651778"/>
                <a:gd name="csY2052" fmla="*/ 586861 h 1232001"/>
                <a:gd name="csX2053" fmla="*/ 828036 w 1651778"/>
                <a:gd name="csY2053" fmla="*/ 586861 h 1232001"/>
                <a:gd name="csX2054" fmla="*/ 825818 w 1651778"/>
                <a:gd name="csY2054" fmla="*/ 589079 h 1232001"/>
                <a:gd name="csX2055" fmla="*/ 823600 w 1651778"/>
                <a:gd name="csY2055" fmla="*/ 586861 h 1232001"/>
                <a:gd name="csX2056" fmla="*/ 900458 w 1651778"/>
                <a:gd name="csY2056" fmla="*/ 585222 h 1232001"/>
                <a:gd name="csX2057" fmla="*/ 898071 w 1651778"/>
                <a:gd name="csY2057" fmla="*/ 581389 h 1232001"/>
                <a:gd name="csX2058" fmla="*/ 901928 w 1651778"/>
                <a:gd name="csY2058" fmla="*/ 583751 h 1232001"/>
                <a:gd name="csX2059" fmla="*/ 905761 w 1651778"/>
                <a:gd name="csY2059" fmla="*/ 587608 h 1232001"/>
                <a:gd name="csX2060" fmla="*/ 900458 w 1651778"/>
                <a:gd name="csY2060" fmla="*/ 585222 h 1232001"/>
                <a:gd name="csX2061" fmla="*/ 505996 w 1651778"/>
                <a:gd name="csY2061" fmla="*/ 579074 h 1232001"/>
                <a:gd name="csX2062" fmla="*/ 508214 w 1651778"/>
                <a:gd name="csY2062" fmla="*/ 576856 h 1232001"/>
                <a:gd name="csX2063" fmla="*/ 508214 w 1651778"/>
                <a:gd name="csY2063" fmla="*/ 581316 h 1232001"/>
                <a:gd name="csX2064" fmla="*/ 505996 w 1651778"/>
                <a:gd name="csY2064" fmla="*/ 579074 h 1232001"/>
                <a:gd name="csX2065" fmla="*/ 555949 w 1651778"/>
                <a:gd name="csY2065" fmla="*/ 580737 h 1232001"/>
                <a:gd name="csX2066" fmla="*/ 557637 w 1651778"/>
                <a:gd name="csY2066" fmla="*/ 579074 h 1232001"/>
                <a:gd name="csX2067" fmla="*/ 559300 w 1651778"/>
                <a:gd name="csY2067" fmla="*/ 580737 h 1232001"/>
                <a:gd name="csX2068" fmla="*/ 557637 w 1651778"/>
                <a:gd name="csY2068" fmla="*/ 582425 h 1232001"/>
                <a:gd name="csX2069" fmla="*/ 555949 w 1651778"/>
                <a:gd name="csY2069" fmla="*/ 580737 h 1232001"/>
                <a:gd name="csX2070" fmla="*/ 1092336 w 1651778"/>
                <a:gd name="csY2070" fmla="*/ 580737 h 1232001"/>
                <a:gd name="csX2071" fmla="*/ 1093999 w 1651778"/>
                <a:gd name="csY2071" fmla="*/ 579074 h 1232001"/>
                <a:gd name="csX2072" fmla="*/ 1095663 w 1651778"/>
                <a:gd name="csY2072" fmla="*/ 580737 h 1232001"/>
                <a:gd name="csX2073" fmla="*/ 1093999 w 1651778"/>
                <a:gd name="csY2073" fmla="*/ 582425 h 1232001"/>
                <a:gd name="csX2074" fmla="*/ 1092336 w 1651778"/>
                <a:gd name="csY2074" fmla="*/ 580737 h 1232001"/>
                <a:gd name="csX2075" fmla="*/ 1142312 w 1651778"/>
                <a:gd name="csY2075" fmla="*/ 579074 h 1232001"/>
                <a:gd name="csX2076" fmla="*/ 1144531 w 1651778"/>
                <a:gd name="csY2076" fmla="*/ 576856 h 1232001"/>
                <a:gd name="csX2077" fmla="*/ 1144531 w 1651778"/>
                <a:gd name="csY2077" fmla="*/ 581316 h 1232001"/>
                <a:gd name="csX2078" fmla="*/ 1142312 w 1651778"/>
                <a:gd name="csY2078" fmla="*/ 579074 h 1232001"/>
                <a:gd name="csX2079" fmla="*/ 1635377 w 1651778"/>
                <a:gd name="csY2079" fmla="*/ 580737 h 1232001"/>
                <a:gd name="csX2080" fmla="*/ 1637041 w 1651778"/>
                <a:gd name="csY2080" fmla="*/ 579074 h 1232001"/>
                <a:gd name="csX2081" fmla="*/ 1638704 w 1651778"/>
                <a:gd name="csY2081" fmla="*/ 580737 h 1232001"/>
                <a:gd name="csX2082" fmla="*/ 1637041 w 1651778"/>
                <a:gd name="csY2082" fmla="*/ 582425 h 1232001"/>
                <a:gd name="csX2083" fmla="*/ 1635377 w 1651778"/>
                <a:gd name="csY2083" fmla="*/ 580737 h 1232001"/>
                <a:gd name="csX2084" fmla="*/ 764173 w 1651778"/>
                <a:gd name="csY2084" fmla="*/ 572420 h 1232001"/>
                <a:gd name="csX2085" fmla="*/ 767909 w 1651778"/>
                <a:gd name="csY2085" fmla="*/ 569093 h 1232001"/>
                <a:gd name="csX2086" fmla="*/ 767524 w 1651778"/>
                <a:gd name="csY2086" fmla="*/ 572420 h 1232001"/>
                <a:gd name="csX2087" fmla="*/ 763787 w 1651778"/>
                <a:gd name="csY2087" fmla="*/ 575747 h 1232001"/>
                <a:gd name="csX2088" fmla="*/ 764173 w 1651778"/>
                <a:gd name="csY2088" fmla="*/ 572420 h 1232001"/>
                <a:gd name="csX2089" fmla="*/ 883798 w 1651778"/>
                <a:gd name="csY2089" fmla="*/ 571914 h 1232001"/>
                <a:gd name="csX2090" fmla="*/ 881412 w 1651778"/>
                <a:gd name="csY2090" fmla="*/ 568056 h 1232001"/>
                <a:gd name="csX2091" fmla="*/ 885269 w 1651778"/>
                <a:gd name="csY2091" fmla="*/ 570443 h 1232001"/>
                <a:gd name="csX2092" fmla="*/ 889127 w 1651778"/>
                <a:gd name="csY2092" fmla="*/ 574276 h 1232001"/>
                <a:gd name="csX2093" fmla="*/ 883798 w 1651778"/>
                <a:gd name="csY2093" fmla="*/ 571914 h 1232001"/>
                <a:gd name="csX2094" fmla="*/ 1262252 w 1651778"/>
                <a:gd name="csY2094" fmla="*/ 574083 h 1232001"/>
                <a:gd name="csX2095" fmla="*/ 1263915 w 1651778"/>
                <a:gd name="csY2095" fmla="*/ 572420 h 1232001"/>
                <a:gd name="csX2096" fmla="*/ 1265579 w 1651778"/>
                <a:gd name="csY2096" fmla="*/ 574083 h 1232001"/>
                <a:gd name="csX2097" fmla="*/ 1263915 w 1651778"/>
                <a:gd name="csY2097" fmla="*/ 575747 h 1232001"/>
                <a:gd name="csX2098" fmla="*/ 1262252 w 1651778"/>
                <a:gd name="csY2098" fmla="*/ 574083 h 1232001"/>
                <a:gd name="csX2099" fmla="*/ 1632050 w 1651778"/>
                <a:gd name="csY2099" fmla="*/ 574083 h 1232001"/>
                <a:gd name="csX2100" fmla="*/ 1633714 w 1651778"/>
                <a:gd name="csY2100" fmla="*/ 572420 h 1232001"/>
                <a:gd name="csX2101" fmla="*/ 1635377 w 1651778"/>
                <a:gd name="csY2101" fmla="*/ 574083 h 1232001"/>
                <a:gd name="csX2102" fmla="*/ 1633714 w 1651778"/>
                <a:gd name="csY2102" fmla="*/ 575747 h 1232001"/>
                <a:gd name="csX2103" fmla="*/ 1632050 w 1651778"/>
                <a:gd name="csY2103" fmla="*/ 574083 h 1232001"/>
                <a:gd name="csX2104" fmla="*/ 552622 w 1651778"/>
                <a:gd name="csY2104" fmla="*/ 570757 h 1232001"/>
                <a:gd name="csX2105" fmla="*/ 554285 w 1651778"/>
                <a:gd name="csY2105" fmla="*/ 569093 h 1232001"/>
                <a:gd name="csX2106" fmla="*/ 555949 w 1651778"/>
                <a:gd name="csY2106" fmla="*/ 570757 h 1232001"/>
                <a:gd name="csX2107" fmla="*/ 554285 w 1651778"/>
                <a:gd name="csY2107" fmla="*/ 572420 h 1232001"/>
                <a:gd name="csX2108" fmla="*/ 552622 w 1651778"/>
                <a:gd name="csY2108" fmla="*/ 570757 h 1232001"/>
                <a:gd name="csX2109" fmla="*/ 1095663 w 1651778"/>
                <a:gd name="csY2109" fmla="*/ 570757 h 1232001"/>
                <a:gd name="csX2110" fmla="*/ 1097326 w 1651778"/>
                <a:gd name="csY2110" fmla="*/ 569093 h 1232001"/>
                <a:gd name="csX2111" fmla="*/ 1099014 w 1651778"/>
                <a:gd name="csY2111" fmla="*/ 570757 h 1232001"/>
                <a:gd name="csX2112" fmla="*/ 1097326 w 1651778"/>
                <a:gd name="csY2112" fmla="*/ 572420 h 1232001"/>
                <a:gd name="csX2113" fmla="*/ 1095663 w 1651778"/>
                <a:gd name="csY2113" fmla="*/ 570757 h 1232001"/>
                <a:gd name="csX2114" fmla="*/ 502645 w 1651778"/>
                <a:gd name="csY2114" fmla="*/ 565766 h 1232001"/>
                <a:gd name="csX2115" fmla="*/ 504863 w 1651778"/>
                <a:gd name="csY2115" fmla="*/ 563549 h 1232001"/>
                <a:gd name="csX2116" fmla="*/ 504863 w 1651778"/>
                <a:gd name="csY2116" fmla="*/ 567984 h 1232001"/>
                <a:gd name="csX2117" fmla="*/ 502645 w 1651778"/>
                <a:gd name="csY2117" fmla="*/ 565766 h 1232001"/>
                <a:gd name="csX2118" fmla="*/ 1145639 w 1651778"/>
                <a:gd name="csY2118" fmla="*/ 565766 h 1232001"/>
                <a:gd name="csX2119" fmla="*/ 1147857 w 1651778"/>
                <a:gd name="csY2119" fmla="*/ 563549 h 1232001"/>
                <a:gd name="csX2120" fmla="*/ 1147857 w 1651778"/>
                <a:gd name="csY2120" fmla="*/ 567984 h 1232001"/>
                <a:gd name="csX2121" fmla="*/ 1145639 w 1651778"/>
                <a:gd name="csY2121" fmla="*/ 565766 h 1232001"/>
                <a:gd name="csX2122" fmla="*/ 1265579 w 1651778"/>
                <a:gd name="csY2122" fmla="*/ 567430 h 1232001"/>
                <a:gd name="csX2123" fmla="*/ 1267242 w 1651778"/>
                <a:gd name="csY2123" fmla="*/ 565766 h 1232001"/>
                <a:gd name="csX2124" fmla="*/ 1268906 w 1651778"/>
                <a:gd name="csY2124" fmla="*/ 567430 h 1232001"/>
                <a:gd name="csX2125" fmla="*/ 1267242 w 1651778"/>
                <a:gd name="csY2125" fmla="*/ 569093 h 1232001"/>
                <a:gd name="csX2126" fmla="*/ 1265579 w 1651778"/>
                <a:gd name="csY2126" fmla="*/ 567430 h 1232001"/>
                <a:gd name="csX2127" fmla="*/ 1628723 w 1651778"/>
                <a:gd name="csY2127" fmla="*/ 567430 h 1232001"/>
                <a:gd name="csX2128" fmla="*/ 1630387 w 1651778"/>
                <a:gd name="csY2128" fmla="*/ 565766 h 1232001"/>
                <a:gd name="csX2129" fmla="*/ 1632050 w 1651778"/>
                <a:gd name="csY2129" fmla="*/ 567430 h 1232001"/>
                <a:gd name="csX2130" fmla="*/ 1630387 w 1651778"/>
                <a:gd name="csY2130" fmla="*/ 569093 h 1232001"/>
                <a:gd name="csX2131" fmla="*/ 1628723 w 1651778"/>
                <a:gd name="csY2131" fmla="*/ 567430 h 1232001"/>
                <a:gd name="csX2132" fmla="*/ 777505 w 1651778"/>
                <a:gd name="csY2132" fmla="*/ 562439 h 1232001"/>
                <a:gd name="csX2133" fmla="*/ 781241 w 1651778"/>
                <a:gd name="csY2133" fmla="*/ 559089 h 1232001"/>
                <a:gd name="csX2134" fmla="*/ 780832 w 1651778"/>
                <a:gd name="csY2134" fmla="*/ 562439 h 1232001"/>
                <a:gd name="csX2135" fmla="*/ 777119 w 1651778"/>
                <a:gd name="csY2135" fmla="*/ 565766 h 1232001"/>
                <a:gd name="csX2136" fmla="*/ 777505 w 1651778"/>
                <a:gd name="csY2136" fmla="*/ 562439 h 1232001"/>
                <a:gd name="csX2137" fmla="*/ 870466 w 1651778"/>
                <a:gd name="csY2137" fmla="*/ 561909 h 1232001"/>
                <a:gd name="csX2138" fmla="*/ 868104 w 1651778"/>
                <a:gd name="csY2138" fmla="*/ 558076 h 1232001"/>
                <a:gd name="csX2139" fmla="*/ 871937 w 1651778"/>
                <a:gd name="csY2139" fmla="*/ 560439 h 1232001"/>
                <a:gd name="csX2140" fmla="*/ 874324 w 1651778"/>
                <a:gd name="csY2140" fmla="*/ 565766 h 1232001"/>
                <a:gd name="csX2141" fmla="*/ 870466 w 1651778"/>
                <a:gd name="csY2141" fmla="*/ 561909 h 1232001"/>
                <a:gd name="csX2142" fmla="*/ 549295 w 1651778"/>
                <a:gd name="csY2142" fmla="*/ 559089 h 1232001"/>
                <a:gd name="csX2143" fmla="*/ 551513 w 1651778"/>
                <a:gd name="csY2143" fmla="*/ 556870 h 1232001"/>
                <a:gd name="csX2144" fmla="*/ 551513 w 1651778"/>
                <a:gd name="csY2144" fmla="*/ 561306 h 1232001"/>
                <a:gd name="csX2145" fmla="*/ 549295 w 1651778"/>
                <a:gd name="csY2145" fmla="*/ 559089 h 1232001"/>
                <a:gd name="csX2146" fmla="*/ 1099014 w 1651778"/>
                <a:gd name="csY2146" fmla="*/ 559089 h 1232001"/>
                <a:gd name="csX2147" fmla="*/ 1101232 w 1651778"/>
                <a:gd name="csY2147" fmla="*/ 556870 h 1232001"/>
                <a:gd name="csX2148" fmla="*/ 1101232 w 1651778"/>
                <a:gd name="csY2148" fmla="*/ 561306 h 1232001"/>
                <a:gd name="csX2149" fmla="*/ 1099014 w 1651778"/>
                <a:gd name="csY2149" fmla="*/ 559089 h 1232001"/>
                <a:gd name="csX2150" fmla="*/ 1625396 w 1651778"/>
                <a:gd name="csY2150" fmla="*/ 560752 h 1232001"/>
                <a:gd name="csX2151" fmla="*/ 1627060 w 1651778"/>
                <a:gd name="csY2151" fmla="*/ 559089 h 1232001"/>
                <a:gd name="csX2152" fmla="*/ 1628723 w 1651778"/>
                <a:gd name="csY2152" fmla="*/ 560752 h 1232001"/>
                <a:gd name="csX2153" fmla="*/ 1627060 w 1651778"/>
                <a:gd name="csY2153" fmla="*/ 562439 h 1232001"/>
                <a:gd name="csX2154" fmla="*/ 1625396 w 1651778"/>
                <a:gd name="csY2154" fmla="*/ 560752 h 1232001"/>
                <a:gd name="csX2155" fmla="*/ 1272232 w 1651778"/>
                <a:gd name="csY2155" fmla="*/ 557425 h 1232001"/>
                <a:gd name="csX2156" fmla="*/ 1273920 w 1651778"/>
                <a:gd name="csY2156" fmla="*/ 555762 h 1232001"/>
                <a:gd name="csX2157" fmla="*/ 1275584 w 1651778"/>
                <a:gd name="csY2157" fmla="*/ 557425 h 1232001"/>
                <a:gd name="csX2158" fmla="*/ 1273920 w 1651778"/>
                <a:gd name="csY2158" fmla="*/ 559089 h 1232001"/>
                <a:gd name="csX2159" fmla="*/ 1272232 w 1651778"/>
                <a:gd name="csY2159" fmla="*/ 557425 h 1232001"/>
                <a:gd name="csX2160" fmla="*/ 775841 w 1651778"/>
                <a:gd name="csY2160" fmla="*/ 554098 h 1232001"/>
                <a:gd name="csX2161" fmla="*/ 777505 w 1651778"/>
                <a:gd name="csY2161" fmla="*/ 552435 h 1232001"/>
                <a:gd name="csX2162" fmla="*/ 779168 w 1651778"/>
                <a:gd name="csY2162" fmla="*/ 554098 h 1232001"/>
                <a:gd name="csX2163" fmla="*/ 777505 w 1651778"/>
                <a:gd name="csY2163" fmla="*/ 555762 h 1232001"/>
                <a:gd name="csX2164" fmla="*/ 775841 w 1651778"/>
                <a:gd name="csY2164" fmla="*/ 554098 h 1232001"/>
                <a:gd name="csX2165" fmla="*/ 872467 w 1651778"/>
                <a:gd name="csY2165" fmla="*/ 554098 h 1232001"/>
                <a:gd name="csX2166" fmla="*/ 874131 w 1651778"/>
                <a:gd name="csY2166" fmla="*/ 552435 h 1232001"/>
                <a:gd name="csX2167" fmla="*/ 875794 w 1651778"/>
                <a:gd name="csY2167" fmla="*/ 554098 h 1232001"/>
                <a:gd name="csX2168" fmla="*/ 874131 w 1651778"/>
                <a:gd name="csY2168" fmla="*/ 555762 h 1232001"/>
                <a:gd name="csX2169" fmla="*/ 872467 w 1651778"/>
                <a:gd name="csY2169" fmla="*/ 554098 h 1232001"/>
                <a:gd name="csX2170" fmla="*/ 1275584 w 1651778"/>
                <a:gd name="csY2170" fmla="*/ 550771 h 1232001"/>
                <a:gd name="csX2171" fmla="*/ 1277247 w 1651778"/>
                <a:gd name="csY2171" fmla="*/ 549108 h 1232001"/>
                <a:gd name="csX2172" fmla="*/ 1278911 w 1651778"/>
                <a:gd name="csY2172" fmla="*/ 550771 h 1232001"/>
                <a:gd name="csX2173" fmla="*/ 1277247 w 1651778"/>
                <a:gd name="csY2173" fmla="*/ 552435 h 1232001"/>
                <a:gd name="csX2174" fmla="*/ 1275584 w 1651778"/>
                <a:gd name="csY2174" fmla="*/ 550771 h 1232001"/>
                <a:gd name="csX2175" fmla="*/ 1618718 w 1651778"/>
                <a:gd name="csY2175" fmla="*/ 550771 h 1232001"/>
                <a:gd name="csX2176" fmla="*/ 1620382 w 1651778"/>
                <a:gd name="csY2176" fmla="*/ 549108 h 1232001"/>
                <a:gd name="csX2177" fmla="*/ 1622045 w 1651778"/>
                <a:gd name="csY2177" fmla="*/ 550771 h 1232001"/>
                <a:gd name="csX2178" fmla="*/ 1620382 w 1651778"/>
                <a:gd name="csY2178" fmla="*/ 552435 h 1232001"/>
                <a:gd name="csX2179" fmla="*/ 1618718 w 1651778"/>
                <a:gd name="csY2179" fmla="*/ 550771 h 1232001"/>
                <a:gd name="csX2180" fmla="*/ 500283 w 1651778"/>
                <a:gd name="csY2180" fmla="*/ 534112 h 1232001"/>
                <a:gd name="csX2181" fmla="*/ 500331 w 1651778"/>
                <a:gd name="csY2181" fmla="*/ 517453 h 1232001"/>
                <a:gd name="csX2182" fmla="*/ 501705 w 1651778"/>
                <a:gd name="csY2182" fmla="*/ 526663 h 1232001"/>
                <a:gd name="csX2183" fmla="*/ 501657 w 1651778"/>
                <a:gd name="csY2183" fmla="*/ 543321 h 1232001"/>
                <a:gd name="csX2184" fmla="*/ 500283 w 1651778"/>
                <a:gd name="csY2184" fmla="*/ 534112 h 1232001"/>
                <a:gd name="csX2185" fmla="*/ 765836 w 1651778"/>
                <a:gd name="csY2185" fmla="*/ 547444 h 1232001"/>
                <a:gd name="csX2186" fmla="*/ 767524 w 1651778"/>
                <a:gd name="csY2186" fmla="*/ 545781 h 1232001"/>
                <a:gd name="csX2187" fmla="*/ 769187 w 1651778"/>
                <a:gd name="csY2187" fmla="*/ 547444 h 1232001"/>
                <a:gd name="csX2188" fmla="*/ 767524 w 1651778"/>
                <a:gd name="csY2188" fmla="*/ 549108 h 1232001"/>
                <a:gd name="csX2189" fmla="*/ 765836 w 1651778"/>
                <a:gd name="csY2189" fmla="*/ 547444 h 1232001"/>
                <a:gd name="csX2190" fmla="*/ 882448 w 1651778"/>
                <a:gd name="csY2190" fmla="*/ 547444 h 1232001"/>
                <a:gd name="csX2191" fmla="*/ 884112 w 1651778"/>
                <a:gd name="csY2191" fmla="*/ 545781 h 1232001"/>
                <a:gd name="csX2192" fmla="*/ 885775 w 1651778"/>
                <a:gd name="csY2192" fmla="*/ 547444 h 1232001"/>
                <a:gd name="csX2193" fmla="*/ 884112 w 1651778"/>
                <a:gd name="csY2193" fmla="*/ 549108 h 1232001"/>
                <a:gd name="csX2194" fmla="*/ 882448 w 1651778"/>
                <a:gd name="csY2194" fmla="*/ 547444 h 1232001"/>
                <a:gd name="csX2195" fmla="*/ 1149931 w 1651778"/>
                <a:gd name="csY2195" fmla="*/ 534112 h 1232001"/>
                <a:gd name="csX2196" fmla="*/ 1149979 w 1651778"/>
                <a:gd name="csY2196" fmla="*/ 517453 h 1232001"/>
                <a:gd name="csX2197" fmla="*/ 1151377 w 1651778"/>
                <a:gd name="csY2197" fmla="*/ 526663 h 1232001"/>
                <a:gd name="csX2198" fmla="*/ 1151329 w 1651778"/>
                <a:gd name="csY2198" fmla="*/ 543321 h 1232001"/>
                <a:gd name="csX2199" fmla="*/ 1149931 w 1651778"/>
                <a:gd name="csY2199" fmla="*/ 534112 h 1232001"/>
                <a:gd name="csX2200" fmla="*/ 759182 w 1651778"/>
                <a:gd name="csY2200" fmla="*/ 544093 h 1232001"/>
                <a:gd name="csX2201" fmla="*/ 760846 w 1651778"/>
                <a:gd name="csY2201" fmla="*/ 542429 h 1232001"/>
                <a:gd name="csX2202" fmla="*/ 762509 w 1651778"/>
                <a:gd name="csY2202" fmla="*/ 544093 h 1232001"/>
                <a:gd name="csX2203" fmla="*/ 760846 w 1651778"/>
                <a:gd name="csY2203" fmla="*/ 545781 h 1232001"/>
                <a:gd name="csX2204" fmla="*/ 759182 w 1651778"/>
                <a:gd name="csY2204" fmla="*/ 544093 h 1232001"/>
                <a:gd name="csX2205" fmla="*/ 889102 w 1651778"/>
                <a:gd name="csY2205" fmla="*/ 544093 h 1232001"/>
                <a:gd name="csX2206" fmla="*/ 890790 w 1651778"/>
                <a:gd name="csY2206" fmla="*/ 542429 h 1232001"/>
                <a:gd name="csX2207" fmla="*/ 892454 w 1651778"/>
                <a:gd name="csY2207" fmla="*/ 544093 h 1232001"/>
                <a:gd name="csX2208" fmla="*/ 890790 w 1651778"/>
                <a:gd name="csY2208" fmla="*/ 545781 h 1232001"/>
                <a:gd name="csX2209" fmla="*/ 889102 w 1651778"/>
                <a:gd name="csY2209" fmla="*/ 544093 h 1232001"/>
                <a:gd name="csX2210" fmla="*/ 546740 w 1651778"/>
                <a:gd name="csY2210" fmla="*/ 532449 h 1232001"/>
                <a:gd name="csX2211" fmla="*/ 546740 w 1651778"/>
                <a:gd name="csY2211" fmla="*/ 520780 h 1232001"/>
                <a:gd name="csX2212" fmla="*/ 548258 w 1651778"/>
                <a:gd name="csY2212" fmla="*/ 526614 h 1232001"/>
                <a:gd name="csX2213" fmla="*/ 548258 w 1651778"/>
                <a:gd name="csY2213" fmla="*/ 538283 h 1232001"/>
                <a:gd name="csX2214" fmla="*/ 546740 w 1651778"/>
                <a:gd name="csY2214" fmla="*/ 544093 h 1232001"/>
                <a:gd name="csX2215" fmla="*/ 1610087 w 1651778"/>
                <a:gd name="csY2215" fmla="*/ 538596 h 1232001"/>
                <a:gd name="csX2216" fmla="*/ 1607701 w 1651778"/>
                <a:gd name="csY2216" fmla="*/ 534739 h 1232001"/>
                <a:gd name="csX2217" fmla="*/ 1611534 w 1651778"/>
                <a:gd name="csY2217" fmla="*/ 537126 h 1232001"/>
                <a:gd name="csX2218" fmla="*/ 1615391 w 1651778"/>
                <a:gd name="csY2218" fmla="*/ 540959 h 1232001"/>
                <a:gd name="csX2219" fmla="*/ 1610087 w 1651778"/>
                <a:gd name="csY2219" fmla="*/ 538596 h 1232001"/>
                <a:gd name="csX2220" fmla="*/ 1102871 w 1651778"/>
                <a:gd name="csY2220" fmla="*/ 532449 h 1232001"/>
                <a:gd name="csX2221" fmla="*/ 1102871 w 1651778"/>
                <a:gd name="csY2221" fmla="*/ 524107 h 1232001"/>
                <a:gd name="csX2222" fmla="*/ 1104535 w 1651778"/>
                <a:gd name="csY2222" fmla="*/ 528278 h 1232001"/>
                <a:gd name="csX2223" fmla="*/ 1104535 w 1651778"/>
                <a:gd name="csY2223" fmla="*/ 536595 h 1232001"/>
                <a:gd name="csX2224" fmla="*/ 1102871 w 1651778"/>
                <a:gd name="csY2224" fmla="*/ 540766 h 1232001"/>
                <a:gd name="csX2225" fmla="*/ 1287228 w 1651778"/>
                <a:gd name="csY2225" fmla="*/ 535776 h 1232001"/>
                <a:gd name="csX2226" fmla="*/ 1290965 w 1651778"/>
                <a:gd name="csY2226" fmla="*/ 532449 h 1232001"/>
                <a:gd name="csX2227" fmla="*/ 1290555 w 1651778"/>
                <a:gd name="csY2227" fmla="*/ 535776 h 1232001"/>
                <a:gd name="csX2228" fmla="*/ 1286843 w 1651778"/>
                <a:gd name="csY2228" fmla="*/ 539103 h 1232001"/>
                <a:gd name="csX2229" fmla="*/ 1287228 w 1651778"/>
                <a:gd name="csY2229" fmla="*/ 535776 h 1232001"/>
                <a:gd name="csX2230" fmla="*/ 742524 w 1651778"/>
                <a:gd name="csY2230" fmla="*/ 534112 h 1232001"/>
                <a:gd name="csX2231" fmla="*/ 744187 w 1651778"/>
                <a:gd name="csY2231" fmla="*/ 532449 h 1232001"/>
                <a:gd name="csX2232" fmla="*/ 745851 w 1651778"/>
                <a:gd name="csY2232" fmla="*/ 534112 h 1232001"/>
                <a:gd name="csX2233" fmla="*/ 744187 w 1651778"/>
                <a:gd name="csY2233" fmla="*/ 535776 h 1232001"/>
                <a:gd name="csX2234" fmla="*/ 742524 w 1651778"/>
                <a:gd name="csY2234" fmla="*/ 534112 h 1232001"/>
                <a:gd name="csX2235" fmla="*/ 905761 w 1651778"/>
                <a:gd name="csY2235" fmla="*/ 534112 h 1232001"/>
                <a:gd name="csX2236" fmla="*/ 907449 w 1651778"/>
                <a:gd name="csY2236" fmla="*/ 532449 h 1232001"/>
                <a:gd name="csX2237" fmla="*/ 909113 w 1651778"/>
                <a:gd name="csY2237" fmla="*/ 534112 h 1232001"/>
                <a:gd name="csX2238" fmla="*/ 907449 w 1651778"/>
                <a:gd name="csY2238" fmla="*/ 535776 h 1232001"/>
                <a:gd name="csX2239" fmla="*/ 905761 w 1651778"/>
                <a:gd name="csY2239" fmla="*/ 534112 h 1232001"/>
                <a:gd name="csX2240" fmla="*/ 735870 w 1651778"/>
                <a:gd name="csY2240" fmla="*/ 530785 h 1232001"/>
                <a:gd name="csX2241" fmla="*/ 737533 w 1651778"/>
                <a:gd name="csY2241" fmla="*/ 529122 h 1232001"/>
                <a:gd name="csX2242" fmla="*/ 739197 w 1651778"/>
                <a:gd name="csY2242" fmla="*/ 530785 h 1232001"/>
                <a:gd name="csX2243" fmla="*/ 737533 w 1651778"/>
                <a:gd name="csY2243" fmla="*/ 532449 h 1232001"/>
                <a:gd name="csX2244" fmla="*/ 735870 w 1651778"/>
                <a:gd name="csY2244" fmla="*/ 530785 h 1232001"/>
                <a:gd name="csX2245" fmla="*/ 912440 w 1651778"/>
                <a:gd name="csY2245" fmla="*/ 530785 h 1232001"/>
                <a:gd name="csX2246" fmla="*/ 914103 w 1651778"/>
                <a:gd name="csY2246" fmla="*/ 529122 h 1232001"/>
                <a:gd name="csX2247" fmla="*/ 915767 w 1651778"/>
                <a:gd name="csY2247" fmla="*/ 530785 h 1232001"/>
                <a:gd name="csX2248" fmla="*/ 914103 w 1651778"/>
                <a:gd name="csY2248" fmla="*/ 532449 h 1232001"/>
                <a:gd name="csX2249" fmla="*/ 912440 w 1651778"/>
                <a:gd name="csY2249" fmla="*/ 530785 h 1232001"/>
                <a:gd name="csX2250" fmla="*/ 729192 w 1651778"/>
                <a:gd name="csY2250" fmla="*/ 527434 h 1232001"/>
                <a:gd name="csX2251" fmla="*/ 730855 w 1651778"/>
                <a:gd name="csY2251" fmla="*/ 525770 h 1232001"/>
                <a:gd name="csX2252" fmla="*/ 732543 w 1651778"/>
                <a:gd name="csY2252" fmla="*/ 527434 h 1232001"/>
                <a:gd name="csX2253" fmla="*/ 730855 w 1651778"/>
                <a:gd name="csY2253" fmla="*/ 529122 h 1232001"/>
                <a:gd name="csX2254" fmla="*/ 729192 w 1651778"/>
                <a:gd name="csY2254" fmla="*/ 527434 h 1232001"/>
                <a:gd name="csX2255" fmla="*/ 823600 w 1651778"/>
                <a:gd name="csY2255" fmla="*/ 526903 h 1232001"/>
                <a:gd name="csX2256" fmla="*/ 828036 w 1651778"/>
                <a:gd name="csY2256" fmla="*/ 526903 h 1232001"/>
                <a:gd name="csX2257" fmla="*/ 825818 w 1651778"/>
                <a:gd name="csY2257" fmla="*/ 529122 h 1232001"/>
                <a:gd name="csX2258" fmla="*/ 823600 w 1651778"/>
                <a:gd name="csY2258" fmla="*/ 526903 h 1232001"/>
                <a:gd name="csX2259" fmla="*/ 919093 w 1651778"/>
                <a:gd name="csY2259" fmla="*/ 527434 h 1232001"/>
                <a:gd name="csX2260" fmla="*/ 920756 w 1651778"/>
                <a:gd name="csY2260" fmla="*/ 525770 h 1232001"/>
                <a:gd name="csX2261" fmla="*/ 922420 w 1651778"/>
                <a:gd name="csY2261" fmla="*/ 527434 h 1232001"/>
                <a:gd name="csX2262" fmla="*/ 920756 w 1651778"/>
                <a:gd name="csY2262" fmla="*/ 529122 h 1232001"/>
                <a:gd name="csX2263" fmla="*/ 919093 w 1651778"/>
                <a:gd name="csY2263" fmla="*/ 527434 h 1232001"/>
                <a:gd name="csX2264" fmla="*/ 722538 w 1651778"/>
                <a:gd name="csY2264" fmla="*/ 524107 h 1232001"/>
                <a:gd name="csX2265" fmla="*/ 724201 w 1651778"/>
                <a:gd name="csY2265" fmla="*/ 522443 h 1232001"/>
                <a:gd name="csX2266" fmla="*/ 725865 w 1651778"/>
                <a:gd name="csY2266" fmla="*/ 524107 h 1232001"/>
                <a:gd name="csX2267" fmla="*/ 724201 w 1651778"/>
                <a:gd name="csY2267" fmla="*/ 525770 h 1232001"/>
                <a:gd name="csX2268" fmla="*/ 722538 w 1651778"/>
                <a:gd name="csY2268" fmla="*/ 524107 h 1232001"/>
                <a:gd name="csX2269" fmla="*/ 815813 w 1651778"/>
                <a:gd name="csY2269" fmla="*/ 524107 h 1232001"/>
                <a:gd name="csX2270" fmla="*/ 817476 w 1651778"/>
                <a:gd name="csY2270" fmla="*/ 522443 h 1232001"/>
                <a:gd name="csX2271" fmla="*/ 819164 w 1651778"/>
                <a:gd name="csY2271" fmla="*/ 524107 h 1232001"/>
                <a:gd name="csX2272" fmla="*/ 817476 w 1651778"/>
                <a:gd name="csY2272" fmla="*/ 525770 h 1232001"/>
                <a:gd name="csX2273" fmla="*/ 815813 w 1651778"/>
                <a:gd name="csY2273" fmla="*/ 524107 h 1232001"/>
                <a:gd name="csX2274" fmla="*/ 832472 w 1651778"/>
                <a:gd name="csY2274" fmla="*/ 524107 h 1232001"/>
                <a:gd name="csX2275" fmla="*/ 834135 w 1651778"/>
                <a:gd name="csY2275" fmla="*/ 522443 h 1232001"/>
                <a:gd name="csX2276" fmla="*/ 835799 w 1651778"/>
                <a:gd name="csY2276" fmla="*/ 524107 h 1232001"/>
                <a:gd name="csX2277" fmla="*/ 834135 w 1651778"/>
                <a:gd name="csY2277" fmla="*/ 525770 h 1232001"/>
                <a:gd name="csX2278" fmla="*/ 832472 w 1651778"/>
                <a:gd name="csY2278" fmla="*/ 524107 h 1232001"/>
                <a:gd name="csX2279" fmla="*/ 925771 w 1651778"/>
                <a:gd name="csY2279" fmla="*/ 524107 h 1232001"/>
                <a:gd name="csX2280" fmla="*/ 927435 w 1651778"/>
                <a:gd name="csY2280" fmla="*/ 522443 h 1232001"/>
                <a:gd name="csX2281" fmla="*/ 929098 w 1651778"/>
                <a:gd name="csY2281" fmla="*/ 524107 h 1232001"/>
                <a:gd name="csX2282" fmla="*/ 927435 w 1651778"/>
                <a:gd name="csY2282" fmla="*/ 525770 h 1232001"/>
                <a:gd name="csX2283" fmla="*/ 925771 w 1651778"/>
                <a:gd name="csY2283" fmla="*/ 524107 h 1232001"/>
                <a:gd name="csX2284" fmla="*/ 715884 w 1651778"/>
                <a:gd name="csY2284" fmla="*/ 520780 h 1232001"/>
                <a:gd name="csX2285" fmla="*/ 717547 w 1651778"/>
                <a:gd name="csY2285" fmla="*/ 519116 h 1232001"/>
                <a:gd name="csX2286" fmla="*/ 719211 w 1651778"/>
                <a:gd name="csY2286" fmla="*/ 520780 h 1232001"/>
                <a:gd name="csX2287" fmla="*/ 717547 w 1651778"/>
                <a:gd name="csY2287" fmla="*/ 522443 h 1232001"/>
                <a:gd name="csX2288" fmla="*/ 715884 w 1651778"/>
                <a:gd name="csY2288" fmla="*/ 520780 h 1232001"/>
                <a:gd name="csX2289" fmla="*/ 932425 w 1651778"/>
                <a:gd name="csY2289" fmla="*/ 520780 h 1232001"/>
                <a:gd name="csX2290" fmla="*/ 934088 w 1651778"/>
                <a:gd name="csY2290" fmla="*/ 519116 h 1232001"/>
                <a:gd name="csX2291" fmla="*/ 935752 w 1651778"/>
                <a:gd name="csY2291" fmla="*/ 520780 h 1232001"/>
                <a:gd name="csX2292" fmla="*/ 934088 w 1651778"/>
                <a:gd name="csY2292" fmla="*/ 522443 h 1232001"/>
                <a:gd name="csX2293" fmla="*/ 932425 w 1651778"/>
                <a:gd name="csY2293" fmla="*/ 520780 h 1232001"/>
                <a:gd name="csX2294" fmla="*/ 709206 w 1651778"/>
                <a:gd name="csY2294" fmla="*/ 517453 h 1232001"/>
                <a:gd name="csX2295" fmla="*/ 710869 w 1651778"/>
                <a:gd name="csY2295" fmla="*/ 515789 h 1232001"/>
                <a:gd name="csX2296" fmla="*/ 712532 w 1651778"/>
                <a:gd name="csY2296" fmla="*/ 517453 h 1232001"/>
                <a:gd name="csX2297" fmla="*/ 710869 w 1651778"/>
                <a:gd name="csY2297" fmla="*/ 519116 h 1232001"/>
                <a:gd name="csX2298" fmla="*/ 709206 w 1651778"/>
                <a:gd name="csY2298" fmla="*/ 517453 h 1232001"/>
                <a:gd name="csX2299" fmla="*/ 805832 w 1651778"/>
                <a:gd name="csY2299" fmla="*/ 517453 h 1232001"/>
                <a:gd name="csX2300" fmla="*/ 807495 w 1651778"/>
                <a:gd name="csY2300" fmla="*/ 515789 h 1232001"/>
                <a:gd name="csX2301" fmla="*/ 809159 w 1651778"/>
                <a:gd name="csY2301" fmla="*/ 517453 h 1232001"/>
                <a:gd name="csX2302" fmla="*/ 807495 w 1651778"/>
                <a:gd name="csY2302" fmla="*/ 519116 h 1232001"/>
                <a:gd name="csX2303" fmla="*/ 805832 w 1651778"/>
                <a:gd name="csY2303" fmla="*/ 517453 h 1232001"/>
                <a:gd name="csX2304" fmla="*/ 842477 w 1651778"/>
                <a:gd name="csY2304" fmla="*/ 517453 h 1232001"/>
                <a:gd name="csX2305" fmla="*/ 844140 w 1651778"/>
                <a:gd name="csY2305" fmla="*/ 515789 h 1232001"/>
                <a:gd name="csX2306" fmla="*/ 845804 w 1651778"/>
                <a:gd name="csY2306" fmla="*/ 517453 h 1232001"/>
                <a:gd name="csX2307" fmla="*/ 844140 w 1651778"/>
                <a:gd name="csY2307" fmla="*/ 519116 h 1232001"/>
                <a:gd name="csX2308" fmla="*/ 842477 w 1651778"/>
                <a:gd name="csY2308" fmla="*/ 517453 h 1232001"/>
                <a:gd name="csX2309" fmla="*/ 939079 w 1651778"/>
                <a:gd name="csY2309" fmla="*/ 517453 h 1232001"/>
                <a:gd name="csX2310" fmla="*/ 940742 w 1651778"/>
                <a:gd name="csY2310" fmla="*/ 515789 h 1232001"/>
                <a:gd name="csX2311" fmla="*/ 942430 w 1651778"/>
                <a:gd name="csY2311" fmla="*/ 517453 h 1232001"/>
                <a:gd name="csX2312" fmla="*/ 940742 w 1651778"/>
                <a:gd name="csY2312" fmla="*/ 519116 h 1232001"/>
                <a:gd name="csX2313" fmla="*/ 939079 w 1651778"/>
                <a:gd name="csY2313" fmla="*/ 517453 h 1232001"/>
                <a:gd name="csX2314" fmla="*/ 702552 w 1651778"/>
                <a:gd name="csY2314" fmla="*/ 514126 h 1232001"/>
                <a:gd name="csX2315" fmla="*/ 704215 w 1651778"/>
                <a:gd name="csY2315" fmla="*/ 512462 h 1232001"/>
                <a:gd name="csX2316" fmla="*/ 705879 w 1651778"/>
                <a:gd name="csY2316" fmla="*/ 514126 h 1232001"/>
                <a:gd name="csX2317" fmla="*/ 704215 w 1651778"/>
                <a:gd name="csY2317" fmla="*/ 515789 h 1232001"/>
                <a:gd name="csX2318" fmla="*/ 702552 w 1651778"/>
                <a:gd name="csY2318" fmla="*/ 514126 h 1232001"/>
                <a:gd name="csX2319" fmla="*/ 945757 w 1651778"/>
                <a:gd name="csY2319" fmla="*/ 514126 h 1232001"/>
                <a:gd name="csX2320" fmla="*/ 947421 w 1651778"/>
                <a:gd name="csY2320" fmla="*/ 512462 h 1232001"/>
                <a:gd name="csX2321" fmla="*/ 949084 w 1651778"/>
                <a:gd name="csY2321" fmla="*/ 514126 h 1232001"/>
                <a:gd name="csX2322" fmla="*/ 947421 w 1651778"/>
                <a:gd name="csY2322" fmla="*/ 515789 h 1232001"/>
                <a:gd name="csX2323" fmla="*/ 945757 w 1651778"/>
                <a:gd name="csY2323" fmla="*/ 514126 h 1232001"/>
                <a:gd name="csX2324" fmla="*/ 549295 w 1651778"/>
                <a:gd name="csY2324" fmla="*/ 510799 h 1232001"/>
                <a:gd name="csX2325" fmla="*/ 550958 w 1651778"/>
                <a:gd name="csY2325" fmla="*/ 509112 h 1232001"/>
                <a:gd name="csX2326" fmla="*/ 552622 w 1651778"/>
                <a:gd name="csY2326" fmla="*/ 510799 h 1232001"/>
                <a:gd name="csX2327" fmla="*/ 550958 w 1651778"/>
                <a:gd name="csY2327" fmla="*/ 512462 h 1232001"/>
                <a:gd name="csX2328" fmla="*/ 549295 w 1651778"/>
                <a:gd name="csY2328" fmla="*/ 510799 h 1232001"/>
                <a:gd name="csX2329" fmla="*/ 692547 w 1651778"/>
                <a:gd name="csY2329" fmla="*/ 510799 h 1232001"/>
                <a:gd name="csX2330" fmla="*/ 694211 w 1651778"/>
                <a:gd name="csY2330" fmla="*/ 509112 h 1232001"/>
                <a:gd name="csX2331" fmla="*/ 695874 w 1651778"/>
                <a:gd name="csY2331" fmla="*/ 510799 h 1232001"/>
                <a:gd name="csX2332" fmla="*/ 694211 w 1651778"/>
                <a:gd name="csY2332" fmla="*/ 512462 h 1232001"/>
                <a:gd name="csX2333" fmla="*/ 692547 w 1651778"/>
                <a:gd name="csY2333" fmla="*/ 510799 h 1232001"/>
                <a:gd name="csX2334" fmla="*/ 795827 w 1651778"/>
                <a:gd name="csY2334" fmla="*/ 510799 h 1232001"/>
                <a:gd name="csX2335" fmla="*/ 797491 w 1651778"/>
                <a:gd name="csY2335" fmla="*/ 509112 h 1232001"/>
                <a:gd name="csX2336" fmla="*/ 799154 w 1651778"/>
                <a:gd name="csY2336" fmla="*/ 510799 h 1232001"/>
                <a:gd name="csX2337" fmla="*/ 797491 w 1651778"/>
                <a:gd name="csY2337" fmla="*/ 512462 h 1232001"/>
                <a:gd name="csX2338" fmla="*/ 795827 w 1651778"/>
                <a:gd name="csY2338" fmla="*/ 510799 h 1232001"/>
                <a:gd name="csX2339" fmla="*/ 852458 w 1651778"/>
                <a:gd name="csY2339" fmla="*/ 510799 h 1232001"/>
                <a:gd name="csX2340" fmla="*/ 854121 w 1651778"/>
                <a:gd name="csY2340" fmla="*/ 509112 h 1232001"/>
                <a:gd name="csX2341" fmla="*/ 855808 w 1651778"/>
                <a:gd name="csY2341" fmla="*/ 510799 h 1232001"/>
                <a:gd name="csX2342" fmla="*/ 854121 w 1651778"/>
                <a:gd name="csY2342" fmla="*/ 512462 h 1232001"/>
                <a:gd name="csX2343" fmla="*/ 852458 w 1651778"/>
                <a:gd name="csY2343" fmla="*/ 510799 h 1232001"/>
                <a:gd name="csX2344" fmla="*/ 955738 w 1651778"/>
                <a:gd name="csY2344" fmla="*/ 510799 h 1232001"/>
                <a:gd name="csX2345" fmla="*/ 957402 w 1651778"/>
                <a:gd name="csY2345" fmla="*/ 509112 h 1232001"/>
                <a:gd name="csX2346" fmla="*/ 959089 w 1651778"/>
                <a:gd name="csY2346" fmla="*/ 510799 h 1232001"/>
                <a:gd name="csX2347" fmla="*/ 957402 w 1651778"/>
                <a:gd name="csY2347" fmla="*/ 512462 h 1232001"/>
                <a:gd name="csX2348" fmla="*/ 955738 w 1651778"/>
                <a:gd name="csY2348" fmla="*/ 510799 h 1232001"/>
                <a:gd name="csX2349" fmla="*/ 1099014 w 1651778"/>
                <a:gd name="csY2349" fmla="*/ 510799 h 1232001"/>
                <a:gd name="csX2350" fmla="*/ 1100677 w 1651778"/>
                <a:gd name="csY2350" fmla="*/ 509112 h 1232001"/>
                <a:gd name="csX2351" fmla="*/ 1102341 w 1651778"/>
                <a:gd name="csY2351" fmla="*/ 510799 h 1232001"/>
                <a:gd name="csX2352" fmla="*/ 1100677 w 1651778"/>
                <a:gd name="csY2352" fmla="*/ 512462 h 1232001"/>
                <a:gd name="csX2353" fmla="*/ 1099014 w 1651778"/>
                <a:gd name="csY2353" fmla="*/ 510799 h 1232001"/>
                <a:gd name="csX2354" fmla="*/ 1313892 w 1651778"/>
                <a:gd name="csY2354" fmla="*/ 509112 h 1232001"/>
                <a:gd name="csX2355" fmla="*/ 1317605 w 1651778"/>
                <a:gd name="csY2355" fmla="*/ 505785 h 1232001"/>
                <a:gd name="csX2356" fmla="*/ 1317219 w 1651778"/>
                <a:gd name="csY2356" fmla="*/ 509112 h 1232001"/>
                <a:gd name="csX2357" fmla="*/ 1313482 w 1651778"/>
                <a:gd name="csY2357" fmla="*/ 512462 h 1232001"/>
                <a:gd name="csX2358" fmla="*/ 1313892 w 1651778"/>
                <a:gd name="csY2358" fmla="*/ 509112 h 1232001"/>
                <a:gd name="csX2359" fmla="*/ 685893 w 1651778"/>
                <a:gd name="csY2359" fmla="*/ 507449 h 1232001"/>
                <a:gd name="csX2360" fmla="*/ 687557 w 1651778"/>
                <a:gd name="csY2360" fmla="*/ 505785 h 1232001"/>
                <a:gd name="csX2361" fmla="*/ 689220 w 1651778"/>
                <a:gd name="csY2361" fmla="*/ 507449 h 1232001"/>
                <a:gd name="csX2362" fmla="*/ 687557 w 1651778"/>
                <a:gd name="csY2362" fmla="*/ 509112 h 1232001"/>
                <a:gd name="csX2363" fmla="*/ 685893 w 1651778"/>
                <a:gd name="csY2363" fmla="*/ 507449 h 1232001"/>
                <a:gd name="csX2364" fmla="*/ 789173 w 1651778"/>
                <a:gd name="csY2364" fmla="*/ 507449 h 1232001"/>
                <a:gd name="csX2365" fmla="*/ 790837 w 1651778"/>
                <a:gd name="csY2365" fmla="*/ 505785 h 1232001"/>
                <a:gd name="csX2366" fmla="*/ 792500 w 1651778"/>
                <a:gd name="csY2366" fmla="*/ 507449 h 1232001"/>
                <a:gd name="csX2367" fmla="*/ 790837 w 1651778"/>
                <a:gd name="csY2367" fmla="*/ 509112 h 1232001"/>
                <a:gd name="csX2368" fmla="*/ 789173 w 1651778"/>
                <a:gd name="csY2368" fmla="*/ 507449 h 1232001"/>
                <a:gd name="csX2369" fmla="*/ 859135 w 1651778"/>
                <a:gd name="csY2369" fmla="*/ 507449 h 1232001"/>
                <a:gd name="csX2370" fmla="*/ 860799 w 1651778"/>
                <a:gd name="csY2370" fmla="*/ 505785 h 1232001"/>
                <a:gd name="csX2371" fmla="*/ 862462 w 1651778"/>
                <a:gd name="csY2371" fmla="*/ 507449 h 1232001"/>
                <a:gd name="csX2372" fmla="*/ 860799 w 1651778"/>
                <a:gd name="csY2372" fmla="*/ 509112 h 1232001"/>
                <a:gd name="csX2373" fmla="*/ 859135 w 1651778"/>
                <a:gd name="csY2373" fmla="*/ 507449 h 1232001"/>
                <a:gd name="csX2374" fmla="*/ 962416 w 1651778"/>
                <a:gd name="csY2374" fmla="*/ 507449 h 1232001"/>
                <a:gd name="csX2375" fmla="*/ 964080 w 1651778"/>
                <a:gd name="csY2375" fmla="*/ 505785 h 1232001"/>
                <a:gd name="csX2376" fmla="*/ 965743 w 1651778"/>
                <a:gd name="csY2376" fmla="*/ 507449 h 1232001"/>
                <a:gd name="csX2377" fmla="*/ 964080 w 1651778"/>
                <a:gd name="csY2377" fmla="*/ 509112 h 1232001"/>
                <a:gd name="csX2378" fmla="*/ 962416 w 1651778"/>
                <a:gd name="csY2378" fmla="*/ 507449 h 1232001"/>
                <a:gd name="csX2379" fmla="*/ 1578747 w 1651778"/>
                <a:gd name="csY2379" fmla="*/ 507449 h 1232001"/>
                <a:gd name="csX2380" fmla="*/ 1580410 w 1651778"/>
                <a:gd name="csY2380" fmla="*/ 505785 h 1232001"/>
                <a:gd name="csX2381" fmla="*/ 1582073 w 1651778"/>
                <a:gd name="csY2381" fmla="*/ 507449 h 1232001"/>
                <a:gd name="csX2382" fmla="*/ 1580410 w 1651778"/>
                <a:gd name="csY2382" fmla="*/ 509112 h 1232001"/>
                <a:gd name="csX2383" fmla="*/ 1578747 w 1651778"/>
                <a:gd name="csY2383" fmla="*/ 507449 h 1232001"/>
                <a:gd name="csX2384" fmla="*/ 502645 w 1651778"/>
                <a:gd name="csY2384" fmla="*/ 504122 h 1232001"/>
                <a:gd name="csX2385" fmla="*/ 504309 w 1651778"/>
                <a:gd name="csY2385" fmla="*/ 502458 h 1232001"/>
                <a:gd name="csX2386" fmla="*/ 505996 w 1651778"/>
                <a:gd name="csY2386" fmla="*/ 504122 h 1232001"/>
                <a:gd name="csX2387" fmla="*/ 504309 w 1651778"/>
                <a:gd name="csY2387" fmla="*/ 505785 h 1232001"/>
                <a:gd name="csX2388" fmla="*/ 502645 w 1651778"/>
                <a:gd name="csY2388" fmla="*/ 504122 h 1232001"/>
                <a:gd name="csX2389" fmla="*/ 675888 w 1651778"/>
                <a:gd name="csY2389" fmla="*/ 504122 h 1232001"/>
                <a:gd name="csX2390" fmla="*/ 677552 w 1651778"/>
                <a:gd name="csY2390" fmla="*/ 502458 h 1232001"/>
                <a:gd name="csX2391" fmla="*/ 679239 w 1651778"/>
                <a:gd name="csY2391" fmla="*/ 504122 h 1232001"/>
                <a:gd name="csX2392" fmla="*/ 677552 w 1651778"/>
                <a:gd name="csY2392" fmla="*/ 505785 h 1232001"/>
                <a:gd name="csX2393" fmla="*/ 675888 w 1651778"/>
                <a:gd name="csY2393" fmla="*/ 504122 h 1232001"/>
                <a:gd name="csX2394" fmla="*/ 972397 w 1651778"/>
                <a:gd name="csY2394" fmla="*/ 504122 h 1232001"/>
                <a:gd name="csX2395" fmla="*/ 974061 w 1651778"/>
                <a:gd name="csY2395" fmla="*/ 502458 h 1232001"/>
                <a:gd name="csX2396" fmla="*/ 975724 w 1651778"/>
                <a:gd name="csY2396" fmla="*/ 504122 h 1232001"/>
                <a:gd name="csX2397" fmla="*/ 974061 w 1651778"/>
                <a:gd name="csY2397" fmla="*/ 505785 h 1232001"/>
                <a:gd name="csX2398" fmla="*/ 972397 w 1651778"/>
                <a:gd name="csY2398" fmla="*/ 504122 h 1232001"/>
                <a:gd name="csX2399" fmla="*/ 1145639 w 1651778"/>
                <a:gd name="csY2399" fmla="*/ 504122 h 1232001"/>
                <a:gd name="csX2400" fmla="*/ 1147303 w 1651778"/>
                <a:gd name="csY2400" fmla="*/ 502458 h 1232001"/>
                <a:gd name="csX2401" fmla="*/ 1148966 w 1651778"/>
                <a:gd name="csY2401" fmla="*/ 504122 h 1232001"/>
                <a:gd name="csX2402" fmla="*/ 1147303 w 1651778"/>
                <a:gd name="csY2402" fmla="*/ 505785 h 1232001"/>
                <a:gd name="csX2403" fmla="*/ 1145639 w 1651778"/>
                <a:gd name="csY2403" fmla="*/ 504122 h 1232001"/>
                <a:gd name="csX2404" fmla="*/ 557637 w 1651778"/>
                <a:gd name="csY2404" fmla="*/ 499131 h 1232001"/>
                <a:gd name="csX2405" fmla="*/ 561349 w 1651778"/>
                <a:gd name="csY2405" fmla="*/ 495804 h 1232001"/>
                <a:gd name="csX2406" fmla="*/ 560963 w 1651778"/>
                <a:gd name="csY2406" fmla="*/ 499131 h 1232001"/>
                <a:gd name="csX2407" fmla="*/ 557227 w 1651778"/>
                <a:gd name="csY2407" fmla="*/ 502458 h 1232001"/>
                <a:gd name="csX2408" fmla="*/ 557637 w 1651778"/>
                <a:gd name="csY2408" fmla="*/ 499131 h 1232001"/>
                <a:gd name="csX2409" fmla="*/ 669234 w 1651778"/>
                <a:gd name="csY2409" fmla="*/ 500795 h 1232001"/>
                <a:gd name="csX2410" fmla="*/ 670898 w 1651778"/>
                <a:gd name="csY2410" fmla="*/ 499131 h 1232001"/>
                <a:gd name="csX2411" fmla="*/ 672561 w 1651778"/>
                <a:gd name="csY2411" fmla="*/ 500795 h 1232001"/>
                <a:gd name="csX2412" fmla="*/ 670898 w 1651778"/>
                <a:gd name="csY2412" fmla="*/ 502458 h 1232001"/>
                <a:gd name="csX2413" fmla="*/ 669234 w 1651778"/>
                <a:gd name="csY2413" fmla="*/ 500795 h 1232001"/>
                <a:gd name="csX2414" fmla="*/ 979075 w 1651778"/>
                <a:gd name="csY2414" fmla="*/ 500795 h 1232001"/>
                <a:gd name="csX2415" fmla="*/ 980738 w 1651778"/>
                <a:gd name="csY2415" fmla="*/ 499131 h 1232001"/>
                <a:gd name="csX2416" fmla="*/ 982402 w 1651778"/>
                <a:gd name="csY2416" fmla="*/ 500795 h 1232001"/>
                <a:gd name="csX2417" fmla="*/ 980738 w 1651778"/>
                <a:gd name="csY2417" fmla="*/ 502458 h 1232001"/>
                <a:gd name="csX2418" fmla="*/ 979075 w 1651778"/>
                <a:gd name="csY2418" fmla="*/ 500795 h 1232001"/>
                <a:gd name="csX2419" fmla="*/ 1090359 w 1651778"/>
                <a:gd name="csY2419" fmla="*/ 498624 h 1232001"/>
                <a:gd name="csX2420" fmla="*/ 1087972 w 1651778"/>
                <a:gd name="csY2420" fmla="*/ 494767 h 1232001"/>
                <a:gd name="csX2421" fmla="*/ 1091830 w 1651778"/>
                <a:gd name="csY2421" fmla="*/ 497154 h 1232001"/>
                <a:gd name="csX2422" fmla="*/ 1094192 w 1651778"/>
                <a:gd name="csY2422" fmla="*/ 502458 h 1232001"/>
                <a:gd name="csX2423" fmla="*/ 1090359 w 1651778"/>
                <a:gd name="csY2423" fmla="*/ 498624 h 1232001"/>
                <a:gd name="csX2424" fmla="*/ 1327224 w 1651778"/>
                <a:gd name="csY2424" fmla="*/ 499131 h 1232001"/>
                <a:gd name="csX2425" fmla="*/ 1330936 w 1651778"/>
                <a:gd name="csY2425" fmla="*/ 495804 h 1232001"/>
                <a:gd name="csX2426" fmla="*/ 1330551 w 1651778"/>
                <a:gd name="csY2426" fmla="*/ 499131 h 1232001"/>
                <a:gd name="csX2427" fmla="*/ 1326814 w 1651778"/>
                <a:gd name="csY2427" fmla="*/ 502458 h 1232001"/>
                <a:gd name="csX2428" fmla="*/ 1327224 w 1651778"/>
                <a:gd name="csY2428" fmla="*/ 499131 h 1232001"/>
                <a:gd name="csX2429" fmla="*/ 657011 w 1651778"/>
                <a:gd name="csY2429" fmla="*/ 496913 h 1232001"/>
                <a:gd name="csX2430" fmla="*/ 661447 w 1651778"/>
                <a:gd name="csY2430" fmla="*/ 496913 h 1232001"/>
                <a:gd name="csX2431" fmla="*/ 659229 w 1651778"/>
                <a:gd name="csY2431" fmla="*/ 499131 h 1232001"/>
                <a:gd name="csX2432" fmla="*/ 657011 w 1651778"/>
                <a:gd name="csY2432" fmla="*/ 496913 h 1232001"/>
                <a:gd name="csX2433" fmla="*/ 772514 w 1651778"/>
                <a:gd name="csY2433" fmla="*/ 497468 h 1232001"/>
                <a:gd name="csX2434" fmla="*/ 774178 w 1651778"/>
                <a:gd name="csY2434" fmla="*/ 495804 h 1232001"/>
                <a:gd name="csX2435" fmla="*/ 775841 w 1651778"/>
                <a:gd name="csY2435" fmla="*/ 497468 h 1232001"/>
                <a:gd name="csX2436" fmla="*/ 774178 w 1651778"/>
                <a:gd name="csY2436" fmla="*/ 499131 h 1232001"/>
                <a:gd name="csX2437" fmla="*/ 772514 w 1651778"/>
                <a:gd name="csY2437" fmla="*/ 497468 h 1232001"/>
                <a:gd name="csX2438" fmla="*/ 875794 w 1651778"/>
                <a:gd name="csY2438" fmla="*/ 497468 h 1232001"/>
                <a:gd name="csX2439" fmla="*/ 877458 w 1651778"/>
                <a:gd name="csY2439" fmla="*/ 495804 h 1232001"/>
                <a:gd name="csX2440" fmla="*/ 879121 w 1651778"/>
                <a:gd name="csY2440" fmla="*/ 497468 h 1232001"/>
                <a:gd name="csX2441" fmla="*/ 877458 w 1651778"/>
                <a:gd name="csY2441" fmla="*/ 499131 h 1232001"/>
                <a:gd name="csX2442" fmla="*/ 875794 w 1651778"/>
                <a:gd name="csY2442" fmla="*/ 497468 h 1232001"/>
                <a:gd name="csX2443" fmla="*/ 990165 w 1651778"/>
                <a:gd name="csY2443" fmla="*/ 496913 h 1232001"/>
                <a:gd name="csX2444" fmla="*/ 994625 w 1651778"/>
                <a:gd name="csY2444" fmla="*/ 496913 h 1232001"/>
                <a:gd name="csX2445" fmla="*/ 992382 w 1651778"/>
                <a:gd name="csY2445" fmla="*/ 499131 h 1232001"/>
                <a:gd name="csX2446" fmla="*/ 990165 w 1651778"/>
                <a:gd name="csY2446" fmla="*/ 496913 h 1232001"/>
                <a:gd name="csX2447" fmla="*/ 1565415 w 1651778"/>
                <a:gd name="csY2447" fmla="*/ 497468 h 1232001"/>
                <a:gd name="csX2448" fmla="*/ 1567078 w 1651778"/>
                <a:gd name="csY2448" fmla="*/ 495804 h 1232001"/>
                <a:gd name="csX2449" fmla="*/ 1568742 w 1651778"/>
                <a:gd name="csY2449" fmla="*/ 497468 h 1232001"/>
                <a:gd name="csX2450" fmla="*/ 1567078 w 1651778"/>
                <a:gd name="csY2450" fmla="*/ 499131 h 1232001"/>
                <a:gd name="csX2451" fmla="*/ 1565415 w 1651778"/>
                <a:gd name="csY2451" fmla="*/ 497468 h 1232001"/>
                <a:gd name="csX2452" fmla="*/ 505996 w 1651778"/>
                <a:gd name="csY2452" fmla="*/ 494141 h 1232001"/>
                <a:gd name="csX2453" fmla="*/ 507660 w 1651778"/>
                <a:gd name="csY2453" fmla="*/ 492477 h 1232001"/>
                <a:gd name="csX2454" fmla="*/ 509323 w 1651778"/>
                <a:gd name="csY2454" fmla="*/ 494141 h 1232001"/>
                <a:gd name="csX2455" fmla="*/ 507660 w 1651778"/>
                <a:gd name="csY2455" fmla="*/ 495804 h 1232001"/>
                <a:gd name="csX2456" fmla="*/ 505996 w 1651778"/>
                <a:gd name="csY2456" fmla="*/ 494141 h 1232001"/>
                <a:gd name="csX2457" fmla="*/ 645921 w 1651778"/>
                <a:gd name="csY2457" fmla="*/ 494141 h 1232001"/>
                <a:gd name="csX2458" fmla="*/ 647585 w 1651778"/>
                <a:gd name="csY2458" fmla="*/ 492477 h 1232001"/>
                <a:gd name="csX2459" fmla="*/ 649248 w 1651778"/>
                <a:gd name="csY2459" fmla="*/ 494141 h 1232001"/>
                <a:gd name="csX2460" fmla="*/ 647585 w 1651778"/>
                <a:gd name="csY2460" fmla="*/ 495804 h 1232001"/>
                <a:gd name="csX2461" fmla="*/ 645921 w 1651778"/>
                <a:gd name="csY2461" fmla="*/ 494141 h 1232001"/>
                <a:gd name="csX2462" fmla="*/ 765836 w 1651778"/>
                <a:gd name="csY2462" fmla="*/ 494141 h 1232001"/>
                <a:gd name="csX2463" fmla="*/ 767524 w 1651778"/>
                <a:gd name="csY2463" fmla="*/ 492477 h 1232001"/>
                <a:gd name="csX2464" fmla="*/ 769187 w 1651778"/>
                <a:gd name="csY2464" fmla="*/ 494141 h 1232001"/>
                <a:gd name="csX2465" fmla="*/ 767524 w 1651778"/>
                <a:gd name="csY2465" fmla="*/ 495804 h 1232001"/>
                <a:gd name="csX2466" fmla="*/ 765836 w 1651778"/>
                <a:gd name="csY2466" fmla="*/ 494141 h 1232001"/>
                <a:gd name="csX2467" fmla="*/ 882448 w 1651778"/>
                <a:gd name="csY2467" fmla="*/ 494141 h 1232001"/>
                <a:gd name="csX2468" fmla="*/ 884112 w 1651778"/>
                <a:gd name="csY2468" fmla="*/ 492477 h 1232001"/>
                <a:gd name="csX2469" fmla="*/ 885775 w 1651778"/>
                <a:gd name="csY2469" fmla="*/ 494141 h 1232001"/>
                <a:gd name="csX2470" fmla="*/ 884112 w 1651778"/>
                <a:gd name="csY2470" fmla="*/ 495804 h 1232001"/>
                <a:gd name="csX2471" fmla="*/ 882448 w 1651778"/>
                <a:gd name="csY2471" fmla="*/ 494141 h 1232001"/>
                <a:gd name="csX2472" fmla="*/ 1002388 w 1651778"/>
                <a:gd name="csY2472" fmla="*/ 494141 h 1232001"/>
                <a:gd name="csX2473" fmla="*/ 1004051 w 1651778"/>
                <a:gd name="csY2473" fmla="*/ 492477 h 1232001"/>
                <a:gd name="csX2474" fmla="*/ 1005715 w 1651778"/>
                <a:gd name="csY2474" fmla="*/ 494141 h 1232001"/>
                <a:gd name="csX2475" fmla="*/ 1004051 w 1651778"/>
                <a:gd name="csY2475" fmla="*/ 495804 h 1232001"/>
                <a:gd name="csX2476" fmla="*/ 1002388 w 1651778"/>
                <a:gd name="csY2476" fmla="*/ 494141 h 1232001"/>
                <a:gd name="csX2477" fmla="*/ 1142312 w 1651778"/>
                <a:gd name="csY2477" fmla="*/ 494141 h 1232001"/>
                <a:gd name="csX2478" fmla="*/ 1143976 w 1651778"/>
                <a:gd name="csY2478" fmla="*/ 492477 h 1232001"/>
                <a:gd name="csX2479" fmla="*/ 1145639 w 1651778"/>
                <a:gd name="csY2479" fmla="*/ 494141 h 1232001"/>
                <a:gd name="csX2480" fmla="*/ 1143976 w 1651778"/>
                <a:gd name="csY2480" fmla="*/ 495804 h 1232001"/>
                <a:gd name="csX2481" fmla="*/ 1142312 w 1651778"/>
                <a:gd name="csY2481" fmla="*/ 494141 h 1232001"/>
                <a:gd name="csX2482" fmla="*/ 1335541 w 1651778"/>
                <a:gd name="csY2482" fmla="*/ 494141 h 1232001"/>
                <a:gd name="csX2483" fmla="*/ 1337205 w 1651778"/>
                <a:gd name="csY2483" fmla="*/ 492477 h 1232001"/>
                <a:gd name="csX2484" fmla="*/ 1338868 w 1651778"/>
                <a:gd name="csY2484" fmla="*/ 494141 h 1232001"/>
                <a:gd name="csX2485" fmla="*/ 1337205 w 1651778"/>
                <a:gd name="csY2485" fmla="*/ 495804 h 1232001"/>
                <a:gd name="csX2486" fmla="*/ 1335541 w 1651778"/>
                <a:gd name="csY2486" fmla="*/ 494141 h 1232001"/>
                <a:gd name="csX2487" fmla="*/ 1558761 w 1651778"/>
                <a:gd name="csY2487" fmla="*/ 494141 h 1232001"/>
                <a:gd name="csX2488" fmla="*/ 1560424 w 1651778"/>
                <a:gd name="csY2488" fmla="*/ 492477 h 1232001"/>
                <a:gd name="csX2489" fmla="*/ 1562088 w 1651778"/>
                <a:gd name="csY2489" fmla="*/ 494141 h 1232001"/>
                <a:gd name="csX2490" fmla="*/ 1560424 w 1651778"/>
                <a:gd name="csY2490" fmla="*/ 495804 h 1232001"/>
                <a:gd name="csX2491" fmla="*/ 1558761 w 1651778"/>
                <a:gd name="csY2491" fmla="*/ 494141 h 1232001"/>
                <a:gd name="csX2492" fmla="*/ 572608 w 1651778"/>
                <a:gd name="csY2492" fmla="*/ 490814 h 1232001"/>
                <a:gd name="csX2493" fmla="*/ 574271 w 1651778"/>
                <a:gd name="csY2493" fmla="*/ 489126 h 1232001"/>
                <a:gd name="csX2494" fmla="*/ 575959 w 1651778"/>
                <a:gd name="csY2494" fmla="*/ 490814 h 1232001"/>
                <a:gd name="csX2495" fmla="*/ 574271 w 1651778"/>
                <a:gd name="csY2495" fmla="*/ 492477 h 1232001"/>
                <a:gd name="csX2496" fmla="*/ 572608 w 1651778"/>
                <a:gd name="csY2496" fmla="*/ 490814 h 1232001"/>
                <a:gd name="csX2497" fmla="*/ 632590 w 1651778"/>
                <a:gd name="csY2497" fmla="*/ 490814 h 1232001"/>
                <a:gd name="csX2498" fmla="*/ 634253 w 1651778"/>
                <a:gd name="csY2498" fmla="*/ 489126 h 1232001"/>
                <a:gd name="csX2499" fmla="*/ 635917 w 1651778"/>
                <a:gd name="csY2499" fmla="*/ 490814 h 1232001"/>
                <a:gd name="csX2500" fmla="*/ 634253 w 1651778"/>
                <a:gd name="csY2500" fmla="*/ 492477 h 1232001"/>
                <a:gd name="csX2501" fmla="*/ 632590 w 1651778"/>
                <a:gd name="csY2501" fmla="*/ 490814 h 1232001"/>
                <a:gd name="csX2502" fmla="*/ 759182 w 1651778"/>
                <a:gd name="csY2502" fmla="*/ 490814 h 1232001"/>
                <a:gd name="csX2503" fmla="*/ 760846 w 1651778"/>
                <a:gd name="csY2503" fmla="*/ 489126 h 1232001"/>
                <a:gd name="csX2504" fmla="*/ 762509 w 1651778"/>
                <a:gd name="csY2504" fmla="*/ 490814 h 1232001"/>
                <a:gd name="csX2505" fmla="*/ 760846 w 1651778"/>
                <a:gd name="csY2505" fmla="*/ 492477 h 1232001"/>
                <a:gd name="csX2506" fmla="*/ 759182 w 1651778"/>
                <a:gd name="csY2506" fmla="*/ 490814 h 1232001"/>
                <a:gd name="csX2507" fmla="*/ 889102 w 1651778"/>
                <a:gd name="csY2507" fmla="*/ 490814 h 1232001"/>
                <a:gd name="csX2508" fmla="*/ 890790 w 1651778"/>
                <a:gd name="csY2508" fmla="*/ 489126 h 1232001"/>
                <a:gd name="csX2509" fmla="*/ 892454 w 1651778"/>
                <a:gd name="csY2509" fmla="*/ 490814 h 1232001"/>
                <a:gd name="csX2510" fmla="*/ 890790 w 1651778"/>
                <a:gd name="csY2510" fmla="*/ 492477 h 1232001"/>
                <a:gd name="csX2511" fmla="*/ 889102 w 1651778"/>
                <a:gd name="csY2511" fmla="*/ 490814 h 1232001"/>
                <a:gd name="csX2512" fmla="*/ 1015720 w 1651778"/>
                <a:gd name="csY2512" fmla="*/ 490814 h 1232001"/>
                <a:gd name="csX2513" fmla="*/ 1017383 w 1651778"/>
                <a:gd name="csY2513" fmla="*/ 489126 h 1232001"/>
                <a:gd name="csX2514" fmla="*/ 1019047 w 1651778"/>
                <a:gd name="csY2514" fmla="*/ 490814 h 1232001"/>
                <a:gd name="csX2515" fmla="*/ 1017383 w 1651778"/>
                <a:gd name="csY2515" fmla="*/ 492477 h 1232001"/>
                <a:gd name="csX2516" fmla="*/ 1015720 w 1651778"/>
                <a:gd name="csY2516" fmla="*/ 490814 h 1232001"/>
                <a:gd name="csX2517" fmla="*/ 1075677 w 1651778"/>
                <a:gd name="csY2517" fmla="*/ 490814 h 1232001"/>
                <a:gd name="csX2518" fmla="*/ 1077341 w 1651778"/>
                <a:gd name="csY2518" fmla="*/ 489126 h 1232001"/>
                <a:gd name="csX2519" fmla="*/ 1079004 w 1651778"/>
                <a:gd name="csY2519" fmla="*/ 490814 h 1232001"/>
                <a:gd name="csX2520" fmla="*/ 1077341 w 1651778"/>
                <a:gd name="csY2520" fmla="*/ 492477 h 1232001"/>
                <a:gd name="csX2521" fmla="*/ 1075677 w 1651778"/>
                <a:gd name="csY2521" fmla="*/ 490814 h 1232001"/>
                <a:gd name="csX2522" fmla="*/ 586832 w 1651778"/>
                <a:gd name="csY2522" fmla="*/ 486836 h 1232001"/>
                <a:gd name="csX2523" fmla="*/ 596837 w 1651778"/>
                <a:gd name="csY2523" fmla="*/ 486956 h 1232001"/>
                <a:gd name="csX2524" fmla="*/ 590930 w 1651778"/>
                <a:gd name="csY2524" fmla="*/ 488475 h 1232001"/>
                <a:gd name="csX2525" fmla="*/ 580950 w 1651778"/>
                <a:gd name="csY2525" fmla="*/ 488354 h 1232001"/>
                <a:gd name="csX2526" fmla="*/ 606841 w 1651778"/>
                <a:gd name="csY2526" fmla="*/ 486836 h 1232001"/>
                <a:gd name="csX2527" fmla="*/ 616822 w 1651778"/>
                <a:gd name="csY2527" fmla="*/ 486956 h 1232001"/>
                <a:gd name="csX2528" fmla="*/ 610940 w 1651778"/>
                <a:gd name="csY2528" fmla="*/ 488475 h 1232001"/>
                <a:gd name="csX2529" fmla="*/ 600935 w 1651778"/>
                <a:gd name="csY2529" fmla="*/ 488354 h 1232001"/>
                <a:gd name="csX2530" fmla="*/ 752528 w 1651778"/>
                <a:gd name="csY2530" fmla="*/ 487462 h 1232001"/>
                <a:gd name="csX2531" fmla="*/ 754192 w 1651778"/>
                <a:gd name="csY2531" fmla="*/ 485799 h 1232001"/>
                <a:gd name="csX2532" fmla="*/ 755855 w 1651778"/>
                <a:gd name="csY2532" fmla="*/ 487462 h 1232001"/>
                <a:gd name="csX2533" fmla="*/ 754192 w 1651778"/>
                <a:gd name="csY2533" fmla="*/ 489126 h 1232001"/>
                <a:gd name="csX2534" fmla="*/ 752528 w 1651778"/>
                <a:gd name="csY2534" fmla="*/ 487462 h 1232001"/>
                <a:gd name="csX2535" fmla="*/ 895781 w 1651778"/>
                <a:gd name="csY2535" fmla="*/ 487462 h 1232001"/>
                <a:gd name="csX2536" fmla="*/ 897444 w 1651778"/>
                <a:gd name="csY2536" fmla="*/ 485799 h 1232001"/>
                <a:gd name="csX2537" fmla="*/ 899107 w 1651778"/>
                <a:gd name="csY2537" fmla="*/ 487462 h 1232001"/>
                <a:gd name="csX2538" fmla="*/ 897444 w 1651778"/>
                <a:gd name="csY2538" fmla="*/ 489126 h 1232001"/>
                <a:gd name="csX2539" fmla="*/ 895781 w 1651778"/>
                <a:gd name="csY2539" fmla="*/ 487462 h 1232001"/>
                <a:gd name="csX2540" fmla="*/ 1036598 w 1651778"/>
                <a:gd name="csY2540" fmla="*/ 486836 h 1232001"/>
                <a:gd name="csX2541" fmla="*/ 1046602 w 1651778"/>
                <a:gd name="csY2541" fmla="*/ 486956 h 1232001"/>
                <a:gd name="csX2542" fmla="*/ 1040696 w 1651778"/>
                <a:gd name="csY2542" fmla="*/ 488475 h 1232001"/>
                <a:gd name="csX2543" fmla="*/ 1030715 w 1651778"/>
                <a:gd name="csY2543" fmla="*/ 488354 h 1232001"/>
                <a:gd name="csX2544" fmla="*/ 1056583 w 1651778"/>
                <a:gd name="csY2544" fmla="*/ 486836 h 1232001"/>
                <a:gd name="csX2545" fmla="*/ 1066588 w 1651778"/>
                <a:gd name="csY2545" fmla="*/ 486956 h 1232001"/>
                <a:gd name="csX2546" fmla="*/ 1060682 w 1651778"/>
                <a:gd name="csY2546" fmla="*/ 488475 h 1232001"/>
                <a:gd name="csX2547" fmla="*/ 1050701 w 1651778"/>
                <a:gd name="csY2547" fmla="*/ 488354 h 1232001"/>
                <a:gd name="csX2548" fmla="*/ 1345546 w 1651778"/>
                <a:gd name="csY2548" fmla="*/ 487462 h 1232001"/>
                <a:gd name="csX2549" fmla="*/ 1347210 w 1651778"/>
                <a:gd name="csY2549" fmla="*/ 485799 h 1232001"/>
                <a:gd name="csX2550" fmla="*/ 1348873 w 1651778"/>
                <a:gd name="csY2550" fmla="*/ 487462 h 1232001"/>
                <a:gd name="csX2551" fmla="*/ 1347210 w 1651778"/>
                <a:gd name="csY2551" fmla="*/ 489126 h 1232001"/>
                <a:gd name="csX2552" fmla="*/ 1345546 w 1651778"/>
                <a:gd name="csY2552" fmla="*/ 487462 h 1232001"/>
                <a:gd name="csX2553" fmla="*/ 1548756 w 1651778"/>
                <a:gd name="csY2553" fmla="*/ 487462 h 1232001"/>
                <a:gd name="csX2554" fmla="*/ 1550419 w 1651778"/>
                <a:gd name="csY2554" fmla="*/ 485799 h 1232001"/>
                <a:gd name="csX2555" fmla="*/ 1552082 w 1651778"/>
                <a:gd name="csY2555" fmla="*/ 487462 h 1232001"/>
                <a:gd name="csX2556" fmla="*/ 1550419 w 1651778"/>
                <a:gd name="csY2556" fmla="*/ 489126 h 1232001"/>
                <a:gd name="csX2557" fmla="*/ 1548756 w 1651778"/>
                <a:gd name="csY2557" fmla="*/ 487462 h 1232001"/>
                <a:gd name="csX2558" fmla="*/ 902434 w 1651778"/>
                <a:gd name="csY2558" fmla="*/ 484135 h 1232001"/>
                <a:gd name="csX2559" fmla="*/ 904098 w 1651778"/>
                <a:gd name="csY2559" fmla="*/ 482472 h 1232001"/>
                <a:gd name="csX2560" fmla="*/ 905761 w 1651778"/>
                <a:gd name="csY2560" fmla="*/ 484135 h 1232001"/>
                <a:gd name="csX2561" fmla="*/ 904098 w 1651778"/>
                <a:gd name="csY2561" fmla="*/ 485799 h 1232001"/>
                <a:gd name="csX2562" fmla="*/ 902434 w 1651778"/>
                <a:gd name="csY2562" fmla="*/ 484135 h 1232001"/>
                <a:gd name="csX2563" fmla="*/ 1542102 w 1651778"/>
                <a:gd name="csY2563" fmla="*/ 484135 h 1232001"/>
                <a:gd name="csX2564" fmla="*/ 1543765 w 1651778"/>
                <a:gd name="csY2564" fmla="*/ 482472 h 1232001"/>
                <a:gd name="csX2565" fmla="*/ 1545429 w 1651778"/>
                <a:gd name="csY2565" fmla="*/ 484135 h 1232001"/>
                <a:gd name="csX2566" fmla="*/ 1543765 w 1651778"/>
                <a:gd name="csY2566" fmla="*/ 485799 h 1232001"/>
                <a:gd name="csX2567" fmla="*/ 1542102 w 1651778"/>
                <a:gd name="csY2567" fmla="*/ 484135 h 1232001"/>
                <a:gd name="csX2568" fmla="*/ 512650 w 1651778"/>
                <a:gd name="csY2568" fmla="*/ 480808 h 1232001"/>
                <a:gd name="csX2569" fmla="*/ 514314 w 1651778"/>
                <a:gd name="csY2569" fmla="*/ 479145 h 1232001"/>
                <a:gd name="csX2570" fmla="*/ 515977 w 1651778"/>
                <a:gd name="csY2570" fmla="*/ 480808 h 1232001"/>
                <a:gd name="csX2571" fmla="*/ 514314 w 1651778"/>
                <a:gd name="csY2571" fmla="*/ 482472 h 1232001"/>
                <a:gd name="csX2572" fmla="*/ 512650 w 1651778"/>
                <a:gd name="csY2572" fmla="*/ 480808 h 1232001"/>
                <a:gd name="csX2573" fmla="*/ 1135658 w 1651778"/>
                <a:gd name="csY2573" fmla="*/ 480808 h 1232001"/>
                <a:gd name="csX2574" fmla="*/ 1137322 w 1651778"/>
                <a:gd name="csY2574" fmla="*/ 479145 h 1232001"/>
                <a:gd name="csX2575" fmla="*/ 1138985 w 1651778"/>
                <a:gd name="csY2575" fmla="*/ 480808 h 1232001"/>
                <a:gd name="csX2576" fmla="*/ 1137322 w 1651778"/>
                <a:gd name="csY2576" fmla="*/ 482472 h 1232001"/>
                <a:gd name="csX2577" fmla="*/ 1135658 w 1651778"/>
                <a:gd name="csY2577" fmla="*/ 480808 h 1232001"/>
                <a:gd name="csX2578" fmla="*/ 1362205 w 1651778"/>
                <a:gd name="csY2578" fmla="*/ 480808 h 1232001"/>
                <a:gd name="csX2579" fmla="*/ 1363868 w 1651778"/>
                <a:gd name="csY2579" fmla="*/ 479145 h 1232001"/>
                <a:gd name="csX2580" fmla="*/ 1365532 w 1651778"/>
                <a:gd name="csY2580" fmla="*/ 480808 h 1232001"/>
                <a:gd name="csX2581" fmla="*/ 1363868 w 1651778"/>
                <a:gd name="csY2581" fmla="*/ 482472 h 1232001"/>
                <a:gd name="csX2582" fmla="*/ 1362205 w 1651778"/>
                <a:gd name="csY2582" fmla="*/ 480808 h 1232001"/>
                <a:gd name="csX2583" fmla="*/ 732543 w 1651778"/>
                <a:gd name="csY2583" fmla="*/ 477482 h 1232001"/>
                <a:gd name="csX2584" fmla="*/ 734206 w 1651778"/>
                <a:gd name="csY2584" fmla="*/ 475818 h 1232001"/>
                <a:gd name="csX2585" fmla="*/ 735870 w 1651778"/>
                <a:gd name="csY2585" fmla="*/ 477482 h 1232001"/>
                <a:gd name="csX2586" fmla="*/ 734206 w 1651778"/>
                <a:gd name="csY2586" fmla="*/ 479145 h 1232001"/>
                <a:gd name="csX2587" fmla="*/ 732543 w 1651778"/>
                <a:gd name="csY2587" fmla="*/ 477482 h 1232001"/>
                <a:gd name="csX2588" fmla="*/ 915767 w 1651778"/>
                <a:gd name="csY2588" fmla="*/ 477482 h 1232001"/>
                <a:gd name="csX2589" fmla="*/ 917429 w 1651778"/>
                <a:gd name="csY2589" fmla="*/ 475818 h 1232001"/>
                <a:gd name="csX2590" fmla="*/ 919093 w 1651778"/>
                <a:gd name="csY2590" fmla="*/ 477482 h 1232001"/>
                <a:gd name="csX2591" fmla="*/ 917429 w 1651778"/>
                <a:gd name="csY2591" fmla="*/ 479145 h 1232001"/>
                <a:gd name="csX2592" fmla="*/ 915767 w 1651778"/>
                <a:gd name="csY2592" fmla="*/ 477482 h 1232001"/>
                <a:gd name="csX2593" fmla="*/ 1368859 w 1651778"/>
                <a:gd name="csY2593" fmla="*/ 477482 h 1232001"/>
                <a:gd name="csX2594" fmla="*/ 1370522 w 1651778"/>
                <a:gd name="csY2594" fmla="*/ 475818 h 1232001"/>
                <a:gd name="csX2595" fmla="*/ 1372186 w 1651778"/>
                <a:gd name="csY2595" fmla="*/ 477482 h 1232001"/>
                <a:gd name="csX2596" fmla="*/ 1370522 w 1651778"/>
                <a:gd name="csY2596" fmla="*/ 479145 h 1232001"/>
                <a:gd name="csX2597" fmla="*/ 1368859 w 1651778"/>
                <a:gd name="csY2597" fmla="*/ 477482 h 1232001"/>
                <a:gd name="csX2598" fmla="*/ 1525442 w 1651778"/>
                <a:gd name="csY2598" fmla="*/ 477482 h 1232001"/>
                <a:gd name="csX2599" fmla="*/ 1527106 w 1651778"/>
                <a:gd name="csY2599" fmla="*/ 475818 h 1232001"/>
                <a:gd name="csX2600" fmla="*/ 1528769 w 1651778"/>
                <a:gd name="csY2600" fmla="*/ 477482 h 1232001"/>
                <a:gd name="csX2601" fmla="*/ 1527106 w 1651778"/>
                <a:gd name="csY2601" fmla="*/ 479145 h 1232001"/>
                <a:gd name="csX2602" fmla="*/ 1525442 w 1651778"/>
                <a:gd name="csY2602" fmla="*/ 477482 h 1232001"/>
                <a:gd name="csX2603" fmla="*/ 725865 w 1651778"/>
                <a:gd name="csY2603" fmla="*/ 474155 h 1232001"/>
                <a:gd name="csX2604" fmla="*/ 727528 w 1651778"/>
                <a:gd name="csY2604" fmla="*/ 472491 h 1232001"/>
                <a:gd name="csX2605" fmla="*/ 729192 w 1651778"/>
                <a:gd name="csY2605" fmla="*/ 474155 h 1232001"/>
                <a:gd name="csX2606" fmla="*/ 727528 w 1651778"/>
                <a:gd name="csY2606" fmla="*/ 475818 h 1232001"/>
                <a:gd name="csX2607" fmla="*/ 725865 w 1651778"/>
                <a:gd name="csY2607" fmla="*/ 474155 h 1232001"/>
                <a:gd name="csX2608" fmla="*/ 922420 w 1651778"/>
                <a:gd name="csY2608" fmla="*/ 474155 h 1232001"/>
                <a:gd name="csX2609" fmla="*/ 924108 w 1651778"/>
                <a:gd name="csY2609" fmla="*/ 472491 h 1232001"/>
                <a:gd name="csX2610" fmla="*/ 925771 w 1651778"/>
                <a:gd name="csY2610" fmla="*/ 474155 h 1232001"/>
                <a:gd name="csX2611" fmla="*/ 924108 w 1651778"/>
                <a:gd name="csY2611" fmla="*/ 475818 h 1232001"/>
                <a:gd name="csX2612" fmla="*/ 922420 w 1651778"/>
                <a:gd name="csY2612" fmla="*/ 474155 h 1232001"/>
                <a:gd name="csX2613" fmla="*/ 1378864 w 1651778"/>
                <a:gd name="csY2613" fmla="*/ 474155 h 1232001"/>
                <a:gd name="csX2614" fmla="*/ 1380527 w 1651778"/>
                <a:gd name="csY2614" fmla="*/ 472491 h 1232001"/>
                <a:gd name="csX2615" fmla="*/ 1382191 w 1651778"/>
                <a:gd name="csY2615" fmla="*/ 474155 h 1232001"/>
                <a:gd name="csX2616" fmla="*/ 1380527 w 1651778"/>
                <a:gd name="csY2616" fmla="*/ 475818 h 1232001"/>
                <a:gd name="csX2617" fmla="*/ 1378864 w 1651778"/>
                <a:gd name="csY2617" fmla="*/ 474155 h 1232001"/>
                <a:gd name="csX2618" fmla="*/ 1515438 w 1651778"/>
                <a:gd name="csY2618" fmla="*/ 474155 h 1232001"/>
                <a:gd name="csX2619" fmla="*/ 1517101 w 1651778"/>
                <a:gd name="csY2619" fmla="*/ 472491 h 1232001"/>
                <a:gd name="csX2620" fmla="*/ 1518765 w 1651778"/>
                <a:gd name="csY2620" fmla="*/ 474155 h 1232001"/>
                <a:gd name="csX2621" fmla="*/ 1517101 w 1651778"/>
                <a:gd name="csY2621" fmla="*/ 475818 h 1232001"/>
                <a:gd name="csX2622" fmla="*/ 1515438 w 1651778"/>
                <a:gd name="csY2622" fmla="*/ 474155 h 1232001"/>
                <a:gd name="csX2623" fmla="*/ 524318 w 1651778"/>
                <a:gd name="csY2623" fmla="*/ 465813 h 1232001"/>
                <a:gd name="csX2624" fmla="*/ 532009 w 1651778"/>
                <a:gd name="csY2624" fmla="*/ 459159 h 1232001"/>
                <a:gd name="csX2625" fmla="*/ 527645 w 1651778"/>
                <a:gd name="csY2625" fmla="*/ 465813 h 1232001"/>
                <a:gd name="csX2626" fmla="*/ 519955 w 1651778"/>
                <a:gd name="csY2626" fmla="*/ 472491 h 1232001"/>
                <a:gd name="csX2627" fmla="*/ 524318 w 1651778"/>
                <a:gd name="csY2627" fmla="*/ 465813 h 1232001"/>
                <a:gd name="csX2628" fmla="*/ 719211 w 1651778"/>
                <a:gd name="csY2628" fmla="*/ 470803 h 1232001"/>
                <a:gd name="csX2629" fmla="*/ 720874 w 1651778"/>
                <a:gd name="csY2629" fmla="*/ 469140 h 1232001"/>
                <a:gd name="csX2630" fmla="*/ 722538 w 1651778"/>
                <a:gd name="csY2630" fmla="*/ 470803 h 1232001"/>
                <a:gd name="csX2631" fmla="*/ 720874 w 1651778"/>
                <a:gd name="csY2631" fmla="*/ 472491 h 1232001"/>
                <a:gd name="csX2632" fmla="*/ 719211 w 1651778"/>
                <a:gd name="csY2632" fmla="*/ 470803 h 1232001"/>
                <a:gd name="csX2633" fmla="*/ 929098 w 1651778"/>
                <a:gd name="csY2633" fmla="*/ 470803 h 1232001"/>
                <a:gd name="csX2634" fmla="*/ 930761 w 1651778"/>
                <a:gd name="csY2634" fmla="*/ 469140 h 1232001"/>
                <a:gd name="csX2635" fmla="*/ 932425 w 1651778"/>
                <a:gd name="csY2635" fmla="*/ 470803 h 1232001"/>
                <a:gd name="csX2636" fmla="*/ 930761 w 1651778"/>
                <a:gd name="csY2636" fmla="*/ 472491 h 1232001"/>
                <a:gd name="csX2637" fmla="*/ 929098 w 1651778"/>
                <a:gd name="csY2637" fmla="*/ 470803 h 1232001"/>
                <a:gd name="csX2638" fmla="*/ 1123677 w 1651778"/>
                <a:gd name="csY2638" fmla="*/ 464993 h 1232001"/>
                <a:gd name="csX2639" fmla="*/ 1117337 w 1651778"/>
                <a:gd name="csY2639" fmla="*/ 457495 h 1232001"/>
                <a:gd name="csX2640" fmla="*/ 1124810 w 1651778"/>
                <a:gd name="csY2640" fmla="*/ 463836 h 1232001"/>
                <a:gd name="csX2641" fmla="*/ 1132308 w 1651778"/>
                <a:gd name="csY2641" fmla="*/ 471334 h 1232001"/>
                <a:gd name="csX2642" fmla="*/ 1123677 w 1651778"/>
                <a:gd name="csY2642" fmla="*/ 464993 h 1232001"/>
                <a:gd name="csX2643" fmla="*/ 1392172 w 1651778"/>
                <a:gd name="csY2643" fmla="*/ 470803 h 1232001"/>
                <a:gd name="csX2644" fmla="*/ 1393835 w 1651778"/>
                <a:gd name="csY2644" fmla="*/ 469140 h 1232001"/>
                <a:gd name="csX2645" fmla="*/ 1395499 w 1651778"/>
                <a:gd name="csY2645" fmla="*/ 470803 h 1232001"/>
                <a:gd name="csX2646" fmla="*/ 1393835 w 1651778"/>
                <a:gd name="csY2646" fmla="*/ 472491 h 1232001"/>
                <a:gd name="csX2647" fmla="*/ 1392172 w 1651778"/>
                <a:gd name="csY2647" fmla="*/ 470803 h 1232001"/>
                <a:gd name="csX2648" fmla="*/ 1502130 w 1651778"/>
                <a:gd name="csY2648" fmla="*/ 470803 h 1232001"/>
                <a:gd name="csX2649" fmla="*/ 1503794 w 1651778"/>
                <a:gd name="csY2649" fmla="*/ 469140 h 1232001"/>
                <a:gd name="csX2650" fmla="*/ 1505457 w 1651778"/>
                <a:gd name="csY2650" fmla="*/ 470803 h 1232001"/>
                <a:gd name="csX2651" fmla="*/ 1503794 w 1651778"/>
                <a:gd name="csY2651" fmla="*/ 472491 h 1232001"/>
                <a:gd name="csX2652" fmla="*/ 1502130 w 1651778"/>
                <a:gd name="csY2652" fmla="*/ 470803 h 1232001"/>
                <a:gd name="csX2653" fmla="*/ 712532 w 1651778"/>
                <a:gd name="csY2653" fmla="*/ 467476 h 1232001"/>
                <a:gd name="csX2654" fmla="*/ 714220 w 1651778"/>
                <a:gd name="csY2654" fmla="*/ 465813 h 1232001"/>
                <a:gd name="csX2655" fmla="*/ 715884 w 1651778"/>
                <a:gd name="csY2655" fmla="*/ 467476 h 1232001"/>
                <a:gd name="csX2656" fmla="*/ 714220 w 1651778"/>
                <a:gd name="csY2656" fmla="*/ 469140 h 1232001"/>
                <a:gd name="csX2657" fmla="*/ 712532 w 1651778"/>
                <a:gd name="csY2657" fmla="*/ 467476 h 1232001"/>
                <a:gd name="csX2658" fmla="*/ 935752 w 1651778"/>
                <a:gd name="csY2658" fmla="*/ 467476 h 1232001"/>
                <a:gd name="csX2659" fmla="*/ 937415 w 1651778"/>
                <a:gd name="csY2659" fmla="*/ 465813 h 1232001"/>
                <a:gd name="csX2660" fmla="*/ 939079 w 1651778"/>
                <a:gd name="csY2660" fmla="*/ 467476 h 1232001"/>
                <a:gd name="csX2661" fmla="*/ 937415 w 1651778"/>
                <a:gd name="csY2661" fmla="*/ 469140 h 1232001"/>
                <a:gd name="csX2662" fmla="*/ 935752 w 1651778"/>
                <a:gd name="csY2662" fmla="*/ 467476 h 1232001"/>
                <a:gd name="csX2663" fmla="*/ 1413074 w 1651778"/>
                <a:gd name="csY2663" fmla="*/ 466850 h 1232001"/>
                <a:gd name="csX2664" fmla="*/ 1423055 w 1651778"/>
                <a:gd name="csY2664" fmla="*/ 466970 h 1232001"/>
                <a:gd name="csX2665" fmla="*/ 1417172 w 1651778"/>
                <a:gd name="csY2665" fmla="*/ 468489 h 1232001"/>
                <a:gd name="csX2666" fmla="*/ 1407167 w 1651778"/>
                <a:gd name="csY2666" fmla="*/ 468369 h 1232001"/>
                <a:gd name="csX2667" fmla="*/ 1476358 w 1651778"/>
                <a:gd name="csY2667" fmla="*/ 466850 h 1232001"/>
                <a:gd name="csX2668" fmla="*/ 1486363 w 1651778"/>
                <a:gd name="csY2668" fmla="*/ 466970 h 1232001"/>
                <a:gd name="csX2669" fmla="*/ 1480456 w 1651778"/>
                <a:gd name="csY2669" fmla="*/ 468489 h 1232001"/>
                <a:gd name="csX2670" fmla="*/ 1470475 w 1651778"/>
                <a:gd name="csY2670" fmla="*/ 468369 h 1232001"/>
                <a:gd name="csX2671" fmla="*/ 702552 w 1651778"/>
                <a:gd name="csY2671" fmla="*/ 464149 h 1232001"/>
                <a:gd name="csX2672" fmla="*/ 704215 w 1651778"/>
                <a:gd name="csY2672" fmla="*/ 462486 h 1232001"/>
                <a:gd name="csX2673" fmla="*/ 705879 w 1651778"/>
                <a:gd name="csY2673" fmla="*/ 464149 h 1232001"/>
                <a:gd name="csX2674" fmla="*/ 704215 w 1651778"/>
                <a:gd name="csY2674" fmla="*/ 465813 h 1232001"/>
                <a:gd name="csX2675" fmla="*/ 702552 w 1651778"/>
                <a:gd name="csY2675" fmla="*/ 464149 h 1232001"/>
                <a:gd name="csX2676" fmla="*/ 945757 w 1651778"/>
                <a:gd name="csY2676" fmla="*/ 464149 h 1232001"/>
                <a:gd name="csX2677" fmla="*/ 947421 w 1651778"/>
                <a:gd name="csY2677" fmla="*/ 462486 h 1232001"/>
                <a:gd name="csX2678" fmla="*/ 949084 w 1651778"/>
                <a:gd name="csY2678" fmla="*/ 464149 h 1232001"/>
                <a:gd name="csX2679" fmla="*/ 947421 w 1651778"/>
                <a:gd name="csY2679" fmla="*/ 465813 h 1232001"/>
                <a:gd name="csX2680" fmla="*/ 945757 w 1651778"/>
                <a:gd name="csY2680" fmla="*/ 464149 h 1232001"/>
                <a:gd name="csX2681" fmla="*/ 695874 w 1651778"/>
                <a:gd name="csY2681" fmla="*/ 460822 h 1232001"/>
                <a:gd name="csX2682" fmla="*/ 697561 w 1651778"/>
                <a:gd name="csY2682" fmla="*/ 459159 h 1232001"/>
                <a:gd name="csX2683" fmla="*/ 699225 w 1651778"/>
                <a:gd name="csY2683" fmla="*/ 460822 h 1232001"/>
                <a:gd name="csX2684" fmla="*/ 697561 w 1651778"/>
                <a:gd name="csY2684" fmla="*/ 462486 h 1232001"/>
                <a:gd name="csX2685" fmla="*/ 695874 w 1651778"/>
                <a:gd name="csY2685" fmla="*/ 460822 h 1232001"/>
                <a:gd name="csX2686" fmla="*/ 952411 w 1651778"/>
                <a:gd name="csY2686" fmla="*/ 460822 h 1232001"/>
                <a:gd name="csX2687" fmla="*/ 954075 w 1651778"/>
                <a:gd name="csY2687" fmla="*/ 459159 h 1232001"/>
                <a:gd name="csX2688" fmla="*/ 955738 w 1651778"/>
                <a:gd name="csY2688" fmla="*/ 460822 h 1232001"/>
                <a:gd name="csX2689" fmla="*/ 954075 w 1651778"/>
                <a:gd name="csY2689" fmla="*/ 462486 h 1232001"/>
                <a:gd name="csX2690" fmla="*/ 952411 w 1651778"/>
                <a:gd name="csY2690" fmla="*/ 460822 h 1232001"/>
                <a:gd name="csX2691" fmla="*/ 685893 w 1651778"/>
                <a:gd name="csY2691" fmla="*/ 457495 h 1232001"/>
                <a:gd name="csX2692" fmla="*/ 687557 w 1651778"/>
                <a:gd name="csY2692" fmla="*/ 455832 h 1232001"/>
                <a:gd name="csX2693" fmla="*/ 689220 w 1651778"/>
                <a:gd name="csY2693" fmla="*/ 457495 h 1232001"/>
                <a:gd name="csX2694" fmla="*/ 687557 w 1651778"/>
                <a:gd name="csY2694" fmla="*/ 459159 h 1232001"/>
                <a:gd name="csX2695" fmla="*/ 685893 w 1651778"/>
                <a:gd name="csY2695" fmla="*/ 457495 h 1232001"/>
                <a:gd name="csX2696" fmla="*/ 962416 w 1651778"/>
                <a:gd name="csY2696" fmla="*/ 457495 h 1232001"/>
                <a:gd name="csX2697" fmla="*/ 964080 w 1651778"/>
                <a:gd name="csY2697" fmla="*/ 455832 h 1232001"/>
                <a:gd name="csX2698" fmla="*/ 965743 w 1651778"/>
                <a:gd name="csY2698" fmla="*/ 457495 h 1232001"/>
                <a:gd name="csX2699" fmla="*/ 964080 w 1651778"/>
                <a:gd name="csY2699" fmla="*/ 459159 h 1232001"/>
                <a:gd name="csX2700" fmla="*/ 962416 w 1651778"/>
                <a:gd name="csY2700" fmla="*/ 457495 h 1232001"/>
                <a:gd name="csX2701" fmla="*/ 539314 w 1651778"/>
                <a:gd name="csY2701" fmla="*/ 454144 h 1232001"/>
                <a:gd name="csX2702" fmla="*/ 540977 w 1651778"/>
                <a:gd name="csY2702" fmla="*/ 452481 h 1232001"/>
                <a:gd name="csX2703" fmla="*/ 542641 w 1651778"/>
                <a:gd name="csY2703" fmla="*/ 454144 h 1232001"/>
                <a:gd name="csX2704" fmla="*/ 540977 w 1651778"/>
                <a:gd name="csY2704" fmla="*/ 455832 h 1232001"/>
                <a:gd name="csX2705" fmla="*/ 539314 w 1651778"/>
                <a:gd name="csY2705" fmla="*/ 454144 h 1232001"/>
                <a:gd name="csX2706" fmla="*/ 675888 w 1651778"/>
                <a:gd name="csY2706" fmla="*/ 454144 h 1232001"/>
                <a:gd name="csX2707" fmla="*/ 677552 w 1651778"/>
                <a:gd name="csY2707" fmla="*/ 452481 h 1232001"/>
                <a:gd name="csX2708" fmla="*/ 679239 w 1651778"/>
                <a:gd name="csY2708" fmla="*/ 454144 h 1232001"/>
                <a:gd name="csX2709" fmla="*/ 677552 w 1651778"/>
                <a:gd name="csY2709" fmla="*/ 455832 h 1232001"/>
                <a:gd name="csX2710" fmla="*/ 675888 w 1651778"/>
                <a:gd name="csY2710" fmla="*/ 454144 h 1232001"/>
                <a:gd name="csX2711" fmla="*/ 972397 w 1651778"/>
                <a:gd name="csY2711" fmla="*/ 454144 h 1232001"/>
                <a:gd name="csX2712" fmla="*/ 974061 w 1651778"/>
                <a:gd name="csY2712" fmla="*/ 452481 h 1232001"/>
                <a:gd name="csX2713" fmla="*/ 975724 w 1651778"/>
                <a:gd name="csY2713" fmla="*/ 454144 h 1232001"/>
                <a:gd name="csX2714" fmla="*/ 974061 w 1651778"/>
                <a:gd name="csY2714" fmla="*/ 455832 h 1232001"/>
                <a:gd name="csX2715" fmla="*/ 972397 w 1651778"/>
                <a:gd name="csY2715" fmla="*/ 454144 h 1232001"/>
                <a:gd name="csX2716" fmla="*/ 1108995 w 1651778"/>
                <a:gd name="csY2716" fmla="*/ 454144 h 1232001"/>
                <a:gd name="csX2717" fmla="*/ 1110658 w 1651778"/>
                <a:gd name="csY2717" fmla="*/ 452481 h 1232001"/>
                <a:gd name="csX2718" fmla="*/ 1112322 w 1651778"/>
                <a:gd name="csY2718" fmla="*/ 454144 h 1232001"/>
                <a:gd name="csX2719" fmla="*/ 1110658 w 1651778"/>
                <a:gd name="csY2719" fmla="*/ 455832 h 1232001"/>
                <a:gd name="csX2720" fmla="*/ 1108995 w 1651778"/>
                <a:gd name="csY2720" fmla="*/ 454144 h 1232001"/>
                <a:gd name="csX2721" fmla="*/ 545968 w 1651778"/>
                <a:gd name="csY2721" fmla="*/ 450817 h 1232001"/>
                <a:gd name="csX2722" fmla="*/ 547631 w 1651778"/>
                <a:gd name="csY2722" fmla="*/ 449154 h 1232001"/>
                <a:gd name="csX2723" fmla="*/ 549295 w 1651778"/>
                <a:gd name="csY2723" fmla="*/ 450817 h 1232001"/>
                <a:gd name="csX2724" fmla="*/ 547631 w 1651778"/>
                <a:gd name="csY2724" fmla="*/ 452481 h 1232001"/>
                <a:gd name="csX2725" fmla="*/ 545968 w 1651778"/>
                <a:gd name="csY2725" fmla="*/ 450817 h 1232001"/>
                <a:gd name="csX2726" fmla="*/ 665907 w 1651778"/>
                <a:gd name="csY2726" fmla="*/ 450817 h 1232001"/>
                <a:gd name="csX2727" fmla="*/ 667571 w 1651778"/>
                <a:gd name="csY2727" fmla="*/ 449154 h 1232001"/>
                <a:gd name="csX2728" fmla="*/ 669234 w 1651778"/>
                <a:gd name="csY2728" fmla="*/ 450817 h 1232001"/>
                <a:gd name="csX2729" fmla="*/ 667571 w 1651778"/>
                <a:gd name="csY2729" fmla="*/ 452481 h 1232001"/>
                <a:gd name="csX2730" fmla="*/ 665907 w 1651778"/>
                <a:gd name="csY2730" fmla="*/ 450817 h 1232001"/>
                <a:gd name="csX2731" fmla="*/ 982402 w 1651778"/>
                <a:gd name="csY2731" fmla="*/ 450817 h 1232001"/>
                <a:gd name="csX2732" fmla="*/ 984065 w 1651778"/>
                <a:gd name="csY2732" fmla="*/ 449154 h 1232001"/>
                <a:gd name="csX2733" fmla="*/ 985729 w 1651778"/>
                <a:gd name="csY2733" fmla="*/ 450817 h 1232001"/>
                <a:gd name="csX2734" fmla="*/ 984065 w 1651778"/>
                <a:gd name="csY2734" fmla="*/ 452481 h 1232001"/>
                <a:gd name="csX2735" fmla="*/ 982402 w 1651778"/>
                <a:gd name="csY2735" fmla="*/ 450817 h 1232001"/>
                <a:gd name="csX2736" fmla="*/ 1102341 w 1651778"/>
                <a:gd name="csY2736" fmla="*/ 450817 h 1232001"/>
                <a:gd name="csX2737" fmla="*/ 1104004 w 1651778"/>
                <a:gd name="csY2737" fmla="*/ 449154 h 1232001"/>
                <a:gd name="csX2738" fmla="*/ 1105668 w 1651778"/>
                <a:gd name="csY2738" fmla="*/ 450817 h 1232001"/>
                <a:gd name="csX2739" fmla="*/ 1104004 w 1651778"/>
                <a:gd name="csY2739" fmla="*/ 452481 h 1232001"/>
                <a:gd name="csX2740" fmla="*/ 1102341 w 1651778"/>
                <a:gd name="csY2740" fmla="*/ 450817 h 1232001"/>
                <a:gd name="csX2741" fmla="*/ 552622 w 1651778"/>
                <a:gd name="csY2741" fmla="*/ 447491 h 1232001"/>
                <a:gd name="csX2742" fmla="*/ 554285 w 1651778"/>
                <a:gd name="csY2742" fmla="*/ 445828 h 1232001"/>
                <a:gd name="csX2743" fmla="*/ 555949 w 1651778"/>
                <a:gd name="csY2743" fmla="*/ 447491 h 1232001"/>
                <a:gd name="csX2744" fmla="*/ 554285 w 1651778"/>
                <a:gd name="csY2744" fmla="*/ 449154 h 1232001"/>
                <a:gd name="csX2745" fmla="*/ 552622 w 1651778"/>
                <a:gd name="csY2745" fmla="*/ 447491 h 1232001"/>
                <a:gd name="csX2746" fmla="*/ 652575 w 1651778"/>
                <a:gd name="csY2746" fmla="*/ 447491 h 1232001"/>
                <a:gd name="csX2747" fmla="*/ 654238 w 1651778"/>
                <a:gd name="csY2747" fmla="*/ 445828 h 1232001"/>
                <a:gd name="csX2748" fmla="*/ 655902 w 1651778"/>
                <a:gd name="csY2748" fmla="*/ 447491 h 1232001"/>
                <a:gd name="csX2749" fmla="*/ 654238 w 1651778"/>
                <a:gd name="csY2749" fmla="*/ 449154 h 1232001"/>
                <a:gd name="csX2750" fmla="*/ 652575 w 1651778"/>
                <a:gd name="csY2750" fmla="*/ 447491 h 1232001"/>
                <a:gd name="csX2751" fmla="*/ 995734 w 1651778"/>
                <a:gd name="csY2751" fmla="*/ 447491 h 1232001"/>
                <a:gd name="csX2752" fmla="*/ 997397 w 1651778"/>
                <a:gd name="csY2752" fmla="*/ 445828 h 1232001"/>
                <a:gd name="csX2753" fmla="*/ 999061 w 1651778"/>
                <a:gd name="csY2753" fmla="*/ 447491 h 1232001"/>
                <a:gd name="csX2754" fmla="*/ 997397 w 1651778"/>
                <a:gd name="csY2754" fmla="*/ 449154 h 1232001"/>
                <a:gd name="csX2755" fmla="*/ 995734 w 1651778"/>
                <a:gd name="csY2755" fmla="*/ 447491 h 1232001"/>
                <a:gd name="csX2756" fmla="*/ 1095663 w 1651778"/>
                <a:gd name="csY2756" fmla="*/ 447491 h 1232001"/>
                <a:gd name="csX2757" fmla="*/ 1097326 w 1651778"/>
                <a:gd name="csY2757" fmla="*/ 445828 h 1232001"/>
                <a:gd name="csX2758" fmla="*/ 1099014 w 1651778"/>
                <a:gd name="csY2758" fmla="*/ 447491 h 1232001"/>
                <a:gd name="csX2759" fmla="*/ 1097326 w 1651778"/>
                <a:gd name="csY2759" fmla="*/ 449154 h 1232001"/>
                <a:gd name="csX2760" fmla="*/ 1095663 w 1651778"/>
                <a:gd name="csY2760" fmla="*/ 447491 h 1232001"/>
                <a:gd name="csX2761" fmla="*/ 562627 w 1651778"/>
                <a:gd name="csY2761" fmla="*/ 444164 h 1232001"/>
                <a:gd name="csX2762" fmla="*/ 564290 w 1651778"/>
                <a:gd name="csY2762" fmla="*/ 442501 h 1232001"/>
                <a:gd name="csX2763" fmla="*/ 565954 w 1651778"/>
                <a:gd name="csY2763" fmla="*/ 444164 h 1232001"/>
                <a:gd name="csX2764" fmla="*/ 564290 w 1651778"/>
                <a:gd name="csY2764" fmla="*/ 445828 h 1232001"/>
                <a:gd name="csX2765" fmla="*/ 562627 w 1651778"/>
                <a:gd name="csY2765" fmla="*/ 444164 h 1232001"/>
                <a:gd name="csX2766" fmla="*/ 639244 w 1651778"/>
                <a:gd name="csY2766" fmla="*/ 444164 h 1232001"/>
                <a:gd name="csX2767" fmla="*/ 640907 w 1651778"/>
                <a:gd name="csY2767" fmla="*/ 442501 h 1232001"/>
                <a:gd name="csX2768" fmla="*/ 642571 w 1651778"/>
                <a:gd name="csY2768" fmla="*/ 444164 h 1232001"/>
                <a:gd name="csX2769" fmla="*/ 640907 w 1651778"/>
                <a:gd name="csY2769" fmla="*/ 445828 h 1232001"/>
                <a:gd name="csX2770" fmla="*/ 639244 w 1651778"/>
                <a:gd name="csY2770" fmla="*/ 444164 h 1232001"/>
                <a:gd name="csX2771" fmla="*/ 1009042 w 1651778"/>
                <a:gd name="csY2771" fmla="*/ 444164 h 1232001"/>
                <a:gd name="csX2772" fmla="*/ 1010705 w 1651778"/>
                <a:gd name="csY2772" fmla="*/ 442501 h 1232001"/>
                <a:gd name="csX2773" fmla="*/ 1012393 w 1651778"/>
                <a:gd name="csY2773" fmla="*/ 444164 h 1232001"/>
                <a:gd name="csX2774" fmla="*/ 1010705 w 1651778"/>
                <a:gd name="csY2774" fmla="*/ 445828 h 1232001"/>
                <a:gd name="csX2775" fmla="*/ 1009042 w 1651778"/>
                <a:gd name="csY2775" fmla="*/ 444164 h 1232001"/>
                <a:gd name="csX2776" fmla="*/ 1085682 w 1651778"/>
                <a:gd name="csY2776" fmla="*/ 444164 h 1232001"/>
                <a:gd name="csX2777" fmla="*/ 1087345 w 1651778"/>
                <a:gd name="csY2777" fmla="*/ 442501 h 1232001"/>
                <a:gd name="csX2778" fmla="*/ 1089009 w 1651778"/>
                <a:gd name="csY2778" fmla="*/ 444164 h 1232001"/>
                <a:gd name="csX2779" fmla="*/ 1087345 w 1651778"/>
                <a:gd name="csY2779" fmla="*/ 445828 h 1232001"/>
                <a:gd name="csX2780" fmla="*/ 1085682 w 1651778"/>
                <a:gd name="csY2780" fmla="*/ 444164 h 1232001"/>
                <a:gd name="csX2781" fmla="*/ 578659 w 1651778"/>
                <a:gd name="csY2781" fmla="*/ 440210 h 1232001"/>
                <a:gd name="csX2782" fmla="*/ 585048 w 1651778"/>
                <a:gd name="csY2782" fmla="*/ 440475 h 1232001"/>
                <a:gd name="csX2783" fmla="*/ 580660 w 1651778"/>
                <a:gd name="csY2783" fmla="*/ 442235 h 1232001"/>
                <a:gd name="csX2784" fmla="*/ 574271 w 1651778"/>
                <a:gd name="csY2784" fmla="*/ 441970 h 1232001"/>
                <a:gd name="csX2785" fmla="*/ 615087 w 1651778"/>
                <a:gd name="csY2785" fmla="*/ 440282 h 1232001"/>
                <a:gd name="csX2786" fmla="*/ 623428 w 1651778"/>
                <a:gd name="csY2786" fmla="*/ 440282 h 1232001"/>
                <a:gd name="csX2787" fmla="*/ 627599 w 1651778"/>
                <a:gd name="csY2787" fmla="*/ 441970 h 1232001"/>
                <a:gd name="csX2788" fmla="*/ 619258 w 1651778"/>
                <a:gd name="csY2788" fmla="*/ 441970 h 1232001"/>
                <a:gd name="csX2789" fmla="*/ 610940 w 1651778"/>
                <a:gd name="csY2789" fmla="*/ 441970 h 1232001"/>
                <a:gd name="csX2790" fmla="*/ 1028207 w 1651778"/>
                <a:gd name="csY2790" fmla="*/ 440282 h 1232001"/>
                <a:gd name="csX2791" fmla="*/ 1036525 w 1651778"/>
                <a:gd name="csY2791" fmla="*/ 440282 h 1232001"/>
                <a:gd name="csX2792" fmla="*/ 1040696 w 1651778"/>
                <a:gd name="csY2792" fmla="*/ 441970 h 1232001"/>
                <a:gd name="csX2793" fmla="*/ 1032378 w 1651778"/>
                <a:gd name="csY2793" fmla="*/ 441970 h 1232001"/>
                <a:gd name="csX2794" fmla="*/ 1024037 w 1651778"/>
                <a:gd name="csY2794" fmla="*/ 441970 h 1232001"/>
                <a:gd name="csX2795" fmla="*/ 1068397 w 1651778"/>
                <a:gd name="csY2795" fmla="*/ 440210 h 1232001"/>
                <a:gd name="csX2796" fmla="*/ 1074785 w 1651778"/>
                <a:gd name="csY2796" fmla="*/ 440475 h 1232001"/>
                <a:gd name="csX2797" fmla="*/ 1070397 w 1651778"/>
                <a:gd name="csY2797" fmla="*/ 442235 h 1232001"/>
                <a:gd name="csX2798" fmla="*/ 1064009 w 1651778"/>
                <a:gd name="csY2798" fmla="*/ 441970 h 1232001"/>
                <a:gd name="csX2799" fmla="*/ 402981 w 1651778"/>
                <a:gd name="csY2799" fmla="*/ 167375 h 1232001"/>
                <a:gd name="csX2800" fmla="*/ 403222 w 1651778"/>
                <a:gd name="csY2800" fmla="*/ 160987 h 1232001"/>
                <a:gd name="csX2801" fmla="*/ 404982 w 1651778"/>
                <a:gd name="csY2801" fmla="*/ 165350 h 1232001"/>
                <a:gd name="csX2802" fmla="*/ 404717 w 1651778"/>
                <a:gd name="csY2802" fmla="*/ 171739 h 1232001"/>
                <a:gd name="csX2803" fmla="*/ 402981 w 1651778"/>
                <a:gd name="csY2803" fmla="*/ 167375 h 1232001"/>
                <a:gd name="csX2804" fmla="*/ -135 w 1651778"/>
                <a:gd name="csY2804" fmla="*/ 164025 h 1232001"/>
                <a:gd name="csX2805" fmla="*/ 106 w 1651778"/>
                <a:gd name="csY2805" fmla="*/ 157636 h 1232001"/>
                <a:gd name="csX2806" fmla="*/ 1866 w 1651778"/>
                <a:gd name="csY2806" fmla="*/ 162023 h 1232001"/>
                <a:gd name="csX2807" fmla="*/ 1601 w 1651778"/>
                <a:gd name="csY2807" fmla="*/ 168412 h 1232001"/>
                <a:gd name="csX2808" fmla="*/ -135 w 1651778"/>
                <a:gd name="csY2808" fmla="*/ 164025 h 1232001"/>
                <a:gd name="csX2809" fmla="*/ 512650 w 1651778"/>
                <a:gd name="csY2809" fmla="*/ 160987 h 1232001"/>
                <a:gd name="csX2810" fmla="*/ 514314 w 1651778"/>
                <a:gd name="csY2810" fmla="*/ 159323 h 1232001"/>
                <a:gd name="csX2811" fmla="*/ 515977 w 1651778"/>
                <a:gd name="csY2811" fmla="*/ 160987 h 1232001"/>
                <a:gd name="csX2812" fmla="*/ 514314 w 1651778"/>
                <a:gd name="csY2812" fmla="*/ 162650 h 1232001"/>
                <a:gd name="csX2813" fmla="*/ 512650 w 1651778"/>
                <a:gd name="csY2813" fmla="*/ 160987 h 1232001"/>
                <a:gd name="csX2814" fmla="*/ 952411 w 1651778"/>
                <a:gd name="csY2814" fmla="*/ 160987 h 1232001"/>
                <a:gd name="csX2815" fmla="*/ 954075 w 1651778"/>
                <a:gd name="csY2815" fmla="*/ 159323 h 1232001"/>
                <a:gd name="csX2816" fmla="*/ 955738 w 1651778"/>
                <a:gd name="csY2816" fmla="*/ 160987 h 1232001"/>
                <a:gd name="csX2817" fmla="*/ 954075 w 1651778"/>
                <a:gd name="csY2817" fmla="*/ 162650 h 1232001"/>
                <a:gd name="csX2818" fmla="*/ 952411 w 1651778"/>
                <a:gd name="csY2818" fmla="*/ 160987 h 1232001"/>
                <a:gd name="csX2819" fmla="*/ 502645 w 1651778"/>
                <a:gd name="csY2819" fmla="*/ 150982 h 1232001"/>
                <a:gd name="csX2820" fmla="*/ 504309 w 1651778"/>
                <a:gd name="csY2820" fmla="*/ 149318 h 1232001"/>
                <a:gd name="csX2821" fmla="*/ 505996 w 1651778"/>
                <a:gd name="csY2821" fmla="*/ 150982 h 1232001"/>
                <a:gd name="csX2822" fmla="*/ 504309 w 1651778"/>
                <a:gd name="csY2822" fmla="*/ 152645 h 1232001"/>
                <a:gd name="csX2823" fmla="*/ 502645 w 1651778"/>
                <a:gd name="csY2823" fmla="*/ 150982 h 1232001"/>
                <a:gd name="csX2824" fmla="*/ 962416 w 1651778"/>
                <a:gd name="csY2824" fmla="*/ 150982 h 1232001"/>
                <a:gd name="csX2825" fmla="*/ 964080 w 1651778"/>
                <a:gd name="csY2825" fmla="*/ 149318 h 1232001"/>
                <a:gd name="csX2826" fmla="*/ 965743 w 1651778"/>
                <a:gd name="csY2826" fmla="*/ 150982 h 1232001"/>
                <a:gd name="csX2827" fmla="*/ 964080 w 1651778"/>
                <a:gd name="csY2827" fmla="*/ 152645 h 1232001"/>
                <a:gd name="csX2828" fmla="*/ 962416 w 1651778"/>
                <a:gd name="csY2828" fmla="*/ 150982 h 1232001"/>
                <a:gd name="csX2829" fmla="*/ 2927 w 1651778"/>
                <a:gd name="csY2829" fmla="*/ 145991 h 1232001"/>
                <a:gd name="csX2830" fmla="*/ 5145 w 1651778"/>
                <a:gd name="csY2830" fmla="*/ 143773 h 1232001"/>
                <a:gd name="csX2831" fmla="*/ 5145 w 1651778"/>
                <a:gd name="csY2831" fmla="*/ 148209 h 1232001"/>
                <a:gd name="csX2832" fmla="*/ 2927 w 1651778"/>
                <a:gd name="csY2832" fmla="*/ 145991 h 1232001"/>
                <a:gd name="csX2833" fmla="*/ 399365 w 1651778"/>
                <a:gd name="csY2833" fmla="*/ 147655 h 1232001"/>
                <a:gd name="csX2834" fmla="*/ 401053 w 1651778"/>
                <a:gd name="csY2834" fmla="*/ 145991 h 1232001"/>
                <a:gd name="csX2835" fmla="*/ 402716 w 1651778"/>
                <a:gd name="csY2835" fmla="*/ 147655 h 1232001"/>
                <a:gd name="csX2836" fmla="*/ 401053 w 1651778"/>
                <a:gd name="csY2836" fmla="*/ 149318 h 1232001"/>
                <a:gd name="csX2837" fmla="*/ 399365 w 1651778"/>
                <a:gd name="csY2837" fmla="*/ 147655 h 1232001"/>
                <a:gd name="csX2838" fmla="*/ 499849 w 1651778"/>
                <a:gd name="csY2838" fmla="*/ 139313 h 1232001"/>
                <a:gd name="csX2839" fmla="*/ 499849 w 1651778"/>
                <a:gd name="csY2839" fmla="*/ 130996 h 1232001"/>
                <a:gd name="csX2840" fmla="*/ 501536 w 1651778"/>
                <a:gd name="csY2840" fmla="*/ 135167 h 1232001"/>
                <a:gd name="csX2841" fmla="*/ 501536 w 1651778"/>
                <a:gd name="csY2841" fmla="*/ 143484 h 1232001"/>
                <a:gd name="csX2842" fmla="*/ 499849 w 1651778"/>
                <a:gd name="csY2842" fmla="*/ 147655 h 1232001"/>
                <a:gd name="csX2843" fmla="*/ 966273 w 1651778"/>
                <a:gd name="csY2843" fmla="*/ 139313 h 1232001"/>
                <a:gd name="csX2844" fmla="*/ 966273 w 1651778"/>
                <a:gd name="csY2844" fmla="*/ 130996 h 1232001"/>
                <a:gd name="csX2845" fmla="*/ 967936 w 1651778"/>
                <a:gd name="csY2845" fmla="*/ 135167 h 1232001"/>
                <a:gd name="csX2846" fmla="*/ 967936 w 1651778"/>
                <a:gd name="csY2846" fmla="*/ 143484 h 1232001"/>
                <a:gd name="csX2847" fmla="*/ 966273 w 1651778"/>
                <a:gd name="csY2847" fmla="*/ 147655 h 1232001"/>
                <a:gd name="csX2848" fmla="*/ 6254 w 1651778"/>
                <a:gd name="csY2848" fmla="*/ 134323 h 1232001"/>
                <a:gd name="csX2849" fmla="*/ 7917 w 1651778"/>
                <a:gd name="csY2849" fmla="*/ 132659 h 1232001"/>
                <a:gd name="csX2850" fmla="*/ 9581 w 1651778"/>
                <a:gd name="csY2850" fmla="*/ 134323 h 1232001"/>
                <a:gd name="csX2851" fmla="*/ 7917 w 1651778"/>
                <a:gd name="csY2851" fmla="*/ 135986 h 1232001"/>
                <a:gd name="csX2852" fmla="*/ 6254 w 1651778"/>
                <a:gd name="csY2852" fmla="*/ 134323 h 1232001"/>
                <a:gd name="csX2853" fmla="*/ 396038 w 1651778"/>
                <a:gd name="csY2853" fmla="*/ 134323 h 1232001"/>
                <a:gd name="csX2854" fmla="*/ 397702 w 1651778"/>
                <a:gd name="csY2854" fmla="*/ 132659 h 1232001"/>
                <a:gd name="csX2855" fmla="*/ 399389 w 1651778"/>
                <a:gd name="csY2855" fmla="*/ 134323 h 1232001"/>
                <a:gd name="csX2856" fmla="*/ 397702 w 1651778"/>
                <a:gd name="csY2856" fmla="*/ 135986 h 1232001"/>
                <a:gd name="csX2857" fmla="*/ 396038 w 1651778"/>
                <a:gd name="csY2857" fmla="*/ 134323 h 1232001"/>
                <a:gd name="csX2858" fmla="*/ 962416 w 1651778"/>
                <a:gd name="csY2858" fmla="*/ 127669 h 1232001"/>
                <a:gd name="csX2859" fmla="*/ 964080 w 1651778"/>
                <a:gd name="csY2859" fmla="*/ 126005 h 1232001"/>
                <a:gd name="csX2860" fmla="*/ 965743 w 1651778"/>
                <a:gd name="csY2860" fmla="*/ 127669 h 1232001"/>
                <a:gd name="csX2861" fmla="*/ 964080 w 1651778"/>
                <a:gd name="csY2861" fmla="*/ 129332 h 1232001"/>
                <a:gd name="csX2862" fmla="*/ 962416 w 1651778"/>
                <a:gd name="csY2862" fmla="*/ 127669 h 1232001"/>
                <a:gd name="csX2863" fmla="*/ 9581 w 1651778"/>
                <a:gd name="csY2863" fmla="*/ 124342 h 1232001"/>
                <a:gd name="csX2864" fmla="*/ 11244 w 1651778"/>
                <a:gd name="csY2864" fmla="*/ 122654 h 1232001"/>
                <a:gd name="csX2865" fmla="*/ 12908 w 1651778"/>
                <a:gd name="csY2865" fmla="*/ 124342 h 1232001"/>
                <a:gd name="csX2866" fmla="*/ 11244 w 1651778"/>
                <a:gd name="csY2866" fmla="*/ 126005 h 1232001"/>
                <a:gd name="csX2867" fmla="*/ 9581 w 1651778"/>
                <a:gd name="csY2867" fmla="*/ 124342 h 1232001"/>
                <a:gd name="csX2868" fmla="*/ 392711 w 1651778"/>
                <a:gd name="csY2868" fmla="*/ 124342 h 1232001"/>
                <a:gd name="csX2869" fmla="*/ 394375 w 1651778"/>
                <a:gd name="csY2869" fmla="*/ 122654 h 1232001"/>
                <a:gd name="csX2870" fmla="*/ 396038 w 1651778"/>
                <a:gd name="csY2870" fmla="*/ 124342 h 1232001"/>
                <a:gd name="csX2871" fmla="*/ 394375 w 1651778"/>
                <a:gd name="csY2871" fmla="*/ 126005 h 1232001"/>
                <a:gd name="csX2872" fmla="*/ 392711 w 1651778"/>
                <a:gd name="csY2872" fmla="*/ 124342 h 1232001"/>
                <a:gd name="csX2873" fmla="*/ 389384 w 1651778"/>
                <a:gd name="csY2873" fmla="*/ 117664 h 1232001"/>
                <a:gd name="csX2874" fmla="*/ 391048 w 1651778"/>
                <a:gd name="csY2874" fmla="*/ 116001 h 1232001"/>
                <a:gd name="csX2875" fmla="*/ 392711 w 1651778"/>
                <a:gd name="csY2875" fmla="*/ 117664 h 1232001"/>
                <a:gd name="csX2876" fmla="*/ 391048 w 1651778"/>
                <a:gd name="csY2876" fmla="*/ 119328 h 1232001"/>
                <a:gd name="csX2877" fmla="*/ 389384 w 1651778"/>
                <a:gd name="csY2877" fmla="*/ 117664 h 1232001"/>
                <a:gd name="csX2878" fmla="*/ 512650 w 1651778"/>
                <a:gd name="csY2878" fmla="*/ 117664 h 1232001"/>
                <a:gd name="csX2879" fmla="*/ 514314 w 1651778"/>
                <a:gd name="csY2879" fmla="*/ 116001 h 1232001"/>
                <a:gd name="csX2880" fmla="*/ 515977 w 1651778"/>
                <a:gd name="csY2880" fmla="*/ 117664 h 1232001"/>
                <a:gd name="csX2881" fmla="*/ 514314 w 1651778"/>
                <a:gd name="csY2881" fmla="*/ 119328 h 1232001"/>
                <a:gd name="csX2882" fmla="*/ 512650 w 1651778"/>
                <a:gd name="csY2882" fmla="*/ 117664 h 1232001"/>
                <a:gd name="csX2883" fmla="*/ 952411 w 1651778"/>
                <a:gd name="csY2883" fmla="*/ 117664 h 1232001"/>
                <a:gd name="csX2884" fmla="*/ 954075 w 1651778"/>
                <a:gd name="csY2884" fmla="*/ 116001 h 1232001"/>
                <a:gd name="csX2885" fmla="*/ 955738 w 1651778"/>
                <a:gd name="csY2885" fmla="*/ 117664 h 1232001"/>
                <a:gd name="csX2886" fmla="*/ 954075 w 1651778"/>
                <a:gd name="csY2886" fmla="*/ 119328 h 1232001"/>
                <a:gd name="csX2887" fmla="*/ 952411 w 1651778"/>
                <a:gd name="csY2887" fmla="*/ 117664 h 1232001"/>
                <a:gd name="csX2888" fmla="*/ 12908 w 1651778"/>
                <a:gd name="csY2888" fmla="*/ 114337 h 1232001"/>
                <a:gd name="csX2889" fmla="*/ 14595 w 1651778"/>
                <a:gd name="csY2889" fmla="*/ 112674 h 1232001"/>
                <a:gd name="csX2890" fmla="*/ 16259 w 1651778"/>
                <a:gd name="csY2890" fmla="*/ 114337 h 1232001"/>
                <a:gd name="csX2891" fmla="*/ 14595 w 1651778"/>
                <a:gd name="csY2891" fmla="*/ 116001 h 1232001"/>
                <a:gd name="csX2892" fmla="*/ 12908 w 1651778"/>
                <a:gd name="csY2892" fmla="*/ 114337 h 1232001"/>
                <a:gd name="csX2893" fmla="*/ 16259 w 1651778"/>
                <a:gd name="csY2893" fmla="*/ 107683 h 1232001"/>
                <a:gd name="csX2894" fmla="*/ 17922 w 1651778"/>
                <a:gd name="csY2894" fmla="*/ 106020 h 1232001"/>
                <a:gd name="csX2895" fmla="*/ 19586 w 1651778"/>
                <a:gd name="csY2895" fmla="*/ 107683 h 1232001"/>
                <a:gd name="csX2896" fmla="*/ 17922 w 1651778"/>
                <a:gd name="csY2896" fmla="*/ 109347 h 1232001"/>
                <a:gd name="csX2897" fmla="*/ 16259 w 1651778"/>
                <a:gd name="csY2897" fmla="*/ 107683 h 1232001"/>
                <a:gd name="csX2898" fmla="*/ 19586 w 1651778"/>
                <a:gd name="csY2898" fmla="*/ 101005 h 1232001"/>
                <a:gd name="csX2899" fmla="*/ 21249 w 1651778"/>
                <a:gd name="csY2899" fmla="*/ 99342 h 1232001"/>
                <a:gd name="csX2900" fmla="*/ 22913 w 1651778"/>
                <a:gd name="csY2900" fmla="*/ 101005 h 1232001"/>
                <a:gd name="csX2901" fmla="*/ 21249 w 1651778"/>
                <a:gd name="csY2901" fmla="*/ 102669 h 1232001"/>
                <a:gd name="csX2902" fmla="*/ 19586 w 1651778"/>
                <a:gd name="csY2902" fmla="*/ 101005 h 1232001"/>
                <a:gd name="csX2903" fmla="*/ 382730 w 1651778"/>
                <a:gd name="csY2903" fmla="*/ 101005 h 1232001"/>
                <a:gd name="csX2904" fmla="*/ 384394 w 1651778"/>
                <a:gd name="csY2904" fmla="*/ 99342 h 1232001"/>
                <a:gd name="csX2905" fmla="*/ 386057 w 1651778"/>
                <a:gd name="csY2905" fmla="*/ 101005 h 1232001"/>
                <a:gd name="csX2906" fmla="*/ 384394 w 1651778"/>
                <a:gd name="csY2906" fmla="*/ 102669 h 1232001"/>
                <a:gd name="csX2907" fmla="*/ 382730 w 1651778"/>
                <a:gd name="csY2907" fmla="*/ 101005 h 1232001"/>
                <a:gd name="csX2908" fmla="*/ 22913 w 1651778"/>
                <a:gd name="csY2908" fmla="*/ 94351 h 1232001"/>
                <a:gd name="csX2909" fmla="*/ 24576 w 1651778"/>
                <a:gd name="csY2909" fmla="*/ 92688 h 1232001"/>
                <a:gd name="csX2910" fmla="*/ 26240 w 1651778"/>
                <a:gd name="csY2910" fmla="*/ 94351 h 1232001"/>
                <a:gd name="csX2911" fmla="*/ 24576 w 1651778"/>
                <a:gd name="csY2911" fmla="*/ 96015 h 1232001"/>
                <a:gd name="csX2912" fmla="*/ 22913 w 1651778"/>
                <a:gd name="csY2912" fmla="*/ 94351 h 1232001"/>
                <a:gd name="csX2913" fmla="*/ 376052 w 1651778"/>
                <a:gd name="csY2913" fmla="*/ 91024 h 1232001"/>
                <a:gd name="csX2914" fmla="*/ 377715 w 1651778"/>
                <a:gd name="csY2914" fmla="*/ 89361 h 1232001"/>
                <a:gd name="csX2915" fmla="*/ 379379 w 1651778"/>
                <a:gd name="csY2915" fmla="*/ 91024 h 1232001"/>
                <a:gd name="csX2916" fmla="*/ 377715 w 1651778"/>
                <a:gd name="csY2916" fmla="*/ 92688 h 1232001"/>
                <a:gd name="csX2917" fmla="*/ 376052 w 1651778"/>
                <a:gd name="csY2917" fmla="*/ 91024 h 1232001"/>
                <a:gd name="csX2918" fmla="*/ 29567 w 1651778"/>
                <a:gd name="csY2918" fmla="*/ 84346 h 1232001"/>
                <a:gd name="csX2919" fmla="*/ 31230 w 1651778"/>
                <a:gd name="csY2919" fmla="*/ 82683 h 1232001"/>
                <a:gd name="csX2920" fmla="*/ 32918 w 1651778"/>
                <a:gd name="csY2920" fmla="*/ 84346 h 1232001"/>
                <a:gd name="csX2921" fmla="*/ 31230 w 1651778"/>
                <a:gd name="csY2921" fmla="*/ 86010 h 1232001"/>
                <a:gd name="csX2922" fmla="*/ 29567 w 1651778"/>
                <a:gd name="csY2922" fmla="*/ 84346 h 1232001"/>
                <a:gd name="csX2923" fmla="*/ 372725 w 1651778"/>
                <a:gd name="csY2923" fmla="*/ 84346 h 1232001"/>
                <a:gd name="csX2924" fmla="*/ 374388 w 1651778"/>
                <a:gd name="csY2924" fmla="*/ 82683 h 1232001"/>
                <a:gd name="csX2925" fmla="*/ 376052 w 1651778"/>
                <a:gd name="csY2925" fmla="*/ 84346 h 1232001"/>
                <a:gd name="csX2926" fmla="*/ 374388 w 1651778"/>
                <a:gd name="csY2926" fmla="*/ 86010 h 1232001"/>
                <a:gd name="csX2927" fmla="*/ 372725 w 1651778"/>
                <a:gd name="csY2927" fmla="*/ 84346 h 1232001"/>
                <a:gd name="csX2928" fmla="*/ 39572 w 1651778"/>
                <a:gd name="csY2928" fmla="*/ 71038 h 1232001"/>
                <a:gd name="csX2929" fmla="*/ 41235 w 1651778"/>
                <a:gd name="csY2929" fmla="*/ 69351 h 1232001"/>
                <a:gd name="csX2930" fmla="*/ 42899 w 1651778"/>
                <a:gd name="csY2930" fmla="*/ 71038 h 1232001"/>
                <a:gd name="csX2931" fmla="*/ 41235 w 1651778"/>
                <a:gd name="csY2931" fmla="*/ 72702 h 1232001"/>
                <a:gd name="csX2932" fmla="*/ 39572 w 1651778"/>
                <a:gd name="csY2932" fmla="*/ 71038 h 1232001"/>
                <a:gd name="csX2933" fmla="*/ 360744 w 1651778"/>
                <a:gd name="csY2933" fmla="*/ 68845 h 1232001"/>
                <a:gd name="csX2934" fmla="*/ 358380 w 1651778"/>
                <a:gd name="csY2934" fmla="*/ 65011 h 1232001"/>
                <a:gd name="csX2935" fmla="*/ 362214 w 1651778"/>
                <a:gd name="csY2935" fmla="*/ 67374 h 1232001"/>
                <a:gd name="csX2936" fmla="*/ 366071 w 1651778"/>
                <a:gd name="csY2936" fmla="*/ 71231 h 1232001"/>
                <a:gd name="csX2937" fmla="*/ 360744 w 1651778"/>
                <a:gd name="csY2937" fmla="*/ 68845 h 1232001"/>
                <a:gd name="csX2938" fmla="*/ 334104 w 1651778"/>
                <a:gd name="csY2938" fmla="*/ 42205 h 1232001"/>
                <a:gd name="csX2939" fmla="*/ 331717 w 1651778"/>
                <a:gd name="csY2939" fmla="*/ 38348 h 1232001"/>
                <a:gd name="csX2940" fmla="*/ 335574 w 1651778"/>
                <a:gd name="csY2940" fmla="*/ 40734 h 1232001"/>
                <a:gd name="csX2941" fmla="*/ 337937 w 1651778"/>
                <a:gd name="csY2941" fmla="*/ 46038 h 1232001"/>
                <a:gd name="csX2942" fmla="*/ 334104 w 1651778"/>
                <a:gd name="csY2942" fmla="*/ 42205 h 1232001"/>
                <a:gd name="csX2943" fmla="*/ 69562 w 1651778"/>
                <a:gd name="csY2943" fmla="*/ 41048 h 1232001"/>
                <a:gd name="csX2944" fmla="*/ 71226 w 1651778"/>
                <a:gd name="csY2944" fmla="*/ 39384 h 1232001"/>
                <a:gd name="csX2945" fmla="*/ 72889 w 1651778"/>
                <a:gd name="csY2945" fmla="*/ 41048 h 1232001"/>
                <a:gd name="csX2946" fmla="*/ 71226 w 1651778"/>
                <a:gd name="csY2946" fmla="*/ 42711 h 1232001"/>
                <a:gd name="csX2947" fmla="*/ 69562 w 1651778"/>
                <a:gd name="csY2947" fmla="*/ 41048 h 1232001"/>
                <a:gd name="csX2948" fmla="*/ 82870 w 1651778"/>
                <a:gd name="csY2948" fmla="*/ 31043 h 1232001"/>
                <a:gd name="csX2949" fmla="*/ 84558 w 1651778"/>
                <a:gd name="csY2949" fmla="*/ 29379 h 1232001"/>
                <a:gd name="csX2950" fmla="*/ 86221 w 1651778"/>
                <a:gd name="csY2950" fmla="*/ 31043 h 1232001"/>
                <a:gd name="csX2951" fmla="*/ 84558 w 1651778"/>
                <a:gd name="csY2951" fmla="*/ 32706 h 1232001"/>
                <a:gd name="csX2952" fmla="*/ 82870 w 1651778"/>
                <a:gd name="csY2952" fmla="*/ 31043 h 1232001"/>
                <a:gd name="csX2953" fmla="*/ 319421 w 1651778"/>
                <a:gd name="csY2953" fmla="*/ 31043 h 1232001"/>
                <a:gd name="csX2954" fmla="*/ 321085 w 1651778"/>
                <a:gd name="csY2954" fmla="*/ 29379 h 1232001"/>
                <a:gd name="csX2955" fmla="*/ 322748 w 1651778"/>
                <a:gd name="csY2955" fmla="*/ 31043 h 1232001"/>
                <a:gd name="csX2956" fmla="*/ 321085 w 1651778"/>
                <a:gd name="csY2956" fmla="*/ 32706 h 1232001"/>
                <a:gd name="csX2957" fmla="*/ 319421 w 1651778"/>
                <a:gd name="csY2957" fmla="*/ 31043 h 1232001"/>
                <a:gd name="csX2958" fmla="*/ 89548 w 1651778"/>
                <a:gd name="csY2958" fmla="*/ 27716 h 1232001"/>
                <a:gd name="csX2959" fmla="*/ 91212 w 1651778"/>
                <a:gd name="csY2959" fmla="*/ 26052 h 1232001"/>
                <a:gd name="csX2960" fmla="*/ 92875 w 1651778"/>
                <a:gd name="csY2960" fmla="*/ 27716 h 1232001"/>
                <a:gd name="csX2961" fmla="*/ 91212 w 1651778"/>
                <a:gd name="csY2961" fmla="*/ 29379 h 1232001"/>
                <a:gd name="csX2962" fmla="*/ 89548 w 1651778"/>
                <a:gd name="csY2962" fmla="*/ 27716 h 1232001"/>
                <a:gd name="csX2963" fmla="*/ 312767 w 1651778"/>
                <a:gd name="csY2963" fmla="*/ 27716 h 1232001"/>
                <a:gd name="csX2964" fmla="*/ 314431 w 1651778"/>
                <a:gd name="csY2964" fmla="*/ 26052 h 1232001"/>
                <a:gd name="csX2965" fmla="*/ 316094 w 1651778"/>
                <a:gd name="csY2965" fmla="*/ 27716 h 1232001"/>
                <a:gd name="csX2966" fmla="*/ 314431 w 1651778"/>
                <a:gd name="csY2966" fmla="*/ 29379 h 1232001"/>
                <a:gd name="csX2967" fmla="*/ 312767 w 1651778"/>
                <a:gd name="csY2967" fmla="*/ 27716 h 1232001"/>
                <a:gd name="csX2968" fmla="*/ 99529 w 1651778"/>
                <a:gd name="csY2968" fmla="*/ 21062 h 1232001"/>
                <a:gd name="csX2969" fmla="*/ 101193 w 1651778"/>
                <a:gd name="csY2969" fmla="*/ 19398 h 1232001"/>
                <a:gd name="csX2970" fmla="*/ 102880 w 1651778"/>
                <a:gd name="csY2970" fmla="*/ 21062 h 1232001"/>
                <a:gd name="csX2971" fmla="*/ 101193 w 1651778"/>
                <a:gd name="csY2971" fmla="*/ 22725 h 1232001"/>
                <a:gd name="csX2972" fmla="*/ 99529 w 1651778"/>
                <a:gd name="csY2972" fmla="*/ 21062 h 1232001"/>
                <a:gd name="csX2973" fmla="*/ 302763 w 1651778"/>
                <a:gd name="csY2973" fmla="*/ 21062 h 1232001"/>
                <a:gd name="csX2974" fmla="*/ 304427 w 1651778"/>
                <a:gd name="csY2974" fmla="*/ 19398 h 1232001"/>
                <a:gd name="csX2975" fmla="*/ 306090 w 1651778"/>
                <a:gd name="csY2975" fmla="*/ 21062 h 1232001"/>
                <a:gd name="csX2976" fmla="*/ 304427 w 1651778"/>
                <a:gd name="csY2976" fmla="*/ 22725 h 1232001"/>
                <a:gd name="csX2977" fmla="*/ 302763 w 1651778"/>
                <a:gd name="csY2977" fmla="*/ 21062 h 1232001"/>
                <a:gd name="csX2978" fmla="*/ 106207 w 1651778"/>
                <a:gd name="csY2978" fmla="*/ 17735 h 1232001"/>
                <a:gd name="csX2979" fmla="*/ 107871 w 1651778"/>
                <a:gd name="csY2979" fmla="*/ 16047 h 1232001"/>
                <a:gd name="csX2980" fmla="*/ 109534 w 1651778"/>
                <a:gd name="csY2980" fmla="*/ 17735 h 1232001"/>
                <a:gd name="csX2981" fmla="*/ 107871 w 1651778"/>
                <a:gd name="csY2981" fmla="*/ 19398 h 1232001"/>
                <a:gd name="csX2982" fmla="*/ 106207 w 1651778"/>
                <a:gd name="csY2982" fmla="*/ 17735 h 1232001"/>
                <a:gd name="csX2983" fmla="*/ 286104 w 1651778"/>
                <a:gd name="csY2983" fmla="*/ 14384 h 1232001"/>
                <a:gd name="csX2984" fmla="*/ 287767 w 1651778"/>
                <a:gd name="csY2984" fmla="*/ 12720 h 1232001"/>
                <a:gd name="csX2985" fmla="*/ 289431 w 1651778"/>
                <a:gd name="csY2985" fmla="*/ 14384 h 1232001"/>
                <a:gd name="csX2986" fmla="*/ 287767 w 1651778"/>
                <a:gd name="csY2986" fmla="*/ 16047 h 1232001"/>
                <a:gd name="csX2987" fmla="*/ 286104 w 1651778"/>
                <a:gd name="csY2987" fmla="*/ 14384 h 1232001"/>
                <a:gd name="csX2988" fmla="*/ 122866 w 1651778"/>
                <a:gd name="csY2988" fmla="*/ 11057 h 1232001"/>
                <a:gd name="csX2989" fmla="*/ 124529 w 1651778"/>
                <a:gd name="csY2989" fmla="*/ 9393 h 1232001"/>
                <a:gd name="csX2990" fmla="*/ 126193 w 1651778"/>
                <a:gd name="csY2990" fmla="*/ 11057 h 1232001"/>
                <a:gd name="csX2991" fmla="*/ 124529 w 1651778"/>
                <a:gd name="csY2991" fmla="*/ 12720 h 1232001"/>
                <a:gd name="csX2992" fmla="*/ 122866 w 1651778"/>
                <a:gd name="csY2992" fmla="*/ 11057 h 1232001"/>
                <a:gd name="csX2993" fmla="*/ 279450 w 1651778"/>
                <a:gd name="csY2993" fmla="*/ 11057 h 1232001"/>
                <a:gd name="csX2994" fmla="*/ 281113 w 1651778"/>
                <a:gd name="csY2994" fmla="*/ 9393 h 1232001"/>
                <a:gd name="csX2995" fmla="*/ 282777 w 1651778"/>
                <a:gd name="csY2995" fmla="*/ 11057 h 1232001"/>
                <a:gd name="csX2996" fmla="*/ 281113 w 1651778"/>
                <a:gd name="csY2996" fmla="*/ 12720 h 1232001"/>
                <a:gd name="csX2997" fmla="*/ 279450 w 1651778"/>
                <a:gd name="csY2997" fmla="*/ 11057 h 1232001"/>
                <a:gd name="csX2998" fmla="*/ 132847 w 1651778"/>
                <a:gd name="csY2998" fmla="*/ 7730 h 1232001"/>
                <a:gd name="csX2999" fmla="*/ 134510 w 1651778"/>
                <a:gd name="csY2999" fmla="*/ 6066 h 1232001"/>
                <a:gd name="csX3000" fmla="*/ 136174 w 1651778"/>
                <a:gd name="csY3000" fmla="*/ 7730 h 1232001"/>
                <a:gd name="csX3001" fmla="*/ 134510 w 1651778"/>
                <a:gd name="csY3001" fmla="*/ 9393 h 1232001"/>
                <a:gd name="csX3002" fmla="*/ 132847 w 1651778"/>
                <a:gd name="csY3002" fmla="*/ 7730 h 1232001"/>
                <a:gd name="csX3003" fmla="*/ 267227 w 1651778"/>
                <a:gd name="csY3003" fmla="*/ 7176 h 1232001"/>
                <a:gd name="csX3004" fmla="*/ 271663 w 1651778"/>
                <a:gd name="csY3004" fmla="*/ 7176 h 1232001"/>
                <a:gd name="csX3005" fmla="*/ 269445 w 1651778"/>
                <a:gd name="csY3005" fmla="*/ 9393 h 1232001"/>
                <a:gd name="csX3006" fmla="*/ 267227 w 1651778"/>
                <a:gd name="csY3006" fmla="*/ 7176 h 1232001"/>
                <a:gd name="csX3007" fmla="*/ 146179 w 1651778"/>
                <a:gd name="csY3007" fmla="*/ 4403 h 1232001"/>
                <a:gd name="csX3008" fmla="*/ 147842 w 1651778"/>
                <a:gd name="csY3008" fmla="*/ 2739 h 1232001"/>
                <a:gd name="csX3009" fmla="*/ 149506 w 1651778"/>
                <a:gd name="csY3009" fmla="*/ 4403 h 1232001"/>
                <a:gd name="csX3010" fmla="*/ 147842 w 1651778"/>
                <a:gd name="csY3010" fmla="*/ 6066 h 1232001"/>
                <a:gd name="csX3011" fmla="*/ 146179 w 1651778"/>
                <a:gd name="csY3011" fmla="*/ 4403 h 1232001"/>
                <a:gd name="csX3012" fmla="*/ 256113 w 1651778"/>
                <a:gd name="csY3012" fmla="*/ 4403 h 1232001"/>
                <a:gd name="csX3013" fmla="*/ 257776 w 1651778"/>
                <a:gd name="csY3013" fmla="*/ 2739 h 1232001"/>
                <a:gd name="csX3014" fmla="*/ 259464 w 1651778"/>
                <a:gd name="csY3014" fmla="*/ 4403 h 1232001"/>
                <a:gd name="csX3015" fmla="*/ 257776 w 1651778"/>
                <a:gd name="csY3015" fmla="*/ 6066 h 1232001"/>
                <a:gd name="csX3016" fmla="*/ 256113 w 1651778"/>
                <a:gd name="csY3016" fmla="*/ 4403 h 1232001"/>
                <a:gd name="csX3017" fmla="*/ 167057 w 1651778"/>
                <a:gd name="csY3017" fmla="*/ 425 h 1232001"/>
                <a:gd name="csX3018" fmla="*/ 177062 w 1651778"/>
                <a:gd name="csY3018" fmla="*/ 546 h 1232001"/>
                <a:gd name="csX3019" fmla="*/ 171155 w 1651778"/>
                <a:gd name="csY3019" fmla="*/ 2088 h 1232001"/>
                <a:gd name="csX3020" fmla="*/ 161174 w 1651778"/>
                <a:gd name="csY3020" fmla="*/ 1968 h 1232001"/>
                <a:gd name="csX3021" fmla="*/ 228630 w 1651778"/>
                <a:gd name="csY3021" fmla="*/ 522 h 1232001"/>
                <a:gd name="csX3022" fmla="*/ 236971 w 1651778"/>
                <a:gd name="csY3022" fmla="*/ 522 h 1232001"/>
                <a:gd name="csX3023" fmla="*/ 241118 w 1651778"/>
                <a:gd name="csY3023" fmla="*/ 2209 h 1232001"/>
                <a:gd name="csX3024" fmla="*/ 232800 w 1651778"/>
                <a:gd name="csY3024" fmla="*/ 2209 h 1232001"/>
                <a:gd name="csX3025" fmla="*/ 224459 w 1651778"/>
                <a:gd name="csY3025" fmla="*/ 2209 h 1232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  <a:cxn ang="0">
                  <a:pos x="csX1824" y="csY1824"/>
                </a:cxn>
                <a:cxn ang="0">
                  <a:pos x="csX1825" y="csY1825"/>
                </a:cxn>
                <a:cxn ang="0">
                  <a:pos x="csX1826" y="csY1826"/>
                </a:cxn>
                <a:cxn ang="0">
                  <a:pos x="csX1827" y="csY1827"/>
                </a:cxn>
                <a:cxn ang="0">
                  <a:pos x="csX1828" y="csY1828"/>
                </a:cxn>
                <a:cxn ang="0">
                  <a:pos x="csX1829" y="csY1829"/>
                </a:cxn>
                <a:cxn ang="0">
                  <a:pos x="csX1830" y="csY1830"/>
                </a:cxn>
                <a:cxn ang="0">
                  <a:pos x="csX1831" y="csY1831"/>
                </a:cxn>
                <a:cxn ang="0">
                  <a:pos x="csX1832" y="csY1832"/>
                </a:cxn>
                <a:cxn ang="0">
                  <a:pos x="csX1833" y="csY1833"/>
                </a:cxn>
                <a:cxn ang="0">
                  <a:pos x="csX1834" y="csY1834"/>
                </a:cxn>
                <a:cxn ang="0">
                  <a:pos x="csX1835" y="csY1835"/>
                </a:cxn>
                <a:cxn ang="0">
                  <a:pos x="csX1836" y="csY1836"/>
                </a:cxn>
                <a:cxn ang="0">
                  <a:pos x="csX1837" y="csY1837"/>
                </a:cxn>
                <a:cxn ang="0">
                  <a:pos x="csX1838" y="csY1838"/>
                </a:cxn>
                <a:cxn ang="0">
                  <a:pos x="csX1839" y="csY1839"/>
                </a:cxn>
                <a:cxn ang="0">
                  <a:pos x="csX1840" y="csY1840"/>
                </a:cxn>
                <a:cxn ang="0">
                  <a:pos x="csX1841" y="csY1841"/>
                </a:cxn>
                <a:cxn ang="0">
                  <a:pos x="csX1842" y="csY1842"/>
                </a:cxn>
                <a:cxn ang="0">
                  <a:pos x="csX1843" y="csY1843"/>
                </a:cxn>
                <a:cxn ang="0">
                  <a:pos x="csX1844" y="csY1844"/>
                </a:cxn>
                <a:cxn ang="0">
                  <a:pos x="csX1845" y="csY1845"/>
                </a:cxn>
                <a:cxn ang="0">
                  <a:pos x="csX1846" y="csY1846"/>
                </a:cxn>
                <a:cxn ang="0">
                  <a:pos x="csX1847" y="csY1847"/>
                </a:cxn>
                <a:cxn ang="0">
                  <a:pos x="csX1848" y="csY1848"/>
                </a:cxn>
                <a:cxn ang="0">
                  <a:pos x="csX1849" y="csY1849"/>
                </a:cxn>
                <a:cxn ang="0">
                  <a:pos x="csX1850" y="csY1850"/>
                </a:cxn>
                <a:cxn ang="0">
                  <a:pos x="csX1851" y="csY1851"/>
                </a:cxn>
                <a:cxn ang="0">
                  <a:pos x="csX1852" y="csY1852"/>
                </a:cxn>
                <a:cxn ang="0">
                  <a:pos x="csX1853" y="csY1853"/>
                </a:cxn>
                <a:cxn ang="0">
                  <a:pos x="csX1854" y="csY1854"/>
                </a:cxn>
                <a:cxn ang="0">
                  <a:pos x="csX1855" y="csY1855"/>
                </a:cxn>
                <a:cxn ang="0">
                  <a:pos x="csX1856" y="csY1856"/>
                </a:cxn>
                <a:cxn ang="0">
                  <a:pos x="csX1857" y="csY1857"/>
                </a:cxn>
                <a:cxn ang="0">
                  <a:pos x="csX1858" y="csY1858"/>
                </a:cxn>
                <a:cxn ang="0">
                  <a:pos x="csX1859" y="csY1859"/>
                </a:cxn>
                <a:cxn ang="0">
                  <a:pos x="csX1860" y="csY1860"/>
                </a:cxn>
                <a:cxn ang="0">
                  <a:pos x="csX1861" y="csY1861"/>
                </a:cxn>
                <a:cxn ang="0">
                  <a:pos x="csX1862" y="csY1862"/>
                </a:cxn>
                <a:cxn ang="0">
                  <a:pos x="csX1863" y="csY1863"/>
                </a:cxn>
                <a:cxn ang="0">
                  <a:pos x="csX1864" y="csY1864"/>
                </a:cxn>
                <a:cxn ang="0">
                  <a:pos x="csX1865" y="csY1865"/>
                </a:cxn>
                <a:cxn ang="0">
                  <a:pos x="csX1866" y="csY1866"/>
                </a:cxn>
                <a:cxn ang="0">
                  <a:pos x="csX1867" y="csY1867"/>
                </a:cxn>
                <a:cxn ang="0">
                  <a:pos x="csX1868" y="csY1868"/>
                </a:cxn>
                <a:cxn ang="0">
                  <a:pos x="csX1869" y="csY1869"/>
                </a:cxn>
                <a:cxn ang="0">
                  <a:pos x="csX1870" y="csY1870"/>
                </a:cxn>
                <a:cxn ang="0">
                  <a:pos x="csX1871" y="csY1871"/>
                </a:cxn>
                <a:cxn ang="0">
                  <a:pos x="csX1872" y="csY1872"/>
                </a:cxn>
                <a:cxn ang="0">
                  <a:pos x="csX1873" y="csY1873"/>
                </a:cxn>
                <a:cxn ang="0">
                  <a:pos x="csX1874" y="csY1874"/>
                </a:cxn>
                <a:cxn ang="0">
                  <a:pos x="csX1875" y="csY1875"/>
                </a:cxn>
                <a:cxn ang="0">
                  <a:pos x="csX1876" y="csY1876"/>
                </a:cxn>
                <a:cxn ang="0">
                  <a:pos x="csX1877" y="csY1877"/>
                </a:cxn>
                <a:cxn ang="0">
                  <a:pos x="csX1878" y="csY1878"/>
                </a:cxn>
                <a:cxn ang="0">
                  <a:pos x="csX1879" y="csY1879"/>
                </a:cxn>
                <a:cxn ang="0">
                  <a:pos x="csX1880" y="csY1880"/>
                </a:cxn>
                <a:cxn ang="0">
                  <a:pos x="csX1881" y="csY1881"/>
                </a:cxn>
                <a:cxn ang="0">
                  <a:pos x="csX1882" y="csY1882"/>
                </a:cxn>
                <a:cxn ang="0">
                  <a:pos x="csX1883" y="csY1883"/>
                </a:cxn>
                <a:cxn ang="0">
                  <a:pos x="csX1884" y="csY1884"/>
                </a:cxn>
                <a:cxn ang="0">
                  <a:pos x="csX1885" y="csY1885"/>
                </a:cxn>
                <a:cxn ang="0">
                  <a:pos x="csX1886" y="csY1886"/>
                </a:cxn>
                <a:cxn ang="0">
                  <a:pos x="csX1887" y="csY1887"/>
                </a:cxn>
                <a:cxn ang="0">
                  <a:pos x="csX1888" y="csY1888"/>
                </a:cxn>
                <a:cxn ang="0">
                  <a:pos x="csX1889" y="csY1889"/>
                </a:cxn>
                <a:cxn ang="0">
                  <a:pos x="csX1890" y="csY1890"/>
                </a:cxn>
                <a:cxn ang="0">
                  <a:pos x="csX1891" y="csY1891"/>
                </a:cxn>
                <a:cxn ang="0">
                  <a:pos x="csX1892" y="csY1892"/>
                </a:cxn>
                <a:cxn ang="0">
                  <a:pos x="csX1893" y="csY1893"/>
                </a:cxn>
                <a:cxn ang="0">
                  <a:pos x="csX1894" y="csY1894"/>
                </a:cxn>
                <a:cxn ang="0">
                  <a:pos x="csX1895" y="csY1895"/>
                </a:cxn>
                <a:cxn ang="0">
                  <a:pos x="csX1896" y="csY1896"/>
                </a:cxn>
                <a:cxn ang="0">
                  <a:pos x="csX1897" y="csY1897"/>
                </a:cxn>
                <a:cxn ang="0">
                  <a:pos x="csX1898" y="csY1898"/>
                </a:cxn>
                <a:cxn ang="0">
                  <a:pos x="csX1899" y="csY1899"/>
                </a:cxn>
                <a:cxn ang="0">
                  <a:pos x="csX1900" y="csY1900"/>
                </a:cxn>
                <a:cxn ang="0">
                  <a:pos x="csX1901" y="csY1901"/>
                </a:cxn>
                <a:cxn ang="0">
                  <a:pos x="csX1902" y="csY1902"/>
                </a:cxn>
                <a:cxn ang="0">
                  <a:pos x="csX1903" y="csY1903"/>
                </a:cxn>
                <a:cxn ang="0">
                  <a:pos x="csX1904" y="csY1904"/>
                </a:cxn>
                <a:cxn ang="0">
                  <a:pos x="csX1905" y="csY1905"/>
                </a:cxn>
                <a:cxn ang="0">
                  <a:pos x="csX1906" y="csY1906"/>
                </a:cxn>
                <a:cxn ang="0">
                  <a:pos x="csX1907" y="csY1907"/>
                </a:cxn>
                <a:cxn ang="0">
                  <a:pos x="csX1908" y="csY1908"/>
                </a:cxn>
                <a:cxn ang="0">
                  <a:pos x="csX1909" y="csY1909"/>
                </a:cxn>
                <a:cxn ang="0">
                  <a:pos x="csX1910" y="csY1910"/>
                </a:cxn>
                <a:cxn ang="0">
                  <a:pos x="csX1911" y="csY1911"/>
                </a:cxn>
                <a:cxn ang="0">
                  <a:pos x="csX1912" y="csY1912"/>
                </a:cxn>
                <a:cxn ang="0">
                  <a:pos x="csX1913" y="csY1913"/>
                </a:cxn>
                <a:cxn ang="0">
                  <a:pos x="csX1914" y="csY1914"/>
                </a:cxn>
                <a:cxn ang="0">
                  <a:pos x="csX1915" y="csY1915"/>
                </a:cxn>
                <a:cxn ang="0">
                  <a:pos x="csX1916" y="csY1916"/>
                </a:cxn>
                <a:cxn ang="0">
                  <a:pos x="csX1917" y="csY1917"/>
                </a:cxn>
                <a:cxn ang="0">
                  <a:pos x="csX1918" y="csY1918"/>
                </a:cxn>
                <a:cxn ang="0">
                  <a:pos x="csX1919" y="csY1919"/>
                </a:cxn>
                <a:cxn ang="0">
                  <a:pos x="csX1920" y="csY1920"/>
                </a:cxn>
                <a:cxn ang="0">
                  <a:pos x="csX1921" y="csY1921"/>
                </a:cxn>
                <a:cxn ang="0">
                  <a:pos x="csX1922" y="csY1922"/>
                </a:cxn>
                <a:cxn ang="0">
                  <a:pos x="csX1923" y="csY1923"/>
                </a:cxn>
                <a:cxn ang="0">
                  <a:pos x="csX1924" y="csY1924"/>
                </a:cxn>
                <a:cxn ang="0">
                  <a:pos x="csX1925" y="csY1925"/>
                </a:cxn>
                <a:cxn ang="0">
                  <a:pos x="csX1926" y="csY1926"/>
                </a:cxn>
                <a:cxn ang="0">
                  <a:pos x="csX1927" y="csY1927"/>
                </a:cxn>
                <a:cxn ang="0">
                  <a:pos x="csX1928" y="csY1928"/>
                </a:cxn>
                <a:cxn ang="0">
                  <a:pos x="csX1929" y="csY1929"/>
                </a:cxn>
                <a:cxn ang="0">
                  <a:pos x="csX1930" y="csY1930"/>
                </a:cxn>
                <a:cxn ang="0">
                  <a:pos x="csX1931" y="csY1931"/>
                </a:cxn>
                <a:cxn ang="0">
                  <a:pos x="csX1932" y="csY1932"/>
                </a:cxn>
                <a:cxn ang="0">
                  <a:pos x="csX1933" y="csY1933"/>
                </a:cxn>
                <a:cxn ang="0">
                  <a:pos x="csX1934" y="csY1934"/>
                </a:cxn>
                <a:cxn ang="0">
                  <a:pos x="csX1935" y="csY1935"/>
                </a:cxn>
                <a:cxn ang="0">
                  <a:pos x="csX1936" y="csY1936"/>
                </a:cxn>
                <a:cxn ang="0">
                  <a:pos x="csX1937" y="csY1937"/>
                </a:cxn>
                <a:cxn ang="0">
                  <a:pos x="csX1938" y="csY1938"/>
                </a:cxn>
                <a:cxn ang="0">
                  <a:pos x="csX1939" y="csY1939"/>
                </a:cxn>
                <a:cxn ang="0">
                  <a:pos x="csX1940" y="csY1940"/>
                </a:cxn>
                <a:cxn ang="0">
                  <a:pos x="csX1941" y="csY1941"/>
                </a:cxn>
                <a:cxn ang="0">
                  <a:pos x="csX1942" y="csY1942"/>
                </a:cxn>
                <a:cxn ang="0">
                  <a:pos x="csX1943" y="csY1943"/>
                </a:cxn>
                <a:cxn ang="0">
                  <a:pos x="csX1944" y="csY1944"/>
                </a:cxn>
                <a:cxn ang="0">
                  <a:pos x="csX1945" y="csY1945"/>
                </a:cxn>
                <a:cxn ang="0">
                  <a:pos x="csX1946" y="csY1946"/>
                </a:cxn>
                <a:cxn ang="0">
                  <a:pos x="csX1947" y="csY1947"/>
                </a:cxn>
                <a:cxn ang="0">
                  <a:pos x="csX1948" y="csY1948"/>
                </a:cxn>
                <a:cxn ang="0">
                  <a:pos x="csX1949" y="csY1949"/>
                </a:cxn>
                <a:cxn ang="0">
                  <a:pos x="csX1950" y="csY1950"/>
                </a:cxn>
                <a:cxn ang="0">
                  <a:pos x="csX1951" y="csY1951"/>
                </a:cxn>
                <a:cxn ang="0">
                  <a:pos x="csX1952" y="csY1952"/>
                </a:cxn>
                <a:cxn ang="0">
                  <a:pos x="csX1953" y="csY1953"/>
                </a:cxn>
                <a:cxn ang="0">
                  <a:pos x="csX1954" y="csY1954"/>
                </a:cxn>
                <a:cxn ang="0">
                  <a:pos x="csX1955" y="csY1955"/>
                </a:cxn>
                <a:cxn ang="0">
                  <a:pos x="csX1956" y="csY1956"/>
                </a:cxn>
                <a:cxn ang="0">
                  <a:pos x="csX1957" y="csY1957"/>
                </a:cxn>
                <a:cxn ang="0">
                  <a:pos x="csX1958" y="csY1958"/>
                </a:cxn>
                <a:cxn ang="0">
                  <a:pos x="csX1959" y="csY1959"/>
                </a:cxn>
                <a:cxn ang="0">
                  <a:pos x="csX1960" y="csY1960"/>
                </a:cxn>
                <a:cxn ang="0">
                  <a:pos x="csX1961" y="csY1961"/>
                </a:cxn>
                <a:cxn ang="0">
                  <a:pos x="csX1962" y="csY1962"/>
                </a:cxn>
                <a:cxn ang="0">
                  <a:pos x="csX1963" y="csY1963"/>
                </a:cxn>
                <a:cxn ang="0">
                  <a:pos x="csX1964" y="csY1964"/>
                </a:cxn>
                <a:cxn ang="0">
                  <a:pos x="csX1965" y="csY1965"/>
                </a:cxn>
                <a:cxn ang="0">
                  <a:pos x="csX1966" y="csY1966"/>
                </a:cxn>
                <a:cxn ang="0">
                  <a:pos x="csX1967" y="csY1967"/>
                </a:cxn>
                <a:cxn ang="0">
                  <a:pos x="csX1968" y="csY1968"/>
                </a:cxn>
                <a:cxn ang="0">
                  <a:pos x="csX1969" y="csY1969"/>
                </a:cxn>
                <a:cxn ang="0">
                  <a:pos x="csX1970" y="csY1970"/>
                </a:cxn>
                <a:cxn ang="0">
                  <a:pos x="csX1971" y="csY1971"/>
                </a:cxn>
                <a:cxn ang="0">
                  <a:pos x="csX1972" y="csY1972"/>
                </a:cxn>
                <a:cxn ang="0">
                  <a:pos x="csX1973" y="csY1973"/>
                </a:cxn>
                <a:cxn ang="0">
                  <a:pos x="csX1974" y="csY1974"/>
                </a:cxn>
                <a:cxn ang="0">
                  <a:pos x="csX1975" y="csY1975"/>
                </a:cxn>
                <a:cxn ang="0">
                  <a:pos x="csX1976" y="csY1976"/>
                </a:cxn>
                <a:cxn ang="0">
                  <a:pos x="csX1977" y="csY1977"/>
                </a:cxn>
                <a:cxn ang="0">
                  <a:pos x="csX1978" y="csY1978"/>
                </a:cxn>
                <a:cxn ang="0">
                  <a:pos x="csX1979" y="csY1979"/>
                </a:cxn>
                <a:cxn ang="0">
                  <a:pos x="csX1980" y="csY1980"/>
                </a:cxn>
                <a:cxn ang="0">
                  <a:pos x="csX1981" y="csY1981"/>
                </a:cxn>
                <a:cxn ang="0">
                  <a:pos x="csX1982" y="csY1982"/>
                </a:cxn>
                <a:cxn ang="0">
                  <a:pos x="csX1983" y="csY1983"/>
                </a:cxn>
                <a:cxn ang="0">
                  <a:pos x="csX1984" y="csY1984"/>
                </a:cxn>
                <a:cxn ang="0">
                  <a:pos x="csX1985" y="csY1985"/>
                </a:cxn>
                <a:cxn ang="0">
                  <a:pos x="csX1986" y="csY1986"/>
                </a:cxn>
                <a:cxn ang="0">
                  <a:pos x="csX1987" y="csY1987"/>
                </a:cxn>
                <a:cxn ang="0">
                  <a:pos x="csX1988" y="csY1988"/>
                </a:cxn>
                <a:cxn ang="0">
                  <a:pos x="csX1989" y="csY1989"/>
                </a:cxn>
                <a:cxn ang="0">
                  <a:pos x="csX1990" y="csY1990"/>
                </a:cxn>
                <a:cxn ang="0">
                  <a:pos x="csX1991" y="csY1991"/>
                </a:cxn>
                <a:cxn ang="0">
                  <a:pos x="csX1992" y="csY1992"/>
                </a:cxn>
                <a:cxn ang="0">
                  <a:pos x="csX1993" y="csY1993"/>
                </a:cxn>
                <a:cxn ang="0">
                  <a:pos x="csX1994" y="csY1994"/>
                </a:cxn>
                <a:cxn ang="0">
                  <a:pos x="csX1995" y="csY1995"/>
                </a:cxn>
                <a:cxn ang="0">
                  <a:pos x="csX1996" y="csY1996"/>
                </a:cxn>
                <a:cxn ang="0">
                  <a:pos x="csX1997" y="csY1997"/>
                </a:cxn>
                <a:cxn ang="0">
                  <a:pos x="csX1998" y="csY1998"/>
                </a:cxn>
                <a:cxn ang="0">
                  <a:pos x="csX1999" y="csY1999"/>
                </a:cxn>
                <a:cxn ang="0">
                  <a:pos x="csX2000" y="csY2000"/>
                </a:cxn>
                <a:cxn ang="0">
                  <a:pos x="csX2001" y="csY2001"/>
                </a:cxn>
                <a:cxn ang="0">
                  <a:pos x="csX2002" y="csY2002"/>
                </a:cxn>
                <a:cxn ang="0">
                  <a:pos x="csX2003" y="csY2003"/>
                </a:cxn>
                <a:cxn ang="0">
                  <a:pos x="csX2004" y="csY2004"/>
                </a:cxn>
                <a:cxn ang="0">
                  <a:pos x="csX2005" y="csY2005"/>
                </a:cxn>
                <a:cxn ang="0">
                  <a:pos x="csX2006" y="csY2006"/>
                </a:cxn>
                <a:cxn ang="0">
                  <a:pos x="csX2007" y="csY2007"/>
                </a:cxn>
                <a:cxn ang="0">
                  <a:pos x="csX2008" y="csY2008"/>
                </a:cxn>
                <a:cxn ang="0">
                  <a:pos x="csX2009" y="csY2009"/>
                </a:cxn>
                <a:cxn ang="0">
                  <a:pos x="csX2010" y="csY2010"/>
                </a:cxn>
                <a:cxn ang="0">
                  <a:pos x="csX2011" y="csY2011"/>
                </a:cxn>
                <a:cxn ang="0">
                  <a:pos x="csX2012" y="csY2012"/>
                </a:cxn>
                <a:cxn ang="0">
                  <a:pos x="csX2013" y="csY2013"/>
                </a:cxn>
                <a:cxn ang="0">
                  <a:pos x="csX2014" y="csY2014"/>
                </a:cxn>
                <a:cxn ang="0">
                  <a:pos x="csX2015" y="csY2015"/>
                </a:cxn>
                <a:cxn ang="0">
                  <a:pos x="csX2016" y="csY2016"/>
                </a:cxn>
                <a:cxn ang="0">
                  <a:pos x="csX2017" y="csY2017"/>
                </a:cxn>
                <a:cxn ang="0">
                  <a:pos x="csX2018" y="csY2018"/>
                </a:cxn>
                <a:cxn ang="0">
                  <a:pos x="csX2019" y="csY2019"/>
                </a:cxn>
                <a:cxn ang="0">
                  <a:pos x="csX2020" y="csY2020"/>
                </a:cxn>
                <a:cxn ang="0">
                  <a:pos x="csX2021" y="csY2021"/>
                </a:cxn>
                <a:cxn ang="0">
                  <a:pos x="csX2022" y="csY2022"/>
                </a:cxn>
                <a:cxn ang="0">
                  <a:pos x="csX2023" y="csY2023"/>
                </a:cxn>
                <a:cxn ang="0">
                  <a:pos x="csX2024" y="csY2024"/>
                </a:cxn>
                <a:cxn ang="0">
                  <a:pos x="csX2025" y="csY2025"/>
                </a:cxn>
                <a:cxn ang="0">
                  <a:pos x="csX2026" y="csY2026"/>
                </a:cxn>
                <a:cxn ang="0">
                  <a:pos x="csX2027" y="csY2027"/>
                </a:cxn>
                <a:cxn ang="0">
                  <a:pos x="csX2028" y="csY2028"/>
                </a:cxn>
                <a:cxn ang="0">
                  <a:pos x="csX2029" y="csY2029"/>
                </a:cxn>
                <a:cxn ang="0">
                  <a:pos x="csX2030" y="csY2030"/>
                </a:cxn>
                <a:cxn ang="0">
                  <a:pos x="csX2031" y="csY2031"/>
                </a:cxn>
                <a:cxn ang="0">
                  <a:pos x="csX2032" y="csY2032"/>
                </a:cxn>
                <a:cxn ang="0">
                  <a:pos x="csX2033" y="csY2033"/>
                </a:cxn>
                <a:cxn ang="0">
                  <a:pos x="csX2034" y="csY2034"/>
                </a:cxn>
                <a:cxn ang="0">
                  <a:pos x="csX2035" y="csY2035"/>
                </a:cxn>
                <a:cxn ang="0">
                  <a:pos x="csX2036" y="csY2036"/>
                </a:cxn>
                <a:cxn ang="0">
                  <a:pos x="csX2037" y="csY2037"/>
                </a:cxn>
                <a:cxn ang="0">
                  <a:pos x="csX2038" y="csY2038"/>
                </a:cxn>
                <a:cxn ang="0">
                  <a:pos x="csX2039" y="csY2039"/>
                </a:cxn>
                <a:cxn ang="0">
                  <a:pos x="csX2040" y="csY2040"/>
                </a:cxn>
                <a:cxn ang="0">
                  <a:pos x="csX2041" y="csY2041"/>
                </a:cxn>
                <a:cxn ang="0">
                  <a:pos x="csX2042" y="csY2042"/>
                </a:cxn>
                <a:cxn ang="0">
                  <a:pos x="csX2043" y="csY2043"/>
                </a:cxn>
                <a:cxn ang="0">
                  <a:pos x="csX2044" y="csY2044"/>
                </a:cxn>
                <a:cxn ang="0">
                  <a:pos x="csX2045" y="csY2045"/>
                </a:cxn>
                <a:cxn ang="0">
                  <a:pos x="csX2046" y="csY2046"/>
                </a:cxn>
                <a:cxn ang="0">
                  <a:pos x="csX2047" y="csY2047"/>
                </a:cxn>
                <a:cxn ang="0">
                  <a:pos x="csX2048" y="csY2048"/>
                </a:cxn>
                <a:cxn ang="0">
                  <a:pos x="csX2049" y="csY2049"/>
                </a:cxn>
                <a:cxn ang="0">
                  <a:pos x="csX2050" y="csY2050"/>
                </a:cxn>
                <a:cxn ang="0">
                  <a:pos x="csX2051" y="csY2051"/>
                </a:cxn>
                <a:cxn ang="0">
                  <a:pos x="csX2052" y="csY2052"/>
                </a:cxn>
                <a:cxn ang="0">
                  <a:pos x="csX2053" y="csY2053"/>
                </a:cxn>
                <a:cxn ang="0">
                  <a:pos x="csX2054" y="csY2054"/>
                </a:cxn>
                <a:cxn ang="0">
                  <a:pos x="csX2055" y="csY2055"/>
                </a:cxn>
                <a:cxn ang="0">
                  <a:pos x="csX2056" y="csY2056"/>
                </a:cxn>
                <a:cxn ang="0">
                  <a:pos x="csX2057" y="csY2057"/>
                </a:cxn>
                <a:cxn ang="0">
                  <a:pos x="csX2058" y="csY2058"/>
                </a:cxn>
                <a:cxn ang="0">
                  <a:pos x="csX2059" y="csY2059"/>
                </a:cxn>
                <a:cxn ang="0">
                  <a:pos x="csX2060" y="csY2060"/>
                </a:cxn>
                <a:cxn ang="0">
                  <a:pos x="csX2061" y="csY2061"/>
                </a:cxn>
                <a:cxn ang="0">
                  <a:pos x="csX2062" y="csY2062"/>
                </a:cxn>
                <a:cxn ang="0">
                  <a:pos x="csX2063" y="csY2063"/>
                </a:cxn>
                <a:cxn ang="0">
                  <a:pos x="csX2064" y="csY2064"/>
                </a:cxn>
                <a:cxn ang="0">
                  <a:pos x="csX2065" y="csY2065"/>
                </a:cxn>
                <a:cxn ang="0">
                  <a:pos x="csX2066" y="csY2066"/>
                </a:cxn>
                <a:cxn ang="0">
                  <a:pos x="csX2067" y="csY2067"/>
                </a:cxn>
                <a:cxn ang="0">
                  <a:pos x="csX2068" y="csY2068"/>
                </a:cxn>
                <a:cxn ang="0">
                  <a:pos x="csX2069" y="csY2069"/>
                </a:cxn>
                <a:cxn ang="0">
                  <a:pos x="csX2070" y="csY2070"/>
                </a:cxn>
                <a:cxn ang="0">
                  <a:pos x="csX2071" y="csY2071"/>
                </a:cxn>
                <a:cxn ang="0">
                  <a:pos x="csX2072" y="csY2072"/>
                </a:cxn>
                <a:cxn ang="0">
                  <a:pos x="csX2073" y="csY2073"/>
                </a:cxn>
                <a:cxn ang="0">
                  <a:pos x="csX2074" y="csY2074"/>
                </a:cxn>
                <a:cxn ang="0">
                  <a:pos x="csX2075" y="csY2075"/>
                </a:cxn>
                <a:cxn ang="0">
                  <a:pos x="csX2076" y="csY2076"/>
                </a:cxn>
                <a:cxn ang="0">
                  <a:pos x="csX2077" y="csY2077"/>
                </a:cxn>
                <a:cxn ang="0">
                  <a:pos x="csX2078" y="csY2078"/>
                </a:cxn>
                <a:cxn ang="0">
                  <a:pos x="csX2079" y="csY2079"/>
                </a:cxn>
                <a:cxn ang="0">
                  <a:pos x="csX2080" y="csY2080"/>
                </a:cxn>
                <a:cxn ang="0">
                  <a:pos x="csX2081" y="csY2081"/>
                </a:cxn>
                <a:cxn ang="0">
                  <a:pos x="csX2082" y="csY2082"/>
                </a:cxn>
                <a:cxn ang="0">
                  <a:pos x="csX2083" y="csY2083"/>
                </a:cxn>
                <a:cxn ang="0">
                  <a:pos x="csX2084" y="csY2084"/>
                </a:cxn>
                <a:cxn ang="0">
                  <a:pos x="csX2085" y="csY2085"/>
                </a:cxn>
                <a:cxn ang="0">
                  <a:pos x="csX2086" y="csY2086"/>
                </a:cxn>
                <a:cxn ang="0">
                  <a:pos x="csX2087" y="csY2087"/>
                </a:cxn>
                <a:cxn ang="0">
                  <a:pos x="csX2088" y="csY2088"/>
                </a:cxn>
                <a:cxn ang="0">
                  <a:pos x="csX2089" y="csY2089"/>
                </a:cxn>
                <a:cxn ang="0">
                  <a:pos x="csX2090" y="csY2090"/>
                </a:cxn>
                <a:cxn ang="0">
                  <a:pos x="csX2091" y="csY2091"/>
                </a:cxn>
                <a:cxn ang="0">
                  <a:pos x="csX2092" y="csY2092"/>
                </a:cxn>
                <a:cxn ang="0">
                  <a:pos x="csX2093" y="csY2093"/>
                </a:cxn>
                <a:cxn ang="0">
                  <a:pos x="csX2094" y="csY2094"/>
                </a:cxn>
                <a:cxn ang="0">
                  <a:pos x="csX2095" y="csY2095"/>
                </a:cxn>
                <a:cxn ang="0">
                  <a:pos x="csX2096" y="csY2096"/>
                </a:cxn>
                <a:cxn ang="0">
                  <a:pos x="csX2097" y="csY2097"/>
                </a:cxn>
                <a:cxn ang="0">
                  <a:pos x="csX2098" y="csY2098"/>
                </a:cxn>
                <a:cxn ang="0">
                  <a:pos x="csX2099" y="csY2099"/>
                </a:cxn>
                <a:cxn ang="0">
                  <a:pos x="csX2100" y="csY2100"/>
                </a:cxn>
                <a:cxn ang="0">
                  <a:pos x="csX2101" y="csY2101"/>
                </a:cxn>
                <a:cxn ang="0">
                  <a:pos x="csX2102" y="csY2102"/>
                </a:cxn>
                <a:cxn ang="0">
                  <a:pos x="csX2103" y="csY2103"/>
                </a:cxn>
                <a:cxn ang="0">
                  <a:pos x="csX2104" y="csY2104"/>
                </a:cxn>
                <a:cxn ang="0">
                  <a:pos x="csX2105" y="csY2105"/>
                </a:cxn>
                <a:cxn ang="0">
                  <a:pos x="csX2106" y="csY2106"/>
                </a:cxn>
                <a:cxn ang="0">
                  <a:pos x="csX2107" y="csY2107"/>
                </a:cxn>
                <a:cxn ang="0">
                  <a:pos x="csX2108" y="csY2108"/>
                </a:cxn>
                <a:cxn ang="0">
                  <a:pos x="csX2109" y="csY2109"/>
                </a:cxn>
                <a:cxn ang="0">
                  <a:pos x="csX2110" y="csY2110"/>
                </a:cxn>
                <a:cxn ang="0">
                  <a:pos x="csX2111" y="csY2111"/>
                </a:cxn>
                <a:cxn ang="0">
                  <a:pos x="csX2112" y="csY2112"/>
                </a:cxn>
                <a:cxn ang="0">
                  <a:pos x="csX2113" y="csY2113"/>
                </a:cxn>
                <a:cxn ang="0">
                  <a:pos x="csX2114" y="csY2114"/>
                </a:cxn>
                <a:cxn ang="0">
                  <a:pos x="csX2115" y="csY2115"/>
                </a:cxn>
                <a:cxn ang="0">
                  <a:pos x="csX2116" y="csY2116"/>
                </a:cxn>
                <a:cxn ang="0">
                  <a:pos x="csX2117" y="csY2117"/>
                </a:cxn>
                <a:cxn ang="0">
                  <a:pos x="csX2118" y="csY2118"/>
                </a:cxn>
                <a:cxn ang="0">
                  <a:pos x="csX2119" y="csY2119"/>
                </a:cxn>
                <a:cxn ang="0">
                  <a:pos x="csX2120" y="csY2120"/>
                </a:cxn>
                <a:cxn ang="0">
                  <a:pos x="csX2121" y="csY2121"/>
                </a:cxn>
                <a:cxn ang="0">
                  <a:pos x="csX2122" y="csY2122"/>
                </a:cxn>
                <a:cxn ang="0">
                  <a:pos x="csX2123" y="csY2123"/>
                </a:cxn>
                <a:cxn ang="0">
                  <a:pos x="csX2124" y="csY2124"/>
                </a:cxn>
                <a:cxn ang="0">
                  <a:pos x="csX2125" y="csY2125"/>
                </a:cxn>
                <a:cxn ang="0">
                  <a:pos x="csX2126" y="csY2126"/>
                </a:cxn>
                <a:cxn ang="0">
                  <a:pos x="csX2127" y="csY2127"/>
                </a:cxn>
                <a:cxn ang="0">
                  <a:pos x="csX2128" y="csY2128"/>
                </a:cxn>
                <a:cxn ang="0">
                  <a:pos x="csX2129" y="csY2129"/>
                </a:cxn>
                <a:cxn ang="0">
                  <a:pos x="csX2130" y="csY2130"/>
                </a:cxn>
                <a:cxn ang="0">
                  <a:pos x="csX2131" y="csY2131"/>
                </a:cxn>
                <a:cxn ang="0">
                  <a:pos x="csX2132" y="csY2132"/>
                </a:cxn>
                <a:cxn ang="0">
                  <a:pos x="csX2133" y="csY2133"/>
                </a:cxn>
                <a:cxn ang="0">
                  <a:pos x="csX2134" y="csY2134"/>
                </a:cxn>
                <a:cxn ang="0">
                  <a:pos x="csX2135" y="csY2135"/>
                </a:cxn>
                <a:cxn ang="0">
                  <a:pos x="csX2136" y="csY2136"/>
                </a:cxn>
                <a:cxn ang="0">
                  <a:pos x="csX2137" y="csY2137"/>
                </a:cxn>
                <a:cxn ang="0">
                  <a:pos x="csX2138" y="csY2138"/>
                </a:cxn>
                <a:cxn ang="0">
                  <a:pos x="csX2139" y="csY2139"/>
                </a:cxn>
                <a:cxn ang="0">
                  <a:pos x="csX2140" y="csY2140"/>
                </a:cxn>
                <a:cxn ang="0">
                  <a:pos x="csX2141" y="csY2141"/>
                </a:cxn>
                <a:cxn ang="0">
                  <a:pos x="csX2142" y="csY2142"/>
                </a:cxn>
                <a:cxn ang="0">
                  <a:pos x="csX2143" y="csY2143"/>
                </a:cxn>
                <a:cxn ang="0">
                  <a:pos x="csX2144" y="csY2144"/>
                </a:cxn>
                <a:cxn ang="0">
                  <a:pos x="csX2145" y="csY2145"/>
                </a:cxn>
                <a:cxn ang="0">
                  <a:pos x="csX2146" y="csY2146"/>
                </a:cxn>
                <a:cxn ang="0">
                  <a:pos x="csX2147" y="csY2147"/>
                </a:cxn>
                <a:cxn ang="0">
                  <a:pos x="csX2148" y="csY2148"/>
                </a:cxn>
                <a:cxn ang="0">
                  <a:pos x="csX2149" y="csY2149"/>
                </a:cxn>
                <a:cxn ang="0">
                  <a:pos x="csX2150" y="csY2150"/>
                </a:cxn>
                <a:cxn ang="0">
                  <a:pos x="csX2151" y="csY2151"/>
                </a:cxn>
                <a:cxn ang="0">
                  <a:pos x="csX2152" y="csY2152"/>
                </a:cxn>
                <a:cxn ang="0">
                  <a:pos x="csX2153" y="csY2153"/>
                </a:cxn>
                <a:cxn ang="0">
                  <a:pos x="csX2154" y="csY2154"/>
                </a:cxn>
                <a:cxn ang="0">
                  <a:pos x="csX2155" y="csY2155"/>
                </a:cxn>
                <a:cxn ang="0">
                  <a:pos x="csX2156" y="csY2156"/>
                </a:cxn>
                <a:cxn ang="0">
                  <a:pos x="csX2157" y="csY2157"/>
                </a:cxn>
                <a:cxn ang="0">
                  <a:pos x="csX2158" y="csY2158"/>
                </a:cxn>
                <a:cxn ang="0">
                  <a:pos x="csX2159" y="csY2159"/>
                </a:cxn>
                <a:cxn ang="0">
                  <a:pos x="csX2160" y="csY2160"/>
                </a:cxn>
                <a:cxn ang="0">
                  <a:pos x="csX2161" y="csY2161"/>
                </a:cxn>
                <a:cxn ang="0">
                  <a:pos x="csX2162" y="csY2162"/>
                </a:cxn>
                <a:cxn ang="0">
                  <a:pos x="csX2163" y="csY2163"/>
                </a:cxn>
                <a:cxn ang="0">
                  <a:pos x="csX2164" y="csY2164"/>
                </a:cxn>
                <a:cxn ang="0">
                  <a:pos x="csX2165" y="csY2165"/>
                </a:cxn>
                <a:cxn ang="0">
                  <a:pos x="csX2166" y="csY2166"/>
                </a:cxn>
                <a:cxn ang="0">
                  <a:pos x="csX2167" y="csY2167"/>
                </a:cxn>
                <a:cxn ang="0">
                  <a:pos x="csX2168" y="csY2168"/>
                </a:cxn>
                <a:cxn ang="0">
                  <a:pos x="csX2169" y="csY2169"/>
                </a:cxn>
                <a:cxn ang="0">
                  <a:pos x="csX2170" y="csY2170"/>
                </a:cxn>
                <a:cxn ang="0">
                  <a:pos x="csX2171" y="csY2171"/>
                </a:cxn>
                <a:cxn ang="0">
                  <a:pos x="csX2172" y="csY2172"/>
                </a:cxn>
                <a:cxn ang="0">
                  <a:pos x="csX2173" y="csY2173"/>
                </a:cxn>
                <a:cxn ang="0">
                  <a:pos x="csX2174" y="csY2174"/>
                </a:cxn>
                <a:cxn ang="0">
                  <a:pos x="csX2175" y="csY2175"/>
                </a:cxn>
                <a:cxn ang="0">
                  <a:pos x="csX2176" y="csY2176"/>
                </a:cxn>
                <a:cxn ang="0">
                  <a:pos x="csX2177" y="csY2177"/>
                </a:cxn>
                <a:cxn ang="0">
                  <a:pos x="csX2178" y="csY2178"/>
                </a:cxn>
                <a:cxn ang="0">
                  <a:pos x="csX2179" y="csY2179"/>
                </a:cxn>
                <a:cxn ang="0">
                  <a:pos x="csX2180" y="csY2180"/>
                </a:cxn>
                <a:cxn ang="0">
                  <a:pos x="csX2181" y="csY2181"/>
                </a:cxn>
                <a:cxn ang="0">
                  <a:pos x="csX2182" y="csY2182"/>
                </a:cxn>
                <a:cxn ang="0">
                  <a:pos x="csX2183" y="csY2183"/>
                </a:cxn>
                <a:cxn ang="0">
                  <a:pos x="csX2184" y="csY2184"/>
                </a:cxn>
                <a:cxn ang="0">
                  <a:pos x="csX2185" y="csY2185"/>
                </a:cxn>
                <a:cxn ang="0">
                  <a:pos x="csX2186" y="csY2186"/>
                </a:cxn>
                <a:cxn ang="0">
                  <a:pos x="csX2187" y="csY2187"/>
                </a:cxn>
                <a:cxn ang="0">
                  <a:pos x="csX2188" y="csY2188"/>
                </a:cxn>
                <a:cxn ang="0">
                  <a:pos x="csX2189" y="csY2189"/>
                </a:cxn>
                <a:cxn ang="0">
                  <a:pos x="csX2190" y="csY2190"/>
                </a:cxn>
                <a:cxn ang="0">
                  <a:pos x="csX2191" y="csY2191"/>
                </a:cxn>
                <a:cxn ang="0">
                  <a:pos x="csX2192" y="csY2192"/>
                </a:cxn>
                <a:cxn ang="0">
                  <a:pos x="csX2193" y="csY2193"/>
                </a:cxn>
                <a:cxn ang="0">
                  <a:pos x="csX2194" y="csY2194"/>
                </a:cxn>
                <a:cxn ang="0">
                  <a:pos x="csX2195" y="csY2195"/>
                </a:cxn>
                <a:cxn ang="0">
                  <a:pos x="csX2196" y="csY2196"/>
                </a:cxn>
                <a:cxn ang="0">
                  <a:pos x="csX2197" y="csY2197"/>
                </a:cxn>
                <a:cxn ang="0">
                  <a:pos x="csX2198" y="csY2198"/>
                </a:cxn>
                <a:cxn ang="0">
                  <a:pos x="csX2199" y="csY2199"/>
                </a:cxn>
                <a:cxn ang="0">
                  <a:pos x="csX2200" y="csY2200"/>
                </a:cxn>
                <a:cxn ang="0">
                  <a:pos x="csX2201" y="csY2201"/>
                </a:cxn>
                <a:cxn ang="0">
                  <a:pos x="csX2202" y="csY2202"/>
                </a:cxn>
                <a:cxn ang="0">
                  <a:pos x="csX2203" y="csY2203"/>
                </a:cxn>
                <a:cxn ang="0">
                  <a:pos x="csX2204" y="csY2204"/>
                </a:cxn>
                <a:cxn ang="0">
                  <a:pos x="csX2205" y="csY2205"/>
                </a:cxn>
                <a:cxn ang="0">
                  <a:pos x="csX2206" y="csY2206"/>
                </a:cxn>
                <a:cxn ang="0">
                  <a:pos x="csX2207" y="csY2207"/>
                </a:cxn>
                <a:cxn ang="0">
                  <a:pos x="csX2208" y="csY2208"/>
                </a:cxn>
                <a:cxn ang="0">
                  <a:pos x="csX2209" y="csY2209"/>
                </a:cxn>
                <a:cxn ang="0">
                  <a:pos x="csX2210" y="csY2210"/>
                </a:cxn>
                <a:cxn ang="0">
                  <a:pos x="csX2211" y="csY2211"/>
                </a:cxn>
                <a:cxn ang="0">
                  <a:pos x="csX2212" y="csY2212"/>
                </a:cxn>
                <a:cxn ang="0">
                  <a:pos x="csX2213" y="csY2213"/>
                </a:cxn>
                <a:cxn ang="0">
                  <a:pos x="csX2214" y="csY2214"/>
                </a:cxn>
                <a:cxn ang="0">
                  <a:pos x="csX2215" y="csY2215"/>
                </a:cxn>
                <a:cxn ang="0">
                  <a:pos x="csX2216" y="csY2216"/>
                </a:cxn>
                <a:cxn ang="0">
                  <a:pos x="csX2217" y="csY2217"/>
                </a:cxn>
                <a:cxn ang="0">
                  <a:pos x="csX2218" y="csY2218"/>
                </a:cxn>
                <a:cxn ang="0">
                  <a:pos x="csX2219" y="csY2219"/>
                </a:cxn>
                <a:cxn ang="0">
                  <a:pos x="csX2220" y="csY2220"/>
                </a:cxn>
                <a:cxn ang="0">
                  <a:pos x="csX2221" y="csY2221"/>
                </a:cxn>
                <a:cxn ang="0">
                  <a:pos x="csX2222" y="csY2222"/>
                </a:cxn>
                <a:cxn ang="0">
                  <a:pos x="csX2223" y="csY2223"/>
                </a:cxn>
                <a:cxn ang="0">
                  <a:pos x="csX2224" y="csY2224"/>
                </a:cxn>
                <a:cxn ang="0">
                  <a:pos x="csX2225" y="csY2225"/>
                </a:cxn>
                <a:cxn ang="0">
                  <a:pos x="csX2226" y="csY2226"/>
                </a:cxn>
                <a:cxn ang="0">
                  <a:pos x="csX2227" y="csY2227"/>
                </a:cxn>
                <a:cxn ang="0">
                  <a:pos x="csX2228" y="csY2228"/>
                </a:cxn>
                <a:cxn ang="0">
                  <a:pos x="csX2229" y="csY2229"/>
                </a:cxn>
                <a:cxn ang="0">
                  <a:pos x="csX2230" y="csY2230"/>
                </a:cxn>
                <a:cxn ang="0">
                  <a:pos x="csX2231" y="csY2231"/>
                </a:cxn>
                <a:cxn ang="0">
                  <a:pos x="csX2232" y="csY2232"/>
                </a:cxn>
                <a:cxn ang="0">
                  <a:pos x="csX2233" y="csY2233"/>
                </a:cxn>
                <a:cxn ang="0">
                  <a:pos x="csX2234" y="csY2234"/>
                </a:cxn>
                <a:cxn ang="0">
                  <a:pos x="csX2235" y="csY2235"/>
                </a:cxn>
                <a:cxn ang="0">
                  <a:pos x="csX2236" y="csY2236"/>
                </a:cxn>
                <a:cxn ang="0">
                  <a:pos x="csX2237" y="csY2237"/>
                </a:cxn>
                <a:cxn ang="0">
                  <a:pos x="csX2238" y="csY2238"/>
                </a:cxn>
                <a:cxn ang="0">
                  <a:pos x="csX2239" y="csY2239"/>
                </a:cxn>
                <a:cxn ang="0">
                  <a:pos x="csX2240" y="csY2240"/>
                </a:cxn>
                <a:cxn ang="0">
                  <a:pos x="csX2241" y="csY2241"/>
                </a:cxn>
                <a:cxn ang="0">
                  <a:pos x="csX2242" y="csY2242"/>
                </a:cxn>
                <a:cxn ang="0">
                  <a:pos x="csX2243" y="csY2243"/>
                </a:cxn>
                <a:cxn ang="0">
                  <a:pos x="csX2244" y="csY2244"/>
                </a:cxn>
                <a:cxn ang="0">
                  <a:pos x="csX2245" y="csY2245"/>
                </a:cxn>
                <a:cxn ang="0">
                  <a:pos x="csX2246" y="csY2246"/>
                </a:cxn>
                <a:cxn ang="0">
                  <a:pos x="csX2247" y="csY2247"/>
                </a:cxn>
                <a:cxn ang="0">
                  <a:pos x="csX2248" y="csY2248"/>
                </a:cxn>
                <a:cxn ang="0">
                  <a:pos x="csX2249" y="csY2249"/>
                </a:cxn>
                <a:cxn ang="0">
                  <a:pos x="csX2250" y="csY2250"/>
                </a:cxn>
                <a:cxn ang="0">
                  <a:pos x="csX2251" y="csY2251"/>
                </a:cxn>
                <a:cxn ang="0">
                  <a:pos x="csX2252" y="csY2252"/>
                </a:cxn>
                <a:cxn ang="0">
                  <a:pos x="csX2253" y="csY2253"/>
                </a:cxn>
                <a:cxn ang="0">
                  <a:pos x="csX2254" y="csY2254"/>
                </a:cxn>
                <a:cxn ang="0">
                  <a:pos x="csX2255" y="csY2255"/>
                </a:cxn>
                <a:cxn ang="0">
                  <a:pos x="csX2256" y="csY2256"/>
                </a:cxn>
                <a:cxn ang="0">
                  <a:pos x="csX2257" y="csY2257"/>
                </a:cxn>
                <a:cxn ang="0">
                  <a:pos x="csX2258" y="csY2258"/>
                </a:cxn>
                <a:cxn ang="0">
                  <a:pos x="csX2259" y="csY2259"/>
                </a:cxn>
                <a:cxn ang="0">
                  <a:pos x="csX2260" y="csY2260"/>
                </a:cxn>
                <a:cxn ang="0">
                  <a:pos x="csX2261" y="csY2261"/>
                </a:cxn>
                <a:cxn ang="0">
                  <a:pos x="csX2262" y="csY2262"/>
                </a:cxn>
                <a:cxn ang="0">
                  <a:pos x="csX2263" y="csY2263"/>
                </a:cxn>
                <a:cxn ang="0">
                  <a:pos x="csX2264" y="csY2264"/>
                </a:cxn>
                <a:cxn ang="0">
                  <a:pos x="csX2265" y="csY2265"/>
                </a:cxn>
                <a:cxn ang="0">
                  <a:pos x="csX2266" y="csY2266"/>
                </a:cxn>
                <a:cxn ang="0">
                  <a:pos x="csX2267" y="csY2267"/>
                </a:cxn>
                <a:cxn ang="0">
                  <a:pos x="csX2268" y="csY2268"/>
                </a:cxn>
                <a:cxn ang="0">
                  <a:pos x="csX2269" y="csY2269"/>
                </a:cxn>
                <a:cxn ang="0">
                  <a:pos x="csX2270" y="csY2270"/>
                </a:cxn>
                <a:cxn ang="0">
                  <a:pos x="csX2271" y="csY2271"/>
                </a:cxn>
                <a:cxn ang="0">
                  <a:pos x="csX2272" y="csY2272"/>
                </a:cxn>
                <a:cxn ang="0">
                  <a:pos x="csX2273" y="csY2273"/>
                </a:cxn>
                <a:cxn ang="0">
                  <a:pos x="csX2274" y="csY2274"/>
                </a:cxn>
                <a:cxn ang="0">
                  <a:pos x="csX2275" y="csY2275"/>
                </a:cxn>
                <a:cxn ang="0">
                  <a:pos x="csX2276" y="csY2276"/>
                </a:cxn>
                <a:cxn ang="0">
                  <a:pos x="csX2277" y="csY2277"/>
                </a:cxn>
                <a:cxn ang="0">
                  <a:pos x="csX2278" y="csY2278"/>
                </a:cxn>
                <a:cxn ang="0">
                  <a:pos x="csX2279" y="csY2279"/>
                </a:cxn>
                <a:cxn ang="0">
                  <a:pos x="csX2280" y="csY2280"/>
                </a:cxn>
                <a:cxn ang="0">
                  <a:pos x="csX2281" y="csY2281"/>
                </a:cxn>
                <a:cxn ang="0">
                  <a:pos x="csX2282" y="csY2282"/>
                </a:cxn>
                <a:cxn ang="0">
                  <a:pos x="csX2283" y="csY2283"/>
                </a:cxn>
                <a:cxn ang="0">
                  <a:pos x="csX2284" y="csY2284"/>
                </a:cxn>
                <a:cxn ang="0">
                  <a:pos x="csX2285" y="csY2285"/>
                </a:cxn>
                <a:cxn ang="0">
                  <a:pos x="csX2286" y="csY2286"/>
                </a:cxn>
                <a:cxn ang="0">
                  <a:pos x="csX2287" y="csY2287"/>
                </a:cxn>
                <a:cxn ang="0">
                  <a:pos x="csX2288" y="csY2288"/>
                </a:cxn>
                <a:cxn ang="0">
                  <a:pos x="csX2289" y="csY2289"/>
                </a:cxn>
                <a:cxn ang="0">
                  <a:pos x="csX2290" y="csY2290"/>
                </a:cxn>
                <a:cxn ang="0">
                  <a:pos x="csX2291" y="csY2291"/>
                </a:cxn>
                <a:cxn ang="0">
                  <a:pos x="csX2292" y="csY2292"/>
                </a:cxn>
                <a:cxn ang="0">
                  <a:pos x="csX2293" y="csY2293"/>
                </a:cxn>
                <a:cxn ang="0">
                  <a:pos x="csX2294" y="csY2294"/>
                </a:cxn>
                <a:cxn ang="0">
                  <a:pos x="csX2295" y="csY2295"/>
                </a:cxn>
                <a:cxn ang="0">
                  <a:pos x="csX2296" y="csY2296"/>
                </a:cxn>
                <a:cxn ang="0">
                  <a:pos x="csX2297" y="csY2297"/>
                </a:cxn>
                <a:cxn ang="0">
                  <a:pos x="csX2298" y="csY2298"/>
                </a:cxn>
                <a:cxn ang="0">
                  <a:pos x="csX2299" y="csY2299"/>
                </a:cxn>
                <a:cxn ang="0">
                  <a:pos x="csX2300" y="csY2300"/>
                </a:cxn>
                <a:cxn ang="0">
                  <a:pos x="csX2301" y="csY2301"/>
                </a:cxn>
                <a:cxn ang="0">
                  <a:pos x="csX2302" y="csY2302"/>
                </a:cxn>
                <a:cxn ang="0">
                  <a:pos x="csX2303" y="csY2303"/>
                </a:cxn>
                <a:cxn ang="0">
                  <a:pos x="csX2304" y="csY2304"/>
                </a:cxn>
                <a:cxn ang="0">
                  <a:pos x="csX2305" y="csY2305"/>
                </a:cxn>
                <a:cxn ang="0">
                  <a:pos x="csX2306" y="csY2306"/>
                </a:cxn>
                <a:cxn ang="0">
                  <a:pos x="csX2307" y="csY2307"/>
                </a:cxn>
                <a:cxn ang="0">
                  <a:pos x="csX2308" y="csY2308"/>
                </a:cxn>
                <a:cxn ang="0">
                  <a:pos x="csX2309" y="csY2309"/>
                </a:cxn>
                <a:cxn ang="0">
                  <a:pos x="csX2310" y="csY2310"/>
                </a:cxn>
                <a:cxn ang="0">
                  <a:pos x="csX2311" y="csY2311"/>
                </a:cxn>
                <a:cxn ang="0">
                  <a:pos x="csX2312" y="csY2312"/>
                </a:cxn>
                <a:cxn ang="0">
                  <a:pos x="csX2313" y="csY2313"/>
                </a:cxn>
                <a:cxn ang="0">
                  <a:pos x="csX2314" y="csY2314"/>
                </a:cxn>
                <a:cxn ang="0">
                  <a:pos x="csX2315" y="csY2315"/>
                </a:cxn>
                <a:cxn ang="0">
                  <a:pos x="csX2316" y="csY2316"/>
                </a:cxn>
                <a:cxn ang="0">
                  <a:pos x="csX2317" y="csY2317"/>
                </a:cxn>
                <a:cxn ang="0">
                  <a:pos x="csX2318" y="csY2318"/>
                </a:cxn>
                <a:cxn ang="0">
                  <a:pos x="csX2319" y="csY2319"/>
                </a:cxn>
                <a:cxn ang="0">
                  <a:pos x="csX2320" y="csY2320"/>
                </a:cxn>
                <a:cxn ang="0">
                  <a:pos x="csX2321" y="csY2321"/>
                </a:cxn>
                <a:cxn ang="0">
                  <a:pos x="csX2322" y="csY2322"/>
                </a:cxn>
                <a:cxn ang="0">
                  <a:pos x="csX2323" y="csY2323"/>
                </a:cxn>
                <a:cxn ang="0">
                  <a:pos x="csX2324" y="csY2324"/>
                </a:cxn>
                <a:cxn ang="0">
                  <a:pos x="csX2325" y="csY2325"/>
                </a:cxn>
                <a:cxn ang="0">
                  <a:pos x="csX2326" y="csY2326"/>
                </a:cxn>
                <a:cxn ang="0">
                  <a:pos x="csX2327" y="csY2327"/>
                </a:cxn>
                <a:cxn ang="0">
                  <a:pos x="csX2328" y="csY2328"/>
                </a:cxn>
                <a:cxn ang="0">
                  <a:pos x="csX2329" y="csY2329"/>
                </a:cxn>
                <a:cxn ang="0">
                  <a:pos x="csX2330" y="csY2330"/>
                </a:cxn>
                <a:cxn ang="0">
                  <a:pos x="csX2331" y="csY2331"/>
                </a:cxn>
                <a:cxn ang="0">
                  <a:pos x="csX2332" y="csY2332"/>
                </a:cxn>
                <a:cxn ang="0">
                  <a:pos x="csX2333" y="csY2333"/>
                </a:cxn>
                <a:cxn ang="0">
                  <a:pos x="csX2334" y="csY2334"/>
                </a:cxn>
                <a:cxn ang="0">
                  <a:pos x="csX2335" y="csY2335"/>
                </a:cxn>
                <a:cxn ang="0">
                  <a:pos x="csX2336" y="csY2336"/>
                </a:cxn>
                <a:cxn ang="0">
                  <a:pos x="csX2337" y="csY2337"/>
                </a:cxn>
                <a:cxn ang="0">
                  <a:pos x="csX2338" y="csY2338"/>
                </a:cxn>
                <a:cxn ang="0">
                  <a:pos x="csX2339" y="csY2339"/>
                </a:cxn>
                <a:cxn ang="0">
                  <a:pos x="csX2340" y="csY2340"/>
                </a:cxn>
                <a:cxn ang="0">
                  <a:pos x="csX2341" y="csY2341"/>
                </a:cxn>
                <a:cxn ang="0">
                  <a:pos x="csX2342" y="csY2342"/>
                </a:cxn>
                <a:cxn ang="0">
                  <a:pos x="csX2343" y="csY2343"/>
                </a:cxn>
                <a:cxn ang="0">
                  <a:pos x="csX2344" y="csY2344"/>
                </a:cxn>
                <a:cxn ang="0">
                  <a:pos x="csX2345" y="csY2345"/>
                </a:cxn>
                <a:cxn ang="0">
                  <a:pos x="csX2346" y="csY2346"/>
                </a:cxn>
                <a:cxn ang="0">
                  <a:pos x="csX2347" y="csY2347"/>
                </a:cxn>
                <a:cxn ang="0">
                  <a:pos x="csX2348" y="csY2348"/>
                </a:cxn>
                <a:cxn ang="0">
                  <a:pos x="csX2349" y="csY2349"/>
                </a:cxn>
                <a:cxn ang="0">
                  <a:pos x="csX2350" y="csY2350"/>
                </a:cxn>
                <a:cxn ang="0">
                  <a:pos x="csX2351" y="csY2351"/>
                </a:cxn>
                <a:cxn ang="0">
                  <a:pos x="csX2352" y="csY2352"/>
                </a:cxn>
                <a:cxn ang="0">
                  <a:pos x="csX2353" y="csY2353"/>
                </a:cxn>
                <a:cxn ang="0">
                  <a:pos x="csX2354" y="csY2354"/>
                </a:cxn>
                <a:cxn ang="0">
                  <a:pos x="csX2355" y="csY2355"/>
                </a:cxn>
                <a:cxn ang="0">
                  <a:pos x="csX2356" y="csY2356"/>
                </a:cxn>
                <a:cxn ang="0">
                  <a:pos x="csX2357" y="csY2357"/>
                </a:cxn>
                <a:cxn ang="0">
                  <a:pos x="csX2358" y="csY2358"/>
                </a:cxn>
                <a:cxn ang="0">
                  <a:pos x="csX2359" y="csY2359"/>
                </a:cxn>
                <a:cxn ang="0">
                  <a:pos x="csX2360" y="csY2360"/>
                </a:cxn>
                <a:cxn ang="0">
                  <a:pos x="csX2361" y="csY2361"/>
                </a:cxn>
                <a:cxn ang="0">
                  <a:pos x="csX2362" y="csY2362"/>
                </a:cxn>
                <a:cxn ang="0">
                  <a:pos x="csX2363" y="csY2363"/>
                </a:cxn>
                <a:cxn ang="0">
                  <a:pos x="csX2364" y="csY2364"/>
                </a:cxn>
                <a:cxn ang="0">
                  <a:pos x="csX2365" y="csY2365"/>
                </a:cxn>
                <a:cxn ang="0">
                  <a:pos x="csX2366" y="csY2366"/>
                </a:cxn>
                <a:cxn ang="0">
                  <a:pos x="csX2367" y="csY2367"/>
                </a:cxn>
                <a:cxn ang="0">
                  <a:pos x="csX2368" y="csY2368"/>
                </a:cxn>
                <a:cxn ang="0">
                  <a:pos x="csX2369" y="csY2369"/>
                </a:cxn>
                <a:cxn ang="0">
                  <a:pos x="csX2370" y="csY2370"/>
                </a:cxn>
                <a:cxn ang="0">
                  <a:pos x="csX2371" y="csY2371"/>
                </a:cxn>
                <a:cxn ang="0">
                  <a:pos x="csX2372" y="csY2372"/>
                </a:cxn>
                <a:cxn ang="0">
                  <a:pos x="csX2373" y="csY2373"/>
                </a:cxn>
                <a:cxn ang="0">
                  <a:pos x="csX2374" y="csY2374"/>
                </a:cxn>
                <a:cxn ang="0">
                  <a:pos x="csX2375" y="csY2375"/>
                </a:cxn>
                <a:cxn ang="0">
                  <a:pos x="csX2376" y="csY2376"/>
                </a:cxn>
                <a:cxn ang="0">
                  <a:pos x="csX2377" y="csY2377"/>
                </a:cxn>
                <a:cxn ang="0">
                  <a:pos x="csX2378" y="csY2378"/>
                </a:cxn>
                <a:cxn ang="0">
                  <a:pos x="csX2379" y="csY2379"/>
                </a:cxn>
                <a:cxn ang="0">
                  <a:pos x="csX2380" y="csY2380"/>
                </a:cxn>
                <a:cxn ang="0">
                  <a:pos x="csX2381" y="csY2381"/>
                </a:cxn>
                <a:cxn ang="0">
                  <a:pos x="csX2382" y="csY2382"/>
                </a:cxn>
                <a:cxn ang="0">
                  <a:pos x="csX2383" y="csY2383"/>
                </a:cxn>
                <a:cxn ang="0">
                  <a:pos x="csX2384" y="csY2384"/>
                </a:cxn>
                <a:cxn ang="0">
                  <a:pos x="csX2385" y="csY2385"/>
                </a:cxn>
                <a:cxn ang="0">
                  <a:pos x="csX2386" y="csY2386"/>
                </a:cxn>
                <a:cxn ang="0">
                  <a:pos x="csX2387" y="csY2387"/>
                </a:cxn>
                <a:cxn ang="0">
                  <a:pos x="csX2388" y="csY2388"/>
                </a:cxn>
                <a:cxn ang="0">
                  <a:pos x="csX2389" y="csY2389"/>
                </a:cxn>
                <a:cxn ang="0">
                  <a:pos x="csX2390" y="csY2390"/>
                </a:cxn>
                <a:cxn ang="0">
                  <a:pos x="csX2391" y="csY2391"/>
                </a:cxn>
                <a:cxn ang="0">
                  <a:pos x="csX2392" y="csY2392"/>
                </a:cxn>
                <a:cxn ang="0">
                  <a:pos x="csX2393" y="csY2393"/>
                </a:cxn>
                <a:cxn ang="0">
                  <a:pos x="csX2394" y="csY2394"/>
                </a:cxn>
                <a:cxn ang="0">
                  <a:pos x="csX2395" y="csY2395"/>
                </a:cxn>
                <a:cxn ang="0">
                  <a:pos x="csX2396" y="csY2396"/>
                </a:cxn>
                <a:cxn ang="0">
                  <a:pos x="csX2397" y="csY2397"/>
                </a:cxn>
                <a:cxn ang="0">
                  <a:pos x="csX2398" y="csY2398"/>
                </a:cxn>
                <a:cxn ang="0">
                  <a:pos x="csX2399" y="csY2399"/>
                </a:cxn>
                <a:cxn ang="0">
                  <a:pos x="csX2400" y="csY2400"/>
                </a:cxn>
                <a:cxn ang="0">
                  <a:pos x="csX2401" y="csY2401"/>
                </a:cxn>
                <a:cxn ang="0">
                  <a:pos x="csX2402" y="csY2402"/>
                </a:cxn>
                <a:cxn ang="0">
                  <a:pos x="csX2403" y="csY2403"/>
                </a:cxn>
                <a:cxn ang="0">
                  <a:pos x="csX2404" y="csY2404"/>
                </a:cxn>
                <a:cxn ang="0">
                  <a:pos x="csX2405" y="csY2405"/>
                </a:cxn>
                <a:cxn ang="0">
                  <a:pos x="csX2406" y="csY2406"/>
                </a:cxn>
                <a:cxn ang="0">
                  <a:pos x="csX2407" y="csY2407"/>
                </a:cxn>
                <a:cxn ang="0">
                  <a:pos x="csX2408" y="csY2408"/>
                </a:cxn>
                <a:cxn ang="0">
                  <a:pos x="csX2409" y="csY2409"/>
                </a:cxn>
                <a:cxn ang="0">
                  <a:pos x="csX2410" y="csY2410"/>
                </a:cxn>
                <a:cxn ang="0">
                  <a:pos x="csX2411" y="csY2411"/>
                </a:cxn>
                <a:cxn ang="0">
                  <a:pos x="csX2412" y="csY2412"/>
                </a:cxn>
                <a:cxn ang="0">
                  <a:pos x="csX2413" y="csY2413"/>
                </a:cxn>
                <a:cxn ang="0">
                  <a:pos x="csX2414" y="csY2414"/>
                </a:cxn>
                <a:cxn ang="0">
                  <a:pos x="csX2415" y="csY2415"/>
                </a:cxn>
                <a:cxn ang="0">
                  <a:pos x="csX2416" y="csY2416"/>
                </a:cxn>
                <a:cxn ang="0">
                  <a:pos x="csX2417" y="csY2417"/>
                </a:cxn>
                <a:cxn ang="0">
                  <a:pos x="csX2418" y="csY2418"/>
                </a:cxn>
                <a:cxn ang="0">
                  <a:pos x="csX2419" y="csY2419"/>
                </a:cxn>
                <a:cxn ang="0">
                  <a:pos x="csX2420" y="csY2420"/>
                </a:cxn>
                <a:cxn ang="0">
                  <a:pos x="csX2421" y="csY2421"/>
                </a:cxn>
                <a:cxn ang="0">
                  <a:pos x="csX2422" y="csY2422"/>
                </a:cxn>
                <a:cxn ang="0">
                  <a:pos x="csX2423" y="csY2423"/>
                </a:cxn>
                <a:cxn ang="0">
                  <a:pos x="csX2424" y="csY2424"/>
                </a:cxn>
                <a:cxn ang="0">
                  <a:pos x="csX2425" y="csY2425"/>
                </a:cxn>
                <a:cxn ang="0">
                  <a:pos x="csX2426" y="csY2426"/>
                </a:cxn>
                <a:cxn ang="0">
                  <a:pos x="csX2427" y="csY2427"/>
                </a:cxn>
                <a:cxn ang="0">
                  <a:pos x="csX2428" y="csY2428"/>
                </a:cxn>
                <a:cxn ang="0">
                  <a:pos x="csX2429" y="csY2429"/>
                </a:cxn>
                <a:cxn ang="0">
                  <a:pos x="csX2430" y="csY2430"/>
                </a:cxn>
                <a:cxn ang="0">
                  <a:pos x="csX2431" y="csY2431"/>
                </a:cxn>
                <a:cxn ang="0">
                  <a:pos x="csX2432" y="csY2432"/>
                </a:cxn>
                <a:cxn ang="0">
                  <a:pos x="csX2433" y="csY2433"/>
                </a:cxn>
                <a:cxn ang="0">
                  <a:pos x="csX2434" y="csY2434"/>
                </a:cxn>
                <a:cxn ang="0">
                  <a:pos x="csX2435" y="csY2435"/>
                </a:cxn>
                <a:cxn ang="0">
                  <a:pos x="csX2436" y="csY2436"/>
                </a:cxn>
                <a:cxn ang="0">
                  <a:pos x="csX2437" y="csY2437"/>
                </a:cxn>
                <a:cxn ang="0">
                  <a:pos x="csX2438" y="csY2438"/>
                </a:cxn>
                <a:cxn ang="0">
                  <a:pos x="csX2439" y="csY2439"/>
                </a:cxn>
                <a:cxn ang="0">
                  <a:pos x="csX2440" y="csY2440"/>
                </a:cxn>
                <a:cxn ang="0">
                  <a:pos x="csX2441" y="csY2441"/>
                </a:cxn>
                <a:cxn ang="0">
                  <a:pos x="csX2442" y="csY2442"/>
                </a:cxn>
                <a:cxn ang="0">
                  <a:pos x="csX2443" y="csY2443"/>
                </a:cxn>
                <a:cxn ang="0">
                  <a:pos x="csX2444" y="csY2444"/>
                </a:cxn>
                <a:cxn ang="0">
                  <a:pos x="csX2445" y="csY2445"/>
                </a:cxn>
                <a:cxn ang="0">
                  <a:pos x="csX2446" y="csY2446"/>
                </a:cxn>
                <a:cxn ang="0">
                  <a:pos x="csX2447" y="csY2447"/>
                </a:cxn>
                <a:cxn ang="0">
                  <a:pos x="csX2448" y="csY2448"/>
                </a:cxn>
                <a:cxn ang="0">
                  <a:pos x="csX2449" y="csY2449"/>
                </a:cxn>
                <a:cxn ang="0">
                  <a:pos x="csX2450" y="csY2450"/>
                </a:cxn>
                <a:cxn ang="0">
                  <a:pos x="csX2451" y="csY2451"/>
                </a:cxn>
                <a:cxn ang="0">
                  <a:pos x="csX2452" y="csY2452"/>
                </a:cxn>
                <a:cxn ang="0">
                  <a:pos x="csX2453" y="csY2453"/>
                </a:cxn>
                <a:cxn ang="0">
                  <a:pos x="csX2454" y="csY2454"/>
                </a:cxn>
                <a:cxn ang="0">
                  <a:pos x="csX2455" y="csY2455"/>
                </a:cxn>
                <a:cxn ang="0">
                  <a:pos x="csX2456" y="csY2456"/>
                </a:cxn>
                <a:cxn ang="0">
                  <a:pos x="csX2457" y="csY2457"/>
                </a:cxn>
                <a:cxn ang="0">
                  <a:pos x="csX2458" y="csY2458"/>
                </a:cxn>
                <a:cxn ang="0">
                  <a:pos x="csX2459" y="csY2459"/>
                </a:cxn>
                <a:cxn ang="0">
                  <a:pos x="csX2460" y="csY2460"/>
                </a:cxn>
                <a:cxn ang="0">
                  <a:pos x="csX2461" y="csY2461"/>
                </a:cxn>
                <a:cxn ang="0">
                  <a:pos x="csX2462" y="csY2462"/>
                </a:cxn>
                <a:cxn ang="0">
                  <a:pos x="csX2463" y="csY2463"/>
                </a:cxn>
                <a:cxn ang="0">
                  <a:pos x="csX2464" y="csY2464"/>
                </a:cxn>
                <a:cxn ang="0">
                  <a:pos x="csX2465" y="csY2465"/>
                </a:cxn>
                <a:cxn ang="0">
                  <a:pos x="csX2466" y="csY2466"/>
                </a:cxn>
                <a:cxn ang="0">
                  <a:pos x="csX2467" y="csY2467"/>
                </a:cxn>
                <a:cxn ang="0">
                  <a:pos x="csX2468" y="csY2468"/>
                </a:cxn>
                <a:cxn ang="0">
                  <a:pos x="csX2469" y="csY2469"/>
                </a:cxn>
                <a:cxn ang="0">
                  <a:pos x="csX2470" y="csY2470"/>
                </a:cxn>
                <a:cxn ang="0">
                  <a:pos x="csX2471" y="csY2471"/>
                </a:cxn>
                <a:cxn ang="0">
                  <a:pos x="csX2472" y="csY2472"/>
                </a:cxn>
                <a:cxn ang="0">
                  <a:pos x="csX2473" y="csY2473"/>
                </a:cxn>
                <a:cxn ang="0">
                  <a:pos x="csX2474" y="csY2474"/>
                </a:cxn>
                <a:cxn ang="0">
                  <a:pos x="csX2475" y="csY2475"/>
                </a:cxn>
                <a:cxn ang="0">
                  <a:pos x="csX2476" y="csY2476"/>
                </a:cxn>
                <a:cxn ang="0">
                  <a:pos x="csX2477" y="csY2477"/>
                </a:cxn>
                <a:cxn ang="0">
                  <a:pos x="csX2478" y="csY2478"/>
                </a:cxn>
                <a:cxn ang="0">
                  <a:pos x="csX2479" y="csY2479"/>
                </a:cxn>
                <a:cxn ang="0">
                  <a:pos x="csX2480" y="csY2480"/>
                </a:cxn>
                <a:cxn ang="0">
                  <a:pos x="csX2481" y="csY2481"/>
                </a:cxn>
                <a:cxn ang="0">
                  <a:pos x="csX2482" y="csY2482"/>
                </a:cxn>
                <a:cxn ang="0">
                  <a:pos x="csX2483" y="csY2483"/>
                </a:cxn>
                <a:cxn ang="0">
                  <a:pos x="csX2484" y="csY2484"/>
                </a:cxn>
                <a:cxn ang="0">
                  <a:pos x="csX2485" y="csY2485"/>
                </a:cxn>
                <a:cxn ang="0">
                  <a:pos x="csX2486" y="csY2486"/>
                </a:cxn>
                <a:cxn ang="0">
                  <a:pos x="csX2487" y="csY2487"/>
                </a:cxn>
                <a:cxn ang="0">
                  <a:pos x="csX2488" y="csY2488"/>
                </a:cxn>
                <a:cxn ang="0">
                  <a:pos x="csX2489" y="csY2489"/>
                </a:cxn>
                <a:cxn ang="0">
                  <a:pos x="csX2490" y="csY2490"/>
                </a:cxn>
                <a:cxn ang="0">
                  <a:pos x="csX2491" y="csY2491"/>
                </a:cxn>
                <a:cxn ang="0">
                  <a:pos x="csX2492" y="csY2492"/>
                </a:cxn>
                <a:cxn ang="0">
                  <a:pos x="csX2493" y="csY2493"/>
                </a:cxn>
                <a:cxn ang="0">
                  <a:pos x="csX2494" y="csY2494"/>
                </a:cxn>
                <a:cxn ang="0">
                  <a:pos x="csX2495" y="csY2495"/>
                </a:cxn>
                <a:cxn ang="0">
                  <a:pos x="csX2496" y="csY2496"/>
                </a:cxn>
                <a:cxn ang="0">
                  <a:pos x="csX2497" y="csY2497"/>
                </a:cxn>
                <a:cxn ang="0">
                  <a:pos x="csX2498" y="csY2498"/>
                </a:cxn>
                <a:cxn ang="0">
                  <a:pos x="csX2499" y="csY2499"/>
                </a:cxn>
                <a:cxn ang="0">
                  <a:pos x="csX2500" y="csY2500"/>
                </a:cxn>
                <a:cxn ang="0">
                  <a:pos x="csX2501" y="csY2501"/>
                </a:cxn>
                <a:cxn ang="0">
                  <a:pos x="csX2502" y="csY2502"/>
                </a:cxn>
                <a:cxn ang="0">
                  <a:pos x="csX2503" y="csY2503"/>
                </a:cxn>
                <a:cxn ang="0">
                  <a:pos x="csX2504" y="csY2504"/>
                </a:cxn>
                <a:cxn ang="0">
                  <a:pos x="csX2505" y="csY2505"/>
                </a:cxn>
                <a:cxn ang="0">
                  <a:pos x="csX2506" y="csY2506"/>
                </a:cxn>
                <a:cxn ang="0">
                  <a:pos x="csX2507" y="csY2507"/>
                </a:cxn>
                <a:cxn ang="0">
                  <a:pos x="csX2508" y="csY2508"/>
                </a:cxn>
                <a:cxn ang="0">
                  <a:pos x="csX2509" y="csY2509"/>
                </a:cxn>
                <a:cxn ang="0">
                  <a:pos x="csX2510" y="csY2510"/>
                </a:cxn>
                <a:cxn ang="0">
                  <a:pos x="csX2511" y="csY2511"/>
                </a:cxn>
                <a:cxn ang="0">
                  <a:pos x="csX2512" y="csY2512"/>
                </a:cxn>
                <a:cxn ang="0">
                  <a:pos x="csX2513" y="csY2513"/>
                </a:cxn>
                <a:cxn ang="0">
                  <a:pos x="csX2514" y="csY2514"/>
                </a:cxn>
                <a:cxn ang="0">
                  <a:pos x="csX2515" y="csY2515"/>
                </a:cxn>
                <a:cxn ang="0">
                  <a:pos x="csX2516" y="csY2516"/>
                </a:cxn>
                <a:cxn ang="0">
                  <a:pos x="csX2517" y="csY2517"/>
                </a:cxn>
                <a:cxn ang="0">
                  <a:pos x="csX2518" y="csY2518"/>
                </a:cxn>
                <a:cxn ang="0">
                  <a:pos x="csX2519" y="csY2519"/>
                </a:cxn>
                <a:cxn ang="0">
                  <a:pos x="csX2520" y="csY2520"/>
                </a:cxn>
                <a:cxn ang="0">
                  <a:pos x="csX2521" y="csY2521"/>
                </a:cxn>
                <a:cxn ang="0">
                  <a:pos x="csX2522" y="csY2522"/>
                </a:cxn>
                <a:cxn ang="0">
                  <a:pos x="csX2523" y="csY2523"/>
                </a:cxn>
                <a:cxn ang="0">
                  <a:pos x="csX2524" y="csY2524"/>
                </a:cxn>
                <a:cxn ang="0">
                  <a:pos x="csX2525" y="csY2525"/>
                </a:cxn>
                <a:cxn ang="0">
                  <a:pos x="csX2526" y="csY2526"/>
                </a:cxn>
                <a:cxn ang="0">
                  <a:pos x="csX2527" y="csY2527"/>
                </a:cxn>
                <a:cxn ang="0">
                  <a:pos x="csX2528" y="csY2528"/>
                </a:cxn>
                <a:cxn ang="0">
                  <a:pos x="csX2529" y="csY2529"/>
                </a:cxn>
                <a:cxn ang="0">
                  <a:pos x="csX2530" y="csY2530"/>
                </a:cxn>
                <a:cxn ang="0">
                  <a:pos x="csX2531" y="csY2531"/>
                </a:cxn>
                <a:cxn ang="0">
                  <a:pos x="csX2532" y="csY2532"/>
                </a:cxn>
                <a:cxn ang="0">
                  <a:pos x="csX2533" y="csY2533"/>
                </a:cxn>
                <a:cxn ang="0">
                  <a:pos x="csX2534" y="csY2534"/>
                </a:cxn>
                <a:cxn ang="0">
                  <a:pos x="csX2535" y="csY2535"/>
                </a:cxn>
                <a:cxn ang="0">
                  <a:pos x="csX2536" y="csY2536"/>
                </a:cxn>
                <a:cxn ang="0">
                  <a:pos x="csX2537" y="csY2537"/>
                </a:cxn>
                <a:cxn ang="0">
                  <a:pos x="csX2538" y="csY2538"/>
                </a:cxn>
                <a:cxn ang="0">
                  <a:pos x="csX2539" y="csY2539"/>
                </a:cxn>
                <a:cxn ang="0">
                  <a:pos x="csX2540" y="csY2540"/>
                </a:cxn>
                <a:cxn ang="0">
                  <a:pos x="csX2541" y="csY2541"/>
                </a:cxn>
                <a:cxn ang="0">
                  <a:pos x="csX2542" y="csY2542"/>
                </a:cxn>
                <a:cxn ang="0">
                  <a:pos x="csX2543" y="csY2543"/>
                </a:cxn>
                <a:cxn ang="0">
                  <a:pos x="csX2544" y="csY2544"/>
                </a:cxn>
                <a:cxn ang="0">
                  <a:pos x="csX2545" y="csY2545"/>
                </a:cxn>
                <a:cxn ang="0">
                  <a:pos x="csX2546" y="csY2546"/>
                </a:cxn>
                <a:cxn ang="0">
                  <a:pos x="csX2547" y="csY2547"/>
                </a:cxn>
                <a:cxn ang="0">
                  <a:pos x="csX2548" y="csY2548"/>
                </a:cxn>
                <a:cxn ang="0">
                  <a:pos x="csX2549" y="csY2549"/>
                </a:cxn>
                <a:cxn ang="0">
                  <a:pos x="csX2550" y="csY2550"/>
                </a:cxn>
                <a:cxn ang="0">
                  <a:pos x="csX2551" y="csY2551"/>
                </a:cxn>
                <a:cxn ang="0">
                  <a:pos x="csX2552" y="csY2552"/>
                </a:cxn>
                <a:cxn ang="0">
                  <a:pos x="csX2553" y="csY2553"/>
                </a:cxn>
                <a:cxn ang="0">
                  <a:pos x="csX2554" y="csY2554"/>
                </a:cxn>
                <a:cxn ang="0">
                  <a:pos x="csX2555" y="csY2555"/>
                </a:cxn>
                <a:cxn ang="0">
                  <a:pos x="csX2556" y="csY2556"/>
                </a:cxn>
                <a:cxn ang="0">
                  <a:pos x="csX2557" y="csY2557"/>
                </a:cxn>
                <a:cxn ang="0">
                  <a:pos x="csX2558" y="csY2558"/>
                </a:cxn>
                <a:cxn ang="0">
                  <a:pos x="csX2559" y="csY2559"/>
                </a:cxn>
                <a:cxn ang="0">
                  <a:pos x="csX2560" y="csY2560"/>
                </a:cxn>
                <a:cxn ang="0">
                  <a:pos x="csX2561" y="csY2561"/>
                </a:cxn>
                <a:cxn ang="0">
                  <a:pos x="csX2562" y="csY2562"/>
                </a:cxn>
                <a:cxn ang="0">
                  <a:pos x="csX2563" y="csY2563"/>
                </a:cxn>
                <a:cxn ang="0">
                  <a:pos x="csX2564" y="csY2564"/>
                </a:cxn>
                <a:cxn ang="0">
                  <a:pos x="csX2565" y="csY2565"/>
                </a:cxn>
                <a:cxn ang="0">
                  <a:pos x="csX2566" y="csY2566"/>
                </a:cxn>
                <a:cxn ang="0">
                  <a:pos x="csX2567" y="csY2567"/>
                </a:cxn>
                <a:cxn ang="0">
                  <a:pos x="csX2568" y="csY2568"/>
                </a:cxn>
                <a:cxn ang="0">
                  <a:pos x="csX2569" y="csY2569"/>
                </a:cxn>
                <a:cxn ang="0">
                  <a:pos x="csX2570" y="csY2570"/>
                </a:cxn>
                <a:cxn ang="0">
                  <a:pos x="csX2571" y="csY2571"/>
                </a:cxn>
                <a:cxn ang="0">
                  <a:pos x="csX2572" y="csY2572"/>
                </a:cxn>
                <a:cxn ang="0">
                  <a:pos x="csX2573" y="csY2573"/>
                </a:cxn>
                <a:cxn ang="0">
                  <a:pos x="csX2574" y="csY2574"/>
                </a:cxn>
                <a:cxn ang="0">
                  <a:pos x="csX2575" y="csY2575"/>
                </a:cxn>
                <a:cxn ang="0">
                  <a:pos x="csX2576" y="csY2576"/>
                </a:cxn>
                <a:cxn ang="0">
                  <a:pos x="csX2577" y="csY2577"/>
                </a:cxn>
                <a:cxn ang="0">
                  <a:pos x="csX2578" y="csY2578"/>
                </a:cxn>
                <a:cxn ang="0">
                  <a:pos x="csX2579" y="csY2579"/>
                </a:cxn>
                <a:cxn ang="0">
                  <a:pos x="csX2580" y="csY2580"/>
                </a:cxn>
                <a:cxn ang="0">
                  <a:pos x="csX2581" y="csY2581"/>
                </a:cxn>
                <a:cxn ang="0">
                  <a:pos x="csX2582" y="csY2582"/>
                </a:cxn>
                <a:cxn ang="0">
                  <a:pos x="csX2583" y="csY2583"/>
                </a:cxn>
                <a:cxn ang="0">
                  <a:pos x="csX2584" y="csY2584"/>
                </a:cxn>
                <a:cxn ang="0">
                  <a:pos x="csX2585" y="csY2585"/>
                </a:cxn>
                <a:cxn ang="0">
                  <a:pos x="csX2586" y="csY2586"/>
                </a:cxn>
                <a:cxn ang="0">
                  <a:pos x="csX2587" y="csY2587"/>
                </a:cxn>
                <a:cxn ang="0">
                  <a:pos x="csX2588" y="csY2588"/>
                </a:cxn>
                <a:cxn ang="0">
                  <a:pos x="csX2589" y="csY2589"/>
                </a:cxn>
                <a:cxn ang="0">
                  <a:pos x="csX2590" y="csY2590"/>
                </a:cxn>
                <a:cxn ang="0">
                  <a:pos x="csX2591" y="csY2591"/>
                </a:cxn>
                <a:cxn ang="0">
                  <a:pos x="csX2592" y="csY2592"/>
                </a:cxn>
                <a:cxn ang="0">
                  <a:pos x="csX2593" y="csY2593"/>
                </a:cxn>
                <a:cxn ang="0">
                  <a:pos x="csX2594" y="csY2594"/>
                </a:cxn>
                <a:cxn ang="0">
                  <a:pos x="csX2595" y="csY2595"/>
                </a:cxn>
                <a:cxn ang="0">
                  <a:pos x="csX2596" y="csY2596"/>
                </a:cxn>
                <a:cxn ang="0">
                  <a:pos x="csX2597" y="csY2597"/>
                </a:cxn>
                <a:cxn ang="0">
                  <a:pos x="csX2598" y="csY2598"/>
                </a:cxn>
                <a:cxn ang="0">
                  <a:pos x="csX2599" y="csY2599"/>
                </a:cxn>
                <a:cxn ang="0">
                  <a:pos x="csX2600" y="csY2600"/>
                </a:cxn>
                <a:cxn ang="0">
                  <a:pos x="csX2601" y="csY2601"/>
                </a:cxn>
                <a:cxn ang="0">
                  <a:pos x="csX2602" y="csY2602"/>
                </a:cxn>
                <a:cxn ang="0">
                  <a:pos x="csX2603" y="csY2603"/>
                </a:cxn>
                <a:cxn ang="0">
                  <a:pos x="csX2604" y="csY2604"/>
                </a:cxn>
                <a:cxn ang="0">
                  <a:pos x="csX2605" y="csY2605"/>
                </a:cxn>
                <a:cxn ang="0">
                  <a:pos x="csX2606" y="csY2606"/>
                </a:cxn>
                <a:cxn ang="0">
                  <a:pos x="csX2607" y="csY2607"/>
                </a:cxn>
                <a:cxn ang="0">
                  <a:pos x="csX2608" y="csY2608"/>
                </a:cxn>
                <a:cxn ang="0">
                  <a:pos x="csX2609" y="csY2609"/>
                </a:cxn>
                <a:cxn ang="0">
                  <a:pos x="csX2610" y="csY2610"/>
                </a:cxn>
                <a:cxn ang="0">
                  <a:pos x="csX2611" y="csY2611"/>
                </a:cxn>
                <a:cxn ang="0">
                  <a:pos x="csX2612" y="csY2612"/>
                </a:cxn>
                <a:cxn ang="0">
                  <a:pos x="csX2613" y="csY2613"/>
                </a:cxn>
                <a:cxn ang="0">
                  <a:pos x="csX2614" y="csY2614"/>
                </a:cxn>
                <a:cxn ang="0">
                  <a:pos x="csX2615" y="csY2615"/>
                </a:cxn>
                <a:cxn ang="0">
                  <a:pos x="csX2616" y="csY2616"/>
                </a:cxn>
                <a:cxn ang="0">
                  <a:pos x="csX2617" y="csY2617"/>
                </a:cxn>
                <a:cxn ang="0">
                  <a:pos x="csX2618" y="csY2618"/>
                </a:cxn>
                <a:cxn ang="0">
                  <a:pos x="csX2619" y="csY2619"/>
                </a:cxn>
                <a:cxn ang="0">
                  <a:pos x="csX2620" y="csY2620"/>
                </a:cxn>
                <a:cxn ang="0">
                  <a:pos x="csX2621" y="csY2621"/>
                </a:cxn>
                <a:cxn ang="0">
                  <a:pos x="csX2622" y="csY2622"/>
                </a:cxn>
                <a:cxn ang="0">
                  <a:pos x="csX2623" y="csY2623"/>
                </a:cxn>
                <a:cxn ang="0">
                  <a:pos x="csX2624" y="csY2624"/>
                </a:cxn>
                <a:cxn ang="0">
                  <a:pos x="csX2625" y="csY2625"/>
                </a:cxn>
                <a:cxn ang="0">
                  <a:pos x="csX2626" y="csY2626"/>
                </a:cxn>
                <a:cxn ang="0">
                  <a:pos x="csX2627" y="csY2627"/>
                </a:cxn>
                <a:cxn ang="0">
                  <a:pos x="csX2628" y="csY2628"/>
                </a:cxn>
                <a:cxn ang="0">
                  <a:pos x="csX2629" y="csY2629"/>
                </a:cxn>
                <a:cxn ang="0">
                  <a:pos x="csX2630" y="csY2630"/>
                </a:cxn>
                <a:cxn ang="0">
                  <a:pos x="csX2631" y="csY2631"/>
                </a:cxn>
                <a:cxn ang="0">
                  <a:pos x="csX2632" y="csY2632"/>
                </a:cxn>
                <a:cxn ang="0">
                  <a:pos x="csX2633" y="csY2633"/>
                </a:cxn>
                <a:cxn ang="0">
                  <a:pos x="csX2634" y="csY2634"/>
                </a:cxn>
                <a:cxn ang="0">
                  <a:pos x="csX2635" y="csY2635"/>
                </a:cxn>
                <a:cxn ang="0">
                  <a:pos x="csX2636" y="csY2636"/>
                </a:cxn>
                <a:cxn ang="0">
                  <a:pos x="csX2637" y="csY2637"/>
                </a:cxn>
                <a:cxn ang="0">
                  <a:pos x="csX2638" y="csY2638"/>
                </a:cxn>
                <a:cxn ang="0">
                  <a:pos x="csX2639" y="csY2639"/>
                </a:cxn>
                <a:cxn ang="0">
                  <a:pos x="csX2640" y="csY2640"/>
                </a:cxn>
                <a:cxn ang="0">
                  <a:pos x="csX2641" y="csY2641"/>
                </a:cxn>
                <a:cxn ang="0">
                  <a:pos x="csX2642" y="csY2642"/>
                </a:cxn>
                <a:cxn ang="0">
                  <a:pos x="csX2643" y="csY2643"/>
                </a:cxn>
                <a:cxn ang="0">
                  <a:pos x="csX2644" y="csY2644"/>
                </a:cxn>
                <a:cxn ang="0">
                  <a:pos x="csX2645" y="csY2645"/>
                </a:cxn>
                <a:cxn ang="0">
                  <a:pos x="csX2646" y="csY2646"/>
                </a:cxn>
                <a:cxn ang="0">
                  <a:pos x="csX2647" y="csY2647"/>
                </a:cxn>
                <a:cxn ang="0">
                  <a:pos x="csX2648" y="csY2648"/>
                </a:cxn>
                <a:cxn ang="0">
                  <a:pos x="csX2649" y="csY2649"/>
                </a:cxn>
                <a:cxn ang="0">
                  <a:pos x="csX2650" y="csY2650"/>
                </a:cxn>
                <a:cxn ang="0">
                  <a:pos x="csX2651" y="csY2651"/>
                </a:cxn>
                <a:cxn ang="0">
                  <a:pos x="csX2652" y="csY2652"/>
                </a:cxn>
                <a:cxn ang="0">
                  <a:pos x="csX2653" y="csY2653"/>
                </a:cxn>
                <a:cxn ang="0">
                  <a:pos x="csX2654" y="csY2654"/>
                </a:cxn>
                <a:cxn ang="0">
                  <a:pos x="csX2655" y="csY2655"/>
                </a:cxn>
                <a:cxn ang="0">
                  <a:pos x="csX2656" y="csY2656"/>
                </a:cxn>
                <a:cxn ang="0">
                  <a:pos x="csX2657" y="csY2657"/>
                </a:cxn>
                <a:cxn ang="0">
                  <a:pos x="csX2658" y="csY2658"/>
                </a:cxn>
                <a:cxn ang="0">
                  <a:pos x="csX2659" y="csY2659"/>
                </a:cxn>
                <a:cxn ang="0">
                  <a:pos x="csX2660" y="csY2660"/>
                </a:cxn>
                <a:cxn ang="0">
                  <a:pos x="csX2661" y="csY2661"/>
                </a:cxn>
                <a:cxn ang="0">
                  <a:pos x="csX2662" y="csY2662"/>
                </a:cxn>
                <a:cxn ang="0">
                  <a:pos x="csX2663" y="csY2663"/>
                </a:cxn>
                <a:cxn ang="0">
                  <a:pos x="csX2664" y="csY2664"/>
                </a:cxn>
                <a:cxn ang="0">
                  <a:pos x="csX2665" y="csY2665"/>
                </a:cxn>
                <a:cxn ang="0">
                  <a:pos x="csX2666" y="csY2666"/>
                </a:cxn>
                <a:cxn ang="0">
                  <a:pos x="csX2667" y="csY2667"/>
                </a:cxn>
                <a:cxn ang="0">
                  <a:pos x="csX2668" y="csY2668"/>
                </a:cxn>
                <a:cxn ang="0">
                  <a:pos x="csX2669" y="csY2669"/>
                </a:cxn>
                <a:cxn ang="0">
                  <a:pos x="csX2670" y="csY2670"/>
                </a:cxn>
                <a:cxn ang="0">
                  <a:pos x="csX2671" y="csY2671"/>
                </a:cxn>
                <a:cxn ang="0">
                  <a:pos x="csX2672" y="csY2672"/>
                </a:cxn>
                <a:cxn ang="0">
                  <a:pos x="csX2673" y="csY2673"/>
                </a:cxn>
                <a:cxn ang="0">
                  <a:pos x="csX2674" y="csY2674"/>
                </a:cxn>
                <a:cxn ang="0">
                  <a:pos x="csX2675" y="csY2675"/>
                </a:cxn>
                <a:cxn ang="0">
                  <a:pos x="csX2676" y="csY2676"/>
                </a:cxn>
                <a:cxn ang="0">
                  <a:pos x="csX2677" y="csY2677"/>
                </a:cxn>
                <a:cxn ang="0">
                  <a:pos x="csX2678" y="csY2678"/>
                </a:cxn>
                <a:cxn ang="0">
                  <a:pos x="csX2679" y="csY2679"/>
                </a:cxn>
                <a:cxn ang="0">
                  <a:pos x="csX2680" y="csY2680"/>
                </a:cxn>
                <a:cxn ang="0">
                  <a:pos x="csX2681" y="csY2681"/>
                </a:cxn>
                <a:cxn ang="0">
                  <a:pos x="csX2682" y="csY2682"/>
                </a:cxn>
                <a:cxn ang="0">
                  <a:pos x="csX2683" y="csY2683"/>
                </a:cxn>
                <a:cxn ang="0">
                  <a:pos x="csX2684" y="csY2684"/>
                </a:cxn>
                <a:cxn ang="0">
                  <a:pos x="csX2685" y="csY2685"/>
                </a:cxn>
                <a:cxn ang="0">
                  <a:pos x="csX2686" y="csY2686"/>
                </a:cxn>
                <a:cxn ang="0">
                  <a:pos x="csX2687" y="csY2687"/>
                </a:cxn>
                <a:cxn ang="0">
                  <a:pos x="csX2688" y="csY2688"/>
                </a:cxn>
                <a:cxn ang="0">
                  <a:pos x="csX2689" y="csY2689"/>
                </a:cxn>
                <a:cxn ang="0">
                  <a:pos x="csX2690" y="csY2690"/>
                </a:cxn>
                <a:cxn ang="0">
                  <a:pos x="csX2691" y="csY2691"/>
                </a:cxn>
                <a:cxn ang="0">
                  <a:pos x="csX2692" y="csY2692"/>
                </a:cxn>
                <a:cxn ang="0">
                  <a:pos x="csX2693" y="csY2693"/>
                </a:cxn>
                <a:cxn ang="0">
                  <a:pos x="csX2694" y="csY2694"/>
                </a:cxn>
                <a:cxn ang="0">
                  <a:pos x="csX2695" y="csY2695"/>
                </a:cxn>
                <a:cxn ang="0">
                  <a:pos x="csX2696" y="csY2696"/>
                </a:cxn>
                <a:cxn ang="0">
                  <a:pos x="csX2697" y="csY2697"/>
                </a:cxn>
                <a:cxn ang="0">
                  <a:pos x="csX2698" y="csY2698"/>
                </a:cxn>
                <a:cxn ang="0">
                  <a:pos x="csX2699" y="csY2699"/>
                </a:cxn>
                <a:cxn ang="0">
                  <a:pos x="csX2700" y="csY2700"/>
                </a:cxn>
                <a:cxn ang="0">
                  <a:pos x="csX2701" y="csY2701"/>
                </a:cxn>
                <a:cxn ang="0">
                  <a:pos x="csX2702" y="csY2702"/>
                </a:cxn>
                <a:cxn ang="0">
                  <a:pos x="csX2703" y="csY2703"/>
                </a:cxn>
                <a:cxn ang="0">
                  <a:pos x="csX2704" y="csY2704"/>
                </a:cxn>
                <a:cxn ang="0">
                  <a:pos x="csX2705" y="csY2705"/>
                </a:cxn>
                <a:cxn ang="0">
                  <a:pos x="csX2706" y="csY2706"/>
                </a:cxn>
                <a:cxn ang="0">
                  <a:pos x="csX2707" y="csY2707"/>
                </a:cxn>
                <a:cxn ang="0">
                  <a:pos x="csX2708" y="csY2708"/>
                </a:cxn>
                <a:cxn ang="0">
                  <a:pos x="csX2709" y="csY2709"/>
                </a:cxn>
                <a:cxn ang="0">
                  <a:pos x="csX2710" y="csY2710"/>
                </a:cxn>
                <a:cxn ang="0">
                  <a:pos x="csX2711" y="csY2711"/>
                </a:cxn>
                <a:cxn ang="0">
                  <a:pos x="csX2712" y="csY2712"/>
                </a:cxn>
                <a:cxn ang="0">
                  <a:pos x="csX2713" y="csY2713"/>
                </a:cxn>
                <a:cxn ang="0">
                  <a:pos x="csX2714" y="csY2714"/>
                </a:cxn>
                <a:cxn ang="0">
                  <a:pos x="csX2715" y="csY2715"/>
                </a:cxn>
                <a:cxn ang="0">
                  <a:pos x="csX2716" y="csY2716"/>
                </a:cxn>
                <a:cxn ang="0">
                  <a:pos x="csX2717" y="csY2717"/>
                </a:cxn>
                <a:cxn ang="0">
                  <a:pos x="csX2718" y="csY2718"/>
                </a:cxn>
                <a:cxn ang="0">
                  <a:pos x="csX2719" y="csY2719"/>
                </a:cxn>
                <a:cxn ang="0">
                  <a:pos x="csX2720" y="csY2720"/>
                </a:cxn>
                <a:cxn ang="0">
                  <a:pos x="csX2721" y="csY2721"/>
                </a:cxn>
                <a:cxn ang="0">
                  <a:pos x="csX2722" y="csY2722"/>
                </a:cxn>
                <a:cxn ang="0">
                  <a:pos x="csX2723" y="csY2723"/>
                </a:cxn>
                <a:cxn ang="0">
                  <a:pos x="csX2724" y="csY2724"/>
                </a:cxn>
                <a:cxn ang="0">
                  <a:pos x="csX2725" y="csY2725"/>
                </a:cxn>
                <a:cxn ang="0">
                  <a:pos x="csX2726" y="csY2726"/>
                </a:cxn>
                <a:cxn ang="0">
                  <a:pos x="csX2727" y="csY2727"/>
                </a:cxn>
                <a:cxn ang="0">
                  <a:pos x="csX2728" y="csY2728"/>
                </a:cxn>
                <a:cxn ang="0">
                  <a:pos x="csX2729" y="csY2729"/>
                </a:cxn>
                <a:cxn ang="0">
                  <a:pos x="csX2730" y="csY2730"/>
                </a:cxn>
                <a:cxn ang="0">
                  <a:pos x="csX2731" y="csY2731"/>
                </a:cxn>
                <a:cxn ang="0">
                  <a:pos x="csX2732" y="csY2732"/>
                </a:cxn>
                <a:cxn ang="0">
                  <a:pos x="csX2733" y="csY2733"/>
                </a:cxn>
                <a:cxn ang="0">
                  <a:pos x="csX2734" y="csY2734"/>
                </a:cxn>
                <a:cxn ang="0">
                  <a:pos x="csX2735" y="csY2735"/>
                </a:cxn>
                <a:cxn ang="0">
                  <a:pos x="csX2736" y="csY2736"/>
                </a:cxn>
                <a:cxn ang="0">
                  <a:pos x="csX2737" y="csY2737"/>
                </a:cxn>
                <a:cxn ang="0">
                  <a:pos x="csX2738" y="csY2738"/>
                </a:cxn>
                <a:cxn ang="0">
                  <a:pos x="csX2739" y="csY2739"/>
                </a:cxn>
                <a:cxn ang="0">
                  <a:pos x="csX2740" y="csY2740"/>
                </a:cxn>
                <a:cxn ang="0">
                  <a:pos x="csX2741" y="csY2741"/>
                </a:cxn>
                <a:cxn ang="0">
                  <a:pos x="csX2742" y="csY2742"/>
                </a:cxn>
                <a:cxn ang="0">
                  <a:pos x="csX2743" y="csY2743"/>
                </a:cxn>
                <a:cxn ang="0">
                  <a:pos x="csX2744" y="csY2744"/>
                </a:cxn>
                <a:cxn ang="0">
                  <a:pos x="csX2745" y="csY2745"/>
                </a:cxn>
                <a:cxn ang="0">
                  <a:pos x="csX2746" y="csY2746"/>
                </a:cxn>
                <a:cxn ang="0">
                  <a:pos x="csX2747" y="csY2747"/>
                </a:cxn>
                <a:cxn ang="0">
                  <a:pos x="csX2748" y="csY2748"/>
                </a:cxn>
                <a:cxn ang="0">
                  <a:pos x="csX2749" y="csY2749"/>
                </a:cxn>
                <a:cxn ang="0">
                  <a:pos x="csX2750" y="csY2750"/>
                </a:cxn>
                <a:cxn ang="0">
                  <a:pos x="csX2751" y="csY2751"/>
                </a:cxn>
                <a:cxn ang="0">
                  <a:pos x="csX2752" y="csY2752"/>
                </a:cxn>
                <a:cxn ang="0">
                  <a:pos x="csX2753" y="csY2753"/>
                </a:cxn>
                <a:cxn ang="0">
                  <a:pos x="csX2754" y="csY2754"/>
                </a:cxn>
                <a:cxn ang="0">
                  <a:pos x="csX2755" y="csY2755"/>
                </a:cxn>
                <a:cxn ang="0">
                  <a:pos x="csX2756" y="csY2756"/>
                </a:cxn>
                <a:cxn ang="0">
                  <a:pos x="csX2757" y="csY2757"/>
                </a:cxn>
                <a:cxn ang="0">
                  <a:pos x="csX2758" y="csY2758"/>
                </a:cxn>
                <a:cxn ang="0">
                  <a:pos x="csX2759" y="csY2759"/>
                </a:cxn>
                <a:cxn ang="0">
                  <a:pos x="csX2760" y="csY2760"/>
                </a:cxn>
                <a:cxn ang="0">
                  <a:pos x="csX2761" y="csY2761"/>
                </a:cxn>
                <a:cxn ang="0">
                  <a:pos x="csX2762" y="csY2762"/>
                </a:cxn>
                <a:cxn ang="0">
                  <a:pos x="csX2763" y="csY2763"/>
                </a:cxn>
                <a:cxn ang="0">
                  <a:pos x="csX2764" y="csY2764"/>
                </a:cxn>
                <a:cxn ang="0">
                  <a:pos x="csX2765" y="csY2765"/>
                </a:cxn>
                <a:cxn ang="0">
                  <a:pos x="csX2766" y="csY2766"/>
                </a:cxn>
                <a:cxn ang="0">
                  <a:pos x="csX2767" y="csY2767"/>
                </a:cxn>
                <a:cxn ang="0">
                  <a:pos x="csX2768" y="csY2768"/>
                </a:cxn>
                <a:cxn ang="0">
                  <a:pos x="csX2769" y="csY2769"/>
                </a:cxn>
                <a:cxn ang="0">
                  <a:pos x="csX2770" y="csY2770"/>
                </a:cxn>
                <a:cxn ang="0">
                  <a:pos x="csX2771" y="csY2771"/>
                </a:cxn>
                <a:cxn ang="0">
                  <a:pos x="csX2772" y="csY2772"/>
                </a:cxn>
                <a:cxn ang="0">
                  <a:pos x="csX2773" y="csY2773"/>
                </a:cxn>
                <a:cxn ang="0">
                  <a:pos x="csX2774" y="csY2774"/>
                </a:cxn>
                <a:cxn ang="0">
                  <a:pos x="csX2775" y="csY2775"/>
                </a:cxn>
                <a:cxn ang="0">
                  <a:pos x="csX2776" y="csY2776"/>
                </a:cxn>
                <a:cxn ang="0">
                  <a:pos x="csX2777" y="csY2777"/>
                </a:cxn>
                <a:cxn ang="0">
                  <a:pos x="csX2778" y="csY2778"/>
                </a:cxn>
                <a:cxn ang="0">
                  <a:pos x="csX2779" y="csY2779"/>
                </a:cxn>
                <a:cxn ang="0">
                  <a:pos x="csX2780" y="csY2780"/>
                </a:cxn>
                <a:cxn ang="0">
                  <a:pos x="csX2781" y="csY2781"/>
                </a:cxn>
                <a:cxn ang="0">
                  <a:pos x="csX2782" y="csY2782"/>
                </a:cxn>
                <a:cxn ang="0">
                  <a:pos x="csX2783" y="csY2783"/>
                </a:cxn>
                <a:cxn ang="0">
                  <a:pos x="csX2784" y="csY2784"/>
                </a:cxn>
                <a:cxn ang="0">
                  <a:pos x="csX2785" y="csY2785"/>
                </a:cxn>
                <a:cxn ang="0">
                  <a:pos x="csX2786" y="csY2786"/>
                </a:cxn>
                <a:cxn ang="0">
                  <a:pos x="csX2787" y="csY2787"/>
                </a:cxn>
                <a:cxn ang="0">
                  <a:pos x="csX2788" y="csY2788"/>
                </a:cxn>
                <a:cxn ang="0">
                  <a:pos x="csX2789" y="csY2789"/>
                </a:cxn>
                <a:cxn ang="0">
                  <a:pos x="csX2790" y="csY2790"/>
                </a:cxn>
                <a:cxn ang="0">
                  <a:pos x="csX2791" y="csY2791"/>
                </a:cxn>
                <a:cxn ang="0">
                  <a:pos x="csX2792" y="csY2792"/>
                </a:cxn>
                <a:cxn ang="0">
                  <a:pos x="csX2793" y="csY2793"/>
                </a:cxn>
                <a:cxn ang="0">
                  <a:pos x="csX2794" y="csY2794"/>
                </a:cxn>
                <a:cxn ang="0">
                  <a:pos x="csX2795" y="csY2795"/>
                </a:cxn>
                <a:cxn ang="0">
                  <a:pos x="csX2796" y="csY2796"/>
                </a:cxn>
                <a:cxn ang="0">
                  <a:pos x="csX2797" y="csY2797"/>
                </a:cxn>
                <a:cxn ang="0">
                  <a:pos x="csX2798" y="csY2798"/>
                </a:cxn>
                <a:cxn ang="0">
                  <a:pos x="csX2799" y="csY2799"/>
                </a:cxn>
                <a:cxn ang="0">
                  <a:pos x="csX2800" y="csY2800"/>
                </a:cxn>
                <a:cxn ang="0">
                  <a:pos x="csX2801" y="csY2801"/>
                </a:cxn>
                <a:cxn ang="0">
                  <a:pos x="csX2802" y="csY2802"/>
                </a:cxn>
                <a:cxn ang="0">
                  <a:pos x="csX2803" y="csY2803"/>
                </a:cxn>
                <a:cxn ang="0">
                  <a:pos x="csX2804" y="csY2804"/>
                </a:cxn>
                <a:cxn ang="0">
                  <a:pos x="csX2805" y="csY2805"/>
                </a:cxn>
                <a:cxn ang="0">
                  <a:pos x="csX2806" y="csY2806"/>
                </a:cxn>
                <a:cxn ang="0">
                  <a:pos x="csX2807" y="csY2807"/>
                </a:cxn>
                <a:cxn ang="0">
                  <a:pos x="csX2808" y="csY2808"/>
                </a:cxn>
                <a:cxn ang="0">
                  <a:pos x="csX2809" y="csY2809"/>
                </a:cxn>
                <a:cxn ang="0">
                  <a:pos x="csX2810" y="csY2810"/>
                </a:cxn>
                <a:cxn ang="0">
                  <a:pos x="csX2811" y="csY2811"/>
                </a:cxn>
                <a:cxn ang="0">
                  <a:pos x="csX2812" y="csY2812"/>
                </a:cxn>
                <a:cxn ang="0">
                  <a:pos x="csX2813" y="csY2813"/>
                </a:cxn>
                <a:cxn ang="0">
                  <a:pos x="csX2814" y="csY2814"/>
                </a:cxn>
                <a:cxn ang="0">
                  <a:pos x="csX2815" y="csY2815"/>
                </a:cxn>
                <a:cxn ang="0">
                  <a:pos x="csX2816" y="csY2816"/>
                </a:cxn>
                <a:cxn ang="0">
                  <a:pos x="csX2817" y="csY2817"/>
                </a:cxn>
                <a:cxn ang="0">
                  <a:pos x="csX2818" y="csY2818"/>
                </a:cxn>
                <a:cxn ang="0">
                  <a:pos x="csX2819" y="csY2819"/>
                </a:cxn>
                <a:cxn ang="0">
                  <a:pos x="csX2820" y="csY2820"/>
                </a:cxn>
                <a:cxn ang="0">
                  <a:pos x="csX2821" y="csY2821"/>
                </a:cxn>
                <a:cxn ang="0">
                  <a:pos x="csX2822" y="csY2822"/>
                </a:cxn>
                <a:cxn ang="0">
                  <a:pos x="csX2823" y="csY2823"/>
                </a:cxn>
                <a:cxn ang="0">
                  <a:pos x="csX2824" y="csY2824"/>
                </a:cxn>
                <a:cxn ang="0">
                  <a:pos x="csX2825" y="csY2825"/>
                </a:cxn>
                <a:cxn ang="0">
                  <a:pos x="csX2826" y="csY2826"/>
                </a:cxn>
                <a:cxn ang="0">
                  <a:pos x="csX2827" y="csY2827"/>
                </a:cxn>
                <a:cxn ang="0">
                  <a:pos x="csX2828" y="csY2828"/>
                </a:cxn>
                <a:cxn ang="0">
                  <a:pos x="csX2829" y="csY2829"/>
                </a:cxn>
                <a:cxn ang="0">
                  <a:pos x="csX2830" y="csY2830"/>
                </a:cxn>
                <a:cxn ang="0">
                  <a:pos x="csX2831" y="csY2831"/>
                </a:cxn>
                <a:cxn ang="0">
                  <a:pos x="csX2832" y="csY2832"/>
                </a:cxn>
                <a:cxn ang="0">
                  <a:pos x="csX2833" y="csY2833"/>
                </a:cxn>
                <a:cxn ang="0">
                  <a:pos x="csX2834" y="csY2834"/>
                </a:cxn>
                <a:cxn ang="0">
                  <a:pos x="csX2835" y="csY2835"/>
                </a:cxn>
                <a:cxn ang="0">
                  <a:pos x="csX2836" y="csY2836"/>
                </a:cxn>
                <a:cxn ang="0">
                  <a:pos x="csX2837" y="csY2837"/>
                </a:cxn>
                <a:cxn ang="0">
                  <a:pos x="csX2838" y="csY2838"/>
                </a:cxn>
                <a:cxn ang="0">
                  <a:pos x="csX2839" y="csY2839"/>
                </a:cxn>
                <a:cxn ang="0">
                  <a:pos x="csX2840" y="csY2840"/>
                </a:cxn>
                <a:cxn ang="0">
                  <a:pos x="csX2841" y="csY2841"/>
                </a:cxn>
                <a:cxn ang="0">
                  <a:pos x="csX2842" y="csY2842"/>
                </a:cxn>
                <a:cxn ang="0">
                  <a:pos x="csX2843" y="csY2843"/>
                </a:cxn>
                <a:cxn ang="0">
                  <a:pos x="csX2844" y="csY2844"/>
                </a:cxn>
                <a:cxn ang="0">
                  <a:pos x="csX2845" y="csY2845"/>
                </a:cxn>
                <a:cxn ang="0">
                  <a:pos x="csX2846" y="csY2846"/>
                </a:cxn>
                <a:cxn ang="0">
                  <a:pos x="csX2847" y="csY2847"/>
                </a:cxn>
                <a:cxn ang="0">
                  <a:pos x="csX2848" y="csY2848"/>
                </a:cxn>
                <a:cxn ang="0">
                  <a:pos x="csX2849" y="csY2849"/>
                </a:cxn>
                <a:cxn ang="0">
                  <a:pos x="csX2850" y="csY2850"/>
                </a:cxn>
                <a:cxn ang="0">
                  <a:pos x="csX2851" y="csY2851"/>
                </a:cxn>
                <a:cxn ang="0">
                  <a:pos x="csX2852" y="csY2852"/>
                </a:cxn>
                <a:cxn ang="0">
                  <a:pos x="csX2853" y="csY2853"/>
                </a:cxn>
                <a:cxn ang="0">
                  <a:pos x="csX2854" y="csY2854"/>
                </a:cxn>
                <a:cxn ang="0">
                  <a:pos x="csX2855" y="csY2855"/>
                </a:cxn>
                <a:cxn ang="0">
                  <a:pos x="csX2856" y="csY2856"/>
                </a:cxn>
                <a:cxn ang="0">
                  <a:pos x="csX2857" y="csY2857"/>
                </a:cxn>
                <a:cxn ang="0">
                  <a:pos x="csX2858" y="csY2858"/>
                </a:cxn>
                <a:cxn ang="0">
                  <a:pos x="csX2859" y="csY2859"/>
                </a:cxn>
                <a:cxn ang="0">
                  <a:pos x="csX2860" y="csY2860"/>
                </a:cxn>
                <a:cxn ang="0">
                  <a:pos x="csX2861" y="csY2861"/>
                </a:cxn>
                <a:cxn ang="0">
                  <a:pos x="csX2862" y="csY2862"/>
                </a:cxn>
                <a:cxn ang="0">
                  <a:pos x="csX2863" y="csY2863"/>
                </a:cxn>
                <a:cxn ang="0">
                  <a:pos x="csX2864" y="csY2864"/>
                </a:cxn>
                <a:cxn ang="0">
                  <a:pos x="csX2865" y="csY2865"/>
                </a:cxn>
                <a:cxn ang="0">
                  <a:pos x="csX2866" y="csY2866"/>
                </a:cxn>
                <a:cxn ang="0">
                  <a:pos x="csX2867" y="csY2867"/>
                </a:cxn>
                <a:cxn ang="0">
                  <a:pos x="csX2868" y="csY2868"/>
                </a:cxn>
                <a:cxn ang="0">
                  <a:pos x="csX2869" y="csY2869"/>
                </a:cxn>
                <a:cxn ang="0">
                  <a:pos x="csX2870" y="csY2870"/>
                </a:cxn>
                <a:cxn ang="0">
                  <a:pos x="csX2871" y="csY2871"/>
                </a:cxn>
                <a:cxn ang="0">
                  <a:pos x="csX2872" y="csY2872"/>
                </a:cxn>
                <a:cxn ang="0">
                  <a:pos x="csX2873" y="csY2873"/>
                </a:cxn>
                <a:cxn ang="0">
                  <a:pos x="csX2874" y="csY2874"/>
                </a:cxn>
                <a:cxn ang="0">
                  <a:pos x="csX2875" y="csY2875"/>
                </a:cxn>
                <a:cxn ang="0">
                  <a:pos x="csX2876" y="csY2876"/>
                </a:cxn>
                <a:cxn ang="0">
                  <a:pos x="csX2877" y="csY2877"/>
                </a:cxn>
                <a:cxn ang="0">
                  <a:pos x="csX2878" y="csY2878"/>
                </a:cxn>
                <a:cxn ang="0">
                  <a:pos x="csX2879" y="csY2879"/>
                </a:cxn>
                <a:cxn ang="0">
                  <a:pos x="csX2880" y="csY2880"/>
                </a:cxn>
                <a:cxn ang="0">
                  <a:pos x="csX2881" y="csY2881"/>
                </a:cxn>
                <a:cxn ang="0">
                  <a:pos x="csX2882" y="csY2882"/>
                </a:cxn>
                <a:cxn ang="0">
                  <a:pos x="csX2883" y="csY2883"/>
                </a:cxn>
                <a:cxn ang="0">
                  <a:pos x="csX2884" y="csY2884"/>
                </a:cxn>
                <a:cxn ang="0">
                  <a:pos x="csX2885" y="csY2885"/>
                </a:cxn>
                <a:cxn ang="0">
                  <a:pos x="csX2886" y="csY2886"/>
                </a:cxn>
                <a:cxn ang="0">
                  <a:pos x="csX2887" y="csY2887"/>
                </a:cxn>
                <a:cxn ang="0">
                  <a:pos x="csX2888" y="csY2888"/>
                </a:cxn>
                <a:cxn ang="0">
                  <a:pos x="csX2889" y="csY2889"/>
                </a:cxn>
                <a:cxn ang="0">
                  <a:pos x="csX2890" y="csY2890"/>
                </a:cxn>
                <a:cxn ang="0">
                  <a:pos x="csX2891" y="csY2891"/>
                </a:cxn>
                <a:cxn ang="0">
                  <a:pos x="csX2892" y="csY2892"/>
                </a:cxn>
                <a:cxn ang="0">
                  <a:pos x="csX2893" y="csY2893"/>
                </a:cxn>
                <a:cxn ang="0">
                  <a:pos x="csX2894" y="csY2894"/>
                </a:cxn>
                <a:cxn ang="0">
                  <a:pos x="csX2895" y="csY2895"/>
                </a:cxn>
                <a:cxn ang="0">
                  <a:pos x="csX2896" y="csY2896"/>
                </a:cxn>
                <a:cxn ang="0">
                  <a:pos x="csX2897" y="csY2897"/>
                </a:cxn>
                <a:cxn ang="0">
                  <a:pos x="csX2898" y="csY2898"/>
                </a:cxn>
                <a:cxn ang="0">
                  <a:pos x="csX2899" y="csY2899"/>
                </a:cxn>
                <a:cxn ang="0">
                  <a:pos x="csX2900" y="csY2900"/>
                </a:cxn>
                <a:cxn ang="0">
                  <a:pos x="csX2901" y="csY2901"/>
                </a:cxn>
                <a:cxn ang="0">
                  <a:pos x="csX2902" y="csY2902"/>
                </a:cxn>
                <a:cxn ang="0">
                  <a:pos x="csX2903" y="csY2903"/>
                </a:cxn>
                <a:cxn ang="0">
                  <a:pos x="csX2904" y="csY2904"/>
                </a:cxn>
                <a:cxn ang="0">
                  <a:pos x="csX2905" y="csY2905"/>
                </a:cxn>
                <a:cxn ang="0">
                  <a:pos x="csX2906" y="csY2906"/>
                </a:cxn>
                <a:cxn ang="0">
                  <a:pos x="csX2907" y="csY2907"/>
                </a:cxn>
                <a:cxn ang="0">
                  <a:pos x="csX2908" y="csY2908"/>
                </a:cxn>
                <a:cxn ang="0">
                  <a:pos x="csX2909" y="csY2909"/>
                </a:cxn>
                <a:cxn ang="0">
                  <a:pos x="csX2910" y="csY2910"/>
                </a:cxn>
                <a:cxn ang="0">
                  <a:pos x="csX2911" y="csY2911"/>
                </a:cxn>
                <a:cxn ang="0">
                  <a:pos x="csX2912" y="csY2912"/>
                </a:cxn>
                <a:cxn ang="0">
                  <a:pos x="csX2913" y="csY2913"/>
                </a:cxn>
                <a:cxn ang="0">
                  <a:pos x="csX2914" y="csY2914"/>
                </a:cxn>
                <a:cxn ang="0">
                  <a:pos x="csX2915" y="csY2915"/>
                </a:cxn>
                <a:cxn ang="0">
                  <a:pos x="csX2916" y="csY2916"/>
                </a:cxn>
                <a:cxn ang="0">
                  <a:pos x="csX2917" y="csY2917"/>
                </a:cxn>
                <a:cxn ang="0">
                  <a:pos x="csX2918" y="csY2918"/>
                </a:cxn>
                <a:cxn ang="0">
                  <a:pos x="csX2919" y="csY2919"/>
                </a:cxn>
                <a:cxn ang="0">
                  <a:pos x="csX2920" y="csY2920"/>
                </a:cxn>
                <a:cxn ang="0">
                  <a:pos x="csX2921" y="csY2921"/>
                </a:cxn>
                <a:cxn ang="0">
                  <a:pos x="csX2922" y="csY2922"/>
                </a:cxn>
                <a:cxn ang="0">
                  <a:pos x="csX2923" y="csY2923"/>
                </a:cxn>
                <a:cxn ang="0">
                  <a:pos x="csX2924" y="csY2924"/>
                </a:cxn>
                <a:cxn ang="0">
                  <a:pos x="csX2925" y="csY2925"/>
                </a:cxn>
                <a:cxn ang="0">
                  <a:pos x="csX2926" y="csY2926"/>
                </a:cxn>
                <a:cxn ang="0">
                  <a:pos x="csX2927" y="csY2927"/>
                </a:cxn>
                <a:cxn ang="0">
                  <a:pos x="csX2928" y="csY2928"/>
                </a:cxn>
                <a:cxn ang="0">
                  <a:pos x="csX2929" y="csY2929"/>
                </a:cxn>
                <a:cxn ang="0">
                  <a:pos x="csX2930" y="csY2930"/>
                </a:cxn>
                <a:cxn ang="0">
                  <a:pos x="csX2931" y="csY2931"/>
                </a:cxn>
                <a:cxn ang="0">
                  <a:pos x="csX2932" y="csY2932"/>
                </a:cxn>
                <a:cxn ang="0">
                  <a:pos x="csX2933" y="csY2933"/>
                </a:cxn>
                <a:cxn ang="0">
                  <a:pos x="csX2934" y="csY2934"/>
                </a:cxn>
                <a:cxn ang="0">
                  <a:pos x="csX2935" y="csY2935"/>
                </a:cxn>
                <a:cxn ang="0">
                  <a:pos x="csX2936" y="csY2936"/>
                </a:cxn>
                <a:cxn ang="0">
                  <a:pos x="csX2937" y="csY2937"/>
                </a:cxn>
                <a:cxn ang="0">
                  <a:pos x="csX2938" y="csY2938"/>
                </a:cxn>
                <a:cxn ang="0">
                  <a:pos x="csX2939" y="csY2939"/>
                </a:cxn>
                <a:cxn ang="0">
                  <a:pos x="csX2940" y="csY2940"/>
                </a:cxn>
                <a:cxn ang="0">
                  <a:pos x="csX2941" y="csY2941"/>
                </a:cxn>
                <a:cxn ang="0">
                  <a:pos x="csX2942" y="csY2942"/>
                </a:cxn>
                <a:cxn ang="0">
                  <a:pos x="csX2943" y="csY2943"/>
                </a:cxn>
                <a:cxn ang="0">
                  <a:pos x="csX2944" y="csY2944"/>
                </a:cxn>
                <a:cxn ang="0">
                  <a:pos x="csX2945" y="csY2945"/>
                </a:cxn>
                <a:cxn ang="0">
                  <a:pos x="csX2946" y="csY2946"/>
                </a:cxn>
                <a:cxn ang="0">
                  <a:pos x="csX2947" y="csY2947"/>
                </a:cxn>
                <a:cxn ang="0">
                  <a:pos x="csX2948" y="csY2948"/>
                </a:cxn>
                <a:cxn ang="0">
                  <a:pos x="csX2949" y="csY2949"/>
                </a:cxn>
                <a:cxn ang="0">
                  <a:pos x="csX2950" y="csY2950"/>
                </a:cxn>
                <a:cxn ang="0">
                  <a:pos x="csX2951" y="csY2951"/>
                </a:cxn>
                <a:cxn ang="0">
                  <a:pos x="csX2952" y="csY2952"/>
                </a:cxn>
                <a:cxn ang="0">
                  <a:pos x="csX2953" y="csY2953"/>
                </a:cxn>
                <a:cxn ang="0">
                  <a:pos x="csX2954" y="csY2954"/>
                </a:cxn>
                <a:cxn ang="0">
                  <a:pos x="csX2955" y="csY2955"/>
                </a:cxn>
                <a:cxn ang="0">
                  <a:pos x="csX2956" y="csY2956"/>
                </a:cxn>
                <a:cxn ang="0">
                  <a:pos x="csX2957" y="csY2957"/>
                </a:cxn>
                <a:cxn ang="0">
                  <a:pos x="csX2958" y="csY2958"/>
                </a:cxn>
                <a:cxn ang="0">
                  <a:pos x="csX2959" y="csY2959"/>
                </a:cxn>
                <a:cxn ang="0">
                  <a:pos x="csX2960" y="csY2960"/>
                </a:cxn>
                <a:cxn ang="0">
                  <a:pos x="csX2961" y="csY2961"/>
                </a:cxn>
                <a:cxn ang="0">
                  <a:pos x="csX2962" y="csY2962"/>
                </a:cxn>
                <a:cxn ang="0">
                  <a:pos x="csX2963" y="csY2963"/>
                </a:cxn>
                <a:cxn ang="0">
                  <a:pos x="csX2964" y="csY2964"/>
                </a:cxn>
                <a:cxn ang="0">
                  <a:pos x="csX2965" y="csY2965"/>
                </a:cxn>
                <a:cxn ang="0">
                  <a:pos x="csX2966" y="csY2966"/>
                </a:cxn>
                <a:cxn ang="0">
                  <a:pos x="csX2967" y="csY2967"/>
                </a:cxn>
                <a:cxn ang="0">
                  <a:pos x="csX2968" y="csY2968"/>
                </a:cxn>
                <a:cxn ang="0">
                  <a:pos x="csX2969" y="csY2969"/>
                </a:cxn>
                <a:cxn ang="0">
                  <a:pos x="csX2970" y="csY2970"/>
                </a:cxn>
                <a:cxn ang="0">
                  <a:pos x="csX2971" y="csY2971"/>
                </a:cxn>
                <a:cxn ang="0">
                  <a:pos x="csX2972" y="csY2972"/>
                </a:cxn>
                <a:cxn ang="0">
                  <a:pos x="csX2973" y="csY2973"/>
                </a:cxn>
                <a:cxn ang="0">
                  <a:pos x="csX2974" y="csY2974"/>
                </a:cxn>
                <a:cxn ang="0">
                  <a:pos x="csX2975" y="csY2975"/>
                </a:cxn>
                <a:cxn ang="0">
                  <a:pos x="csX2976" y="csY2976"/>
                </a:cxn>
                <a:cxn ang="0">
                  <a:pos x="csX2977" y="csY2977"/>
                </a:cxn>
                <a:cxn ang="0">
                  <a:pos x="csX2978" y="csY2978"/>
                </a:cxn>
                <a:cxn ang="0">
                  <a:pos x="csX2979" y="csY2979"/>
                </a:cxn>
                <a:cxn ang="0">
                  <a:pos x="csX2980" y="csY2980"/>
                </a:cxn>
                <a:cxn ang="0">
                  <a:pos x="csX2981" y="csY2981"/>
                </a:cxn>
                <a:cxn ang="0">
                  <a:pos x="csX2982" y="csY2982"/>
                </a:cxn>
                <a:cxn ang="0">
                  <a:pos x="csX2983" y="csY2983"/>
                </a:cxn>
                <a:cxn ang="0">
                  <a:pos x="csX2984" y="csY2984"/>
                </a:cxn>
                <a:cxn ang="0">
                  <a:pos x="csX2985" y="csY2985"/>
                </a:cxn>
                <a:cxn ang="0">
                  <a:pos x="csX2986" y="csY2986"/>
                </a:cxn>
                <a:cxn ang="0">
                  <a:pos x="csX2987" y="csY2987"/>
                </a:cxn>
                <a:cxn ang="0">
                  <a:pos x="csX2988" y="csY2988"/>
                </a:cxn>
                <a:cxn ang="0">
                  <a:pos x="csX2989" y="csY2989"/>
                </a:cxn>
                <a:cxn ang="0">
                  <a:pos x="csX2990" y="csY2990"/>
                </a:cxn>
                <a:cxn ang="0">
                  <a:pos x="csX2991" y="csY2991"/>
                </a:cxn>
                <a:cxn ang="0">
                  <a:pos x="csX2992" y="csY2992"/>
                </a:cxn>
                <a:cxn ang="0">
                  <a:pos x="csX2993" y="csY2993"/>
                </a:cxn>
                <a:cxn ang="0">
                  <a:pos x="csX2994" y="csY2994"/>
                </a:cxn>
                <a:cxn ang="0">
                  <a:pos x="csX2995" y="csY2995"/>
                </a:cxn>
                <a:cxn ang="0">
                  <a:pos x="csX2996" y="csY2996"/>
                </a:cxn>
                <a:cxn ang="0">
                  <a:pos x="csX2997" y="csY2997"/>
                </a:cxn>
                <a:cxn ang="0">
                  <a:pos x="csX2998" y="csY2998"/>
                </a:cxn>
                <a:cxn ang="0">
                  <a:pos x="csX2999" y="csY2999"/>
                </a:cxn>
                <a:cxn ang="0">
                  <a:pos x="csX3000" y="csY3000"/>
                </a:cxn>
                <a:cxn ang="0">
                  <a:pos x="csX3001" y="csY3001"/>
                </a:cxn>
                <a:cxn ang="0">
                  <a:pos x="csX3002" y="csY3002"/>
                </a:cxn>
                <a:cxn ang="0">
                  <a:pos x="csX3003" y="csY3003"/>
                </a:cxn>
                <a:cxn ang="0">
                  <a:pos x="csX3004" y="csY3004"/>
                </a:cxn>
                <a:cxn ang="0">
                  <a:pos x="csX3005" y="csY3005"/>
                </a:cxn>
                <a:cxn ang="0">
                  <a:pos x="csX3006" y="csY3006"/>
                </a:cxn>
                <a:cxn ang="0">
                  <a:pos x="csX3007" y="csY3007"/>
                </a:cxn>
                <a:cxn ang="0">
                  <a:pos x="csX3008" y="csY3008"/>
                </a:cxn>
                <a:cxn ang="0">
                  <a:pos x="csX3009" y="csY3009"/>
                </a:cxn>
                <a:cxn ang="0">
                  <a:pos x="csX3010" y="csY3010"/>
                </a:cxn>
                <a:cxn ang="0">
                  <a:pos x="csX3011" y="csY3011"/>
                </a:cxn>
                <a:cxn ang="0">
                  <a:pos x="csX3012" y="csY3012"/>
                </a:cxn>
                <a:cxn ang="0">
                  <a:pos x="csX3013" y="csY3013"/>
                </a:cxn>
                <a:cxn ang="0">
                  <a:pos x="csX3014" y="csY3014"/>
                </a:cxn>
                <a:cxn ang="0">
                  <a:pos x="csX3015" y="csY3015"/>
                </a:cxn>
                <a:cxn ang="0">
                  <a:pos x="csX3016" y="csY3016"/>
                </a:cxn>
                <a:cxn ang="0">
                  <a:pos x="csX3017" y="csY3017"/>
                </a:cxn>
                <a:cxn ang="0">
                  <a:pos x="csX3018" y="csY3018"/>
                </a:cxn>
                <a:cxn ang="0">
                  <a:pos x="csX3019" y="csY3019"/>
                </a:cxn>
                <a:cxn ang="0">
                  <a:pos x="csX3020" y="csY3020"/>
                </a:cxn>
                <a:cxn ang="0">
                  <a:pos x="csX3021" y="csY3021"/>
                </a:cxn>
                <a:cxn ang="0">
                  <a:pos x="csX3022" y="csY3022"/>
                </a:cxn>
                <a:cxn ang="0">
                  <a:pos x="csX3023" y="csY3023"/>
                </a:cxn>
                <a:cxn ang="0">
                  <a:pos x="csX3024" y="csY3024"/>
                </a:cxn>
                <a:cxn ang="0">
                  <a:pos x="csX3025" y="csY3025"/>
                </a:cxn>
              </a:cxnLst>
              <a:rect l="l" t="t" r="r" b="b"/>
              <a:pathLst>
                <a:path w="1651778" h="1232001">
                  <a:moveTo>
                    <a:pt x="1414882" y="1229783"/>
                  </a:moveTo>
                  <a:cubicBezTo>
                    <a:pt x="1417268" y="1228843"/>
                    <a:pt x="1420162" y="1228939"/>
                    <a:pt x="1421271" y="1230048"/>
                  </a:cubicBezTo>
                  <a:cubicBezTo>
                    <a:pt x="1422355" y="1231157"/>
                    <a:pt x="1420402" y="1231953"/>
                    <a:pt x="1416883" y="1231808"/>
                  </a:cubicBezTo>
                  <a:lnTo>
                    <a:pt x="1410494" y="1231543"/>
                  </a:lnTo>
                  <a:close/>
                  <a:moveTo>
                    <a:pt x="1477973" y="1229856"/>
                  </a:moveTo>
                  <a:cubicBezTo>
                    <a:pt x="1480264" y="1228939"/>
                    <a:pt x="1484000" y="1228939"/>
                    <a:pt x="1486291" y="1229856"/>
                  </a:cubicBezTo>
                  <a:lnTo>
                    <a:pt x="1490461" y="1231543"/>
                  </a:lnTo>
                  <a:lnTo>
                    <a:pt x="1482120" y="1231543"/>
                  </a:lnTo>
                  <a:lnTo>
                    <a:pt x="1473802" y="1231543"/>
                  </a:lnTo>
                  <a:close/>
                  <a:moveTo>
                    <a:pt x="1393281" y="1226529"/>
                  </a:moveTo>
                  <a:cubicBezTo>
                    <a:pt x="1394510" y="1225299"/>
                    <a:pt x="1396511" y="1225299"/>
                    <a:pt x="1397741" y="1226529"/>
                  </a:cubicBezTo>
                  <a:cubicBezTo>
                    <a:pt x="1398946" y="1227734"/>
                    <a:pt x="1397958" y="1228746"/>
                    <a:pt x="1395499" y="1228746"/>
                  </a:cubicBezTo>
                  <a:cubicBezTo>
                    <a:pt x="1393063" y="1228746"/>
                    <a:pt x="1392075" y="1227734"/>
                    <a:pt x="1393281" y="1226529"/>
                  </a:cubicBezTo>
                  <a:close/>
                  <a:moveTo>
                    <a:pt x="1502130" y="1227083"/>
                  </a:moveTo>
                  <a:cubicBezTo>
                    <a:pt x="1502130" y="1226167"/>
                    <a:pt x="1502878" y="1225419"/>
                    <a:pt x="1503794" y="1225419"/>
                  </a:cubicBezTo>
                  <a:cubicBezTo>
                    <a:pt x="1504710" y="1225419"/>
                    <a:pt x="1505457" y="1226167"/>
                    <a:pt x="1505457" y="1227083"/>
                  </a:cubicBezTo>
                  <a:cubicBezTo>
                    <a:pt x="1505457" y="1227999"/>
                    <a:pt x="1504710" y="1228746"/>
                    <a:pt x="1503794" y="1228746"/>
                  </a:cubicBezTo>
                  <a:cubicBezTo>
                    <a:pt x="1502878" y="1228746"/>
                    <a:pt x="1502130" y="1227999"/>
                    <a:pt x="1502130" y="1227083"/>
                  </a:cubicBezTo>
                  <a:close/>
                  <a:moveTo>
                    <a:pt x="1379973" y="1223178"/>
                  </a:moveTo>
                  <a:cubicBezTo>
                    <a:pt x="1381179" y="1221972"/>
                    <a:pt x="1383179" y="1221972"/>
                    <a:pt x="1384409" y="1223178"/>
                  </a:cubicBezTo>
                  <a:cubicBezTo>
                    <a:pt x="1385638" y="1224407"/>
                    <a:pt x="1384626" y="1225419"/>
                    <a:pt x="1382191" y="1225419"/>
                  </a:cubicBezTo>
                  <a:cubicBezTo>
                    <a:pt x="1379732" y="1225419"/>
                    <a:pt x="1378743" y="1224407"/>
                    <a:pt x="1379973" y="1223178"/>
                  </a:cubicBezTo>
                  <a:close/>
                  <a:moveTo>
                    <a:pt x="1515438" y="1223732"/>
                  </a:moveTo>
                  <a:cubicBezTo>
                    <a:pt x="1515438" y="1222816"/>
                    <a:pt x="1516186" y="1222069"/>
                    <a:pt x="1517101" y="1222069"/>
                  </a:cubicBezTo>
                  <a:cubicBezTo>
                    <a:pt x="1518017" y="1222069"/>
                    <a:pt x="1518765" y="1222816"/>
                    <a:pt x="1518765" y="1223732"/>
                  </a:cubicBezTo>
                  <a:cubicBezTo>
                    <a:pt x="1518765" y="1224648"/>
                    <a:pt x="1518017" y="1225419"/>
                    <a:pt x="1517101" y="1225419"/>
                  </a:cubicBezTo>
                  <a:cubicBezTo>
                    <a:pt x="1516186" y="1225419"/>
                    <a:pt x="1515438" y="1224648"/>
                    <a:pt x="1515438" y="1223732"/>
                  </a:cubicBezTo>
                  <a:close/>
                  <a:moveTo>
                    <a:pt x="1368859" y="1220405"/>
                  </a:moveTo>
                  <a:cubicBezTo>
                    <a:pt x="1368859" y="1219489"/>
                    <a:pt x="1369606" y="1218742"/>
                    <a:pt x="1370522" y="1218742"/>
                  </a:cubicBezTo>
                  <a:cubicBezTo>
                    <a:pt x="1371438" y="1218742"/>
                    <a:pt x="1372186" y="1219489"/>
                    <a:pt x="1372186" y="1220405"/>
                  </a:cubicBezTo>
                  <a:cubicBezTo>
                    <a:pt x="1372186" y="1221321"/>
                    <a:pt x="1371438" y="1222069"/>
                    <a:pt x="1370522" y="1222069"/>
                  </a:cubicBezTo>
                  <a:cubicBezTo>
                    <a:pt x="1369606" y="1222069"/>
                    <a:pt x="1368859" y="1221321"/>
                    <a:pt x="1368859" y="1220405"/>
                  </a:cubicBezTo>
                  <a:close/>
                  <a:moveTo>
                    <a:pt x="1525442" y="1220405"/>
                  </a:moveTo>
                  <a:cubicBezTo>
                    <a:pt x="1525442" y="1219489"/>
                    <a:pt x="1526190" y="1218742"/>
                    <a:pt x="1527106" y="1218742"/>
                  </a:cubicBezTo>
                  <a:cubicBezTo>
                    <a:pt x="1528023" y="1218742"/>
                    <a:pt x="1528769" y="1219489"/>
                    <a:pt x="1528769" y="1220405"/>
                  </a:cubicBezTo>
                  <a:cubicBezTo>
                    <a:pt x="1528769" y="1221321"/>
                    <a:pt x="1528023" y="1222069"/>
                    <a:pt x="1527106" y="1222069"/>
                  </a:cubicBezTo>
                  <a:cubicBezTo>
                    <a:pt x="1526190" y="1222069"/>
                    <a:pt x="1525442" y="1221321"/>
                    <a:pt x="1525442" y="1220405"/>
                  </a:cubicBezTo>
                  <a:close/>
                  <a:moveTo>
                    <a:pt x="1362205" y="1217078"/>
                  </a:moveTo>
                  <a:cubicBezTo>
                    <a:pt x="1362205" y="1216162"/>
                    <a:pt x="1362952" y="1215415"/>
                    <a:pt x="1363868" y="1215415"/>
                  </a:cubicBezTo>
                  <a:cubicBezTo>
                    <a:pt x="1364785" y="1215415"/>
                    <a:pt x="1365532" y="1216162"/>
                    <a:pt x="1365532" y="1217078"/>
                  </a:cubicBezTo>
                  <a:cubicBezTo>
                    <a:pt x="1365532" y="1217994"/>
                    <a:pt x="1364785" y="1218742"/>
                    <a:pt x="1363868" y="1218742"/>
                  </a:cubicBezTo>
                  <a:cubicBezTo>
                    <a:pt x="1362952" y="1218742"/>
                    <a:pt x="1362205" y="1217994"/>
                    <a:pt x="1362205" y="1217078"/>
                  </a:cubicBezTo>
                  <a:close/>
                  <a:moveTo>
                    <a:pt x="1532096" y="1217078"/>
                  </a:moveTo>
                  <a:cubicBezTo>
                    <a:pt x="1532096" y="1216162"/>
                    <a:pt x="1532844" y="1215415"/>
                    <a:pt x="1533760" y="1215415"/>
                  </a:cubicBezTo>
                  <a:cubicBezTo>
                    <a:pt x="1534677" y="1215415"/>
                    <a:pt x="1535423" y="1216162"/>
                    <a:pt x="1535423" y="1217078"/>
                  </a:cubicBezTo>
                  <a:cubicBezTo>
                    <a:pt x="1535423" y="1217994"/>
                    <a:pt x="1534677" y="1218742"/>
                    <a:pt x="1533760" y="1218742"/>
                  </a:cubicBezTo>
                  <a:cubicBezTo>
                    <a:pt x="1532844" y="1218742"/>
                    <a:pt x="1532096" y="1217994"/>
                    <a:pt x="1532096" y="1217078"/>
                  </a:cubicBezTo>
                  <a:close/>
                  <a:moveTo>
                    <a:pt x="1542102" y="1213751"/>
                  </a:moveTo>
                  <a:cubicBezTo>
                    <a:pt x="1542102" y="1212835"/>
                    <a:pt x="1542849" y="1212064"/>
                    <a:pt x="1543765" y="1212064"/>
                  </a:cubicBezTo>
                  <a:cubicBezTo>
                    <a:pt x="1544681" y="1212064"/>
                    <a:pt x="1545429" y="1212835"/>
                    <a:pt x="1545429" y="1213751"/>
                  </a:cubicBezTo>
                  <a:cubicBezTo>
                    <a:pt x="1545429" y="1214667"/>
                    <a:pt x="1544681" y="1215415"/>
                    <a:pt x="1543765" y="1215415"/>
                  </a:cubicBezTo>
                  <a:cubicBezTo>
                    <a:pt x="1542849" y="1215415"/>
                    <a:pt x="1542102" y="1214667"/>
                    <a:pt x="1542102" y="1213751"/>
                  </a:cubicBezTo>
                  <a:close/>
                  <a:moveTo>
                    <a:pt x="1548756" y="1210400"/>
                  </a:moveTo>
                  <a:cubicBezTo>
                    <a:pt x="1548756" y="1209484"/>
                    <a:pt x="1549503" y="1208737"/>
                    <a:pt x="1550419" y="1208737"/>
                  </a:cubicBezTo>
                  <a:cubicBezTo>
                    <a:pt x="1551335" y="1208737"/>
                    <a:pt x="1552082" y="1209484"/>
                    <a:pt x="1552082" y="1210400"/>
                  </a:cubicBezTo>
                  <a:cubicBezTo>
                    <a:pt x="1552082" y="1211316"/>
                    <a:pt x="1551335" y="1212064"/>
                    <a:pt x="1550419" y="1212064"/>
                  </a:cubicBezTo>
                  <a:cubicBezTo>
                    <a:pt x="1549503" y="1212064"/>
                    <a:pt x="1548756" y="1211316"/>
                    <a:pt x="1548756" y="1210400"/>
                  </a:cubicBezTo>
                  <a:close/>
                  <a:moveTo>
                    <a:pt x="1335541" y="1203746"/>
                  </a:moveTo>
                  <a:cubicBezTo>
                    <a:pt x="1335541" y="1202830"/>
                    <a:pt x="1336289" y="1202083"/>
                    <a:pt x="1337205" y="1202083"/>
                  </a:cubicBezTo>
                  <a:cubicBezTo>
                    <a:pt x="1338121" y="1202083"/>
                    <a:pt x="1338868" y="1202830"/>
                    <a:pt x="1338868" y="1203746"/>
                  </a:cubicBezTo>
                  <a:cubicBezTo>
                    <a:pt x="1338868" y="1204662"/>
                    <a:pt x="1338121" y="1205410"/>
                    <a:pt x="1337205" y="1205410"/>
                  </a:cubicBezTo>
                  <a:cubicBezTo>
                    <a:pt x="1336289" y="1205410"/>
                    <a:pt x="1335541" y="1204662"/>
                    <a:pt x="1335541" y="1203746"/>
                  </a:cubicBezTo>
                  <a:close/>
                  <a:moveTo>
                    <a:pt x="1326886" y="1198225"/>
                  </a:moveTo>
                  <a:lnTo>
                    <a:pt x="1324524" y="1194392"/>
                  </a:lnTo>
                  <a:lnTo>
                    <a:pt x="1328357" y="1196755"/>
                  </a:lnTo>
                  <a:cubicBezTo>
                    <a:pt x="1330479" y="1198080"/>
                    <a:pt x="1332214" y="1199792"/>
                    <a:pt x="1332214" y="1200612"/>
                  </a:cubicBezTo>
                  <a:cubicBezTo>
                    <a:pt x="1332214" y="1203384"/>
                    <a:pt x="1329273" y="1202083"/>
                    <a:pt x="1326886" y="1198225"/>
                  </a:cubicBezTo>
                  <a:close/>
                  <a:moveTo>
                    <a:pt x="1565415" y="1200419"/>
                  </a:moveTo>
                  <a:cubicBezTo>
                    <a:pt x="1565415" y="1199503"/>
                    <a:pt x="1566162" y="1198756"/>
                    <a:pt x="1567078" y="1198756"/>
                  </a:cubicBezTo>
                  <a:cubicBezTo>
                    <a:pt x="1567994" y="1198756"/>
                    <a:pt x="1568742" y="1199503"/>
                    <a:pt x="1568742" y="1200419"/>
                  </a:cubicBezTo>
                  <a:cubicBezTo>
                    <a:pt x="1568742" y="1201335"/>
                    <a:pt x="1567994" y="1202083"/>
                    <a:pt x="1567078" y="1202083"/>
                  </a:cubicBezTo>
                  <a:cubicBezTo>
                    <a:pt x="1566162" y="1202083"/>
                    <a:pt x="1565415" y="1201335"/>
                    <a:pt x="1565415" y="1200419"/>
                  </a:cubicBezTo>
                  <a:close/>
                  <a:moveTo>
                    <a:pt x="726973" y="1193187"/>
                  </a:moveTo>
                  <a:cubicBezTo>
                    <a:pt x="728203" y="1191981"/>
                    <a:pt x="730204" y="1191981"/>
                    <a:pt x="731410" y="1193187"/>
                  </a:cubicBezTo>
                  <a:cubicBezTo>
                    <a:pt x="732639" y="1194416"/>
                    <a:pt x="731627" y="1195404"/>
                    <a:pt x="729192" y="1195404"/>
                  </a:cubicBezTo>
                  <a:cubicBezTo>
                    <a:pt x="726756" y="1195404"/>
                    <a:pt x="725768" y="1194416"/>
                    <a:pt x="726973" y="1193187"/>
                  </a:cubicBezTo>
                  <a:close/>
                  <a:moveTo>
                    <a:pt x="1156753" y="1193187"/>
                  </a:moveTo>
                  <a:cubicBezTo>
                    <a:pt x="1157959" y="1191981"/>
                    <a:pt x="1159960" y="1191981"/>
                    <a:pt x="1161190" y="1193187"/>
                  </a:cubicBezTo>
                  <a:cubicBezTo>
                    <a:pt x="1162419" y="1194416"/>
                    <a:pt x="1161407" y="1195404"/>
                    <a:pt x="1158971" y="1195404"/>
                  </a:cubicBezTo>
                  <a:cubicBezTo>
                    <a:pt x="1156537" y="1195404"/>
                    <a:pt x="1155524" y="1194416"/>
                    <a:pt x="1156753" y="1193187"/>
                  </a:cubicBezTo>
                  <a:close/>
                  <a:moveTo>
                    <a:pt x="715450" y="1186243"/>
                  </a:moveTo>
                  <a:lnTo>
                    <a:pt x="710869" y="1180433"/>
                  </a:lnTo>
                  <a:lnTo>
                    <a:pt x="716703" y="1184989"/>
                  </a:lnTo>
                  <a:cubicBezTo>
                    <a:pt x="719910" y="1187521"/>
                    <a:pt x="722538" y="1190125"/>
                    <a:pt x="722538" y="1190824"/>
                  </a:cubicBezTo>
                  <a:cubicBezTo>
                    <a:pt x="722538" y="1193573"/>
                    <a:pt x="719789" y="1191813"/>
                    <a:pt x="715450" y="1186243"/>
                  </a:cubicBezTo>
                  <a:close/>
                  <a:moveTo>
                    <a:pt x="1165625" y="1190824"/>
                  </a:moveTo>
                  <a:cubicBezTo>
                    <a:pt x="1165625" y="1190125"/>
                    <a:pt x="1168253" y="1187521"/>
                    <a:pt x="1171460" y="1184989"/>
                  </a:cubicBezTo>
                  <a:lnTo>
                    <a:pt x="1177294" y="1180433"/>
                  </a:lnTo>
                  <a:lnTo>
                    <a:pt x="1172713" y="1186243"/>
                  </a:lnTo>
                  <a:cubicBezTo>
                    <a:pt x="1168374" y="1191813"/>
                    <a:pt x="1165625" y="1193573"/>
                    <a:pt x="1165625" y="1190824"/>
                  </a:cubicBezTo>
                  <a:close/>
                  <a:moveTo>
                    <a:pt x="1313578" y="1188244"/>
                  </a:moveTo>
                  <a:lnTo>
                    <a:pt x="1311192" y="1184387"/>
                  </a:lnTo>
                  <a:lnTo>
                    <a:pt x="1315049" y="1186774"/>
                  </a:lnTo>
                  <a:cubicBezTo>
                    <a:pt x="1318882" y="1189136"/>
                    <a:pt x="1320184" y="1192078"/>
                    <a:pt x="1317411" y="1192078"/>
                  </a:cubicBezTo>
                  <a:cubicBezTo>
                    <a:pt x="1316616" y="1192078"/>
                    <a:pt x="1314880" y="1190342"/>
                    <a:pt x="1313578" y="1188244"/>
                  </a:cubicBezTo>
                  <a:close/>
                  <a:moveTo>
                    <a:pt x="1578747" y="1190414"/>
                  </a:moveTo>
                  <a:cubicBezTo>
                    <a:pt x="1578747" y="1189498"/>
                    <a:pt x="1579494" y="1188751"/>
                    <a:pt x="1580410" y="1188751"/>
                  </a:cubicBezTo>
                  <a:cubicBezTo>
                    <a:pt x="1581326" y="1188751"/>
                    <a:pt x="1582073" y="1189498"/>
                    <a:pt x="1582073" y="1190414"/>
                  </a:cubicBezTo>
                  <a:cubicBezTo>
                    <a:pt x="1582073" y="1191330"/>
                    <a:pt x="1581326" y="1192078"/>
                    <a:pt x="1580410" y="1192078"/>
                  </a:cubicBezTo>
                  <a:cubicBezTo>
                    <a:pt x="1579494" y="1192078"/>
                    <a:pt x="1578747" y="1191330"/>
                    <a:pt x="1578747" y="1190414"/>
                  </a:cubicBezTo>
                  <a:close/>
                  <a:moveTo>
                    <a:pt x="1405504" y="1180891"/>
                  </a:moveTo>
                  <a:cubicBezTo>
                    <a:pt x="1395427" y="1178698"/>
                    <a:pt x="1379684" y="1173273"/>
                    <a:pt x="1370522" y="1168862"/>
                  </a:cubicBezTo>
                  <a:lnTo>
                    <a:pt x="1353864" y="1160809"/>
                  </a:lnTo>
                  <a:lnTo>
                    <a:pt x="1335324" y="1142294"/>
                  </a:lnTo>
                  <a:lnTo>
                    <a:pt x="1316761" y="1123778"/>
                  </a:lnTo>
                  <a:lnTo>
                    <a:pt x="1308227" y="1105456"/>
                  </a:lnTo>
                  <a:cubicBezTo>
                    <a:pt x="1303501" y="1095379"/>
                    <a:pt x="1297980" y="1079202"/>
                    <a:pt x="1295955" y="1069487"/>
                  </a:cubicBezTo>
                  <a:lnTo>
                    <a:pt x="1292243" y="1051839"/>
                  </a:lnTo>
                  <a:lnTo>
                    <a:pt x="1292243" y="883756"/>
                  </a:lnTo>
                  <a:lnTo>
                    <a:pt x="1292243" y="715672"/>
                  </a:lnTo>
                  <a:lnTo>
                    <a:pt x="1383469" y="715672"/>
                  </a:lnTo>
                  <a:lnTo>
                    <a:pt x="1474719" y="715672"/>
                  </a:lnTo>
                  <a:lnTo>
                    <a:pt x="1481951" y="709814"/>
                  </a:lnTo>
                  <a:lnTo>
                    <a:pt x="1489184" y="703955"/>
                  </a:lnTo>
                  <a:lnTo>
                    <a:pt x="1489521" y="692625"/>
                  </a:lnTo>
                  <a:lnTo>
                    <a:pt x="1489835" y="681270"/>
                  </a:lnTo>
                  <a:lnTo>
                    <a:pt x="1482289" y="675146"/>
                  </a:lnTo>
                  <a:lnTo>
                    <a:pt x="1474719" y="669023"/>
                  </a:lnTo>
                  <a:lnTo>
                    <a:pt x="1383469" y="669023"/>
                  </a:lnTo>
                  <a:lnTo>
                    <a:pt x="1292243" y="669023"/>
                  </a:lnTo>
                  <a:lnTo>
                    <a:pt x="1292243" y="657186"/>
                  </a:lnTo>
                  <a:cubicBezTo>
                    <a:pt x="1292243" y="650676"/>
                    <a:pt x="1294581" y="635006"/>
                    <a:pt x="1297450" y="622373"/>
                  </a:cubicBezTo>
                  <a:lnTo>
                    <a:pt x="1302681" y="599398"/>
                  </a:lnTo>
                  <a:lnTo>
                    <a:pt x="1315242" y="579966"/>
                  </a:lnTo>
                  <a:cubicBezTo>
                    <a:pt x="1344293" y="535004"/>
                    <a:pt x="1389038" y="512439"/>
                    <a:pt x="1449164" y="512439"/>
                  </a:cubicBezTo>
                  <a:lnTo>
                    <a:pt x="1472477" y="512439"/>
                  </a:lnTo>
                  <a:lnTo>
                    <a:pt x="1495476" y="517670"/>
                  </a:lnTo>
                  <a:lnTo>
                    <a:pt x="1518452" y="522902"/>
                  </a:lnTo>
                  <a:lnTo>
                    <a:pt x="1537787" y="535414"/>
                  </a:lnTo>
                  <a:cubicBezTo>
                    <a:pt x="1569947" y="556244"/>
                    <a:pt x="1590921" y="584836"/>
                    <a:pt x="1600227" y="620589"/>
                  </a:cubicBezTo>
                  <a:lnTo>
                    <a:pt x="1605386" y="640454"/>
                  </a:lnTo>
                  <a:lnTo>
                    <a:pt x="1605386" y="848943"/>
                  </a:lnTo>
                  <a:lnTo>
                    <a:pt x="1605386" y="1057432"/>
                  </a:lnTo>
                  <a:lnTo>
                    <a:pt x="1600251" y="1077274"/>
                  </a:lnTo>
                  <a:cubicBezTo>
                    <a:pt x="1579614" y="1157048"/>
                    <a:pt x="1497308" y="1200829"/>
                    <a:pt x="1405504" y="1180891"/>
                  </a:cubicBezTo>
                  <a:close/>
                  <a:moveTo>
                    <a:pt x="1176161" y="1172092"/>
                  </a:moveTo>
                  <a:lnTo>
                    <a:pt x="1176161" y="1163775"/>
                  </a:lnTo>
                  <a:lnTo>
                    <a:pt x="1177824" y="1167921"/>
                  </a:lnTo>
                  <a:cubicBezTo>
                    <a:pt x="1178765" y="1170212"/>
                    <a:pt x="1178765" y="1173972"/>
                    <a:pt x="1177824" y="1176262"/>
                  </a:cubicBezTo>
                  <a:lnTo>
                    <a:pt x="1176161" y="1180433"/>
                  </a:lnTo>
                  <a:close/>
                  <a:moveTo>
                    <a:pt x="709471" y="1170163"/>
                  </a:moveTo>
                  <a:lnTo>
                    <a:pt x="709736" y="1163775"/>
                  </a:lnTo>
                  <a:lnTo>
                    <a:pt x="711496" y="1168138"/>
                  </a:lnTo>
                  <a:cubicBezTo>
                    <a:pt x="712460" y="1170549"/>
                    <a:pt x="712340" y="1173418"/>
                    <a:pt x="711231" y="1174527"/>
                  </a:cubicBezTo>
                  <a:cubicBezTo>
                    <a:pt x="710122" y="1175635"/>
                    <a:pt x="709326" y="1173659"/>
                    <a:pt x="709471" y="1170163"/>
                  </a:cubicBezTo>
                  <a:close/>
                  <a:moveTo>
                    <a:pt x="1286915" y="1161581"/>
                  </a:moveTo>
                  <a:lnTo>
                    <a:pt x="1284528" y="1157748"/>
                  </a:lnTo>
                  <a:lnTo>
                    <a:pt x="1288385" y="1160110"/>
                  </a:lnTo>
                  <a:cubicBezTo>
                    <a:pt x="1290507" y="1161412"/>
                    <a:pt x="1292243" y="1163148"/>
                    <a:pt x="1292243" y="1163968"/>
                  </a:cubicBezTo>
                  <a:cubicBezTo>
                    <a:pt x="1292243" y="1166740"/>
                    <a:pt x="1289301" y="1165414"/>
                    <a:pt x="1286915" y="1161581"/>
                  </a:cubicBezTo>
                  <a:close/>
                  <a:moveTo>
                    <a:pt x="1608737" y="1160424"/>
                  </a:moveTo>
                  <a:cubicBezTo>
                    <a:pt x="1608737" y="1159508"/>
                    <a:pt x="1609485" y="1158760"/>
                    <a:pt x="1610401" y="1158760"/>
                  </a:cubicBezTo>
                  <a:cubicBezTo>
                    <a:pt x="1611317" y="1158760"/>
                    <a:pt x="1612064" y="1159508"/>
                    <a:pt x="1612064" y="1160424"/>
                  </a:cubicBezTo>
                  <a:cubicBezTo>
                    <a:pt x="1612064" y="1161339"/>
                    <a:pt x="1611317" y="1162111"/>
                    <a:pt x="1610401" y="1162111"/>
                  </a:cubicBezTo>
                  <a:cubicBezTo>
                    <a:pt x="1609485" y="1162111"/>
                    <a:pt x="1608737" y="1161339"/>
                    <a:pt x="1608737" y="1160424"/>
                  </a:cubicBezTo>
                  <a:close/>
                  <a:moveTo>
                    <a:pt x="715884" y="1153770"/>
                  </a:moveTo>
                  <a:cubicBezTo>
                    <a:pt x="715884" y="1152854"/>
                    <a:pt x="716631" y="1152106"/>
                    <a:pt x="717547" y="1152106"/>
                  </a:cubicBezTo>
                  <a:cubicBezTo>
                    <a:pt x="718463" y="1152106"/>
                    <a:pt x="719211" y="1152854"/>
                    <a:pt x="719211" y="1153770"/>
                  </a:cubicBezTo>
                  <a:cubicBezTo>
                    <a:pt x="719211" y="1154686"/>
                    <a:pt x="718463" y="1155433"/>
                    <a:pt x="717547" y="1155433"/>
                  </a:cubicBezTo>
                  <a:cubicBezTo>
                    <a:pt x="716631" y="1155433"/>
                    <a:pt x="715884" y="1154686"/>
                    <a:pt x="715884" y="1153770"/>
                  </a:cubicBezTo>
                  <a:close/>
                  <a:moveTo>
                    <a:pt x="1168952" y="1153770"/>
                  </a:moveTo>
                  <a:cubicBezTo>
                    <a:pt x="1168952" y="1152854"/>
                    <a:pt x="1169724" y="1152106"/>
                    <a:pt x="1170640" y="1152106"/>
                  </a:cubicBezTo>
                  <a:cubicBezTo>
                    <a:pt x="1171556" y="1152106"/>
                    <a:pt x="1172304" y="1152854"/>
                    <a:pt x="1172304" y="1153770"/>
                  </a:cubicBezTo>
                  <a:cubicBezTo>
                    <a:pt x="1172304" y="1154686"/>
                    <a:pt x="1171556" y="1155433"/>
                    <a:pt x="1170640" y="1155433"/>
                  </a:cubicBezTo>
                  <a:cubicBezTo>
                    <a:pt x="1169724" y="1155433"/>
                    <a:pt x="1168952" y="1154686"/>
                    <a:pt x="1168952" y="1153770"/>
                  </a:cubicBezTo>
                  <a:close/>
                  <a:moveTo>
                    <a:pt x="1276910" y="1148249"/>
                  </a:moveTo>
                  <a:lnTo>
                    <a:pt x="1274547" y="1144416"/>
                  </a:lnTo>
                  <a:lnTo>
                    <a:pt x="1278380" y="1146802"/>
                  </a:lnTo>
                  <a:cubicBezTo>
                    <a:pt x="1282238" y="1149165"/>
                    <a:pt x="1283539" y="1152106"/>
                    <a:pt x="1280767" y="1152106"/>
                  </a:cubicBezTo>
                  <a:cubicBezTo>
                    <a:pt x="1279972" y="1152106"/>
                    <a:pt x="1278235" y="1150371"/>
                    <a:pt x="1276910" y="1148249"/>
                  </a:cubicBezTo>
                  <a:close/>
                  <a:moveTo>
                    <a:pt x="838306" y="1146272"/>
                  </a:moveTo>
                  <a:cubicBezTo>
                    <a:pt x="897395" y="1145766"/>
                    <a:pt x="994095" y="1145766"/>
                    <a:pt x="1053184" y="1146272"/>
                  </a:cubicBezTo>
                  <a:cubicBezTo>
                    <a:pt x="1112298" y="1146778"/>
                    <a:pt x="1063937" y="1147212"/>
                    <a:pt x="945757" y="1147212"/>
                  </a:cubicBezTo>
                  <a:cubicBezTo>
                    <a:pt x="827553" y="1147212"/>
                    <a:pt x="779217" y="1146778"/>
                    <a:pt x="838306" y="1146272"/>
                  </a:cubicBezTo>
                  <a:close/>
                  <a:moveTo>
                    <a:pt x="1618718" y="1147116"/>
                  </a:moveTo>
                  <a:cubicBezTo>
                    <a:pt x="1618718" y="1146200"/>
                    <a:pt x="1619466" y="1145452"/>
                    <a:pt x="1620382" y="1145452"/>
                  </a:cubicBezTo>
                  <a:cubicBezTo>
                    <a:pt x="1621298" y="1145452"/>
                    <a:pt x="1622045" y="1146200"/>
                    <a:pt x="1622045" y="1147116"/>
                  </a:cubicBezTo>
                  <a:cubicBezTo>
                    <a:pt x="1622045" y="1148032"/>
                    <a:pt x="1621298" y="1148779"/>
                    <a:pt x="1620382" y="1148779"/>
                  </a:cubicBezTo>
                  <a:cubicBezTo>
                    <a:pt x="1619466" y="1148779"/>
                    <a:pt x="1618718" y="1148032"/>
                    <a:pt x="1618718" y="1147116"/>
                  </a:cubicBezTo>
                  <a:close/>
                  <a:moveTo>
                    <a:pt x="1272232" y="1140437"/>
                  </a:moveTo>
                  <a:cubicBezTo>
                    <a:pt x="1272232" y="1139521"/>
                    <a:pt x="1272980" y="1138774"/>
                    <a:pt x="1273920" y="1138774"/>
                  </a:cubicBezTo>
                  <a:cubicBezTo>
                    <a:pt x="1274836" y="1138774"/>
                    <a:pt x="1275584" y="1139521"/>
                    <a:pt x="1275584" y="1140437"/>
                  </a:cubicBezTo>
                  <a:cubicBezTo>
                    <a:pt x="1275584" y="1141353"/>
                    <a:pt x="1274836" y="1142125"/>
                    <a:pt x="1273920" y="1142125"/>
                  </a:cubicBezTo>
                  <a:cubicBezTo>
                    <a:pt x="1272980" y="1142125"/>
                    <a:pt x="1272232" y="1141353"/>
                    <a:pt x="1272232" y="1140437"/>
                  </a:cubicBezTo>
                  <a:close/>
                  <a:moveTo>
                    <a:pt x="1625396" y="1137110"/>
                  </a:moveTo>
                  <a:cubicBezTo>
                    <a:pt x="1625396" y="1136194"/>
                    <a:pt x="1626143" y="1135447"/>
                    <a:pt x="1627060" y="1135447"/>
                  </a:cubicBezTo>
                  <a:cubicBezTo>
                    <a:pt x="1627976" y="1135447"/>
                    <a:pt x="1628723" y="1136194"/>
                    <a:pt x="1628723" y="1137110"/>
                  </a:cubicBezTo>
                  <a:cubicBezTo>
                    <a:pt x="1628723" y="1138026"/>
                    <a:pt x="1627976" y="1138774"/>
                    <a:pt x="1627060" y="1138774"/>
                  </a:cubicBezTo>
                  <a:cubicBezTo>
                    <a:pt x="1626143" y="1138774"/>
                    <a:pt x="1625396" y="1138026"/>
                    <a:pt x="1625396" y="1137110"/>
                  </a:cubicBezTo>
                  <a:close/>
                  <a:moveTo>
                    <a:pt x="1265579" y="1130457"/>
                  </a:moveTo>
                  <a:cubicBezTo>
                    <a:pt x="1265579" y="1129541"/>
                    <a:pt x="1266326" y="1128793"/>
                    <a:pt x="1267242" y="1128793"/>
                  </a:cubicBezTo>
                  <a:cubicBezTo>
                    <a:pt x="1268158" y="1128793"/>
                    <a:pt x="1268906" y="1129541"/>
                    <a:pt x="1268906" y="1130457"/>
                  </a:cubicBezTo>
                  <a:cubicBezTo>
                    <a:pt x="1268906" y="1131373"/>
                    <a:pt x="1268158" y="1132120"/>
                    <a:pt x="1267242" y="1132120"/>
                  </a:cubicBezTo>
                  <a:cubicBezTo>
                    <a:pt x="1266326" y="1132120"/>
                    <a:pt x="1265579" y="1131373"/>
                    <a:pt x="1265579" y="1130457"/>
                  </a:cubicBezTo>
                  <a:close/>
                  <a:moveTo>
                    <a:pt x="1628723" y="1130457"/>
                  </a:moveTo>
                  <a:cubicBezTo>
                    <a:pt x="1628723" y="1129541"/>
                    <a:pt x="1629470" y="1128793"/>
                    <a:pt x="1630387" y="1128793"/>
                  </a:cubicBezTo>
                  <a:cubicBezTo>
                    <a:pt x="1631303" y="1128793"/>
                    <a:pt x="1632050" y="1129541"/>
                    <a:pt x="1632050" y="1130457"/>
                  </a:cubicBezTo>
                  <a:cubicBezTo>
                    <a:pt x="1632050" y="1131373"/>
                    <a:pt x="1631303" y="1132120"/>
                    <a:pt x="1630387" y="1132120"/>
                  </a:cubicBezTo>
                  <a:cubicBezTo>
                    <a:pt x="1629470" y="1132120"/>
                    <a:pt x="1628723" y="1131373"/>
                    <a:pt x="1628723" y="1130457"/>
                  </a:cubicBezTo>
                  <a:close/>
                  <a:moveTo>
                    <a:pt x="1632050" y="1123778"/>
                  </a:moveTo>
                  <a:cubicBezTo>
                    <a:pt x="1632050" y="1122862"/>
                    <a:pt x="1632797" y="1122115"/>
                    <a:pt x="1633714" y="1122115"/>
                  </a:cubicBezTo>
                  <a:cubicBezTo>
                    <a:pt x="1634630" y="1122115"/>
                    <a:pt x="1635377" y="1122862"/>
                    <a:pt x="1635377" y="1123778"/>
                  </a:cubicBezTo>
                  <a:cubicBezTo>
                    <a:pt x="1635377" y="1124695"/>
                    <a:pt x="1634630" y="1125466"/>
                    <a:pt x="1633714" y="1125466"/>
                  </a:cubicBezTo>
                  <a:cubicBezTo>
                    <a:pt x="1632797" y="1125466"/>
                    <a:pt x="1632050" y="1124695"/>
                    <a:pt x="1632050" y="1123778"/>
                  </a:cubicBezTo>
                  <a:close/>
                  <a:moveTo>
                    <a:pt x="1635377" y="1117124"/>
                  </a:moveTo>
                  <a:cubicBezTo>
                    <a:pt x="1635377" y="1116208"/>
                    <a:pt x="1636124" y="1115461"/>
                    <a:pt x="1637041" y="1115461"/>
                  </a:cubicBezTo>
                  <a:cubicBezTo>
                    <a:pt x="1637957" y="1115461"/>
                    <a:pt x="1638704" y="1116208"/>
                    <a:pt x="1638704" y="1117124"/>
                  </a:cubicBezTo>
                  <a:cubicBezTo>
                    <a:pt x="1638704" y="1118041"/>
                    <a:pt x="1637957" y="1118788"/>
                    <a:pt x="1637041" y="1118788"/>
                  </a:cubicBezTo>
                  <a:cubicBezTo>
                    <a:pt x="1636124" y="1118788"/>
                    <a:pt x="1635377" y="1118041"/>
                    <a:pt x="1635377" y="1117124"/>
                  </a:cubicBezTo>
                  <a:close/>
                  <a:moveTo>
                    <a:pt x="1258925" y="1113797"/>
                  </a:moveTo>
                  <a:cubicBezTo>
                    <a:pt x="1258925" y="1112881"/>
                    <a:pt x="1259672" y="1112135"/>
                    <a:pt x="1260588" y="1112135"/>
                  </a:cubicBezTo>
                  <a:cubicBezTo>
                    <a:pt x="1261504" y="1112135"/>
                    <a:pt x="1262252" y="1112881"/>
                    <a:pt x="1262252" y="1113797"/>
                  </a:cubicBezTo>
                  <a:cubicBezTo>
                    <a:pt x="1262252" y="1114714"/>
                    <a:pt x="1261504" y="1115461"/>
                    <a:pt x="1260588" y="1115461"/>
                  </a:cubicBezTo>
                  <a:cubicBezTo>
                    <a:pt x="1259672" y="1115461"/>
                    <a:pt x="1258925" y="1114714"/>
                    <a:pt x="1258925" y="1113797"/>
                  </a:cubicBezTo>
                  <a:close/>
                  <a:moveTo>
                    <a:pt x="1255573" y="1107120"/>
                  </a:moveTo>
                  <a:cubicBezTo>
                    <a:pt x="1255573" y="1106228"/>
                    <a:pt x="1256345" y="1105456"/>
                    <a:pt x="1257261" y="1105456"/>
                  </a:cubicBezTo>
                  <a:cubicBezTo>
                    <a:pt x="1258177" y="1105456"/>
                    <a:pt x="1258925" y="1106228"/>
                    <a:pt x="1258925" y="1107120"/>
                  </a:cubicBezTo>
                  <a:cubicBezTo>
                    <a:pt x="1258925" y="1108036"/>
                    <a:pt x="1258177" y="1108808"/>
                    <a:pt x="1257261" y="1108808"/>
                  </a:cubicBezTo>
                  <a:cubicBezTo>
                    <a:pt x="1256345" y="1108808"/>
                    <a:pt x="1255573" y="1108036"/>
                    <a:pt x="1255573" y="1107120"/>
                  </a:cubicBezTo>
                  <a:close/>
                  <a:moveTo>
                    <a:pt x="1638704" y="1107120"/>
                  </a:moveTo>
                  <a:cubicBezTo>
                    <a:pt x="1638704" y="1106228"/>
                    <a:pt x="1639451" y="1105456"/>
                    <a:pt x="1640368" y="1105456"/>
                  </a:cubicBezTo>
                  <a:cubicBezTo>
                    <a:pt x="1641284" y="1105456"/>
                    <a:pt x="1642055" y="1106228"/>
                    <a:pt x="1642055" y="1107120"/>
                  </a:cubicBezTo>
                  <a:cubicBezTo>
                    <a:pt x="1642055" y="1108036"/>
                    <a:pt x="1641284" y="1108808"/>
                    <a:pt x="1640368" y="1108808"/>
                  </a:cubicBezTo>
                  <a:cubicBezTo>
                    <a:pt x="1639451" y="1108808"/>
                    <a:pt x="1638704" y="1108036"/>
                    <a:pt x="1638704" y="1107120"/>
                  </a:cubicBezTo>
                  <a:close/>
                  <a:moveTo>
                    <a:pt x="1252246" y="1097139"/>
                  </a:moveTo>
                  <a:cubicBezTo>
                    <a:pt x="1252246" y="1096223"/>
                    <a:pt x="1252994" y="1095476"/>
                    <a:pt x="1253910" y="1095476"/>
                  </a:cubicBezTo>
                  <a:cubicBezTo>
                    <a:pt x="1254827" y="1095476"/>
                    <a:pt x="1255573" y="1096223"/>
                    <a:pt x="1255573" y="1097139"/>
                  </a:cubicBezTo>
                  <a:cubicBezTo>
                    <a:pt x="1255573" y="1098055"/>
                    <a:pt x="1254827" y="1098803"/>
                    <a:pt x="1253910" y="1098803"/>
                  </a:cubicBezTo>
                  <a:cubicBezTo>
                    <a:pt x="1252994" y="1098803"/>
                    <a:pt x="1252246" y="1098055"/>
                    <a:pt x="1252246" y="1097139"/>
                  </a:cubicBezTo>
                  <a:close/>
                  <a:moveTo>
                    <a:pt x="1642055" y="1097139"/>
                  </a:moveTo>
                  <a:cubicBezTo>
                    <a:pt x="1642055" y="1096223"/>
                    <a:pt x="1642802" y="1095476"/>
                    <a:pt x="1643718" y="1095476"/>
                  </a:cubicBezTo>
                  <a:cubicBezTo>
                    <a:pt x="1644634" y="1095476"/>
                    <a:pt x="1645382" y="1096223"/>
                    <a:pt x="1645382" y="1097139"/>
                  </a:cubicBezTo>
                  <a:cubicBezTo>
                    <a:pt x="1645382" y="1098055"/>
                    <a:pt x="1644634" y="1098803"/>
                    <a:pt x="1643718" y="1098803"/>
                  </a:cubicBezTo>
                  <a:cubicBezTo>
                    <a:pt x="1642802" y="1098803"/>
                    <a:pt x="1642055" y="1098055"/>
                    <a:pt x="1642055" y="1097139"/>
                  </a:cubicBezTo>
                  <a:close/>
                  <a:moveTo>
                    <a:pt x="1645382" y="1085470"/>
                  </a:moveTo>
                  <a:cubicBezTo>
                    <a:pt x="1645382" y="1083036"/>
                    <a:pt x="1646371" y="1082023"/>
                    <a:pt x="1647600" y="1083252"/>
                  </a:cubicBezTo>
                  <a:cubicBezTo>
                    <a:pt x="1648829" y="1084482"/>
                    <a:pt x="1648829" y="1086483"/>
                    <a:pt x="1647600" y="1087689"/>
                  </a:cubicBezTo>
                  <a:cubicBezTo>
                    <a:pt x="1646371" y="1088918"/>
                    <a:pt x="1645382" y="1087906"/>
                    <a:pt x="1645382" y="1085470"/>
                  </a:cubicBezTo>
                  <a:close/>
                  <a:moveTo>
                    <a:pt x="1248919" y="1083807"/>
                  </a:moveTo>
                  <a:cubicBezTo>
                    <a:pt x="1248919" y="1082891"/>
                    <a:pt x="1249667" y="1082143"/>
                    <a:pt x="1250583" y="1082143"/>
                  </a:cubicBezTo>
                  <a:cubicBezTo>
                    <a:pt x="1251500" y="1082143"/>
                    <a:pt x="1252246" y="1082891"/>
                    <a:pt x="1252246" y="1083807"/>
                  </a:cubicBezTo>
                  <a:cubicBezTo>
                    <a:pt x="1252246" y="1084723"/>
                    <a:pt x="1251500" y="1085470"/>
                    <a:pt x="1250583" y="1085470"/>
                  </a:cubicBezTo>
                  <a:cubicBezTo>
                    <a:pt x="1249667" y="1085470"/>
                    <a:pt x="1248919" y="1084723"/>
                    <a:pt x="1248919" y="1083807"/>
                  </a:cubicBezTo>
                  <a:close/>
                  <a:moveTo>
                    <a:pt x="1648974" y="1066883"/>
                  </a:moveTo>
                  <a:lnTo>
                    <a:pt x="1649239" y="1060494"/>
                  </a:lnTo>
                  <a:lnTo>
                    <a:pt x="1650975" y="1064857"/>
                  </a:lnTo>
                  <a:cubicBezTo>
                    <a:pt x="1651939" y="1067268"/>
                    <a:pt x="1651819" y="1070138"/>
                    <a:pt x="1650710" y="1071247"/>
                  </a:cubicBezTo>
                  <a:cubicBezTo>
                    <a:pt x="1649625" y="1072355"/>
                    <a:pt x="1648829" y="1070378"/>
                    <a:pt x="1648974" y="1066883"/>
                  </a:cubicBezTo>
                  <a:close/>
                  <a:moveTo>
                    <a:pt x="1246123" y="1062157"/>
                  </a:moveTo>
                  <a:lnTo>
                    <a:pt x="1246123" y="1053840"/>
                  </a:lnTo>
                  <a:lnTo>
                    <a:pt x="1247786" y="1057987"/>
                  </a:lnTo>
                  <a:cubicBezTo>
                    <a:pt x="1248727" y="1060278"/>
                    <a:pt x="1248727" y="1064038"/>
                    <a:pt x="1247786" y="1066328"/>
                  </a:cubicBezTo>
                  <a:lnTo>
                    <a:pt x="1246123" y="1070499"/>
                  </a:lnTo>
                  <a:close/>
                  <a:moveTo>
                    <a:pt x="595101" y="1043305"/>
                  </a:moveTo>
                  <a:cubicBezTo>
                    <a:pt x="597391" y="1042365"/>
                    <a:pt x="601152" y="1042365"/>
                    <a:pt x="603442" y="1043305"/>
                  </a:cubicBezTo>
                  <a:lnTo>
                    <a:pt x="607589" y="1044968"/>
                  </a:lnTo>
                  <a:lnTo>
                    <a:pt x="599271" y="1044968"/>
                  </a:lnTo>
                  <a:lnTo>
                    <a:pt x="590930" y="1044968"/>
                  </a:lnTo>
                  <a:close/>
                  <a:moveTo>
                    <a:pt x="1048193" y="1043305"/>
                  </a:moveTo>
                  <a:cubicBezTo>
                    <a:pt x="1050484" y="1042365"/>
                    <a:pt x="1054245" y="1042365"/>
                    <a:pt x="1056535" y="1043305"/>
                  </a:cubicBezTo>
                  <a:lnTo>
                    <a:pt x="1060682" y="1044968"/>
                  </a:lnTo>
                  <a:lnTo>
                    <a:pt x="1052364" y="1044968"/>
                  </a:lnTo>
                  <a:lnTo>
                    <a:pt x="1044023" y="1044968"/>
                  </a:lnTo>
                  <a:close/>
                  <a:moveTo>
                    <a:pt x="569281" y="1040508"/>
                  </a:moveTo>
                  <a:cubicBezTo>
                    <a:pt x="569281" y="1039592"/>
                    <a:pt x="570028" y="1038845"/>
                    <a:pt x="570944" y="1038845"/>
                  </a:cubicBezTo>
                  <a:cubicBezTo>
                    <a:pt x="571860" y="1038845"/>
                    <a:pt x="572608" y="1039592"/>
                    <a:pt x="572608" y="1040508"/>
                  </a:cubicBezTo>
                  <a:cubicBezTo>
                    <a:pt x="572608" y="1041424"/>
                    <a:pt x="571860" y="1042172"/>
                    <a:pt x="570944" y="1042172"/>
                  </a:cubicBezTo>
                  <a:cubicBezTo>
                    <a:pt x="570028" y="1042172"/>
                    <a:pt x="569281" y="1041424"/>
                    <a:pt x="569281" y="1040508"/>
                  </a:cubicBezTo>
                  <a:close/>
                  <a:moveTo>
                    <a:pt x="630371" y="1039954"/>
                  </a:moveTo>
                  <a:cubicBezTo>
                    <a:pt x="631577" y="1038724"/>
                    <a:pt x="633578" y="1038724"/>
                    <a:pt x="634807" y="1039954"/>
                  </a:cubicBezTo>
                  <a:cubicBezTo>
                    <a:pt x="636037" y="1041183"/>
                    <a:pt x="635024" y="1042172"/>
                    <a:pt x="632590" y="1042172"/>
                  </a:cubicBezTo>
                  <a:cubicBezTo>
                    <a:pt x="630154" y="1042172"/>
                    <a:pt x="629142" y="1041160"/>
                    <a:pt x="630371" y="1039954"/>
                  </a:cubicBezTo>
                  <a:close/>
                  <a:moveTo>
                    <a:pt x="1016829" y="1039954"/>
                  </a:moveTo>
                  <a:cubicBezTo>
                    <a:pt x="1018058" y="1038724"/>
                    <a:pt x="1020035" y="1038724"/>
                    <a:pt x="1021264" y="1039954"/>
                  </a:cubicBezTo>
                  <a:cubicBezTo>
                    <a:pt x="1022494" y="1041183"/>
                    <a:pt x="1021481" y="1042172"/>
                    <a:pt x="1019047" y="1042172"/>
                  </a:cubicBezTo>
                  <a:cubicBezTo>
                    <a:pt x="1016612" y="1042172"/>
                    <a:pt x="1015599" y="1041160"/>
                    <a:pt x="1016829" y="1039954"/>
                  </a:cubicBezTo>
                  <a:close/>
                  <a:moveTo>
                    <a:pt x="1079004" y="1040508"/>
                  </a:moveTo>
                  <a:cubicBezTo>
                    <a:pt x="1079004" y="1039592"/>
                    <a:pt x="1079751" y="1038845"/>
                    <a:pt x="1080668" y="1038845"/>
                  </a:cubicBezTo>
                  <a:cubicBezTo>
                    <a:pt x="1081584" y="1038845"/>
                    <a:pt x="1082355" y="1039592"/>
                    <a:pt x="1082355" y="1040508"/>
                  </a:cubicBezTo>
                  <a:cubicBezTo>
                    <a:pt x="1082355" y="1041424"/>
                    <a:pt x="1081584" y="1042172"/>
                    <a:pt x="1080668" y="1042172"/>
                  </a:cubicBezTo>
                  <a:cubicBezTo>
                    <a:pt x="1079751" y="1042172"/>
                    <a:pt x="1079004" y="1041424"/>
                    <a:pt x="1079004" y="1040508"/>
                  </a:cubicBezTo>
                  <a:close/>
                  <a:moveTo>
                    <a:pt x="555949" y="1037182"/>
                  </a:moveTo>
                  <a:cubicBezTo>
                    <a:pt x="555949" y="1036266"/>
                    <a:pt x="556721" y="1035518"/>
                    <a:pt x="557637" y="1035518"/>
                  </a:cubicBezTo>
                  <a:cubicBezTo>
                    <a:pt x="558553" y="1035518"/>
                    <a:pt x="559300" y="1036266"/>
                    <a:pt x="559300" y="1037182"/>
                  </a:cubicBezTo>
                  <a:cubicBezTo>
                    <a:pt x="559300" y="1038097"/>
                    <a:pt x="558553" y="1038845"/>
                    <a:pt x="557637" y="1038845"/>
                  </a:cubicBezTo>
                  <a:cubicBezTo>
                    <a:pt x="556721" y="1038845"/>
                    <a:pt x="555949" y="1038097"/>
                    <a:pt x="555949" y="1037182"/>
                  </a:cubicBezTo>
                  <a:close/>
                  <a:moveTo>
                    <a:pt x="645921" y="1037182"/>
                  </a:moveTo>
                  <a:cubicBezTo>
                    <a:pt x="645921" y="1036266"/>
                    <a:pt x="646669" y="1035518"/>
                    <a:pt x="647585" y="1035518"/>
                  </a:cubicBezTo>
                  <a:cubicBezTo>
                    <a:pt x="648501" y="1035518"/>
                    <a:pt x="649248" y="1036266"/>
                    <a:pt x="649248" y="1037182"/>
                  </a:cubicBezTo>
                  <a:cubicBezTo>
                    <a:pt x="649248" y="1038097"/>
                    <a:pt x="648501" y="1038845"/>
                    <a:pt x="647585" y="1038845"/>
                  </a:cubicBezTo>
                  <a:cubicBezTo>
                    <a:pt x="646669" y="1038845"/>
                    <a:pt x="645921" y="1038097"/>
                    <a:pt x="645921" y="1037182"/>
                  </a:cubicBezTo>
                  <a:close/>
                  <a:moveTo>
                    <a:pt x="1002388" y="1037182"/>
                  </a:moveTo>
                  <a:cubicBezTo>
                    <a:pt x="1002388" y="1036266"/>
                    <a:pt x="1003135" y="1035518"/>
                    <a:pt x="1004051" y="1035518"/>
                  </a:cubicBezTo>
                  <a:cubicBezTo>
                    <a:pt x="1004967" y="1035518"/>
                    <a:pt x="1005715" y="1036266"/>
                    <a:pt x="1005715" y="1037182"/>
                  </a:cubicBezTo>
                  <a:cubicBezTo>
                    <a:pt x="1005715" y="1038097"/>
                    <a:pt x="1004967" y="1038845"/>
                    <a:pt x="1004051" y="1038845"/>
                  </a:cubicBezTo>
                  <a:cubicBezTo>
                    <a:pt x="1003135" y="1038845"/>
                    <a:pt x="1002388" y="1038097"/>
                    <a:pt x="1002388" y="1037182"/>
                  </a:cubicBezTo>
                  <a:close/>
                  <a:moveTo>
                    <a:pt x="1092336" y="1037182"/>
                  </a:moveTo>
                  <a:cubicBezTo>
                    <a:pt x="1092336" y="1036266"/>
                    <a:pt x="1093083" y="1035518"/>
                    <a:pt x="1093999" y="1035518"/>
                  </a:cubicBezTo>
                  <a:cubicBezTo>
                    <a:pt x="1094916" y="1035518"/>
                    <a:pt x="1095663" y="1036266"/>
                    <a:pt x="1095663" y="1037182"/>
                  </a:cubicBezTo>
                  <a:cubicBezTo>
                    <a:pt x="1095663" y="1038097"/>
                    <a:pt x="1094916" y="1038845"/>
                    <a:pt x="1093999" y="1038845"/>
                  </a:cubicBezTo>
                  <a:cubicBezTo>
                    <a:pt x="1093083" y="1038845"/>
                    <a:pt x="1092336" y="1038097"/>
                    <a:pt x="1092336" y="1037182"/>
                  </a:cubicBezTo>
                  <a:close/>
                  <a:moveTo>
                    <a:pt x="549295" y="1033830"/>
                  </a:moveTo>
                  <a:cubicBezTo>
                    <a:pt x="549295" y="1032914"/>
                    <a:pt x="550042" y="1032167"/>
                    <a:pt x="550958" y="1032167"/>
                  </a:cubicBezTo>
                  <a:cubicBezTo>
                    <a:pt x="551874" y="1032167"/>
                    <a:pt x="552622" y="1032914"/>
                    <a:pt x="552622" y="1033830"/>
                  </a:cubicBezTo>
                  <a:cubicBezTo>
                    <a:pt x="552622" y="1034746"/>
                    <a:pt x="551874" y="1035518"/>
                    <a:pt x="550958" y="1035518"/>
                  </a:cubicBezTo>
                  <a:cubicBezTo>
                    <a:pt x="550042" y="1035518"/>
                    <a:pt x="549295" y="1034746"/>
                    <a:pt x="549295" y="1033830"/>
                  </a:cubicBezTo>
                  <a:close/>
                  <a:moveTo>
                    <a:pt x="659229" y="1033830"/>
                  </a:moveTo>
                  <a:cubicBezTo>
                    <a:pt x="659229" y="1032914"/>
                    <a:pt x="659976" y="1032167"/>
                    <a:pt x="660892" y="1032167"/>
                  </a:cubicBezTo>
                  <a:cubicBezTo>
                    <a:pt x="661808" y="1032167"/>
                    <a:pt x="662580" y="1032914"/>
                    <a:pt x="662580" y="1033830"/>
                  </a:cubicBezTo>
                  <a:cubicBezTo>
                    <a:pt x="662580" y="1034746"/>
                    <a:pt x="661808" y="1035518"/>
                    <a:pt x="660892" y="1035518"/>
                  </a:cubicBezTo>
                  <a:cubicBezTo>
                    <a:pt x="659976" y="1035518"/>
                    <a:pt x="659229" y="1034746"/>
                    <a:pt x="659229" y="1033830"/>
                  </a:cubicBezTo>
                  <a:close/>
                  <a:moveTo>
                    <a:pt x="989056" y="1033830"/>
                  </a:moveTo>
                  <a:cubicBezTo>
                    <a:pt x="989056" y="1032914"/>
                    <a:pt x="989803" y="1032167"/>
                    <a:pt x="990719" y="1032167"/>
                  </a:cubicBezTo>
                  <a:cubicBezTo>
                    <a:pt x="991635" y="1032167"/>
                    <a:pt x="992382" y="1032914"/>
                    <a:pt x="992382" y="1033830"/>
                  </a:cubicBezTo>
                  <a:cubicBezTo>
                    <a:pt x="992382" y="1034746"/>
                    <a:pt x="991635" y="1035518"/>
                    <a:pt x="990719" y="1035518"/>
                  </a:cubicBezTo>
                  <a:cubicBezTo>
                    <a:pt x="989803" y="1035518"/>
                    <a:pt x="989056" y="1034746"/>
                    <a:pt x="989056" y="1033830"/>
                  </a:cubicBezTo>
                  <a:close/>
                  <a:moveTo>
                    <a:pt x="1099014" y="1033830"/>
                  </a:moveTo>
                  <a:cubicBezTo>
                    <a:pt x="1099014" y="1032914"/>
                    <a:pt x="1099761" y="1032167"/>
                    <a:pt x="1100677" y="1032167"/>
                  </a:cubicBezTo>
                  <a:cubicBezTo>
                    <a:pt x="1101593" y="1032167"/>
                    <a:pt x="1102341" y="1032914"/>
                    <a:pt x="1102341" y="1033830"/>
                  </a:cubicBezTo>
                  <a:cubicBezTo>
                    <a:pt x="1102341" y="1034746"/>
                    <a:pt x="1101593" y="1035518"/>
                    <a:pt x="1100677" y="1035518"/>
                  </a:cubicBezTo>
                  <a:cubicBezTo>
                    <a:pt x="1099761" y="1035518"/>
                    <a:pt x="1099014" y="1034746"/>
                    <a:pt x="1099014" y="1033830"/>
                  </a:cubicBezTo>
                  <a:close/>
                  <a:moveTo>
                    <a:pt x="542641" y="1030503"/>
                  </a:moveTo>
                  <a:cubicBezTo>
                    <a:pt x="542641" y="1029587"/>
                    <a:pt x="543388" y="1028840"/>
                    <a:pt x="544304" y="1028840"/>
                  </a:cubicBezTo>
                  <a:cubicBezTo>
                    <a:pt x="545220" y="1028840"/>
                    <a:pt x="545968" y="1029587"/>
                    <a:pt x="545968" y="1030503"/>
                  </a:cubicBezTo>
                  <a:cubicBezTo>
                    <a:pt x="545968" y="1031419"/>
                    <a:pt x="545220" y="1032167"/>
                    <a:pt x="544304" y="1032167"/>
                  </a:cubicBezTo>
                  <a:cubicBezTo>
                    <a:pt x="543388" y="1032167"/>
                    <a:pt x="542641" y="1031419"/>
                    <a:pt x="542641" y="1030503"/>
                  </a:cubicBezTo>
                  <a:close/>
                  <a:moveTo>
                    <a:pt x="672561" y="1030503"/>
                  </a:moveTo>
                  <a:cubicBezTo>
                    <a:pt x="672561" y="1029587"/>
                    <a:pt x="673309" y="1028840"/>
                    <a:pt x="674225" y="1028840"/>
                  </a:cubicBezTo>
                  <a:cubicBezTo>
                    <a:pt x="675141" y="1028840"/>
                    <a:pt x="675888" y="1029587"/>
                    <a:pt x="675888" y="1030503"/>
                  </a:cubicBezTo>
                  <a:cubicBezTo>
                    <a:pt x="675888" y="1031419"/>
                    <a:pt x="675141" y="1032167"/>
                    <a:pt x="674225" y="1032167"/>
                  </a:cubicBezTo>
                  <a:cubicBezTo>
                    <a:pt x="673309" y="1032167"/>
                    <a:pt x="672561" y="1031419"/>
                    <a:pt x="672561" y="1030503"/>
                  </a:cubicBezTo>
                  <a:close/>
                  <a:moveTo>
                    <a:pt x="979075" y="1030503"/>
                  </a:moveTo>
                  <a:cubicBezTo>
                    <a:pt x="979075" y="1029587"/>
                    <a:pt x="979822" y="1028840"/>
                    <a:pt x="980738" y="1028840"/>
                  </a:cubicBezTo>
                  <a:cubicBezTo>
                    <a:pt x="981654" y="1028840"/>
                    <a:pt x="982402" y="1029587"/>
                    <a:pt x="982402" y="1030503"/>
                  </a:cubicBezTo>
                  <a:cubicBezTo>
                    <a:pt x="982402" y="1031419"/>
                    <a:pt x="981654" y="1032167"/>
                    <a:pt x="980738" y="1032167"/>
                  </a:cubicBezTo>
                  <a:cubicBezTo>
                    <a:pt x="979822" y="1032167"/>
                    <a:pt x="979075" y="1031419"/>
                    <a:pt x="979075" y="1030503"/>
                  </a:cubicBezTo>
                  <a:close/>
                  <a:moveTo>
                    <a:pt x="1105668" y="1030503"/>
                  </a:moveTo>
                  <a:cubicBezTo>
                    <a:pt x="1105668" y="1029587"/>
                    <a:pt x="1106415" y="1028840"/>
                    <a:pt x="1107331" y="1028840"/>
                  </a:cubicBezTo>
                  <a:cubicBezTo>
                    <a:pt x="1108247" y="1028840"/>
                    <a:pt x="1108995" y="1029587"/>
                    <a:pt x="1108995" y="1030503"/>
                  </a:cubicBezTo>
                  <a:cubicBezTo>
                    <a:pt x="1108995" y="1031419"/>
                    <a:pt x="1108247" y="1032167"/>
                    <a:pt x="1107331" y="1032167"/>
                  </a:cubicBezTo>
                  <a:cubicBezTo>
                    <a:pt x="1106415" y="1032167"/>
                    <a:pt x="1105668" y="1031419"/>
                    <a:pt x="1105668" y="1030503"/>
                  </a:cubicBezTo>
                  <a:close/>
                  <a:moveTo>
                    <a:pt x="533986" y="1025007"/>
                  </a:moveTo>
                  <a:lnTo>
                    <a:pt x="531599" y="1021149"/>
                  </a:lnTo>
                  <a:lnTo>
                    <a:pt x="535456" y="1023536"/>
                  </a:lnTo>
                  <a:cubicBezTo>
                    <a:pt x="539290" y="1025898"/>
                    <a:pt x="540616" y="1028840"/>
                    <a:pt x="537843" y="1028840"/>
                  </a:cubicBezTo>
                  <a:cubicBezTo>
                    <a:pt x="537024" y="1028840"/>
                    <a:pt x="535288" y="1027104"/>
                    <a:pt x="533986" y="1025007"/>
                  </a:cubicBezTo>
                  <a:close/>
                  <a:moveTo>
                    <a:pt x="682566" y="1027176"/>
                  </a:moveTo>
                  <a:cubicBezTo>
                    <a:pt x="682566" y="1026260"/>
                    <a:pt x="683313" y="1025513"/>
                    <a:pt x="684230" y="1025513"/>
                  </a:cubicBezTo>
                  <a:cubicBezTo>
                    <a:pt x="685146" y="1025513"/>
                    <a:pt x="685893" y="1026260"/>
                    <a:pt x="685893" y="1027176"/>
                  </a:cubicBezTo>
                  <a:cubicBezTo>
                    <a:pt x="685893" y="1028092"/>
                    <a:pt x="685146" y="1028840"/>
                    <a:pt x="684230" y="1028840"/>
                  </a:cubicBezTo>
                  <a:cubicBezTo>
                    <a:pt x="683313" y="1028840"/>
                    <a:pt x="682566" y="1028092"/>
                    <a:pt x="682566" y="1027176"/>
                  </a:cubicBezTo>
                  <a:close/>
                  <a:moveTo>
                    <a:pt x="965743" y="1027176"/>
                  </a:moveTo>
                  <a:cubicBezTo>
                    <a:pt x="965743" y="1026260"/>
                    <a:pt x="966490" y="1025513"/>
                    <a:pt x="967407" y="1025513"/>
                  </a:cubicBezTo>
                  <a:cubicBezTo>
                    <a:pt x="968323" y="1025513"/>
                    <a:pt x="969070" y="1026260"/>
                    <a:pt x="969070" y="1027176"/>
                  </a:cubicBezTo>
                  <a:cubicBezTo>
                    <a:pt x="969070" y="1028092"/>
                    <a:pt x="968323" y="1028840"/>
                    <a:pt x="967407" y="1028840"/>
                  </a:cubicBezTo>
                  <a:cubicBezTo>
                    <a:pt x="966490" y="1028840"/>
                    <a:pt x="965743" y="1028092"/>
                    <a:pt x="965743" y="1027176"/>
                  </a:cubicBezTo>
                  <a:close/>
                  <a:moveTo>
                    <a:pt x="1113985" y="1025513"/>
                  </a:moveTo>
                  <a:cubicBezTo>
                    <a:pt x="1115118" y="1023681"/>
                    <a:pt x="1116806" y="1022186"/>
                    <a:pt x="1117722" y="1022186"/>
                  </a:cubicBezTo>
                  <a:cubicBezTo>
                    <a:pt x="1118638" y="1022186"/>
                    <a:pt x="1118470" y="1023681"/>
                    <a:pt x="1117337" y="1025513"/>
                  </a:cubicBezTo>
                  <a:cubicBezTo>
                    <a:pt x="1116203" y="1027345"/>
                    <a:pt x="1114516" y="1028840"/>
                    <a:pt x="1113600" y="1028840"/>
                  </a:cubicBezTo>
                  <a:cubicBezTo>
                    <a:pt x="1112684" y="1028840"/>
                    <a:pt x="1112852" y="1027345"/>
                    <a:pt x="1113985" y="1025513"/>
                  </a:cubicBezTo>
                  <a:close/>
                  <a:moveTo>
                    <a:pt x="689220" y="1023849"/>
                  </a:moveTo>
                  <a:cubicBezTo>
                    <a:pt x="689220" y="1022933"/>
                    <a:pt x="689967" y="1022186"/>
                    <a:pt x="690884" y="1022186"/>
                  </a:cubicBezTo>
                  <a:cubicBezTo>
                    <a:pt x="691800" y="1022186"/>
                    <a:pt x="692547" y="1022933"/>
                    <a:pt x="692547" y="1023849"/>
                  </a:cubicBezTo>
                  <a:cubicBezTo>
                    <a:pt x="692547" y="1024765"/>
                    <a:pt x="691800" y="1025513"/>
                    <a:pt x="690884" y="1025513"/>
                  </a:cubicBezTo>
                  <a:cubicBezTo>
                    <a:pt x="689967" y="1025513"/>
                    <a:pt x="689220" y="1024765"/>
                    <a:pt x="689220" y="1023849"/>
                  </a:cubicBezTo>
                  <a:close/>
                  <a:moveTo>
                    <a:pt x="959065" y="1023849"/>
                  </a:moveTo>
                  <a:cubicBezTo>
                    <a:pt x="959065" y="1022933"/>
                    <a:pt x="959836" y="1022186"/>
                    <a:pt x="960753" y="1022186"/>
                  </a:cubicBezTo>
                  <a:cubicBezTo>
                    <a:pt x="961669" y="1022186"/>
                    <a:pt x="962416" y="1022933"/>
                    <a:pt x="962416" y="1023849"/>
                  </a:cubicBezTo>
                  <a:cubicBezTo>
                    <a:pt x="962416" y="1024765"/>
                    <a:pt x="961669" y="1025513"/>
                    <a:pt x="960753" y="1025513"/>
                  </a:cubicBezTo>
                  <a:cubicBezTo>
                    <a:pt x="959836" y="1025513"/>
                    <a:pt x="959065" y="1024765"/>
                    <a:pt x="959065" y="1023849"/>
                  </a:cubicBezTo>
                  <a:close/>
                  <a:moveTo>
                    <a:pt x="699225" y="1020522"/>
                  </a:moveTo>
                  <a:cubicBezTo>
                    <a:pt x="699225" y="1019606"/>
                    <a:pt x="699972" y="1018859"/>
                    <a:pt x="700888" y="1018859"/>
                  </a:cubicBezTo>
                  <a:cubicBezTo>
                    <a:pt x="701805" y="1018859"/>
                    <a:pt x="702552" y="1019606"/>
                    <a:pt x="702552" y="1020522"/>
                  </a:cubicBezTo>
                  <a:cubicBezTo>
                    <a:pt x="702552" y="1021438"/>
                    <a:pt x="701805" y="1022186"/>
                    <a:pt x="700888" y="1022186"/>
                  </a:cubicBezTo>
                  <a:cubicBezTo>
                    <a:pt x="699972" y="1022186"/>
                    <a:pt x="699225" y="1021438"/>
                    <a:pt x="699225" y="1020522"/>
                  </a:cubicBezTo>
                  <a:close/>
                  <a:moveTo>
                    <a:pt x="949084" y="1020522"/>
                  </a:moveTo>
                  <a:cubicBezTo>
                    <a:pt x="949084" y="1019606"/>
                    <a:pt x="949832" y="1018859"/>
                    <a:pt x="950748" y="1018859"/>
                  </a:cubicBezTo>
                  <a:cubicBezTo>
                    <a:pt x="951664" y="1018859"/>
                    <a:pt x="952411" y="1019606"/>
                    <a:pt x="952411" y="1020522"/>
                  </a:cubicBezTo>
                  <a:cubicBezTo>
                    <a:pt x="952411" y="1021438"/>
                    <a:pt x="951664" y="1022186"/>
                    <a:pt x="950748" y="1022186"/>
                  </a:cubicBezTo>
                  <a:cubicBezTo>
                    <a:pt x="949832" y="1022186"/>
                    <a:pt x="949084" y="1021438"/>
                    <a:pt x="949084" y="1020522"/>
                  </a:cubicBezTo>
                  <a:close/>
                  <a:moveTo>
                    <a:pt x="709206" y="1017171"/>
                  </a:moveTo>
                  <a:cubicBezTo>
                    <a:pt x="709206" y="1016255"/>
                    <a:pt x="709953" y="1015508"/>
                    <a:pt x="710869" y="1015508"/>
                  </a:cubicBezTo>
                  <a:cubicBezTo>
                    <a:pt x="711785" y="1015508"/>
                    <a:pt x="712532" y="1016255"/>
                    <a:pt x="712532" y="1017171"/>
                  </a:cubicBezTo>
                  <a:cubicBezTo>
                    <a:pt x="712532" y="1018088"/>
                    <a:pt x="711785" y="1018859"/>
                    <a:pt x="710869" y="1018859"/>
                  </a:cubicBezTo>
                  <a:cubicBezTo>
                    <a:pt x="709953" y="1018859"/>
                    <a:pt x="709206" y="1018088"/>
                    <a:pt x="709206" y="1017171"/>
                  </a:cubicBezTo>
                  <a:close/>
                  <a:moveTo>
                    <a:pt x="942430" y="1017171"/>
                  </a:moveTo>
                  <a:cubicBezTo>
                    <a:pt x="942430" y="1016255"/>
                    <a:pt x="943178" y="1015508"/>
                    <a:pt x="944094" y="1015508"/>
                  </a:cubicBezTo>
                  <a:cubicBezTo>
                    <a:pt x="945010" y="1015508"/>
                    <a:pt x="945757" y="1016255"/>
                    <a:pt x="945757" y="1017171"/>
                  </a:cubicBezTo>
                  <a:cubicBezTo>
                    <a:pt x="945757" y="1018088"/>
                    <a:pt x="945010" y="1018859"/>
                    <a:pt x="944094" y="1018859"/>
                  </a:cubicBezTo>
                  <a:cubicBezTo>
                    <a:pt x="943178" y="1018859"/>
                    <a:pt x="942430" y="1018088"/>
                    <a:pt x="942430" y="1017171"/>
                  </a:cubicBezTo>
                  <a:close/>
                  <a:moveTo>
                    <a:pt x="715884" y="1013844"/>
                  </a:moveTo>
                  <a:cubicBezTo>
                    <a:pt x="715884" y="1012928"/>
                    <a:pt x="716631" y="1012181"/>
                    <a:pt x="717547" y="1012181"/>
                  </a:cubicBezTo>
                  <a:cubicBezTo>
                    <a:pt x="718463" y="1012181"/>
                    <a:pt x="719211" y="1012928"/>
                    <a:pt x="719211" y="1013844"/>
                  </a:cubicBezTo>
                  <a:cubicBezTo>
                    <a:pt x="719211" y="1014761"/>
                    <a:pt x="718463" y="1015508"/>
                    <a:pt x="717547" y="1015508"/>
                  </a:cubicBezTo>
                  <a:cubicBezTo>
                    <a:pt x="716631" y="1015508"/>
                    <a:pt x="715884" y="1014761"/>
                    <a:pt x="715884" y="1013844"/>
                  </a:cubicBezTo>
                  <a:close/>
                  <a:moveTo>
                    <a:pt x="932425" y="1013844"/>
                  </a:moveTo>
                  <a:cubicBezTo>
                    <a:pt x="932425" y="1012928"/>
                    <a:pt x="933172" y="1012181"/>
                    <a:pt x="934088" y="1012181"/>
                  </a:cubicBezTo>
                  <a:cubicBezTo>
                    <a:pt x="935004" y="1012181"/>
                    <a:pt x="935752" y="1012928"/>
                    <a:pt x="935752" y="1013844"/>
                  </a:cubicBezTo>
                  <a:cubicBezTo>
                    <a:pt x="935752" y="1014761"/>
                    <a:pt x="935004" y="1015508"/>
                    <a:pt x="934088" y="1015508"/>
                  </a:cubicBezTo>
                  <a:cubicBezTo>
                    <a:pt x="933172" y="1015508"/>
                    <a:pt x="932425" y="1014761"/>
                    <a:pt x="932425" y="1013844"/>
                  </a:cubicBezTo>
                  <a:close/>
                  <a:moveTo>
                    <a:pt x="722538" y="1010517"/>
                  </a:moveTo>
                  <a:cubicBezTo>
                    <a:pt x="722538" y="1009601"/>
                    <a:pt x="723285" y="1008854"/>
                    <a:pt x="724201" y="1008854"/>
                  </a:cubicBezTo>
                  <a:cubicBezTo>
                    <a:pt x="725117" y="1008854"/>
                    <a:pt x="725865" y="1009601"/>
                    <a:pt x="725865" y="1010517"/>
                  </a:cubicBezTo>
                  <a:cubicBezTo>
                    <a:pt x="725865" y="1011434"/>
                    <a:pt x="725117" y="1012181"/>
                    <a:pt x="724201" y="1012181"/>
                  </a:cubicBezTo>
                  <a:cubicBezTo>
                    <a:pt x="723285" y="1012181"/>
                    <a:pt x="722538" y="1011434"/>
                    <a:pt x="722538" y="1010517"/>
                  </a:cubicBezTo>
                  <a:close/>
                  <a:moveTo>
                    <a:pt x="925771" y="1010517"/>
                  </a:moveTo>
                  <a:cubicBezTo>
                    <a:pt x="925771" y="1009601"/>
                    <a:pt x="926519" y="1008854"/>
                    <a:pt x="927435" y="1008854"/>
                  </a:cubicBezTo>
                  <a:cubicBezTo>
                    <a:pt x="928351" y="1008854"/>
                    <a:pt x="929098" y="1009601"/>
                    <a:pt x="929098" y="1010517"/>
                  </a:cubicBezTo>
                  <a:cubicBezTo>
                    <a:pt x="929098" y="1011434"/>
                    <a:pt x="928351" y="1012181"/>
                    <a:pt x="927435" y="1012181"/>
                  </a:cubicBezTo>
                  <a:cubicBezTo>
                    <a:pt x="926519" y="1012181"/>
                    <a:pt x="925771" y="1011434"/>
                    <a:pt x="925771" y="1010517"/>
                  </a:cubicBezTo>
                  <a:close/>
                  <a:moveTo>
                    <a:pt x="515977" y="1007190"/>
                  </a:moveTo>
                  <a:cubicBezTo>
                    <a:pt x="515977" y="1006274"/>
                    <a:pt x="516725" y="1005527"/>
                    <a:pt x="517641" y="1005527"/>
                  </a:cubicBezTo>
                  <a:cubicBezTo>
                    <a:pt x="518557" y="1005527"/>
                    <a:pt x="519304" y="1006274"/>
                    <a:pt x="519304" y="1007190"/>
                  </a:cubicBezTo>
                  <a:cubicBezTo>
                    <a:pt x="519304" y="1008107"/>
                    <a:pt x="518557" y="1008854"/>
                    <a:pt x="517641" y="1008854"/>
                  </a:cubicBezTo>
                  <a:cubicBezTo>
                    <a:pt x="516725" y="1008854"/>
                    <a:pt x="515977" y="1008107"/>
                    <a:pt x="515977" y="1007190"/>
                  </a:cubicBezTo>
                  <a:close/>
                  <a:moveTo>
                    <a:pt x="729192" y="1007190"/>
                  </a:moveTo>
                  <a:cubicBezTo>
                    <a:pt x="729192" y="1006274"/>
                    <a:pt x="729939" y="1005527"/>
                    <a:pt x="730855" y="1005527"/>
                  </a:cubicBezTo>
                  <a:cubicBezTo>
                    <a:pt x="731771" y="1005527"/>
                    <a:pt x="732543" y="1006274"/>
                    <a:pt x="732543" y="1007190"/>
                  </a:cubicBezTo>
                  <a:cubicBezTo>
                    <a:pt x="732543" y="1008107"/>
                    <a:pt x="731771" y="1008854"/>
                    <a:pt x="730855" y="1008854"/>
                  </a:cubicBezTo>
                  <a:cubicBezTo>
                    <a:pt x="729939" y="1008854"/>
                    <a:pt x="729192" y="1008107"/>
                    <a:pt x="729192" y="1007190"/>
                  </a:cubicBezTo>
                  <a:close/>
                  <a:moveTo>
                    <a:pt x="919093" y="1007190"/>
                  </a:moveTo>
                  <a:cubicBezTo>
                    <a:pt x="919093" y="1006274"/>
                    <a:pt x="919840" y="1005527"/>
                    <a:pt x="920756" y="1005527"/>
                  </a:cubicBezTo>
                  <a:cubicBezTo>
                    <a:pt x="921673" y="1005527"/>
                    <a:pt x="922420" y="1006274"/>
                    <a:pt x="922420" y="1007190"/>
                  </a:cubicBezTo>
                  <a:cubicBezTo>
                    <a:pt x="922420" y="1008107"/>
                    <a:pt x="921673" y="1008854"/>
                    <a:pt x="920756" y="1008854"/>
                  </a:cubicBezTo>
                  <a:cubicBezTo>
                    <a:pt x="919840" y="1008854"/>
                    <a:pt x="919093" y="1008107"/>
                    <a:pt x="919093" y="1007190"/>
                  </a:cubicBezTo>
                  <a:close/>
                  <a:moveTo>
                    <a:pt x="1132308" y="1007190"/>
                  </a:moveTo>
                  <a:cubicBezTo>
                    <a:pt x="1132308" y="1006274"/>
                    <a:pt x="1133079" y="1005527"/>
                    <a:pt x="1133971" y="1005527"/>
                  </a:cubicBezTo>
                  <a:cubicBezTo>
                    <a:pt x="1134887" y="1005527"/>
                    <a:pt x="1135658" y="1006274"/>
                    <a:pt x="1135658" y="1007190"/>
                  </a:cubicBezTo>
                  <a:cubicBezTo>
                    <a:pt x="1135658" y="1008107"/>
                    <a:pt x="1134887" y="1008854"/>
                    <a:pt x="1133971" y="1008854"/>
                  </a:cubicBezTo>
                  <a:cubicBezTo>
                    <a:pt x="1133079" y="1008854"/>
                    <a:pt x="1132308" y="1008107"/>
                    <a:pt x="1132308" y="1007190"/>
                  </a:cubicBezTo>
                  <a:close/>
                  <a:moveTo>
                    <a:pt x="509323" y="997186"/>
                  </a:moveTo>
                  <a:cubicBezTo>
                    <a:pt x="509323" y="996269"/>
                    <a:pt x="510071" y="995522"/>
                    <a:pt x="510987" y="995522"/>
                  </a:cubicBezTo>
                  <a:cubicBezTo>
                    <a:pt x="511903" y="995522"/>
                    <a:pt x="512650" y="996269"/>
                    <a:pt x="512650" y="997186"/>
                  </a:cubicBezTo>
                  <a:cubicBezTo>
                    <a:pt x="512650" y="998102"/>
                    <a:pt x="511903" y="998849"/>
                    <a:pt x="510987" y="998849"/>
                  </a:cubicBezTo>
                  <a:cubicBezTo>
                    <a:pt x="510071" y="998849"/>
                    <a:pt x="509323" y="998102"/>
                    <a:pt x="509323" y="997186"/>
                  </a:cubicBezTo>
                  <a:close/>
                  <a:moveTo>
                    <a:pt x="1138985" y="997186"/>
                  </a:moveTo>
                  <a:cubicBezTo>
                    <a:pt x="1138985" y="996269"/>
                    <a:pt x="1139733" y="995522"/>
                    <a:pt x="1140649" y="995522"/>
                  </a:cubicBezTo>
                  <a:cubicBezTo>
                    <a:pt x="1141566" y="995522"/>
                    <a:pt x="1142312" y="996269"/>
                    <a:pt x="1142312" y="997186"/>
                  </a:cubicBezTo>
                  <a:cubicBezTo>
                    <a:pt x="1142312" y="998102"/>
                    <a:pt x="1141566" y="998849"/>
                    <a:pt x="1140649" y="998849"/>
                  </a:cubicBezTo>
                  <a:cubicBezTo>
                    <a:pt x="1139733" y="998849"/>
                    <a:pt x="1138985" y="998102"/>
                    <a:pt x="1138985" y="997186"/>
                  </a:cubicBezTo>
                  <a:close/>
                  <a:moveTo>
                    <a:pt x="575959" y="993859"/>
                  </a:moveTo>
                  <a:cubicBezTo>
                    <a:pt x="575959" y="992943"/>
                    <a:pt x="576706" y="992195"/>
                    <a:pt x="577623" y="992195"/>
                  </a:cubicBezTo>
                  <a:cubicBezTo>
                    <a:pt x="578539" y="992195"/>
                    <a:pt x="579286" y="992943"/>
                    <a:pt x="579286" y="993859"/>
                  </a:cubicBezTo>
                  <a:cubicBezTo>
                    <a:pt x="579286" y="994775"/>
                    <a:pt x="578539" y="995522"/>
                    <a:pt x="577623" y="995522"/>
                  </a:cubicBezTo>
                  <a:cubicBezTo>
                    <a:pt x="576706" y="995522"/>
                    <a:pt x="575959" y="994775"/>
                    <a:pt x="575959" y="993859"/>
                  </a:cubicBezTo>
                  <a:close/>
                  <a:moveTo>
                    <a:pt x="623693" y="993304"/>
                  </a:moveTo>
                  <a:cubicBezTo>
                    <a:pt x="624923" y="992075"/>
                    <a:pt x="626924" y="992075"/>
                    <a:pt x="628153" y="993304"/>
                  </a:cubicBezTo>
                  <a:cubicBezTo>
                    <a:pt x="629359" y="994534"/>
                    <a:pt x="628370" y="995522"/>
                    <a:pt x="625911" y="995522"/>
                  </a:cubicBezTo>
                  <a:cubicBezTo>
                    <a:pt x="623476" y="995522"/>
                    <a:pt x="622488" y="994534"/>
                    <a:pt x="623693" y="993304"/>
                  </a:cubicBezTo>
                  <a:close/>
                  <a:moveTo>
                    <a:pt x="755855" y="993859"/>
                  </a:moveTo>
                  <a:cubicBezTo>
                    <a:pt x="755855" y="992943"/>
                    <a:pt x="756603" y="992195"/>
                    <a:pt x="757519" y="992195"/>
                  </a:cubicBezTo>
                  <a:cubicBezTo>
                    <a:pt x="758435" y="992195"/>
                    <a:pt x="759182" y="992943"/>
                    <a:pt x="759182" y="993859"/>
                  </a:cubicBezTo>
                  <a:cubicBezTo>
                    <a:pt x="759182" y="994775"/>
                    <a:pt x="758435" y="995522"/>
                    <a:pt x="757519" y="995522"/>
                  </a:cubicBezTo>
                  <a:cubicBezTo>
                    <a:pt x="756603" y="995522"/>
                    <a:pt x="755855" y="994775"/>
                    <a:pt x="755855" y="993859"/>
                  </a:cubicBezTo>
                  <a:close/>
                  <a:moveTo>
                    <a:pt x="892454" y="993859"/>
                  </a:moveTo>
                  <a:cubicBezTo>
                    <a:pt x="892454" y="992943"/>
                    <a:pt x="893201" y="992195"/>
                    <a:pt x="894117" y="992195"/>
                  </a:cubicBezTo>
                  <a:cubicBezTo>
                    <a:pt x="895033" y="992195"/>
                    <a:pt x="895781" y="992943"/>
                    <a:pt x="895781" y="993859"/>
                  </a:cubicBezTo>
                  <a:cubicBezTo>
                    <a:pt x="895781" y="994775"/>
                    <a:pt x="895033" y="995522"/>
                    <a:pt x="894117" y="995522"/>
                  </a:cubicBezTo>
                  <a:cubicBezTo>
                    <a:pt x="893201" y="995522"/>
                    <a:pt x="892454" y="994775"/>
                    <a:pt x="892454" y="993859"/>
                  </a:cubicBezTo>
                  <a:close/>
                  <a:moveTo>
                    <a:pt x="1023482" y="993304"/>
                  </a:moveTo>
                  <a:cubicBezTo>
                    <a:pt x="1024712" y="992075"/>
                    <a:pt x="1026713" y="992075"/>
                    <a:pt x="1027918" y="993304"/>
                  </a:cubicBezTo>
                  <a:cubicBezTo>
                    <a:pt x="1029148" y="994534"/>
                    <a:pt x="1028135" y="995522"/>
                    <a:pt x="1025701" y="995522"/>
                  </a:cubicBezTo>
                  <a:cubicBezTo>
                    <a:pt x="1023265" y="995522"/>
                    <a:pt x="1022277" y="994534"/>
                    <a:pt x="1023482" y="993304"/>
                  </a:cubicBezTo>
                  <a:close/>
                  <a:moveTo>
                    <a:pt x="1072350" y="993859"/>
                  </a:moveTo>
                  <a:cubicBezTo>
                    <a:pt x="1072350" y="992943"/>
                    <a:pt x="1073097" y="992195"/>
                    <a:pt x="1074014" y="992195"/>
                  </a:cubicBezTo>
                  <a:cubicBezTo>
                    <a:pt x="1074930" y="992195"/>
                    <a:pt x="1075677" y="992943"/>
                    <a:pt x="1075677" y="993859"/>
                  </a:cubicBezTo>
                  <a:cubicBezTo>
                    <a:pt x="1075677" y="994775"/>
                    <a:pt x="1074930" y="995522"/>
                    <a:pt x="1074014" y="995522"/>
                  </a:cubicBezTo>
                  <a:cubicBezTo>
                    <a:pt x="1073097" y="995522"/>
                    <a:pt x="1072350" y="994775"/>
                    <a:pt x="1072350" y="993859"/>
                  </a:cubicBezTo>
                  <a:close/>
                  <a:moveTo>
                    <a:pt x="505996" y="990532"/>
                  </a:moveTo>
                  <a:cubicBezTo>
                    <a:pt x="505996" y="989616"/>
                    <a:pt x="506744" y="988868"/>
                    <a:pt x="507660" y="988868"/>
                  </a:cubicBezTo>
                  <a:cubicBezTo>
                    <a:pt x="508576" y="988868"/>
                    <a:pt x="509323" y="989616"/>
                    <a:pt x="509323" y="990532"/>
                  </a:cubicBezTo>
                  <a:cubicBezTo>
                    <a:pt x="509323" y="991448"/>
                    <a:pt x="508576" y="992195"/>
                    <a:pt x="507660" y="992195"/>
                  </a:cubicBezTo>
                  <a:cubicBezTo>
                    <a:pt x="506744" y="992195"/>
                    <a:pt x="505996" y="991448"/>
                    <a:pt x="505996" y="990532"/>
                  </a:cubicBezTo>
                  <a:close/>
                  <a:moveTo>
                    <a:pt x="565954" y="990532"/>
                  </a:moveTo>
                  <a:cubicBezTo>
                    <a:pt x="565954" y="989616"/>
                    <a:pt x="566701" y="988868"/>
                    <a:pt x="567617" y="988868"/>
                  </a:cubicBezTo>
                  <a:cubicBezTo>
                    <a:pt x="568533" y="988868"/>
                    <a:pt x="569281" y="989616"/>
                    <a:pt x="569281" y="990532"/>
                  </a:cubicBezTo>
                  <a:cubicBezTo>
                    <a:pt x="569281" y="991448"/>
                    <a:pt x="568533" y="992195"/>
                    <a:pt x="567617" y="992195"/>
                  </a:cubicBezTo>
                  <a:cubicBezTo>
                    <a:pt x="566701" y="992195"/>
                    <a:pt x="565954" y="991448"/>
                    <a:pt x="565954" y="990532"/>
                  </a:cubicBezTo>
                  <a:close/>
                  <a:moveTo>
                    <a:pt x="639244" y="990532"/>
                  </a:moveTo>
                  <a:cubicBezTo>
                    <a:pt x="639244" y="989616"/>
                    <a:pt x="639990" y="988868"/>
                    <a:pt x="640907" y="988868"/>
                  </a:cubicBezTo>
                  <a:cubicBezTo>
                    <a:pt x="641823" y="988868"/>
                    <a:pt x="642571" y="989616"/>
                    <a:pt x="642571" y="990532"/>
                  </a:cubicBezTo>
                  <a:cubicBezTo>
                    <a:pt x="642571" y="991448"/>
                    <a:pt x="641823" y="992195"/>
                    <a:pt x="640907" y="992195"/>
                  </a:cubicBezTo>
                  <a:cubicBezTo>
                    <a:pt x="639990" y="992195"/>
                    <a:pt x="639244" y="991448"/>
                    <a:pt x="639244" y="990532"/>
                  </a:cubicBezTo>
                  <a:close/>
                  <a:moveTo>
                    <a:pt x="762509" y="990532"/>
                  </a:moveTo>
                  <a:cubicBezTo>
                    <a:pt x="762509" y="989616"/>
                    <a:pt x="763257" y="988868"/>
                    <a:pt x="764173" y="988868"/>
                  </a:cubicBezTo>
                  <a:cubicBezTo>
                    <a:pt x="765089" y="988868"/>
                    <a:pt x="765836" y="989616"/>
                    <a:pt x="765836" y="990532"/>
                  </a:cubicBezTo>
                  <a:cubicBezTo>
                    <a:pt x="765836" y="991448"/>
                    <a:pt x="765089" y="992195"/>
                    <a:pt x="764173" y="992195"/>
                  </a:cubicBezTo>
                  <a:cubicBezTo>
                    <a:pt x="763257" y="992195"/>
                    <a:pt x="762509" y="991448"/>
                    <a:pt x="762509" y="990532"/>
                  </a:cubicBezTo>
                  <a:close/>
                  <a:moveTo>
                    <a:pt x="885775" y="990532"/>
                  </a:moveTo>
                  <a:cubicBezTo>
                    <a:pt x="885775" y="989616"/>
                    <a:pt x="886523" y="988868"/>
                    <a:pt x="887439" y="988868"/>
                  </a:cubicBezTo>
                  <a:cubicBezTo>
                    <a:pt x="888355" y="988868"/>
                    <a:pt x="889127" y="989616"/>
                    <a:pt x="889127" y="990532"/>
                  </a:cubicBezTo>
                  <a:cubicBezTo>
                    <a:pt x="889127" y="991448"/>
                    <a:pt x="888355" y="992195"/>
                    <a:pt x="887439" y="992195"/>
                  </a:cubicBezTo>
                  <a:cubicBezTo>
                    <a:pt x="886523" y="992195"/>
                    <a:pt x="885775" y="991448"/>
                    <a:pt x="885775" y="990532"/>
                  </a:cubicBezTo>
                  <a:close/>
                  <a:moveTo>
                    <a:pt x="1009042" y="990532"/>
                  </a:moveTo>
                  <a:cubicBezTo>
                    <a:pt x="1009042" y="989616"/>
                    <a:pt x="1009789" y="988868"/>
                    <a:pt x="1010705" y="988868"/>
                  </a:cubicBezTo>
                  <a:cubicBezTo>
                    <a:pt x="1011621" y="988868"/>
                    <a:pt x="1012393" y="989616"/>
                    <a:pt x="1012393" y="990532"/>
                  </a:cubicBezTo>
                  <a:cubicBezTo>
                    <a:pt x="1012393" y="991448"/>
                    <a:pt x="1011621" y="992195"/>
                    <a:pt x="1010705" y="992195"/>
                  </a:cubicBezTo>
                  <a:cubicBezTo>
                    <a:pt x="1009789" y="992195"/>
                    <a:pt x="1009042" y="991448"/>
                    <a:pt x="1009042" y="990532"/>
                  </a:cubicBezTo>
                  <a:close/>
                  <a:moveTo>
                    <a:pt x="1082355" y="990532"/>
                  </a:moveTo>
                  <a:cubicBezTo>
                    <a:pt x="1082355" y="989616"/>
                    <a:pt x="1083102" y="988868"/>
                    <a:pt x="1084018" y="988868"/>
                  </a:cubicBezTo>
                  <a:cubicBezTo>
                    <a:pt x="1084935" y="988868"/>
                    <a:pt x="1085682" y="989616"/>
                    <a:pt x="1085682" y="990532"/>
                  </a:cubicBezTo>
                  <a:cubicBezTo>
                    <a:pt x="1085682" y="991448"/>
                    <a:pt x="1084935" y="992195"/>
                    <a:pt x="1084018" y="992195"/>
                  </a:cubicBezTo>
                  <a:cubicBezTo>
                    <a:pt x="1083102" y="992195"/>
                    <a:pt x="1082355" y="991448"/>
                    <a:pt x="1082355" y="990532"/>
                  </a:cubicBezTo>
                  <a:close/>
                  <a:moveTo>
                    <a:pt x="1142312" y="990532"/>
                  </a:moveTo>
                  <a:cubicBezTo>
                    <a:pt x="1142312" y="989616"/>
                    <a:pt x="1143060" y="988868"/>
                    <a:pt x="1143976" y="988868"/>
                  </a:cubicBezTo>
                  <a:cubicBezTo>
                    <a:pt x="1144893" y="988868"/>
                    <a:pt x="1145639" y="989616"/>
                    <a:pt x="1145639" y="990532"/>
                  </a:cubicBezTo>
                  <a:cubicBezTo>
                    <a:pt x="1145639" y="991448"/>
                    <a:pt x="1144893" y="992195"/>
                    <a:pt x="1143976" y="992195"/>
                  </a:cubicBezTo>
                  <a:cubicBezTo>
                    <a:pt x="1143060" y="992195"/>
                    <a:pt x="1142312" y="991448"/>
                    <a:pt x="1142312" y="990532"/>
                  </a:cubicBezTo>
                  <a:close/>
                  <a:moveTo>
                    <a:pt x="652575" y="987205"/>
                  </a:moveTo>
                  <a:cubicBezTo>
                    <a:pt x="652575" y="986289"/>
                    <a:pt x="653322" y="985541"/>
                    <a:pt x="654238" y="985541"/>
                  </a:cubicBezTo>
                  <a:cubicBezTo>
                    <a:pt x="655154" y="985541"/>
                    <a:pt x="655902" y="986289"/>
                    <a:pt x="655902" y="987205"/>
                  </a:cubicBezTo>
                  <a:cubicBezTo>
                    <a:pt x="655902" y="988121"/>
                    <a:pt x="655154" y="988868"/>
                    <a:pt x="654238" y="988868"/>
                  </a:cubicBezTo>
                  <a:cubicBezTo>
                    <a:pt x="653322" y="988868"/>
                    <a:pt x="652575" y="988121"/>
                    <a:pt x="652575" y="987205"/>
                  </a:cubicBezTo>
                  <a:close/>
                  <a:moveTo>
                    <a:pt x="769187" y="987205"/>
                  </a:moveTo>
                  <a:cubicBezTo>
                    <a:pt x="769187" y="986289"/>
                    <a:pt x="769935" y="985541"/>
                    <a:pt x="770851" y="985541"/>
                  </a:cubicBezTo>
                  <a:cubicBezTo>
                    <a:pt x="771767" y="985541"/>
                    <a:pt x="772514" y="986289"/>
                    <a:pt x="772514" y="987205"/>
                  </a:cubicBezTo>
                  <a:cubicBezTo>
                    <a:pt x="772514" y="988121"/>
                    <a:pt x="771767" y="988868"/>
                    <a:pt x="770851" y="988868"/>
                  </a:cubicBezTo>
                  <a:cubicBezTo>
                    <a:pt x="769935" y="988868"/>
                    <a:pt x="769187" y="988121"/>
                    <a:pt x="769187" y="987205"/>
                  </a:cubicBezTo>
                  <a:close/>
                  <a:moveTo>
                    <a:pt x="879121" y="987205"/>
                  </a:moveTo>
                  <a:cubicBezTo>
                    <a:pt x="879121" y="986289"/>
                    <a:pt x="879869" y="985541"/>
                    <a:pt x="880785" y="985541"/>
                  </a:cubicBezTo>
                  <a:cubicBezTo>
                    <a:pt x="881701" y="985541"/>
                    <a:pt x="882448" y="986289"/>
                    <a:pt x="882448" y="987205"/>
                  </a:cubicBezTo>
                  <a:cubicBezTo>
                    <a:pt x="882448" y="988121"/>
                    <a:pt x="881701" y="988868"/>
                    <a:pt x="880785" y="988868"/>
                  </a:cubicBezTo>
                  <a:cubicBezTo>
                    <a:pt x="879869" y="988868"/>
                    <a:pt x="879121" y="988121"/>
                    <a:pt x="879121" y="987205"/>
                  </a:cubicBezTo>
                  <a:close/>
                  <a:moveTo>
                    <a:pt x="995734" y="987205"/>
                  </a:moveTo>
                  <a:cubicBezTo>
                    <a:pt x="995734" y="986289"/>
                    <a:pt x="996481" y="985541"/>
                    <a:pt x="997397" y="985541"/>
                  </a:cubicBezTo>
                  <a:cubicBezTo>
                    <a:pt x="998313" y="985541"/>
                    <a:pt x="999061" y="986289"/>
                    <a:pt x="999061" y="987205"/>
                  </a:cubicBezTo>
                  <a:cubicBezTo>
                    <a:pt x="999061" y="988121"/>
                    <a:pt x="998313" y="988868"/>
                    <a:pt x="997397" y="988868"/>
                  </a:cubicBezTo>
                  <a:cubicBezTo>
                    <a:pt x="996481" y="988868"/>
                    <a:pt x="995734" y="988121"/>
                    <a:pt x="995734" y="987205"/>
                  </a:cubicBezTo>
                  <a:close/>
                  <a:moveTo>
                    <a:pt x="662580" y="983878"/>
                  </a:moveTo>
                  <a:cubicBezTo>
                    <a:pt x="662580" y="982962"/>
                    <a:pt x="663328" y="982190"/>
                    <a:pt x="664244" y="982190"/>
                  </a:cubicBezTo>
                  <a:cubicBezTo>
                    <a:pt x="665160" y="982190"/>
                    <a:pt x="665907" y="982962"/>
                    <a:pt x="665907" y="983878"/>
                  </a:cubicBezTo>
                  <a:cubicBezTo>
                    <a:pt x="665907" y="984794"/>
                    <a:pt x="665160" y="985541"/>
                    <a:pt x="664244" y="985541"/>
                  </a:cubicBezTo>
                  <a:cubicBezTo>
                    <a:pt x="663328" y="985541"/>
                    <a:pt x="662580" y="984794"/>
                    <a:pt x="662580" y="983878"/>
                  </a:cubicBezTo>
                  <a:close/>
                  <a:moveTo>
                    <a:pt x="775841" y="983878"/>
                  </a:moveTo>
                  <a:cubicBezTo>
                    <a:pt x="775841" y="982962"/>
                    <a:pt x="776589" y="982190"/>
                    <a:pt x="777505" y="982190"/>
                  </a:cubicBezTo>
                  <a:cubicBezTo>
                    <a:pt x="778421" y="982190"/>
                    <a:pt x="779168" y="982962"/>
                    <a:pt x="779168" y="983878"/>
                  </a:cubicBezTo>
                  <a:cubicBezTo>
                    <a:pt x="779168" y="984794"/>
                    <a:pt x="778421" y="985541"/>
                    <a:pt x="777505" y="985541"/>
                  </a:cubicBezTo>
                  <a:cubicBezTo>
                    <a:pt x="776589" y="985541"/>
                    <a:pt x="775841" y="984794"/>
                    <a:pt x="775841" y="983878"/>
                  </a:cubicBezTo>
                  <a:close/>
                  <a:moveTo>
                    <a:pt x="872467" y="983878"/>
                  </a:moveTo>
                  <a:cubicBezTo>
                    <a:pt x="872467" y="982962"/>
                    <a:pt x="873215" y="982190"/>
                    <a:pt x="874131" y="982190"/>
                  </a:cubicBezTo>
                  <a:cubicBezTo>
                    <a:pt x="875047" y="982190"/>
                    <a:pt x="875794" y="982962"/>
                    <a:pt x="875794" y="983878"/>
                  </a:cubicBezTo>
                  <a:cubicBezTo>
                    <a:pt x="875794" y="984794"/>
                    <a:pt x="875047" y="985541"/>
                    <a:pt x="874131" y="985541"/>
                  </a:cubicBezTo>
                  <a:cubicBezTo>
                    <a:pt x="873215" y="985541"/>
                    <a:pt x="872467" y="984794"/>
                    <a:pt x="872467" y="983878"/>
                  </a:cubicBezTo>
                  <a:close/>
                  <a:moveTo>
                    <a:pt x="985729" y="983878"/>
                  </a:moveTo>
                  <a:cubicBezTo>
                    <a:pt x="985729" y="982962"/>
                    <a:pt x="986476" y="982190"/>
                    <a:pt x="987392" y="982190"/>
                  </a:cubicBezTo>
                  <a:cubicBezTo>
                    <a:pt x="988308" y="982190"/>
                    <a:pt x="989056" y="982962"/>
                    <a:pt x="989056" y="983878"/>
                  </a:cubicBezTo>
                  <a:cubicBezTo>
                    <a:pt x="989056" y="984794"/>
                    <a:pt x="988308" y="985541"/>
                    <a:pt x="987392" y="985541"/>
                  </a:cubicBezTo>
                  <a:cubicBezTo>
                    <a:pt x="986476" y="985541"/>
                    <a:pt x="985729" y="984794"/>
                    <a:pt x="985729" y="983878"/>
                  </a:cubicBezTo>
                  <a:close/>
                  <a:moveTo>
                    <a:pt x="502645" y="978863"/>
                  </a:moveTo>
                  <a:cubicBezTo>
                    <a:pt x="502645" y="976428"/>
                    <a:pt x="503658" y="975416"/>
                    <a:pt x="504863" y="976645"/>
                  </a:cubicBezTo>
                  <a:cubicBezTo>
                    <a:pt x="506093" y="977875"/>
                    <a:pt x="506093" y="979876"/>
                    <a:pt x="504863" y="981081"/>
                  </a:cubicBezTo>
                  <a:cubicBezTo>
                    <a:pt x="503658" y="982311"/>
                    <a:pt x="502645" y="981298"/>
                    <a:pt x="502645" y="978863"/>
                  </a:cubicBezTo>
                  <a:close/>
                  <a:moveTo>
                    <a:pt x="672561" y="980527"/>
                  </a:moveTo>
                  <a:cubicBezTo>
                    <a:pt x="672561" y="979611"/>
                    <a:pt x="673309" y="978863"/>
                    <a:pt x="674225" y="978863"/>
                  </a:cubicBezTo>
                  <a:cubicBezTo>
                    <a:pt x="675141" y="978863"/>
                    <a:pt x="675888" y="979611"/>
                    <a:pt x="675888" y="980527"/>
                  </a:cubicBezTo>
                  <a:cubicBezTo>
                    <a:pt x="675888" y="981443"/>
                    <a:pt x="675141" y="982190"/>
                    <a:pt x="674225" y="982190"/>
                  </a:cubicBezTo>
                  <a:cubicBezTo>
                    <a:pt x="673309" y="982190"/>
                    <a:pt x="672561" y="981443"/>
                    <a:pt x="672561" y="980527"/>
                  </a:cubicBezTo>
                  <a:close/>
                  <a:moveTo>
                    <a:pt x="975724" y="980527"/>
                  </a:moveTo>
                  <a:cubicBezTo>
                    <a:pt x="975724" y="979611"/>
                    <a:pt x="976495" y="978863"/>
                    <a:pt x="977411" y="978863"/>
                  </a:cubicBezTo>
                  <a:cubicBezTo>
                    <a:pt x="978327" y="978863"/>
                    <a:pt x="979075" y="979611"/>
                    <a:pt x="979075" y="980527"/>
                  </a:cubicBezTo>
                  <a:cubicBezTo>
                    <a:pt x="979075" y="981443"/>
                    <a:pt x="978327" y="982190"/>
                    <a:pt x="977411" y="982190"/>
                  </a:cubicBezTo>
                  <a:cubicBezTo>
                    <a:pt x="976495" y="982190"/>
                    <a:pt x="975724" y="981443"/>
                    <a:pt x="975724" y="980527"/>
                  </a:cubicBezTo>
                  <a:close/>
                  <a:moveTo>
                    <a:pt x="1145639" y="978863"/>
                  </a:moveTo>
                  <a:cubicBezTo>
                    <a:pt x="1145639" y="976428"/>
                    <a:pt x="1146652" y="975416"/>
                    <a:pt x="1147857" y="976645"/>
                  </a:cubicBezTo>
                  <a:cubicBezTo>
                    <a:pt x="1149087" y="977875"/>
                    <a:pt x="1149087" y="979876"/>
                    <a:pt x="1147857" y="981081"/>
                  </a:cubicBezTo>
                  <a:cubicBezTo>
                    <a:pt x="1146652" y="982311"/>
                    <a:pt x="1145639" y="981298"/>
                    <a:pt x="1145639" y="978863"/>
                  </a:cubicBezTo>
                  <a:close/>
                  <a:moveTo>
                    <a:pt x="552622" y="977200"/>
                  </a:moveTo>
                  <a:cubicBezTo>
                    <a:pt x="552622" y="976284"/>
                    <a:pt x="553369" y="975536"/>
                    <a:pt x="554285" y="975536"/>
                  </a:cubicBezTo>
                  <a:cubicBezTo>
                    <a:pt x="555201" y="975536"/>
                    <a:pt x="555949" y="976284"/>
                    <a:pt x="555949" y="977200"/>
                  </a:cubicBezTo>
                  <a:cubicBezTo>
                    <a:pt x="555949" y="978116"/>
                    <a:pt x="555201" y="978863"/>
                    <a:pt x="554285" y="978863"/>
                  </a:cubicBezTo>
                  <a:cubicBezTo>
                    <a:pt x="553369" y="978863"/>
                    <a:pt x="552622" y="978116"/>
                    <a:pt x="552622" y="977200"/>
                  </a:cubicBezTo>
                  <a:close/>
                  <a:moveTo>
                    <a:pt x="682566" y="977200"/>
                  </a:moveTo>
                  <a:cubicBezTo>
                    <a:pt x="682566" y="976284"/>
                    <a:pt x="683313" y="975536"/>
                    <a:pt x="684230" y="975536"/>
                  </a:cubicBezTo>
                  <a:cubicBezTo>
                    <a:pt x="685146" y="975536"/>
                    <a:pt x="685893" y="976284"/>
                    <a:pt x="685893" y="977200"/>
                  </a:cubicBezTo>
                  <a:cubicBezTo>
                    <a:pt x="685893" y="978116"/>
                    <a:pt x="685146" y="978863"/>
                    <a:pt x="684230" y="978863"/>
                  </a:cubicBezTo>
                  <a:cubicBezTo>
                    <a:pt x="683313" y="978863"/>
                    <a:pt x="682566" y="978116"/>
                    <a:pt x="682566" y="977200"/>
                  </a:cubicBezTo>
                  <a:close/>
                  <a:moveTo>
                    <a:pt x="785846" y="977200"/>
                  </a:moveTo>
                  <a:cubicBezTo>
                    <a:pt x="785846" y="976284"/>
                    <a:pt x="786594" y="975536"/>
                    <a:pt x="787510" y="975536"/>
                  </a:cubicBezTo>
                  <a:cubicBezTo>
                    <a:pt x="788426" y="975536"/>
                    <a:pt x="789173" y="976284"/>
                    <a:pt x="789173" y="977200"/>
                  </a:cubicBezTo>
                  <a:cubicBezTo>
                    <a:pt x="789173" y="978116"/>
                    <a:pt x="788426" y="978863"/>
                    <a:pt x="787510" y="978863"/>
                  </a:cubicBezTo>
                  <a:cubicBezTo>
                    <a:pt x="786594" y="978863"/>
                    <a:pt x="785846" y="978116"/>
                    <a:pt x="785846" y="977200"/>
                  </a:cubicBezTo>
                  <a:close/>
                  <a:moveTo>
                    <a:pt x="862462" y="977200"/>
                  </a:moveTo>
                  <a:cubicBezTo>
                    <a:pt x="862462" y="976284"/>
                    <a:pt x="863210" y="975536"/>
                    <a:pt x="864126" y="975536"/>
                  </a:cubicBezTo>
                  <a:cubicBezTo>
                    <a:pt x="865042" y="975536"/>
                    <a:pt x="865789" y="976284"/>
                    <a:pt x="865789" y="977200"/>
                  </a:cubicBezTo>
                  <a:cubicBezTo>
                    <a:pt x="865789" y="978116"/>
                    <a:pt x="865042" y="978863"/>
                    <a:pt x="864126" y="978863"/>
                  </a:cubicBezTo>
                  <a:cubicBezTo>
                    <a:pt x="863210" y="978863"/>
                    <a:pt x="862462" y="978116"/>
                    <a:pt x="862462" y="977200"/>
                  </a:cubicBezTo>
                  <a:close/>
                  <a:moveTo>
                    <a:pt x="965743" y="977200"/>
                  </a:moveTo>
                  <a:cubicBezTo>
                    <a:pt x="965743" y="976284"/>
                    <a:pt x="966490" y="975536"/>
                    <a:pt x="967407" y="975536"/>
                  </a:cubicBezTo>
                  <a:cubicBezTo>
                    <a:pt x="968323" y="975536"/>
                    <a:pt x="969070" y="976284"/>
                    <a:pt x="969070" y="977200"/>
                  </a:cubicBezTo>
                  <a:cubicBezTo>
                    <a:pt x="969070" y="978116"/>
                    <a:pt x="968323" y="978863"/>
                    <a:pt x="967407" y="978863"/>
                  </a:cubicBezTo>
                  <a:cubicBezTo>
                    <a:pt x="966490" y="978863"/>
                    <a:pt x="965743" y="978116"/>
                    <a:pt x="965743" y="977200"/>
                  </a:cubicBezTo>
                  <a:close/>
                  <a:moveTo>
                    <a:pt x="1095663" y="977200"/>
                  </a:moveTo>
                  <a:cubicBezTo>
                    <a:pt x="1095663" y="976284"/>
                    <a:pt x="1096410" y="975536"/>
                    <a:pt x="1097326" y="975536"/>
                  </a:cubicBezTo>
                  <a:cubicBezTo>
                    <a:pt x="1098242" y="975536"/>
                    <a:pt x="1099014" y="976284"/>
                    <a:pt x="1099014" y="977200"/>
                  </a:cubicBezTo>
                  <a:cubicBezTo>
                    <a:pt x="1099014" y="978116"/>
                    <a:pt x="1098242" y="978863"/>
                    <a:pt x="1097326" y="978863"/>
                  </a:cubicBezTo>
                  <a:cubicBezTo>
                    <a:pt x="1096410" y="978863"/>
                    <a:pt x="1095663" y="978116"/>
                    <a:pt x="1095663" y="977200"/>
                  </a:cubicBezTo>
                  <a:close/>
                  <a:moveTo>
                    <a:pt x="689220" y="973873"/>
                  </a:moveTo>
                  <a:cubicBezTo>
                    <a:pt x="689220" y="972957"/>
                    <a:pt x="689967" y="972209"/>
                    <a:pt x="690884" y="972209"/>
                  </a:cubicBezTo>
                  <a:cubicBezTo>
                    <a:pt x="691800" y="972209"/>
                    <a:pt x="692547" y="972957"/>
                    <a:pt x="692547" y="973873"/>
                  </a:cubicBezTo>
                  <a:cubicBezTo>
                    <a:pt x="692547" y="974789"/>
                    <a:pt x="691800" y="975536"/>
                    <a:pt x="690884" y="975536"/>
                  </a:cubicBezTo>
                  <a:cubicBezTo>
                    <a:pt x="689967" y="975536"/>
                    <a:pt x="689220" y="974789"/>
                    <a:pt x="689220" y="973873"/>
                  </a:cubicBezTo>
                  <a:close/>
                  <a:moveTo>
                    <a:pt x="792500" y="973873"/>
                  </a:moveTo>
                  <a:cubicBezTo>
                    <a:pt x="792500" y="972957"/>
                    <a:pt x="793248" y="972209"/>
                    <a:pt x="794164" y="972209"/>
                  </a:cubicBezTo>
                  <a:cubicBezTo>
                    <a:pt x="795080" y="972209"/>
                    <a:pt x="795827" y="972957"/>
                    <a:pt x="795827" y="973873"/>
                  </a:cubicBezTo>
                  <a:cubicBezTo>
                    <a:pt x="795827" y="974789"/>
                    <a:pt x="795080" y="975536"/>
                    <a:pt x="794164" y="975536"/>
                  </a:cubicBezTo>
                  <a:cubicBezTo>
                    <a:pt x="793248" y="975536"/>
                    <a:pt x="792500" y="974789"/>
                    <a:pt x="792500" y="973873"/>
                  </a:cubicBezTo>
                  <a:close/>
                  <a:moveTo>
                    <a:pt x="855808" y="973873"/>
                  </a:moveTo>
                  <a:cubicBezTo>
                    <a:pt x="855808" y="972957"/>
                    <a:pt x="856556" y="972209"/>
                    <a:pt x="857472" y="972209"/>
                  </a:cubicBezTo>
                  <a:cubicBezTo>
                    <a:pt x="858389" y="972209"/>
                    <a:pt x="859135" y="972957"/>
                    <a:pt x="859135" y="973873"/>
                  </a:cubicBezTo>
                  <a:cubicBezTo>
                    <a:pt x="859135" y="974789"/>
                    <a:pt x="858389" y="975536"/>
                    <a:pt x="857472" y="975536"/>
                  </a:cubicBezTo>
                  <a:cubicBezTo>
                    <a:pt x="856556" y="975536"/>
                    <a:pt x="855808" y="974789"/>
                    <a:pt x="855808" y="973873"/>
                  </a:cubicBezTo>
                  <a:close/>
                  <a:moveTo>
                    <a:pt x="959065" y="973873"/>
                  </a:moveTo>
                  <a:cubicBezTo>
                    <a:pt x="959065" y="972957"/>
                    <a:pt x="959836" y="972209"/>
                    <a:pt x="960753" y="972209"/>
                  </a:cubicBezTo>
                  <a:cubicBezTo>
                    <a:pt x="961669" y="972209"/>
                    <a:pt x="962416" y="972957"/>
                    <a:pt x="962416" y="973873"/>
                  </a:cubicBezTo>
                  <a:cubicBezTo>
                    <a:pt x="962416" y="974789"/>
                    <a:pt x="961669" y="975536"/>
                    <a:pt x="960753" y="975536"/>
                  </a:cubicBezTo>
                  <a:cubicBezTo>
                    <a:pt x="959836" y="975536"/>
                    <a:pt x="959065" y="974789"/>
                    <a:pt x="959065" y="973873"/>
                  </a:cubicBezTo>
                  <a:close/>
                  <a:moveTo>
                    <a:pt x="549295" y="970546"/>
                  </a:moveTo>
                  <a:cubicBezTo>
                    <a:pt x="549295" y="969630"/>
                    <a:pt x="550042" y="968882"/>
                    <a:pt x="550958" y="968882"/>
                  </a:cubicBezTo>
                  <a:cubicBezTo>
                    <a:pt x="551874" y="968882"/>
                    <a:pt x="552622" y="969630"/>
                    <a:pt x="552622" y="970546"/>
                  </a:cubicBezTo>
                  <a:cubicBezTo>
                    <a:pt x="552622" y="971462"/>
                    <a:pt x="551874" y="972209"/>
                    <a:pt x="550958" y="972209"/>
                  </a:cubicBezTo>
                  <a:cubicBezTo>
                    <a:pt x="550042" y="972209"/>
                    <a:pt x="549295" y="971462"/>
                    <a:pt x="549295" y="970546"/>
                  </a:cubicBezTo>
                  <a:close/>
                  <a:moveTo>
                    <a:pt x="1099014" y="970546"/>
                  </a:moveTo>
                  <a:cubicBezTo>
                    <a:pt x="1099014" y="969630"/>
                    <a:pt x="1099761" y="968882"/>
                    <a:pt x="1100677" y="968882"/>
                  </a:cubicBezTo>
                  <a:cubicBezTo>
                    <a:pt x="1101593" y="968882"/>
                    <a:pt x="1102341" y="969630"/>
                    <a:pt x="1102341" y="970546"/>
                  </a:cubicBezTo>
                  <a:cubicBezTo>
                    <a:pt x="1102341" y="971462"/>
                    <a:pt x="1101593" y="972209"/>
                    <a:pt x="1100677" y="972209"/>
                  </a:cubicBezTo>
                  <a:cubicBezTo>
                    <a:pt x="1099761" y="972209"/>
                    <a:pt x="1099014" y="971462"/>
                    <a:pt x="1099014" y="970546"/>
                  </a:cubicBezTo>
                  <a:close/>
                  <a:moveTo>
                    <a:pt x="705879" y="967219"/>
                  </a:moveTo>
                  <a:cubicBezTo>
                    <a:pt x="705879" y="966303"/>
                    <a:pt x="706626" y="965555"/>
                    <a:pt x="707542" y="965555"/>
                  </a:cubicBezTo>
                  <a:cubicBezTo>
                    <a:pt x="708458" y="965555"/>
                    <a:pt x="709206" y="966303"/>
                    <a:pt x="709206" y="967219"/>
                  </a:cubicBezTo>
                  <a:cubicBezTo>
                    <a:pt x="709206" y="968135"/>
                    <a:pt x="708458" y="968882"/>
                    <a:pt x="707542" y="968882"/>
                  </a:cubicBezTo>
                  <a:cubicBezTo>
                    <a:pt x="706626" y="968882"/>
                    <a:pt x="705879" y="968135"/>
                    <a:pt x="705879" y="967219"/>
                  </a:cubicBezTo>
                  <a:close/>
                  <a:moveTo>
                    <a:pt x="802505" y="967219"/>
                  </a:moveTo>
                  <a:cubicBezTo>
                    <a:pt x="802505" y="966303"/>
                    <a:pt x="803252" y="965555"/>
                    <a:pt x="804168" y="965555"/>
                  </a:cubicBezTo>
                  <a:cubicBezTo>
                    <a:pt x="805085" y="965555"/>
                    <a:pt x="805832" y="966303"/>
                    <a:pt x="805832" y="967219"/>
                  </a:cubicBezTo>
                  <a:cubicBezTo>
                    <a:pt x="805832" y="968135"/>
                    <a:pt x="805085" y="968882"/>
                    <a:pt x="804168" y="968882"/>
                  </a:cubicBezTo>
                  <a:cubicBezTo>
                    <a:pt x="803252" y="968882"/>
                    <a:pt x="802505" y="968135"/>
                    <a:pt x="802505" y="967219"/>
                  </a:cubicBezTo>
                  <a:close/>
                  <a:moveTo>
                    <a:pt x="845804" y="967219"/>
                  </a:moveTo>
                  <a:cubicBezTo>
                    <a:pt x="845804" y="966303"/>
                    <a:pt x="846551" y="965555"/>
                    <a:pt x="847467" y="965555"/>
                  </a:cubicBezTo>
                  <a:cubicBezTo>
                    <a:pt x="848383" y="965555"/>
                    <a:pt x="849131" y="966303"/>
                    <a:pt x="849131" y="967219"/>
                  </a:cubicBezTo>
                  <a:cubicBezTo>
                    <a:pt x="849131" y="968135"/>
                    <a:pt x="848383" y="968882"/>
                    <a:pt x="847467" y="968882"/>
                  </a:cubicBezTo>
                  <a:cubicBezTo>
                    <a:pt x="846551" y="968882"/>
                    <a:pt x="845804" y="968135"/>
                    <a:pt x="845804" y="967219"/>
                  </a:cubicBezTo>
                  <a:close/>
                  <a:moveTo>
                    <a:pt x="942430" y="967219"/>
                  </a:moveTo>
                  <a:cubicBezTo>
                    <a:pt x="942430" y="966303"/>
                    <a:pt x="943178" y="965555"/>
                    <a:pt x="944094" y="965555"/>
                  </a:cubicBezTo>
                  <a:cubicBezTo>
                    <a:pt x="945010" y="965555"/>
                    <a:pt x="945757" y="966303"/>
                    <a:pt x="945757" y="967219"/>
                  </a:cubicBezTo>
                  <a:cubicBezTo>
                    <a:pt x="945757" y="968135"/>
                    <a:pt x="945010" y="968882"/>
                    <a:pt x="944094" y="968882"/>
                  </a:cubicBezTo>
                  <a:cubicBezTo>
                    <a:pt x="943178" y="968882"/>
                    <a:pt x="942430" y="968135"/>
                    <a:pt x="942430" y="967219"/>
                  </a:cubicBezTo>
                  <a:close/>
                  <a:moveTo>
                    <a:pt x="500283" y="950560"/>
                  </a:moveTo>
                  <a:lnTo>
                    <a:pt x="500331" y="933901"/>
                  </a:lnTo>
                  <a:lnTo>
                    <a:pt x="501705" y="943110"/>
                  </a:lnTo>
                  <a:cubicBezTo>
                    <a:pt x="502477" y="948173"/>
                    <a:pt x="502452" y="955671"/>
                    <a:pt x="501657" y="959770"/>
                  </a:cubicBezTo>
                  <a:cubicBezTo>
                    <a:pt x="500885" y="963868"/>
                    <a:pt x="500258" y="959721"/>
                    <a:pt x="500283" y="950560"/>
                  </a:cubicBezTo>
                  <a:close/>
                  <a:moveTo>
                    <a:pt x="712532" y="963868"/>
                  </a:moveTo>
                  <a:cubicBezTo>
                    <a:pt x="712532" y="962952"/>
                    <a:pt x="713280" y="962204"/>
                    <a:pt x="714220" y="962204"/>
                  </a:cubicBezTo>
                  <a:cubicBezTo>
                    <a:pt x="715136" y="962204"/>
                    <a:pt x="715884" y="962952"/>
                    <a:pt x="715884" y="963868"/>
                  </a:cubicBezTo>
                  <a:cubicBezTo>
                    <a:pt x="715884" y="964784"/>
                    <a:pt x="715136" y="965555"/>
                    <a:pt x="714220" y="965555"/>
                  </a:cubicBezTo>
                  <a:cubicBezTo>
                    <a:pt x="713280" y="965555"/>
                    <a:pt x="712532" y="964784"/>
                    <a:pt x="712532" y="963868"/>
                  </a:cubicBezTo>
                  <a:close/>
                  <a:moveTo>
                    <a:pt x="809159" y="963868"/>
                  </a:moveTo>
                  <a:cubicBezTo>
                    <a:pt x="809159" y="962952"/>
                    <a:pt x="809906" y="962204"/>
                    <a:pt x="810822" y="962204"/>
                  </a:cubicBezTo>
                  <a:cubicBezTo>
                    <a:pt x="811739" y="962204"/>
                    <a:pt x="812486" y="962952"/>
                    <a:pt x="812486" y="963868"/>
                  </a:cubicBezTo>
                  <a:cubicBezTo>
                    <a:pt x="812486" y="964784"/>
                    <a:pt x="811739" y="965555"/>
                    <a:pt x="810822" y="965555"/>
                  </a:cubicBezTo>
                  <a:cubicBezTo>
                    <a:pt x="809906" y="965555"/>
                    <a:pt x="809159" y="964784"/>
                    <a:pt x="809159" y="963868"/>
                  </a:cubicBezTo>
                  <a:close/>
                  <a:moveTo>
                    <a:pt x="839150" y="963868"/>
                  </a:moveTo>
                  <a:cubicBezTo>
                    <a:pt x="839150" y="962952"/>
                    <a:pt x="839897" y="962204"/>
                    <a:pt x="840813" y="962204"/>
                  </a:cubicBezTo>
                  <a:cubicBezTo>
                    <a:pt x="841729" y="962204"/>
                    <a:pt x="842477" y="962952"/>
                    <a:pt x="842477" y="963868"/>
                  </a:cubicBezTo>
                  <a:cubicBezTo>
                    <a:pt x="842477" y="964784"/>
                    <a:pt x="841729" y="965555"/>
                    <a:pt x="840813" y="965555"/>
                  </a:cubicBezTo>
                  <a:cubicBezTo>
                    <a:pt x="839897" y="965555"/>
                    <a:pt x="839150" y="964784"/>
                    <a:pt x="839150" y="963868"/>
                  </a:cubicBezTo>
                  <a:close/>
                  <a:moveTo>
                    <a:pt x="935752" y="963868"/>
                  </a:moveTo>
                  <a:cubicBezTo>
                    <a:pt x="935752" y="962952"/>
                    <a:pt x="936499" y="962204"/>
                    <a:pt x="937415" y="962204"/>
                  </a:cubicBezTo>
                  <a:cubicBezTo>
                    <a:pt x="938331" y="962204"/>
                    <a:pt x="939079" y="962952"/>
                    <a:pt x="939079" y="963868"/>
                  </a:cubicBezTo>
                  <a:cubicBezTo>
                    <a:pt x="939079" y="964784"/>
                    <a:pt x="938331" y="965555"/>
                    <a:pt x="937415" y="965555"/>
                  </a:cubicBezTo>
                  <a:cubicBezTo>
                    <a:pt x="936499" y="965555"/>
                    <a:pt x="935752" y="964784"/>
                    <a:pt x="935752" y="963868"/>
                  </a:cubicBezTo>
                  <a:close/>
                  <a:moveTo>
                    <a:pt x="1149931" y="950560"/>
                  </a:moveTo>
                  <a:lnTo>
                    <a:pt x="1149979" y="933901"/>
                  </a:lnTo>
                  <a:lnTo>
                    <a:pt x="1151377" y="943110"/>
                  </a:lnTo>
                  <a:cubicBezTo>
                    <a:pt x="1152125" y="948173"/>
                    <a:pt x="1152100" y="955671"/>
                    <a:pt x="1151329" y="959770"/>
                  </a:cubicBezTo>
                  <a:cubicBezTo>
                    <a:pt x="1150533" y="963868"/>
                    <a:pt x="1149907" y="959721"/>
                    <a:pt x="1149931" y="950560"/>
                  </a:cubicBezTo>
                  <a:close/>
                  <a:moveTo>
                    <a:pt x="719211" y="960541"/>
                  </a:moveTo>
                  <a:cubicBezTo>
                    <a:pt x="719211" y="959625"/>
                    <a:pt x="719958" y="958877"/>
                    <a:pt x="720874" y="958877"/>
                  </a:cubicBezTo>
                  <a:cubicBezTo>
                    <a:pt x="721790" y="958877"/>
                    <a:pt x="722538" y="959625"/>
                    <a:pt x="722538" y="960541"/>
                  </a:cubicBezTo>
                  <a:cubicBezTo>
                    <a:pt x="722538" y="961457"/>
                    <a:pt x="721790" y="962204"/>
                    <a:pt x="720874" y="962204"/>
                  </a:cubicBezTo>
                  <a:cubicBezTo>
                    <a:pt x="719958" y="962204"/>
                    <a:pt x="719211" y="961457"/>
                    <a:pt x="719211" y="960541"/>
                  </a:cubicBezTo>
                  <a:close/>
                  <a:moveTo>
                    <a:pt x="929098" y="960541"/>
                  </a:moveTo>
                  <a:cubicBezTo>
                    <a:pt x="929098" y="959625"/>
                    <a:pt x="929846" y="958877"/>
                    <a:pt x="930761" y="958877"/>
                  </a:cubicBezTo>
                  <a:cubicBezTo>
                    <a:pt x="931677" y="958877"/>
                    <a:pt x="932425" y="959625"/>
                    <a:pt x="932425" y="960541"/>
                  </a:cubicBezTo>
                  <a:cubicBezTo>
                    <a:pt x="932425" y="961457"/>
                    <a:pt x="931677" y="962204"/>
                    <a:pt x="930761" y="962204"/>
                  </a:cubicBezTo>
                  <a:cubicBezTo>
                    <a:pt x="929846" y="962204"/>
                    <a:pt x="929098" y="961457"/>
                    <a:pt x="929098" y="960541"/>
                  </a:cubicBezTo>
                  <a:close/>
                  <a:moveTo>
                    <a:pt x="546619" y="950560"/>
                  </a:moveTo>
                  <a:lnTo>
                    <a:pt x="546740" y="940555"/>
                  </a:lnTo>
                  <a:lnTo>
                    <a:pt x="548282" y="946462"/>
                  </a:lnTo>
                  <a:cubicBezTo>
                    <a:pt x="549126" y="949692"/>
                    <a:pt x="549054" y="954200"/>
                    <a:pt x="548162" y="956443"/>
                  </a:cubicBezTo>
                  <a:cubicBezTo>
                    <a:pt x="547246" y="958709"/>
                    <a:pt x="546547" y="956056"/>
                    <a:pt x="546619" y="950560"/>
                  </a:cubicBezTo>
                  <a:close/>
                  <a:moveTo>
                    <a:pt x="725865" y="957214"/>
                  </a:moveTo>
                  <a:cubicBezTo>
                    <a:pt x="725865" y="956298"/>
                    <a:pt x="726612" y="955550"/>
                    <a:pt x="727528" y="955550"/>
                  </a:cubicBezTo>
                  <a:cubicBezTo>
                    <a:pt x="728444" y="955550"/>
                    <a:pt x="729192" y="956298"/>
                    <a:pt x="729192" y="957214"/>
                  </a:cubicBezTo>
                  <a:cubicBezTo>
                    <a:pt x="729192" y="958130"/>
                    <a:pt x="728444" y="958877"/>
                    <a:pt x="727528" y="958877"/>
                  </a:cubicBezTo>
                  <a:cubicBezTo>
                    <a:pt x="726612" y="958877"/>
                    <a:pt x="725865" y="958130"/>
                    <a:pt x="725865" y="957214"/>
                  </a:cubicBezTo>
                  <a:close/>
                  <a:moveTo>
                    <a:pt x="819164" y="957214"/>
                  </a:moveTo>
                  <a:cubicBezTo>
                    <a:pt x="819164" y="956298"/>
                    <a:pt x="819911" y="955550"/>
                    <a:pt x="820827" y="955550"/>
                  </a:cubicBezTo>
                  <a:cubicBezTo>
                    <a:pt x="821743" y="955550"/>
                    <a:pt x="822491" y="956298"/>
                    <a:pt x="822491" y="957214"/>
                  </a:cubicBezTo>
                  <a:cubicBezTo>
                    <a:pt x="822491" y="958130"/>
                    <a:pt x="821743" y="958877"/>
                    <a:pt x="820827" y="958877"/>
                  </a:cubicBezTo>
                  <a:cubicBezTo>
                    <a:pt x="819911" y="958877"/>
                    <a:pt x="819164" y="958130"/>
                    <a:pt x="819164" y="957214"/>
                  </a:cubicBezTo>
                  <a:close/>
                  <a:moveTo>
                    <a:pt x="829145" y="957214"/>
                  </a:moveTo>
                  <a:cubicBezTo>
                    <a:pt x="829145" y="956298"/>
                    <a:pt x="829892" y="955550"/>
                    <a:pt x="830808" y="955550"/>
                  </a:cubicBezTo>
                  <a:cubicBezTo>
                    <a:pt x="831724" y="955550"/>
                    <a:pt x="832472" y="956298"/>
                    <a:pt x="832472" y="957214"/>
                  </a:cubicBezTo>
                  <a:cubicBezTo>
                    <a:pt x="832472" y="958130"/>
                    <a:pt x="831724" y="958877"/>
                    <a:pt x="830808" y="958877"/>
                  </a:cubicBezTo>
                  <a:cubicBezTo>
                    <a:pt x="829892" y="958877"/>
                    <a:pt x="829145" y="958130"/>
                    <a:pt x="829145" y="957214"/>
                  </a:cubicBezTo>
                  <a:close/>
                  <a:moveTo>
                    <a:pt x="922420" y="957214"/>
                  </a:moveTo>
                  <a:cubicBezTo>
                    <a:pt x="922420" y="956298"/>
                    <a:pt x="923192" y="955550"/>
                    <a:pt x="924108" y="955550"/>
                  </a:cubicBezTo>
                  <a:cubicBezTo>
                    <a:pt x="925000" y="955550"/>
                    <a:pt x="925771" y="956298"/>
                    <a:pt x="925771" y="957214"/>
                  </a:cubicBezTo>
                  <a:cubicBezTo>
                    <a:pt x="925771" y="958130"/>
                    <a:pt x="925000" y="958877"/>
                    <a:pt x="924108" y="958877"/>
                  </a:cubicBezTo>
                  <a:cubicBezTo>
                    <a:pt x="923192" y="958877"/>
                    <a:pt x="922420" y="958130"/>
                    <a:pt x="922420" y="957214"/>
                  </a:cubicBezTo>
                  <a:close/>
                  <a:moveTo>
                    <a:pt x="1102992" y="950560"/>
                  </a:moveTo>
                  <a:lnTo>
                    <a:pt x="1103113" y="940555"/>
                  </a:lnTo>
                  <a:lnTo>
                    <a:pt x="1104631" y="946462"/>
                  </a:lnTo>
                  <a:cubicBezTo>
                    <a:pt x="1105475" y="949692"/>
                    <a:pt x="1105427" y="954200"/>
                    <a:pt x="1104511" y="956443"/>
                  </a:cubicBezTo>
                  <a:cubicBezTo>
                    <a:pt x="1103595" y="958709"/>
                    <a:pt x="1102919" y="956056"/>
                    <a:pt x="1102992" y="950560"/>
                  </a:cubicBezTo>
                  <a:close/>
                  <a:moveTo>
                    <a:pt x="732543" y="953887"/>
                  </a:moveTo>
                  <a:cubicBezTo>
                    <a:pt x="732543" y="952971"/>
                    <a:pt x="733290" y="952223"/>
                    <a:pt x="734206" y="952223"/>
                  </a:cubicBezTo>
                  <a:cubicBezTo>
                    <a:pt x="735122" y="952223"/>
                    <a:pt x="735870" y="952971"/>
                    <a:pt x="735870" y="953887"/>
                  </a:cubicBezTo>
                  <a:cubicBezTo>
                    <a:pt x="735870" y="954803"/>
                    <a:pt x="735122" y="955550"/>
                    <a:pt x="734206" y="955550"/>
                  </a:cubicBezTo>
                  <a:cubicBezTo>
                    <a:pt x="733290" y="955550"/>
                    <a:pt x="732543" y="954803"/>
                    <a:pt x="732543" y="953887"/>
                  </a:cubicBezTo>
                  <a:close/>
                  <a:moveTo>
                    <a:pt x="915767" y="953887"/>
                  </a:moveTo>
                  <a:cubicBezTo>
                    <a:pt x="915767" y="952971"/>
                    <a:pt x="916513" y="952223"/>
                    <a:pt x="917429" y="952223"/>
                  </a:cubicBezTo>
                  <a:cubicBezTo>
                    <a:pt x="918346" y="952223"/>
                    <a:pt x="919093" y="952971"/>
                    <a:pt x="919093" y="953887"/>
                  </a:cubicBezTo>
                  <a:cubicBezTo>
                    <a:pt x="919093" y="954803"/>
                    <a:pt x="918346" y="955550"/>
                    <a:pt x="917429" y="955550"/>
                  </a:cubicBezTo>
                  <a:cubicBezTo>
                    <a:pt x="916513" y="955550"/>
                    <a:pt x="915767" y="954803"/>
                    <a:pt x="915767" y="953887"/>
                  </a:cubicBezTo>
                  <a:close/>
                  <a:moveTo>
                    <a:pt x="739197" y="950560"/>
                  </a:moveTo>
                  <a:cubicBezTo>
                    <a:pt x="739197" y="949644"/>
                    <a:pt x="739944" y="948896"/>
                    <a:pt x="740860" y="948896"/>
                  </a:cubicBezTo>
                  <a:cubicBezTo>
                    <a:pt x="741776" y="948896"/>
                    <a:pt x="742524" y="949644"/>
                    <a:pt x="742524" y="950560"/>
                  </a:cubicBezTo>
                  <a:cubicBezTo>
                    <a:pt x="742524" y="951476"/>
                    <a:pt x="741776" y="952223"/>
                    <a:pt x="740860" y="952223"/>
                  </a:cubicBezTo>
                  <a:cubicBezTo>
                    <a:pt x="739944" y="952223"/>
                    <a:pt x="739197" y="951476"/>
                    <a:pt x="739197" y="950560"/>
                  </a:cubicBezTo>
                  <a:close/>
                  <a:moveTo>
                    <a:pt x="909113" y="950560"/>
                  </a:moveTo>
                  <a:cubicBezTo>
                    <a:pt x="909113" y="949644"/>
                    <a:pt x="909859" y="948896"/>
                    <a:pt x="910776" y="948896"/>
                  </a:cubicBezTo>
                  <a:cubicBezTo>
                    <a:pt x="911692" y="948896"/>
                    <a:pt x="912440" y="949644"/>
                    <a:pt x="912440" y="950560"/>
                  </a:cubicBezTo>
                  <a:cubicBezTo>
                    <a:pt x="912440" y="951476"/>
                    <a:pt x="911692" y="952223"/>
                    <a:pt x="910776" y="952223"/>
                  </a:cubicBezTo>
                  <a:cubicBezTo>
                    <a:pt x="909859" y="952223"/>
                    <a:pt x="909113" y="951476"/>
                    <a:pt x="909113" y="950560"/>
                  </a:cubicBezTo>
                  <a:close/>
                  <a:moveTo>
                    <a:pt x="745851" y="947209"/>
                  </a:moveTo>
                  <a:cubicBezTo>
                    <a:pt x="745851" y="946292"/>
                    <a:pt x="746597" y="945546"/>
                    <a:pt x="747514" y="945546"/>
                  </a:cubicBezTo>
                  <a:cubicBezTo>
                    <a:pt x="748430" y="945546"/>
                    <a:pt x="749178" y="946292"/>
                    <a:pt x="749178" y="947209"/>
                  </a:cubicBezTo>
                  <a:cubicBezTo>
                    <a:pt x="749178" y="948125"/>
                    <a:pt x="748430" y="948896"/>
                    <a:pt x="747514" y="948896"/>
                  </a:cubicBezTo>
                  <a:cubicBezTo>
                    <a:pt x="746597" y="948896"/>
                    <a:pt x="745851" y="948125"/>
                    <a:pt x="745851" y="947209"/>
                  </a:cubicBezTo>
                  <a:close/>
                  <a:moveTo>
                    <a:pt x="902434" y="947209"/>
                  </a:moveTo>
                  <a:cubicBezTo>
                    <a:pt x="902434" y="946292"/>
                    <a:pt x="903182" y="945546"/>
                    <a:pt x="904098" y="945546"/>
                  </a:cubicBezTo>
                  <a:cubicBezTo>
                    <a:pt x="905014" y="945546"/>
                    <a:pt x="905761" y="946292"/>
                    <a:pt x="905761" y="947209"/>
                  </a:cubicBezTo>
                  <a:cubicBezTo>
                    <a:pt x="905761" y="948125"/>
                    <a:pt x="905014" y="948896"/>
                    <a:pt x="904098" y="948896"/>
                  </a:cubicBezTo>
                  <a:cubicBezTo>
                    <a:pt x="903182" y="948896"/>
                    <a:pt x="902434" y="948125"/>
                    <a:pt x="902434" y="947209"/>
                  </a:cubicBezTo>
                  <a:close/>
                  <a:moveTo>
                    <a:pt x="755855" y="940555"/>
                  </a:moveTo>
                  <a:cubicBezTo>
                    <a:pt x="755855" y="939639"/>
                    <a:pt x="756603" y="938892"/>
                    <a:pt x="757519" y="938892"/>
                  </a:cubicBezTo>
                  <a:cubicBezTo>
                    <a:pt x="758435" y="938892"/>
                    <a:pt x="759182" y="939639"/>
                    <a:pt x="759182" y="940555"/>
                  </a:cubicBezTo>
                  <a:cubicBezTo>
                    <a:pt x="759182" y="941471"/>
                    <a:pt x="758435" y="942219"/>
                    <a:pt x="757519" y="942219"/>
                  </a:cubicBezTo>
                  <a:cubicBezTo>
                    <a:pt x="756603" y="942219"/>
                    <a:pt x="755855" y="941471"/>
                    <a:pt x="755855" y="940555"/>
                  </a:cubicBezTo>
                  <a:close/>
                  <a:moveTo>
                    <a:pt x="892454" y="940555"/>
                  </a:moveTo>
                  <a:cubicBezTo>
                    <a:pt x="892454" y="939639"/>
                    <a:pt x="893201" y="938892"/>
                    <a:pt x="894117" y="938892"/>
                  </a:cubicBezTo>
                  <a:cubicBezTo>
                    <a:pt x="895033" y="938892"/>
                    <a:pt x="895781" y="939639"/>
                    <a:pt x="895781" y="940555"/>
                  </a:cubicBezTo>
                  <a:cubicBezTo>
                    <a:pt x="895781" y="941471"/>
                    <a:pt x="895033" y="942219"/>
                    <a:pt x="894117" y="942219"/>
                  </a:cubicBezTo>
                  <a:cubicBezTo>
                    <a:pt x="893201" y="942219"/>
                    <a:pt x="892454" y="941471"/>
                    <a:pt x="892454" y="940555"/>
                  </a:cubicBezTo>
                  <a:close/>
                  <a:moveTo>
                    <a:pt x="762509" y="937228"/>
                  </a:moveTo>
                  <a:cubicBezTo>
                    <a:pt x="762509" y="936312"/>
                    <a:pt x="763257" y="935565"/>
                    <a:pt x="764173" y="935565"/>
                  </a:cubicBezTo>
                  <a:cubicBezTo>
                    <a:pt x="765089" y="935565"/>
                    <a:pt x="765836" y="936312"/>
                    <a:pt x="765836" y="937228"/>
                  </a:cubicBezTo>
                  <a:cubicBezTo>
                    <a:pt x="765836" y="938144"/>
                    <a:pt x="765089" y="938892"/>
                    <a:pt x="764173" y="938892"/>
                  </a:cubicBezTo>
                  <a:cubicBezTo>
                    <a:pt x="763257" y="938892"/>
                    <a:pt x="762509" y="938144"/>
                    <a:pt x="762509" y="937228"/>
                  </a:cubicBezTo>
                  <a:close/>
                  <a:moveTo>
                    <a:pt x="885775" y="937228"/>
                  </a:moveTo>
                  <a:cubicBezTo>
                    <a:pt x="885775" y="936312"/>
                    <a:pt x="886523" y="935565"/>
                    <a:pt x="887439" y="935565"/>
                  </a:cubicBezTo>
                  <a:cubicBezTo>
                    <a:pt x="888355" y="935565"/>
                    <a:pt x="889127" y="936312"/>
                    <a:pt x="889127" y="937228"/>
                  </a:cubicBezTo>
                  <a:cubicBezTo>
                    <a:pt x="889127" y="938144"/>
                    <a:pt x="888355" y="938892"/>
                    <a:pt x="887439" y="938892"/>
                  </a:cubicBezTo>
                  <a:cubicBezTo>
                    <a:pt x="886523" y="938892"/>
                    <a:pt x="885775" y="938144"/>
                    <a:pt x="885775" y="937228"/>
                  </a:cubicBezTo>
                  <a:close/>
                  <a:moveTo>
                    <a:pt x="772514" y="930574"/>
                  </a:moveTo>
                  <a:cubicBezTo>
                    <a:pt x="772514" y="929658"/>
                    <a:pt x="773262" y="928887"/>
                    <a:pt x="774178" y="928887"/>
                  </a:cubicBezTo>
                  <a:cubicBezTo>
                    <a:pt x="775094" y="928887"/>
                    <a:pt x="775841" y="929658"/>
                    <a:pt x="775841" y="930574"/>
                  </a:cubicBezTo>
                  <a:cubicBezTo>
                    <a:pt x="775841" y="931490"/>
                    <a:pt x="775094" y="932238"/>
                    <a:pt x="774178" y="932238"/>
                  </a:cubicBezTo>
                  <a:cubicBezTo>
                    <a:pt x="773262" y="932238"/>
                    <a:pt x="772514" y="931490"/>
                    <a:pt x="772514" y="930574"/>
                  </a:cubicBezTo>
                  <a:close/>
                  <a:moveTo>
                    <a:pt x="549295" y="925560"/>
                  </a:moveTo>
                  <a:cubicBezTo>
                    <a:pt x="549295" y="923124"/>
                    <a:pt x="550307" y="922112"/>
                    <a:pt x="551513" y="923341"/>
                  </a:cubicBezTo>
                  <a:cubicBezTo>
                    <a:pt x="552742" y="924571"/>
                    <a:pt x="552742" y="926572"/>
                    <a:pt x="551513" y="927778"/>
                  </a:cubicBezTo>
                  <a:cubicBezTo>
                    <a:pt x="550284" y="929007"/>
                    <a:pt x="549295" y="927995"/>
                    <a:pt x="549295" y="925560"/>
                  </a:cubicBezTo>
                  <a:close/>
                  <a:moveTo>
                    <a:pt x="779168" y="927223"/>
                  </a:moveTo>
                  <a:cubicBezTo>
                    <a:pt x="779168" y="926307"/>
                    <a:pt x="779916" y="925560"/>
                    <a:pt x="780832" y="925560"/>
                  </a:cubicBezTo>
                  <a:cubicBezTo>
                    <a:pt x="781748" y="925560"/>
                    <a:pt x="782495" y="926307"/>
                    <a:pt x="782495" y="927223"/>
                  </a:cubicBezTo>
                  <a:cubicBezTo>
                    <a:pt x="782495" y="928139"/>
                    <a:pt x="781748" y="928887"/>
                    <a:pt x="780832" y="928887"/>
                  </a:cubicBezTo>
                  <a:cubicBezTo>
                    <a:pt x="779916" y="928887"/>
                    <a:pt x="779168" y="928139"/>
                    <a:pt x="779168" y="927223"/>
                  </a:cubicBezTo>
                  <a:close/>
                  <a:moveTo>
                    <a:pt x="869116" y="927223"/>
                  </a:moveTo>
                  <a:cubicBezTo>
                    <a:pt x="869116" y="926307"/>
                    <a:pt x="869864" y="925560"/>
                    <a:pt x="870780" y="925560"/>
                  </a:cubicBezTo>
                  <a:cubicBezTo>
                    <a:pt x="871696" y="925560"/>
                    <a:pt x="872467" y="926307"/>
                    <a:pt x="872467" y="927223"/>
                  </a:cubicBezTo>
                  <a:cubicBezTo>
                    <a:pt x="872467" y="928139"/>
                    <a:pt x="871696" y="928887"/>
                    <a:pt x="870780" y="928887"/>
                  </a:cubicBezTo>
                  <a:cubicBezTo>
                    <a:pt x="869864" y="928887"/>
                    <a:pt x="869116" y="928139"/>
                    <a:pt x="869116" y="927223"/>
                  </a:cubicBezTo>
                  <a:close/>
                  <a:moveTo>
                    <a:pt x="1099014" y="925560"/>
                  </a:moveTo>
                  <a:cubicBezTo>
                    <a:pt x="1099014" y="923124"/>
                    <a:pt x="1100003" y="922112"/>
                    <a:pt x="1101232" y="923341"/>
                  </a:cubicBezTo>
                  <a:cubicBezTo>
                    <a:pt x="1102437" y="924571"/>
                    <a:pt x="1102437" y="926572"/>
                    <a:pt x="1101232" y="927778"/>
                  </a:cubicBezTo>
                  <a:cubicBezTo>
                    <a:pt x="1100003" y="929007"/>
                    <a:pt x="1099014" y="927995"/>
                    <a:pt x="1099014" y="925560"/>
                  </a:cubicBezTo>
                  <a:close/>
                  <a:moveTo>
                    <a:pt x="502645" y="917242"/>
                  </a:moveTo>
                  <a:cubicBezTo>
                    <a:pt x="502645" y="916326"/>
                    <a:pt x="503393" y="915579"/>
                    <a:pt x="504309" y="915579"/>
                  </a:cubicBezTo>
                  <a:cubicBezTo>
                    <a:pt x="505249" y="915579"/>
                    <a:pt x="505996" y="916326"/>
                    <a:pt x="505996" y="917242"/>
                  </a:cubicBezTo>
                  <a:cubicBezTo>
                    <a:pt x="505996" y="918158"/>
                    <a:pt x="505249" y="918906"/>
                    <a:pt x="504309" y="918906"/>
                  </a:cubicBezTo>
                  <a:cubicBezTo>
                    <a:pt x="503393" y="918906"/>
                    <a:pt x="502645" y="918158"/>
                    <a:pt x="502645" y="917242"/>
                  </a:cubicBezTo>
                  <a:close/>
                  <a:moveTo>
                    <a:pt x="770537" y="915048"/>
                  </a:moveTo>
                  <a:lnTo>
                    <a:pt x="768151" y="911215"/>
                  </a:lnTo>
                  <a:lnTo>
                    <a:pt x="771984" y="913578"/>
                  </a:lnTo>
                  <a:cubicBezTo>
                    <a:pt x="774106" y="914903"/>
                    <a:pt x="775841" y="916615"/>
                    <a:pt x="775841" y="917435"/>
                  </a:cubicBezTo>
                  <a:cubicBezTo>
                    <a:pt x="775841" y="920207"/>
                    <a:pt x="772900" y="918906"/>
                    <a:pt x="770537" y="915048"/>
                  </a:cubicBezTo>
                  <a:close/>
                  <a:moveTo>
                    <a:pt x="877458" y="915579"/>
                  </a:moveTo>
                  <a:cubicBezTo>
                    <a:pt x="878591" y="913747"/>
                    <a:pt x="880254" y="912252"/>
                    <a:pt x="881170" y="912252"/>
                  </a:cubicBezTo>
                  <a:cubicBezTo>
                    <a:pt x="882087" y="912252"/>
                    <a:pt x="881918" y="913747"/>
                    <a:pt x="880785" y="915579"/>
                  </a:cubicBezTo>
                  <a:cubicBezTo>
                    <a:pt x="879652" y="917411"/>
                    <a:pt x="877988" y="918906"/>
                    <a:pt x="877072" y="918906"/>
                  </a:cubicBezTo>
                  <a:cubicBezTo>
                    <a:pt x="876156" y="918906"/>
                    <a:pt x="876325" y="917411"/>
                    <a:pt x="877458" y="915579"/>
                  </a:cubicBezTo>
                  <a:close/>
                  <a:moveTo>
                    <a:pt x="1145639" y="917242"/>
                  </a:moveTo>
                  <a:cubicBezTo>
                    <a:pt x="1145639" y="916326"/>
                    <a:pt x="1146387" y="915579"/>
                    <a:pt x="1147303" y="915579"/>
                  </a:cubicBezTo>
                  <a:cubicBezTo>
                    <a:pt x="1148219" y="915579"/>
                    <a:pt x="1148966" y="916326"/>
                    <a:pt x="1148966" y="917242"/>
                  </a:cubicBezTo>
                  <a:cubicBezTo>
                    <a:pt x="1148966" y="918158"/>
                    <a:pt x="1148219" y="918906"/>
                    <a:pt x="1147303" y="918906"/>
                  </a:cubicBezTo>
                  <a:cubicBezTo>
                    <a:pt x="1146387" y="918906"/>
                    <a:pt x="1145639" y="918158"/>
                    <a:pt x="1145639" y="917242"/>
                  </a:cubicBezTo>
                  <a:close/>
                  <a:moveTo>
                    <a:pt x="552622" y="910564"/>
                  </a:moveTo>
                  <a:cubicBezTo>
                    <a:pt x="552622" y="909648"/>
                    <a:pt x="553369" y="908901"/>
                    <a:pt x="554285" y="908901"/>
                  </a:cubicBezTo>
                  <a:cubicBezTo>
                    <a:pt x="555201" y="908901"/>
                    <a:pt x="555949" y="909648"/>
                    <a:pt x="555949" y="910564"/>
                  </a:cubicBezTo>
                  <a:cubicBezTo>
                    <a:pt x="555949" y="911480"/>
                    <a:pt x="555201" y="912252"/>
                    <a:pt x="554285" y="912252"/>
                  </a:cubicBezTo>
                  <a:cubicBezTo>
                    <a:pt x="553369" y="912252"/>
                    <a:pt x="552622" y="911480"/>
                    <a:pt x="552622" y="910564"/>
                  </a:cubicBezTo>
                  <a:close/>
                  <a:moveTo>
                    <a:pt x="1095663" y="910564"/>
                  </a:moveTo>
                  <a:cubicBezTo>
                    <a:pt x="1095663" y="909648"/>
                    <a:pt x="1096410" y="908901"/>
                    <a:pt x="1097326" y="908901"/>
                  </a:cubicBezTo>
                  <a:cubicBezTo>
                    <a:pt x="1098242" y="908901"/>
                    <a:pt x="1099014" y="909648"/>
                    <a:pt x="1099014" y="910564"/>
                  </a:cubicBezTo>
                  <a:cubicBezTo>
                    <a:pt x="1099014" y="911480"/>
                    <a:pt x="1098242" y="912252"/>
                    <a:pt x="1097326" y="912252"/>
                  </a:cubicBezTo>
                  <a:cubicBezTo>
                    <a:pt x="1096410" y="912252"/>
                    <a:pt x="1095663" y="911480"/>
                    <a:pt x="1095663" y="910564"/>
                  </a:cubicBezTo>
                  <a:close/>
                  <a:moveTo>
                    <a:pt x="505996" y="903910"/>
                  </a:moveTo>
                  <a:cubicBezTo>
                    <a:pt x="505996" y="902994"/>
                    <a:pt x="506744" y="902247"/>
                    <a:pt x="507660" y="902247"/>
                  </a:cubicBezTo>
                  <a:cubicBezTo>
                    <a:pt x="508576" y="902247"/>
                    <a:pt x="509323" y="902994"/>
                    <a:pt x="509323" y="903910"/>
                  </a:cubicBezTo>
                  <a:cubicBezTo>
                    <a:pt x="509323" y="904826"/>
                    <a:pt x="508576" y="905574"/>
                    <a:pt x="507660" y="905574"/>
                  </a:cubicBezTo>
                  <a:cubicBezTo>
                    <a:pt x="506744" y="905574"/>
                    <a:pt x="505996" y="904826"/>
                    <a:pt x="505996" y="903910"/>
                  </a:cubicBezTo>
                  <a:close/>
                  <a:moveTo>
                    <a:pt x="753878" y="901740"/>
                  </a:moveTo>
                  <a:lnTo>
                    <a:pt x="751492" y="897883"/>
                  </a:lnTo>
                  <a:lnTo>
                    <a:pt x="755349" y="900270"/>
                  </a:lnTo>
                  <a:cubicBezTo>
                    <a:pt x="759182" y="902633"/>
                    <a:pt x="760484" y="905574"/>
                    <a:pt x="757711" y="905574"/>
                  </a:cubicBezTo>
                  <a:cubicBezTo>
                    <a:pt x="756916" y="905574"/>
                    <a:pt x="755180" y="903838"/>
                    <a:pt x="753878" y="901740"/>
                  </a:cubicBezTo>
                  <a:close/>
                  <a:moveTo>
                    <a:pt x="892454" y="903910"/>
                  </a:moveTo>
                  <a:cubicBezTo>
                    <a:pt x="892454" y="902994"/>
                    <a:pt x="893201" y="902247"/>
                    <a:pt x="894117" y="902247"/>
                  </a:cubicBezTo>
                  <a:cubicBezTo>
                    <a:pt x="895033" y="902247"/>
                    <a:pt x="895781" y="902994"/>
                    <a:pt x="895781" y="903910"/>
                  </a:cubicBezTo>
                  <a:cubicBezTo>
                    <a:pt x="895781" y="904826"/>
                    <a:pt x="895033" y="905574"/>
                    <a:pt x="894117" y="905574"/>
                  </a:cubicBezTo>
                  <a:cubicBezTo>
                    <a:pt x="893201" y="905574"/>
                    <a:pt x="892454" y="904826"/>
                    <a:pt x="892454" y="903910"/>
                  </a:cubicBezTo>
                  <a:close/>
                  <a:moveTo>
                    <a:pt x="1142312" y="903910"/>
                  </a:moveTo>
                  <a:cubicBezTo>
                    <a:pt x="1142312" y="902994"/>
                    <a:pt x="1143060" y="902247"/>
                    <a:pt x="1143976" y="902247"/>
                  </a:cubicBezTo>
                  <a:cubicBezTo>
                    <a:pt x="1144893" y="902247"/>
                    <a:pt x="1145639" y="902994"/>
                    <a:pt x="1145639" y="903910"/>
                  </a:cubicBezTo>
                  <a:cubicBezTo>
                    <a:pt x="1145639" y="904826"/>
                    <a:pt x="1144893" y="905574"/>
                    <a:pt x="1143976" y="905574"/>
                  </a:cubicBezTo>
                  <a:cubicBezTo>
                    <a:pt x="1143060" y="905574"/>
                    <a:pt x="1142312" y="904826"/>
                    <a:pt x="1142312" y="903910"/>
                  </a:cubicBezTo>
                  <a:close/>
                  <a:moveTo>
                    <a:pt x="555949" y="900583"/>
                  </a:moveTo>
                  <a:cubicBezTo>
                    <a:pt x="555949" y="899667"/>
                    <a:pt x="556721" y="898920"/>
                    <a:pt x="557637" y="898920"/>
                  </a:cubicBezTo>
                  <a:cubicBezTo>
                    <a:pt x="558553" y="898920"/>
                    <a:pt x="559300" y="899667"/>
                    <a:pt x="559300" y="900583"/>
                  </a:cubicBezTo>
                  <a:cubicBezTo>
                    <a:pt x="559300" y="901499"/>
                    <a:pt x="558553" y="902247"/>
                    <a:pt x="557637" y="902247"/>
                  </a:cubicBezTo>
                  <a:cubicBezTo>
                    <a:pt x="556721" y="902247"/>
                    <a:pt x="555949" y="901499"/>
                    <a:pt x="555949" y="900583"/>
                  </a:cubicBezTo>
                  <a:close/>
                  <a:moveTo>
                    <a:pt x="1092336" y="900583"/>
                  </a:moveTo>
                  <a:cubicBezTo>
                    <a:pt x="1092336" y="899667"/>
                    <a:pt x="1093083" y="898920"/>
                    <a:pt x="1093999" y="898920"/>
                  </a:cubicBezTo>
                  <a:cubicBezTo>
                    <a:pt x="1094916" y="898920"/>
                    <a:pt x="1095663" y="899667"/>
                    <a:pt x="1095663" y="900583"/>
                  </a:cubicBezTo>
                  <a:cubicBezTo>
                    <a:pt x="1095663" y="901499"/>
                    <a:pt x="1094916" y="902247"/>
                    <a:pt x="1093999" y="902247"/>
                  </a:cubicBezTo>
                  <a:cubicBezTo>
                    <a:pt x="1093083" y="902247"/>
                    <a:pt x="1092336" y="901499"/>
                    <a:pt x="1092336" y="900583"/>
                  </a:cubicBezTo>
                  <a:close/>
                  <a:moveTo>
                    <a:pt x="509323" y="892242"/>
                  </a:moveTo>
                  <a:cubicBezTo>
                    <a:pt x="509323" y="889807"/>
                    <a:pt x="510311" y="888819"/>
                    <a:pt x="511541" y="890024"/>
                  </a:cubicBezTo>
                  <a:cubicBezTo>
                    <a:pt x="512771" y="891253"/>
                    <a:pt x="512771" y="893255"/>
                    <a:pt x="511541" y="894484"/>
                  </a:cubicBezTo>
                  <a:cubicBezTo>
                    <a:pt x="510311" y="895689"/>
                    <a:pt x="509323" y="894701"/>
                    <a:pt x="509323" y="892242"/>
                  </a:cubicBezTo>
                  <a:close/>
                  <a:moveTo>
                    <a:pt x="1138985" y="892242"/>
                  </a:moveTo>
                  <a:cubicBezTo>
                    <a:pt x="1138985" y="889807"/>
                    <a:pt x="1139974" y="888819"/>
                    <a:pt x="1141204" y="890024"/>
                  </a:cubicBezTo>
                  <a:cubicBezTo>
                    <a:pt x="1142433" y="891253"/>
                    <a:pt x="1142433" y="893255"/>
                    <a:pt x="1141204" y="894484"/>
                  </a:cubicBezTo>
                  <a:cubicBezTo>
                    <a:pt x="1139974" y="895689"/>
                    <a:pt x="1138985" y="894701"/>
                    <a:pt x="1138985" y="892242"/>
                  </a:cubicBezTo>
                  <a:close/>
                  <a:moveTo>
                    <a:pt x="559300" y="890579"/>
                  </a:moveTo>
                  <a:cubicBezTo>
                    <a:pt x="559300" y="889662"/>
                    <a:pt x="560048" y="888915"/>
                    <a:pt x="560963" y="888915"/>
                  </a:cubicBezTo>
                  <a:cubicBezTo>
                    <a:pt x="561879" y="888915"/>
                    <a:pt x="562627" y="889662"/>
                    <a:pt x="562627" y="890579"/>
                  </a:cubicBezTo>
                  <a:cubicBezTo>
                    <a:pt x="562627" y="891495"/>
                    <a:pt x="561879" y="892242"/>
                    <a:pt x="560963" y="892242"/>
                  </a:cubicBezTo>
                  <a:cubicBezTo>
                    <a:pt x="560048" y="892242"/>
                    <a:pt x="559300" y="891495"/>
                    <a:pt x="559300" y="890579"/>
                  </a:cubicBezTo>
                  <a:close/>
                  <a:moveTo>
                    <a:pt x="737220" y="888408"/>
                  </a:moveTo>
                  <a:lnTo>
                    <a:pt x="734833" y="884552"/>
                  </a:lnTo>
                  <a:lnTo>
                    <a:pt x="738691" y="886938"/>
                  </a:lnTo>
                  <a:cubicBezTo>
                    <a:pt x="742524" y="889301"/>
                    <a:pt x="743825" y="892242"/>
                    <a:pt x="741053" y="892242"/>
                  </a:cubicBezTo>
                  <a:cubicBezTo>
                    <a:pt x="740257" y="892242"/>
                    <a:pt x="738521" y="890530"/>
                    <a:pt x="737220" y="888408"/>
                  </a:cubicBezTo>
                  <a:close/>
                  <a:moveTo>
                    <a:pt x="815813" y="890579"/>
                  </a:moveTo>
                  <a:cubicBezTo>
                    <a:pt x="815813" y="889662"/>
                    <a:pt x="816560" y="888915"/>
                    <a:pt x="817476" y="888915"/>
                  </a:cubicBezTo>
                  <a:cubicBezTo>
                    <a:pt x="818393" y="888915"/>
                    <a:pt x="819164" y="889662"/>
                    <a:pt x="819164" y="890579"/>
                  </a:cubicBezTo>
                  <a:cubicBezTo>
                    <a:pt x="819164" y="891495"/>
                    <a:pt x="818393" y="892242"/>
                    <a:pt x="817476" y="892242"/>
                  </a:cubicBezTo>
                  <a:cubicBezTo>
                    <a:pt x="816560" y="892242"/>
                    <a:pt x="815813" y="891495"/>
                    <a:pt x="815813" y="890579"/>
                  </a:cubicBezTo>
                  <a:close/>
                  <a:moveTo>
                    <a:pt x="832472" y="890579"/>
                  </a:moveTo>
                  <a:cubicBezTo>
                    <a:pt x="832472" y="889662"/>
                    <a:pt x="833219" y="888915"/>
                    <a:pt x="834135" y="888915"/>
                  </a:cubicBezTo>
                  <a:cubicBezTo>
                    <a:pt x="835051" y="888915"/>
                    <a:pt x="835799" y="889662"/>
                    <a:pt x="835799" y="890579"/>
                  </a:cubicBezTo>
                  <a:cubicBezTo>
                    <a:pt x="835799" y="891495"/>
                    <a:pt x="835051" y="892242"/>
                    <a:pt x="834135" y="892242"/>
                  </a:cubicBezTo>
                  <a:cubicBezTo>
                    <a:pt x="833219" y="892242"/>
                    <a:pt x="832472" y="891495"/>
                    <a:pt x="832472" y="890579"/>
                  </a:cubicBezTo>
                  <a:close/>
                  <a:moveTo>
                    <a:pt x="910776" y="888915"/>
                  </a:moveTo>
                  <a:cubicBezTo>
                    <a:pt x="911909" y="887082"/>
                    <a:pt x="913573" y="885588"/>
                    <a:pt x="914489" y="885588"/>
                  </a:cubicBezTo>
                  <a:cubicBezTo>
                    <a:pt x="915405" y="885588"/>
                    <a:pt x="915236" y="887082"/>
                    <a:pt x="914103" y="888915"/>
                  </a:cubicBezTo>
                  <a:cubicBezTo>
                    <a:pt x="912969" y="890747"/>
                    <a:pt x="911282" y="892242"/>
                    <a:pt x="910366" y="892242"/>
                  </a:cubicBezTo>
                  <a:cubicBezTo>
                    <a:pt x="909450" y="892242"/>
                    <a:pt x="909642" y="890747"/>
                    <a:pt x="910776" y="888915"/>
                  </a:cubicBezTo>
                  <a:close/>
                  <a:moveTo>
                    <a:pt x="1089009" y="890579"/>
                  </a:moveTo>
                  <a:cubicBezTo>
                    <a:pt x="1089009" y="889662"/>
                    <a:pt x="1089756" y="888915"/>
                    <a:pt x="1090672" y="888915"/>
                  </a:cubicBezTo>
                  <a:cubicBezTo>
                    <a:pt x="1091589" y="888915"/>
                    <a:pt x="1092336" y="889662"/>
                    <a:pt x="1092336" y="890579"/>
                  </a:cubicBezTo>
                  <a:cubicBezTo>
                    <a:pt x="1092336" y="891495"/>
                    <a:pt x="1091589" y="892242"/>
                    <a:pt x="1090672" y="892242"/>
                  </a:cubicBezTo>
                  <a:cubicBezTo>
                    <a:pt x="1089756" y="892242"/>
                    <a:pt x="1089009" y="891495"/>
                    <a:pt x="1089009" y="890579"/>
                  </a:cubicBezTo>
                  <a:close/>
                  <a:moveTo>
                    <a:pt x="512650" y="883925"/>
                  </a:moveTo>
                  <a:cubicBezTo>
                    <a:pt x="512650" y="883008"/>
                    <a:pt x="513398" y="882261"/>
                    <a:pt x="514314" y="882261"/>
                  </a:cubicBezTo>
                  <a:cubicBezTo>
                    <a:pt x="515230" y="882261"/>
                    <a:pt x="515977" y="883008"/>
                    <a:pt x="515977" y="883925"/>
                  </a:cubicBezTo>
                  <a:cubicBezTo>
                    <a:pt x="515977" y="884841"/>
                    <a:pt x="515230" y="885588"/>
                    <a:pt x="514314" y="885588"/>
                  </a:cubicBezTo>
                  <a:cubicBezTo>
                    <a:pt x="513398" y="885588"/>
                    <a:pt x="512650" y="884841"/>
                    <a:pt x="512650" y="883925"/>
                  </a:cubicBezTo>
                  <a:close/>
                  <a:moveTo>
                    <a:pt x="562627" y="883925"/>
                  </a:moveTo>
                  <a:cubicBezTo>
                    <a:pt x="562627" y="883008"/>
                    <a:pt x="563374" y="882261"/>
                    <a:pt x="564290" y="882261"/>
                  </a:cubicBezTo>
                  <a:cubicBezTo>
                    <a:pt x="565206" y="882261"/>
                    <a:pt x="565954" y="883008"/>
                    <a:pt x="565954" y="883925"/>
                  </a:cubicBezTo>
                  <a:cubicBezTo>
                    <a:pt x="565954" y="884841"/>
                    <a:pt x="565206" y="885588"/>
                    <a:pt x="564290" y="885588"/>
                  </a:cubicBezTo>
                  <a:cubicBezTo>
                    <a:pt x="563374" y="885588"/>
                    <a:pt x="562627" y="884841"/>
                    <a:pt x="562627" y="883925"/>
                  </a:cubicBezTo>
                  <a:close/>
                  <a:moveTo>
                    <a:pt x="1085682" y="883925"/>
                  </a:moveTo>
                  <a:cubicBezTo>
                    <a:pt x="1085682" y="883008"/>
                    <a:pt x="1086429" y="882261"/>
                    <a:pt x="1087345" y="882261"/>
                  </a:cubicBezTo>
                  <a:cubicBezTo>
                    <a:pt x="1088262" y="882261"/>
                    <a:pt x="1089009" y="883008"/>
                    <a:pt x="1089009" y="883925"/>
                  </a:cubicBezTo>
                  <a:cubicBezTo>
                    <a:pt x="1089009" y="884841"/>
                    <a:pt x="1088262" y="885588"/>
                    <a:pt x="1087345" y="885588"/>
                  </a:cubicBezTo>
                  <a:cubicBezTo>
                    <a:pt x="1086429" y="885588"/>
                    <a:pt x="1085682" y="884841"/>
                    <a:pt x="1085682" y="883925"/>
                  </a:cubicBezTo>
                  <a:close/>
                  <a:moveTo>
                    <a:pt x="1135658" y="883925"/>
                  </a:moveTo>
                  <a:cubicBezTo>
                    <a:pt x="1135658" y="883008"/>
                    <a:pt x="1136406" y="882261"/>
                    <a:pt x="1137322" y="882261"/>
                  </a:cubicBezTo>
                  <a:cubicBezTo>
                    <a:pt x="1138239" y="882261"/>
                    <a:pt x="1138985" y="883008"/>
                    <a:pt x="1138985" y="883925"/>
                  </a:cubicBezTo>
                  <a:cubicBezTo>
                    <a:pt x="1138985" y="884841"/>
                    <a:pt x="1138239" y="885588"/>
                    <a:pt x="1137322" y="885588"/>
                  </a:cubicBezTo>
                  <a:cubicBezTo>
                    <a:pt x="1136406" y="885588"/>
                    <a:pt x="1135658" y="884841"/>
                    <a:pt x="1135658" y="883925"/>
                  </a:cubicBezTo>
                  <a:close/>
                  <a:moveTo>
                    <a:pt x="802505" y="880598"/>
                  </a:moveTo>
                  <a:cubicBezTo>
                    <a:pt x="802505" y="879681"/>
                    <a:pt x="803252" y="878934"/>
                    <a:pt x="804168" y="878934"/>
                  </a:cubicBezTo>
                  <a:cubicBezTo>
                    <a:pt x="805085" y="878934"/>
                    <a:pt x="805832" y="879681"/>
                    <a:pt x="805832" y="880598"/>
                  </a:cubicBezTo>
                  <a:cubicBezTo>
                    <a:pt x="805832" y="881514"/>
                    <a:pt x="805085" y="882261"/>
                    <a:pt x="804168" y="882261"/>
                  </a:cubicBezTo>
                  <a:cubicBezTo>
                    <a:pt x="803252" y="882261"/>
                    <a:pt x="802505" y="881514"/>
                    <a:pt x="802505" y="880598"/>
                  </a:cubicBezTo>
                  <a:close/>
                  <a:moveTo>
                    <a:pt x="845804" y="880598"/>
                  </a:moveTo>
                  <a:cubicBezTo>
                    <a:pt x="845804" y="879681"/>
                    <a:pt x="846551" y="878934"/>
                    <a:pt x="847467" y="878934"/>
                  </a:cubicBezTo>
                  <a:cubicBezTo>
                    <a:pt x="848383" y="878934"/>
                    <a:pt x="849131" y="879681"/>
                    <a:pt x="849131" y="880598"/>
                  </a:cubicBezTo>
                  <a:cubicBezTo>
                    <a:pt x="849131" y="881514"/>
                    <a:pt x="848383" y="882261"/>
                    <a:pt x="847467" y="882261"/>
                  </a:cubicBezTo>
                  <a:cubicBezTo>
                    <a:pt x="846551" y="882261"/>
                    <a:pt x="845804" y="881514"/>
                    <a:pt x="845804" y="880598"/>
                  </a:cubicBezTo>
                  <a:close/>
                  <a:moveTo>
                    <a:pt x="565954" y="877271"/>
                  </a:moveTo>
                  <a:cubicBezTo>
                    <a:pt x="565954" y="876354"/>
                    <a:pt x="566701" y="875583"/>
                    <a:pt x="567617" y="875583"/>
                  </a:cubicBezTo>
                  <a:cubicBezTo>
                    <a:pt x="568533" y="875583"/>
                    <a:pt x="569281" y="876354"/>
                    <a:pt x="569281" y="877271"/>
                  </a:cubicBezTo>
                  <a:cubicBezTo>
                    <a:pt x="569281" y="878187"/>
                    <a:pt x="568533" y="878934"/>
                    <a:pt x="567617" y="878934"/>
                  </a:cubicBezTo>
                  <a:cubicBezTo>
                    <a:pt x="566701" y="878934"/>
                    <a:pt x="565954" y="878187"/>
                    <a:pt x="565954" y="877271"/>
                  </a:cubicBezTo>
                  <a:close/>
                  <a:moveTo>
                    <a:pt x="1082355" y="877271"/>
                  </a:moveTo>
                  <a:cubicBezTo>
                    <a:pt x="1082355" y="876354"/>
                    <a:pt x="1083102" y="875583"/>
                    <a:pt x="1084018" y="875583"/>
                  </a:cubicBezTo>
                  <a:cubicBezTo>
                    <a:pt x="1084935" y="875583"/>
                    <a:pt x="1085682" y="876354"/>
                    <a:pt x="1085682" y="877271"/>
                  </a:cubicBezTo>
                  <a:cubicBezTo>
                    <a:pt x="1085682" y="878187"/>
                    <a:pt x="1084935" y="878934"/>
                    <a:pt x="1084018" y="878934"/>
                  </a:cubicBezTo>
                  <a:cubicBezTo>
                    <a:pt x="1083102" y="878934"/>
                    <a:pt x="1082355" y="878187"/>
                    <a:pt x="1082355" y="877271"/>
                  </a:cubicBezTo>
                  <a:close/>
                  <a:moveTo>
                    <a:pt x="515977" y="873920"/>
                  </a:moveTo>
                  <a:cubicBezTo>
                    <a:pt x="515977" y="873004"/>
                    <a:pt x="516725" y="872256"/>
                    <a:pt x="517641" y="872256"/>
                  </a:cubicBezTo>
                  <a:cubicBezTo>
                    <a:pt x="518557" y="872256"/>
                    <a:pt x="519304" y="873004"/>
                    <a:pt x="519304" y="873920"/>
                  </a:cubicBezTo>
                  <a:cubicBezTo>
                    <a:pt x="519304" y="874836"/>
                    <a:pt x="518557" y="875583"/>
                    <a:pt x="517641" y="875583"/>
                  </a:cubicBezTo>
                  <a:cubicBezTo>
                    <a:pt x="516725" y="875583"/>
                    <a:pt x="515977" y="874836"/>
                    <a:pt x="515977" y="873920"/>
                  </a:cubicBezTo>
                  <a:close/>
                  <a:moveTo>
                    <a:pt x="1132308" y="873920"/>
                  </a:moveTo>
                  <a:cubicBezTo>
                    <a:pt x="1132308" y="873004"/>
                    <a:pt x="1133079" y="872256"/>
                    <a:pt x="1133971" y="872256"/>
                  </a:cubicBezTo>
                  <a:cubicBezTo>
                    <a:pt x="1134887" y="872256"/>
                    <a:pt x="1135658" y="873004"/>
                    <a:pt x="1135658" y="873920"/>
                  </a:cubicBezTo>
                  <a:cubicBezTo>
                    <a:pt x="1135658" y="874836"/>
                    <a:pt x="1134887" y="875583"/>
                    <a:pt x="1133971" y="875583"/>
                  </a:cubicBezTo>
                  <a:cubicBezTo>
                    <a:pt x="1133079" y="875583"/>
                    <a:pt x="1132308" y="874836"/>
                    <a:pt x="1132308" y="873920"/>
                  </a:cubicBezTo>
                  <a:close/>
                  <a:moveTo>
                    <a:pt x="710556" y="864758"/>
                  </a:moveTo>
                  <a:lnTo>
                    <a:pt x="704215" y="857260"/>
                  </a:lnTo>
                  <a:lnTo>
                    <a:pt x="711713" y="863625"/>
                  </a:lnTo>
                  <a:cubicBezTo>
                    <a:pt x="718752" y="869580"/>
                    <a:pt x="720729" y="872256"/>
                    <a:pt x="718053" y="872256"/>
                  </a:cubicBezTo>
                  <a:cubicBezTo>
                    <a:pt x="717427" y="872256"/>
                    <a:pt x="714052" y="868881"/>
                    <a:pt x="710556" y="864758"/>
                  </a:cubicBezTo>
                  <a:close/>
                  <a:moveTo>
                    <a:pt x="787172" y="868423"/>
                  </a:moveTo>
                  <a:lnTo>
                    <a:pt x="784810" y="864566"/>
                  </a:lnTo>
                  <a:lnTo>
                    <a:pt x="788643" y="866952"/>
                  </a:lnTo>
                  <a:cubicBezTo>
                    <a:pt x="790764" y="868254"/>
                    <a:pt x="792500" y="869990"/>
                    <a:pt x="792500" y="870785"/>
                  </a:cubicBezTo>
                  <a:cubicBezTo>
                    <a:pt x="792500" y="873582"/>
                    <a:pt x="789559" y="872256"/>
                    <a:pt x="787172" y="868423"/>
                  </a:cubicBezTo>
                  <a:close/>
                  <a:moveTo>
                    <a:pt x="860799" y="868929"/>
                  </a:moveTo>
                  <a:cubicBezTo>
                    <a:pt x="861933" y="867097"/>
                    <a:pt x="863596" y="865602"/>
                    <a:pt x="864512" y="865602"/>
                  </a:cubicBezTo>
                  <a:cubicBezTo>
                    <a:pt x="865428" y="865602"/>
                    <a:pt x="865260" y="867097"/>
                    <a:pt x="864126" y="868929"/>
                  </a:cubicBezTo>
                  <a:cubicBezTo>
                    <a:pt x="862993" y="870761"/>
                    <a:pt x="861329" y="872256"/>
                    <a:pt x="860413" y="872256"/>
                  </a:cubicBezTo>
                  <a:cubicBezTo>
                    <a:pt x="859497" y="872256"/>
                    <a:pt x="859666" y="870761"/>
                    <a:pt x="860799" y="868929"/>
                  </a:cubicBezTo>
                  <a:close/>
                  <a:moveTo>
                    <a:pt x="937415" y="865602"/>
                  </a:moveTo>
                  <a:cubicBezTo>
                    <a:pt x="940742" y="861937"/>
                    <a:pt x="944190" y="858948"/>
                    <a:pt x="945106" y="858948"/>
                  </a:cubicBezTo>
                  <a:cubicBezTo>
                    <a:pt x="946022" y="858948"/>
                    <a:pt x="944069" y="861937"/>
                    <a:pt x="940742" y="865602"/>
                  </a:cubicBezTo>
                  <a:cubicBezTo>
                    <a:pt x="937440" y="869267"/>
                    <a:pt x="933968" y="872256"/>
                    <a:pt x="933052" y="872256"/>
                  </a:cubicBezTo>
                  <a:cubicBezTo>
                    <a:pt x="932136" y="872256"/>
                    <a:pt x="934113" y="869267"/>
                    <a:pt x="937415" y="865602"/>
                  </a:cubicBezTo>
                  <a:close/>
                  <a:moveTo>
                    <a:pt x="1128981" y="867266"/>
                  </a:moveTo>
                  <a:cubicBezTo>
                    <a:pt x="1128981" y="866350"/>
                    <a:pt x="1129728" y="865602"/>
                    <a:pt x="1130644" y="865602"/>
                  </a:cubicBezTo>
                  <a:cubicBezTo>
                    <a:pt x="1131560" y="865602"/>
                    <a:pt x="1132308" y="866350"/>
                    <a:pt x="1132308" y="867266"/>
                  </a:cubicBezTo>
                  <a:cubicBezTo>
                    <a:pt x="1132308" y="868182"/>
                    <a:pt x="1131560" y="868929"/>
                    <a:pt x="1130644" y="868929"/>
                  </a:cubicBezTo>
                  <a:cubicBezTo>
                    <a:pt x="1129728" y="868929"/>
                    <a:pt x="1128981" y="868182"/>
                    <a:pt x="1128981" y="867266"/>
                  </a:cubicBezTo>
                  <a:close/>
                  <a:moveTo>
                    <a:pt x="522655" y="857260"/>
                  </a:moveTo>
                  <a:cubicBezTo>
                    <a:pt x="522655" y="856344"/>
                    <a:pt x="523402" y="855597"/>
                    <a:pt x="524318" y="855597"/>
                  </a:cubicBezTo>
                  <a:cubicBezTo>
                    <a:pt x="525235" y="855597"/>
                    <a:pt x="525982" y="856344"/>
                    <a:pt x="525982" y="857260"/>
                  </a:cubicBezTo>
                  <a:cubicBezTo>
                    <a:pt x="525982" y="858176"/>
                    <a:pt x="525235" y="858948"/>
                    <a:pt x="524318" y="858948"/>
                  </a:cubicBezTo>
                  <a:cubicBezTo>
                    <a:pt x="523402" y="858948"/>
                    <a:pt x="522655" y="858176"/>
                    <a:pt x="522655" y="857260"/>
                  </a:cubicBezTo>
                  <a:close/>
                  <a:moveTo>
                    <a:pt x="768753" y="853114"/>
                  </a:moveTo>
                  <a:lnTo>
                    <a:pt x="764173" y="847280"/>
                  </a:lnTo>
                  <a:lnTo>
                    <a:pt x="770007" y="851860"/>
                  </a:lnTo>
                  <a:cubicBezTo>
                    <a:pt x="775552" y="856200"/>
                    <a:pt x="777336" y="858948"/>
                    <a:pt x="774588" y="858948"/>
                  </a:cubicBezTo>
                  <a:cubicBezTo>
                    <a:pt x="773889" y="858948"/>
                    <a:pt x="771261" y="856320"/>
                    <a:pt x="768753" y="853114"/>
                  </a:cubicBezTo>
                  <a:close/>
                  <a:moveTo>
                    <a:pt x="1125654" y="857260"/>
                  </a:moveTo>
                  <a:cubicBezTo>
                    <a:pt x="1125654" y="856344"/>
                    <a:pt x="1126401" y="855597"/>
                    <a:pt x="1127317" y="855597"/>
                  </a:cubicBezTo>
                  <a:cubicBezTo>
                    <a:pt x="1128233" y="855597"/>
                    <a:pt x="1128981" y="856344"/>
                    <a:pt x="1128981" y="857260"/>
                  </a:cubicBezTo>
                  <a:cubicBezTo>
                    <a:pt x="1128981" y="858176"/>
                    <a:pt x="1128233" y="858948"/>
                    <a:pt x="1127317" y="858948"/>
                  </a:cubicBezTo>
                  <a:cubicBezTo>
                    <a:pt x="1126401" y="858948"/>
                    <a:pt x="1125654" y="858176"/>
                    <a:pt x="1125654" y="857260"/>
                  </a:cubicBezTo>
                  <a:close/>
                  <a:moveTo>
                    <a:pt x="880785" y="852270"/>
                  </a:moveTo>
                  <a:cubicBezTo>
                    <a:pt x="881918" y="850438"/>
                    <a:pt x="883606" y="848943"/>
                    <a:pt x="884522" y="848943"/>
                  </a:cubicBezTo>
                  <a:cubicBezTo>
                    <a:pt x="885438" y="848943"/>
                    <a:pt x="885245" y="850438"/>
                    <a:pt x="884112" y="852270"/>
                  </a:cubicBezTo>
                  <a:cubicBezTo>
                    <a:pt x="882979" y="854103"/>
                    <a:pt x="881315" y="855597"/>
                    <a:pt x="880399" y="855597"/>
                  </a:cubicBezTo>
                  <a:cubicBezTo>
                    <a:pt x="879483" y="855597"/>
                    <a:pt x="879652" y="854103"/>
                    <a:pt x="880785" y="852270"/>
                  </a:cubicBezTo>
                  <a:close/>
                  <a:moveTo>
                    <a:pt x="525982" y="850607"/>
                  </a:moveTo>
                  <a:cubicBezTo>
                    <a:pt x="525982" y="849691"/>
                    <a:pt x="526729" y="848943"/>
                    <a:pt x="527645" y="848943"/>
                  </a:cubicBezTo>
                  <a:cubicBezTo>
                    <a:pt x="528562" y="848943"/>
                    <a:pt x="529309" y="849691"/>
                    <a:pt x="529309" y="850607"/>
                  </a:cubicBezTo>
                  <a:cubicBezTo>
                    <a:pt x="529309" y="851522"/>
                    <a:pt x="528562" y="852270"/>
                    <a:pt x="527645" y="852270"/>
                  </a:cubicBezTo>
                  <a:cubicBezTo>
                    <a:pt x="526729" y="852270"/>
                    <a:pt x="525982" y="851522"/>
                    <a:pt x="525982" y="850607"/>
                  </a:cubicBezTo>
                  <a:close/>
                  <a:moveTo>
                    <a:pt x="1069023" y="850607"/>
                  </a:moveTo>
                  <a:cubicBezTo>
                    <a:pt x="1069023" y="849691"/>
                    <a:pt x="1069770" y="848943"/>
                    <a:pt x="1070687" y="848943"/>
                  </a:cubicBezTo>
                  <a:cubicBezTo>
                    <a:pt x="1071603" y="848943"/>
                    <a:pt x="1072350" y="849691"/>
                    <a:pt x="1072350" y="850607"/>
                  </a:cubicBezTo>
                  <a:cubicBezTo>
                    <a:pt x="1072350" y="851522"/>
                    <a:pt x="1071603" y="852270"/>
                    <a:pt x="1070687" y="852270"/>
                  </a:cubicBezTo>
                  <a:cubicBezTo>
                    <a:pt x="1069770" y="852270"/>
                    <a:pt x="1069023" y="851522"/>
                    <a:pt x="1069023" y="850607"/>
                  </a:cubicBezTo>
                  <a:close/>
                  <a:moveTo>
                    <a:pt x="1122327" y="850607"/>
                  </a:moveTo>
                  <a:cubicBezTo>
                    <a:pt x="1122327" y="849691"/>
                    <a:pt x="1123074" y="848943"/>
                    <a:pt x="1123990" y="848943"/>
                  </a:cubicBezTo>
                  <a:cubicBezTo>
                    <a:pt x="1124906" y="848943"/>
                    <a:pt x="1125654" y="849691"/>
                    <a:pt x="1125654" y="850607"/>
                  </a:cubicBezTo>
                  <a:cubicBezTo>
                    <a:pt x="1125654" y="851522"/>
                    <a:pt x="1124906" y="852270"/>
                    <a:pt x="1123990" y="852270"/>
                  </a:cubicBezTo>
                  <a:cubicBezTo>
                    <a:pt x="1123074" y="852270"/>
                    <a:pt x="1122327" y="851522"/>
                    <a:pt x="1122327" y="850607"/>
                  </a:cubicBezTo>
                  <a:close/>
                  <a:moveTo>
                    <a:pt x="529309" y="843953"/>
                  </a:moveTo>
                  <a:cubicBezTo>
                    <a:pt x="529309" y="843037"/>
                    <a:pt x="530056" y="842289"/>
                    <a:pt x="530972" y="842289"/>
                  </a:cubicBezTo>
                  <a:cubicBezTo>
                    <a:pt x="531889" y="842289"/>
                    <a:pt x="532636" y="843037"/>
                    <a:pt x="532636" y="843953"/>
                  </a:cubicBezTo>
                  <a:cubicBezTo>
                    <a:pt x="532636" y="844869"/>
                    <a:pt x="531889" y="845616"/>
                    <a:pt x="530972" y="845616"/>
                  </a:cubicBezTo>
                  <a:cubicBezTo>
                    <a:pt x="530056" y="845616"/>
                    <a:pt x="529309" y="844869"/>
                    <a:pt x="529309" y="843953"/>
                  </a:cubicBezTo>
                  <a:close/>
                  <a:moveTo>
                    <a:pt x="582613" y="843953"/>
                  </a:moveTo>
                  <a:cubicBezTo>
                    <a:pt x="582613" y="843037"/>
                    <a:pt x="583360" y="842289"/>
                    <a:pt x="584277" y="842289"/>
                  </a:cubicBezTo>
                  <a:cubicBezTo>
                    <a:pt x="585193" y="842289"/>
                    <a:pt x="585939" y="843037"/>
                    <a:pt x="585939" y="843953"/>
                  </a:cubicBezTo>
                  <a:cubicBezTo>
                    <a:pt x="585939" y="844869"/>
                    <a:pt x="585193" y="845616"/>
                    <a:pt x="584277" y="845616"/>
                  </a:cubicBezTo>
                  <a:cubicBezTo>
                    <a:pt x="583360" y="845616"/>
                    <a:pt x="582613" y="844869"/>
                    <a:pt x="582613" y="843953"/>
                  </a:cubicBezTo>
                  <a:close/>
                  <a:moveTo>
                    <a:pt x="1065696" y="843953"/>
                  </a:moveTo>
                  <a:cubicBezTo>
                    <a:pt x="1065696" y="843037"/>
                    <a:pt x="1066444" y="842289"/>
                    <a:pt x="1067360" y="842289"/>
                  </a:cubicBezTo>
                  <a:cubicBezTo>
                    <a:pt x="1068276" y="842289"/>
                    <a:pt x="1069023" y="843037"/>
                    <a:pt x="1069023" y="843953"/>
                  </a:cubicBezTo>
                  <a:cubicBezTo>
                    <a:pt x="1069023" y="844869"/>
                    <a:pt x="1068276" y="845616"/>
                    <a:pt x="1067360" y="845616"/>
                  </a:cubicBezTo>
                  <a:cubicBezTo>
                    <a:pt x="1066444" y="845616"/>
                    <a:pt x="1065696" y="844869"/>
                    <a:pt x="1065696" y="843953"/>
                  </a:cubicBezTo>
                  <a:close/>
                  <a:moveTo>
                    <a:pt x="1119000" y="843953"/>
                  </a:moveTo>
                  <a:cubicBezTo>
                    <a:pt x="1119000" y="843037"/>
                    <a:pt x="1119747" y="842289"/>
                    <a:pt x="1120663" y="842289"/>
                  </a:cubicBezTo>
                  <a:cubicBezTo>
                    <a:pt x="1121579" y="842289"/>
                    <a:pt x="1122327" y="843037"/>
                    <a:pt x="1122327" y="843953"/>
                  </a:cubicBezTo>
                  <a:cubicBezTo>
                    <a:pt x="1122327" y="844869"/>
                    <a:pt x="1121579" y="845616"/>
                    <a:pt x="1120663" y="845616"/>
                  </a:cubicBezTo>
                  <a:cubicBezTo>
                    <a:pt x="1119747" y="845616"/>
                    <a:pt x="1119000" y="844869"/>
                    <a:pt x="1119000" y="843953"/>
                  </a:cubicBezTo>
                  <a:close/>
                  <a:moveTo>
                    <a:pt x="532636" y="837275"/>
                  </a:moveTo>
                  <a:cubicBezTo>
                    <a:pt x="532636" y="836358"/>
                    <a:pt x="533383" y="835612"/>
                    <a:pt x="534299" y="835612"/>
                  </a:cubicBezTo>
                  <a:cubicBezTo>
                    <a:pt x="535216" y="835612"/>
                    <a:pt x="535963" y="836358"/>
                    <a:pt x="535963" y="837275"/>
                  </a:cubicBezTo>
                  <a:cubicBezTo>
                    <a:pt x="535963" y="838191"/>
                    <a:pt x="535216" y="838939"/>
                    <a:pt x="534299" y="838939"/>
                  </a:cubicBezTo>
                  <a:cubicBezTo>
                    <a:pt x="533383" y="838939"/>
                    <a:pt x="532636" y="838191"/>
                    <a:pt x="532636" y="837275"/>
                  </a:cubicBezTo>
                  <a:close/>
                  <a:moveTo>
                    <a:pt x="585939" y="837275"/>
                  </a:moveTo>
                  <a:cubicBezTo>
                    <a:pt x="585939" y="836358"/>
                    <a:pt x="586687" y="835612"/>
                    <a:pt x="587603" y="835612"/>
                  </a:cubicBezTo>
                  <a:cubicBezTo>
                    <a:pt x="588519" y="835612"/>
                    <a:pt x="589266" y="836358"/>
                    <a:pt x="589266" y="837275"/>
                  </a:cubicBezTo>
                  <a:cubicBezTo>
                    <a:pt x="589266" y="838191"/>
                    <a:pt x="588519" y="838939"/>
                    <a:pt x="587603" y="838939"/>
                  </a:cubicBezTo>
                  <a:cubicBezTo>
                    <a:pt x="586687" y="838939"/>
                    <a:pt x="585939" y="838191"/>
                    <a:pt x="585939" y="837275"/>
                  </a:cubicBezTo>
                  <a:close/>
                  <a:moveTo>
                    <a:pt x="742282" y="829777"/>
                  </a:moveTo>
                  <a:lnTo>
                    <a:pt x="734206" y="820616"/>
                  </a:lnTo>
                  <a:lnTo>
                    <a:pt x="743368" y="828692"/>
                  </a:lnTo>
                  <a:cubicBezTo>
                    <a:pt x="751926" y="836262"/>
                    <a:pt x="754047" y="838939"/>
                    <a:pt x="751444" y="838939"/>
                  </a:cubicBezTo>
                  <a:cubicBezTo>
                    <a:pt x="750841" y="838939"/>
                    <a:pt x="746718" y="834816"/>
                    <a:pt x="742282" y="829777"/>
                  </a:cubicBezTo>
                  <a:close/>
                  <a:moveTo>
                    <a:pt x="905761" y="830621"/>
                  </a:moveTo>
                  <a:cubicBezTo>
                    <a:pt x="910076" y="826041"/>
                    <a:pt x="914344" y="822279"/>
                    <a:pt x="915260" y="822279"/>
                  </a:cubicBezTo>
                  <a:cubicBezTo>
                    <a:pt x="916176" y="822279"/>
                    <a:pt x="913403" y="826041"/>
                    <a:pt x="909113" y="830621"/>
                  </a:cubicBezTo>
                  <a:cubicBezTo>
                    <a:pt x="904797" y="835201"/>
                    <a:pt x="900530" y="838939"/>
                    <a:pt x="899614" y="838939"/>
                  </a:cubicBezTo>
                  <a:cubicBezTo>
                    <a:pt x="898698" y="838939"/>
                    <a:pt x="901470" y="835201"/>
                    <a:pt x="905761" y="830621"/>
                  </a:cubicBezTo>
                  <a:close/>
                  <a:moveTo>
                    <a:pt x="1062345" y="837275"/>
                  </a:moveTo>
                  <a:cubicBezTo>
                    <a:pt x="1062345" y="836358"/>
                    <a:pt x="1063093" y="835612"/>
                    <a:pt x="1064009" y="835612"/>
                  </a:cubicBezTo>
                  <a:cubicBezTo>
                    <a:pt x="1064949" y="835612"/>
                    <a:pt x="1065696" y="836358"/>
                    <a:pt x="1065696" y="837275"/>
                  </a:cubicBezTo>
                  <a:cubicBezTo>
                    <a:pt x="1065696" y="838191"/>
                    <a:pt x="1064949" y="838939"/>
                    <a:pt x="1064009" y="838939"/>
                  </a:cubicBezTo>
                  <a:cubicBezTo>
                    <a:pt x="1063093" y="838939"/>
                    <a:pt x="1062345" y="838191"/>
                    <a:pt x="1062345" y="837275"/>
                  </a:cubicBezTo>
                  <a:close/>
                  <a:moveTo>
                    <a:pt x="1115649" y="837275"/>
                  </a:moveTo>
                  <a:cubicBezTo>
                    <a:pt x="1115649" y="836358"/>
                    <a:pt x="1116421" y="835612"/>
                    <a:pt x="1117337" y="835612"/>
                  </a:cubicBezTo>
                  <a:cubicBezTo>
                    <a:pt x="1118252" y="835612"/>
                    <a:pt x="1119000" y="836358"/>
                    <a:pt x="1119000" y="837275"/>
                  </a:cubicBezTo>
                  <a:cubicBezTo>
                    <a:pt x="1119000" y="838191"/>
                    <a:pt x="1118252" y="838939"/>
                    <a:pt x="1117337" y="838939"/>
                  </a:cubicBezTo>
                  <a:cubicBezTo>
                    <a:pt x="1116421" y="838939"/>
                    <a:pt x="1115649" y="838191"/>
                    <a:pt x="1115649" y="837275"/>
                  </a:cubicBezTo>
                  <a:close/>
                  <a:moveTo>
                    <a:pt x="535963" y="830621"/>
                  </a:moveTo>
                  <a:cubicBezTo>
                    <a:pt x="535963" y="829704"/>
                    <a:pt x="536710" y="828958"/>
                    <a:pt x="537626" y="828958"/>
                  </a:cubicBezTo>
                  <a:cubicBezTo>
                    <a:pt x="538543" y="828958"/>
                    <a:pt x="539314" y="829704"/>
                    <a:pt x="539314" y="830621"/>
                  </a:cubicBezTo>
                  <a:cubicBezTo>
                    <a:pt x="539314" y="831537"/>
                    <a:pt x="538543" y="832285"/>
                    <a:pt x="537626" y="832285"/>
                  </a:cubicBezTo>
                  <a:cubicBezTo>
                    <a:pt x="536710" y="832285"/>
                    <a:pt x="535963" y="831537"/>
                    <a:pt x="535963" y="830621"/>
                  </a:cubicBezTo>
                  <a:close/>
                  <a:moveTo>
                    <a:pt x="811859" y="830018"/>
                  </a:moveTo>
                  <a:cubicBezTo>
                    <a:pt x="814270" y="829054"/>
                    <a:pt x="817139" y="829174"/>
                    <a:pt x="818248" y="830259"/>
                  </a:cubicBezTo>
                  <a:cubicBezTo>
                    <a:pt x="819357" y="831368"/>
                    <a:pt x="817380" y="832164"/>
                    <a:pt x="813884" y="832019"/>
                  </a:cubicBezTo>
                  <a:lnTo>
                    <a:pt x="807495" y="831754"/>
                  </a:lnTo>
                  <a:close/>
                  <a:moveTo>
                    <a:pt x="835196" y="830018"/>
                  </a:moveTo>
                  <a:cubicBezTo>
                    <a:pt x="837583" y="829054"/>
                    <a:pt x="840451" y="829174"/>
                    <a:pt x="841561" y="830259"/>
                  </a:cubicBezTo>
                  <a:cubicBezTo>
                    <a:pt x="842670" y="831368"/>
                    <a:pt x="840717" y="832164"/>
                    <a:pt x="837197" y="832019"/>
                  </a:cubicBezTo>
                  <a:lnTo>
                    <a:pt x="830808" y="831754"/>
                  </a:lnTo>
                  <a:close/>
                  <a:moveTo>
                    <a:pt x="1112322" y="830621"/>
                  </a:moveTo>
                  <a:cubicBezTo>
                    <a:pt x="1112322" y="829704"/>
                    <a:pt x="1113069" y="828958"/>
                    <a:pt x="1113985" y="828958"/>
                  </a:cubicBezTo>
                  <a:cubicBezTo>
                    <a:pt x="1114901" y="828958"/>
                    <a:pt x="1115649" y="829704"/>
                    <a:pt x="1115649" y="830621"/>
                  </a:cubicBezTo>
                  <a:cubicBezTo>
                    <a:pt x="1115649" y="831537"/>
                    <a:pt x="1114901" y="832285"/>
                    <a:pt x="1113985" y="832285"/>
                  </a:cubicBezTo>
                  <a:cubicBezTo>
                    <a:pt x="1113069" y="832285"/>
                    <a:pt x="1112322" y="831537"/>
                    <a:pt x="1112322" y="830621"/>
                  </a:cubicBezTo>
                  <a:close/>
                  <a:moveTo>
                    <a:pt x="592617" y="827294"/>
                  </a:moveTo>
                  <a:cubicBezTo>
                    <a:pt x="592617" y="826377"/>
                    <a:pt x="593365" y="825631"/>
                    <a:pt x="594281" y="825631"/>
                  </a:cubicBezTo>
                  <a:cubicBezTo>
                    <a:pt x="595197" y="825631"/>
                    <a:pt x="595944" y="826377"/>
                    <a:pt x="595944" y="827294"/>
                  </a:cubicBezTo>
                  <a:cubicBezTo>
                    <a:pt x="595944" y="828210"/>
                    <a:pt x="595197" y="828958"/>
                    <a:pt x="594281" y="828958"/>
                  </a:cubicBezTo>
                  <a:cubicBezTo>
                    <a:pt x="593365" y="828958"/>
                    <a:pt x="592617" y="828210"/>
                    <a:pt x="592617" y="827294"/>
                  </a:cubicBezTo>
                  <a:close/>
                  <a:moveTo>
                    <a:pt x="795827" y="827294"/>
                  </a:moveTo>
                  <a:cubicBezTo>
                    <a:pt x="795827" y="826377"/>
                    <a:pt x="796575" y="825631"/>
                    <a:pt x="797491" y="825631"/>
                  </a:cubicBezTo>
                  <a:cubicBezTo>
                    <a:pt x="798407" y="825631"/>
                    <a:pt x="799154" y="826377"/>
                    <a:pt x="799154" y="827294"/>
                  </a:cubicBezTo>
                  <a:cubicBezTo>
                    <a:pt x="799154" y="828210"/>
                    <a:pt x="798407" y="828958"/>
                    <a:pt x="797491" y="828958"/>
                  </a:cubicBezTo>
                  <a:cubicBezTo>
                    <a:pt x="796575" y="828958"/>
                    <a:pt x="795827" y="828210"/>
                    <a:pt x="795827" y="827294"/>
                  </a:cubicBezTo>
                  <a:close/>
                  <a:moveTo>
                    <a:pt x="852458" y="827294"/>
                  </a:moveTo>
                  <a:cubicBezTo>
                    <a:pt x="852458" y="826377"/>
                    <a:pt x="853229" y="825631"/>
                    <a:pt x="854121" y="825631"/>
                  </a:cubicBezTo>
                  <a:cubicBezTo>
                    <a:pt x="855037" y="825631"/>
                    <a:pt x="855808" y="826377"/>
                    <a:pt x="855808" y="827294"/>
                  </a:cubicBezTo>
                  <a:cubicBezTo>
                    <a:pt x="855808" y="828210"/>
                    <a:pt x="855037" y="828958"/>
                    <a:pt x="854121" y="828958"/>
                  </a:cubicBezTo>
                  <a:cubicBezTo>
                    <a:pt x="853229" y="828958"/>
                    <a:pt x="852458" y="828210"/>
                    <a:pt x="852458" y="827294"/>
                  </a:cubicBezTo>
                  <a:close/>
                  <a:moveTo>
                    <a:pt x="1055691" y="827294"/>
                  </a:moveTo>
                  <a:cubicBezTo>
                    <a:pt x="1055691" y="826377"/>
                    <a:pt x="1056439" y="825631"/>
                    <a:pt x="1057355" y="825631"/>
                  </a:cubicBezTo>
                  <a:cubicBezTo>
                    <a:pt x="1058271" y="825631"/>
                    <a:pt x="1059018" y="826377"/>
                    <a:pt x="1059018" y="827294"/>
                  </a:cubicBezTo>
                  <a:cubicBezTo>
                    <a:pt x="1059018" y="828210"/>
                    <a:pt x="1058271" y="828958"/>
                    <a:pt x="1057355" y="828958"/>
                  </a:cubicBezTo>
                  <a:cubicBezTo>
                    <a:pt x="1056439" y="828958"/>
                    <a:pt x="1055691" y="828210"/>
                    <a:pt x="1055691" y="827294"/>
                  </a:cubicBezTo>
                  <a:close/>
                  <a:moveTo>
                    <a:pt x="789173" y="823967"/>
                  </a:moveTo>
                  <a:cubicBezTo>
                    <a:pt x="789173" y="823027"/>
                    <a:pt x="789921" y="822279"/>
                    <a:pt x="790837" y="822279"/>
                  </a:cubicBezTo>
                  <a:cubicBezTo>
                    <a:pt x="791753" y="822279"/>
                    <a:pt x="792500" y="823027"/>
                    <a:pt x="792500" y="823967"/>
                  </a:cubicBezTo>
                  <a:cubicBezTo>
                    <a:pt x="792500" y="824883"/>
                    <a:pt x="791753" y="825631"/>
                    <a:pt x="790837" y="825631"/>
                  </a:cubicBezTo>
                  <a:cubicBezTo>
                    <a:pt x="789921" y="825631"/>
                    <a:pt x="789173" y="824883"/>
                    <a:pt x="789173" y="823967"/>
                  </a:cubicBezTo>
                  <a:close/>
                  <a:moveTo>
                    <a:pt x="859135" y="823967"/>
                  </a:moveTo>
                  <a:cubicBezTo>
                    <a:pt x="859135" y="823027"/>
                    <a:pt x="859883" y="822279"/>
                    <a:pt x="860799" y="822279"/>
                  </a:cubicBezTo>
                  <a:cubicBezTo>
                    <a:pt x="861716" y="822279"/>
                    <a:pt x="862462" y="823027"/>
                    <a:pt x="862462" y="823967"/>
                  </a:cubicBezTo>
                  <a:cubicBezTo>
                    <a:pt x="862462" y="824883"/>
                    <a:pt x="861716" y="825631"/>
                    <a:pt x="860799" y="825631"/>
                  </a:cubicBezTo>
                  <a:cubicBezTo>
                    <a:pt x="859883" y="825631"/>
                    <a:pt x="859135" y="824883"/>
                    <a:pt x="859135" y="823967"/>
                  </a:cubicBezTo>
                  <a:close/>
                  <a:moveTo>
                    <a:pt x="595944" y="820616"/>
                  </a:moveTo>
                  <a:cubicBezTo>
                    <a:pt x="595944" y="819700"/>
                    <a:pt x="596692" y="818953"/>
                    <a:pt x="597608" y="818953"/>
                  </a:cubicBezTo>
                  <a:cubicBezTo>
                    <a:pt x="598524" y="818953"/>
                    <a:pt x="599271" y="819700"/>
                    <a:pt x="599271" y="820616"/>
                  </a:cubicBezTo>
                  <a:cubicBezTo>
                    <a:pt x="599271" y="821532"/>
                    <a:pt x="598524" y="822279"/>
                    <a:pt x="597608" y="822279"/>
                  </a:cubicBezTo>
                  <a:cubicBezTo>
                    <a:pt x="596692" y="822279"/>
                    <a:pt x="595944" y="821532"/>
                    <a:pt x="595944" y="820616"/>
                  </a:cubicBezTo>
                  <a:close/>
                  <a:moveTo>
                    <a:pt x="1052364" y="820616"/>
                  </a:moveTo>
                  <a:cubicBezTo>
                    <a:pt x="1052364" y="819700"/>
                    <a:pt x="1053112" y="818953"/>
                    <a:pt x="1054028" y="818953"/>
                  </a:cubicBezTo>
                  <a:cubicBezTo>
                    <a:pt x="1054944" y="818953"/>
                    <a:pt x="1055691" y="819700"/>
                    <a:pt x="1055691" y="820616"/>
                  </a:cubicBezTo>
                  <a:cubicBezTo>
                    <a:pt x="1055691" y="821532"/>
                    <a:pt x="1054944" y="822279"/>
                    <a:pt x="1054028" y="822279"/>
                  </a:cubicBezTo>
                  <a:cubicBezTo>
                    <a:pt x="1053112" y="822279"/>
                    <a:pt x="1052364" y="821532"/>
                    <a:pt x="1052364" y="820616"/>
                  </a:cubicBezTo>
                  <a:close/>
                  <a:moveTo>
                    <a:pt x="775841" y="817289"/>
                  </a:moveTo>
                  <a:cubicBezTo>
                    <a:pt x="775841" y="816373"/>
                    <a:pt x="776589" y="815626"/>
                    <a:pt x="777505" y="815626"/>
                  </a:cubicBezTo>
                  <a:cubicBezTo>
                    <a:pt x="778421" y="815626"/>
                    <a:pt x="779168" y="816373"/>
                    <a:pt x="779168" y="817289"/>
                  </a:cubicBezTo>
                  <a:cubicBezTo>
                    <a:pt x="779168" y="818205"/>
                    <a:pt x="778421" y="818953"/>
                    <a:pt x="777505" y="818953"/>
                  </a:cubicBezTo>
                  <a:cubicBezTo>
                    <a:pt x="776589" y="818953"/>
                    <a:pt x="775841" y="818205"/>
                    <a:pt x="775841" y="817289"/>
                  </a:cubicBezTo>
                  <a:close/>
                  <a:moveTo>
                    <a:pt x="872467" y="817289"/>
                  </a:moveTo>
                  <a:cubicBezTo>
                    <a:pt x="872467" y="816373"/>
                    <a:pt x="873215" y="815626"/>
                    <a:pt x="874131" y="815626"/>
                  </a:cubicBezTo>
                  <a:cubicBezTo>
                    <a:pt x="875047" y="815626"/>
                    <a:pt x="875794" y="816373"/>
                    <a:pt x="875794" y="817289"/>
                  </a:cubicBezTo>
                  <a:cubicBezTo>
                    <a:pt x="875794" y="818205"/>
                    <a:pt x="875047" y="818953"/>
                    <a:pt x="874131" y="818953"/>
                  </a:cubicBezTo>
                  <a:cubicBezTo>
                    <a:pt x="873215" y="818953"/>
                    <a:pt x="872467" y="818205"/>
                    <a:pt x="872467" y="817289"/>
                  </a:cubicBezTo>
                  <a:close/>
                  <a:moveTo>
                    <a:pt x="545968" y="813962"/>
                  </a:moveTo>
                  <a:cubicBezTo>
                    <a:pt x="545968" y="813046"/>
                    <a:pt x="546715" y="812299"/>
                    <a:pt x="547631" y="812299"/>
                  </a:cubicBezTo>
                  <a:cubicBezTo>
                    <a:pt x="548547" y="812299"/>
                    <a:pt x="549295" y="813046"/>
                    <a:pt x="549295" y="813962"/>
                  </a:cubicBezTo>
                  <a:cubicBezTo>
                    <a:pt x="549295" y="814878"/>
                    <a:pt x="548547" y="815626"/>
                    <a:pt x="547631" y="815626"/>
                  </a:cubicBezTo>
                  <a:cubicBezTo>
                    <a:pt x="546715" y="815626"/>
                    <a:pt x="545968" y="814878"/>
                    <a:pt x="545968" y="813962"/>
                  </a:cubicBezTo>
                  <a:close/>
                  <a:moveTo>
                    <a:pt x="1102341" y="813962"/>
                  </a:moveTo>
                  <a:cubicBezTo>
                    <a:pt x="1102341" y="813046"/>
                    <a:pt x="1103088" y="812299"/>
                    <a:pt x="1104004" y="812299"/>
                  </a:cubicBezTo>
                  <a:cubicBezTo>
                    <a:pt x="1104920" y="812299"/>
                    <a:pt x="1105668" y="813046"/>
                    <a:pt x="1105668" y="813962"/>
                  </a:cubicBezTo>
                  <a:cubicBezTo>
                    <a:pt x="1105668" y="814878"/>
                    <a:pt x="1104920" y="815626"/>
                    <a:pt x="1104004" y="815626"/>
                  </a:cubicBezTo>
                  <a:cubicBezTo>
                    <a:pt x="1103088" y="815626"/>
                    <a:pt x="1102341" y="814878"/>
                    <a:pt x="1102341" y="813962"/>
                  </a:cubicBezTo>
                  <a:close/>
                  <a:moveTo>
                    <a:pt x="602598" y="810635"/>
                  </a:moveTo>
                  <a:cubicBezTo>
                    <a:pt x="602598" y="809719"/>
                    <a:pt x="603346" y="808972"/>
                    <a:pt x="604262" y="808972"/>
                  </a:cubicBezTo>
                  <a:cubicBezTo>
                    <a:pt x="605178" y="808972"/>
                    <a:pt x="605925" y="809719"/>
                    <a:pt x="605925" y="810635"/>
                  </a:cubicBezTo>
                  <a:cubicBezTo>
                    <a:pt x="605925" y="811551"/>
                    <a:pt x="605178" y="812299"/>
                    <a:pt x="604262" y="812299"/>
                  </a:cubicBezTo>
                  <a:cubicBezTo>
                    <a:pt x="603346" y="812299"/>
                    <a:pt x="602598" y="811551"/>
                    <a:pt x="602598" y="810635"/>
                  </a:cubicBezTo>
                  <a:close/>
                  <a:moveTo>
                    <a:pt x="760532" y="804801"/>
                  </a:moveTo>
                  <a:lnTo>
                    <a:pt x="754192" y="797303"/>
                  </a:lnTo>
                  <a:lnTo>
                    <a:pt x="761689" y="803643"/>
                  </a:lnTo>
                  <a:cubicBezTo>
                    <a:pt x="768729" y="809623"/>
                    <a:pt x="770706" y="812299"/>
                    <a:pt x="768030" y="812299"/>
                  </a:cubicBezTo>
                  <a:cubicBezTo>
                    <a:pt x="767403" y="812299"/>
                    <a:pt x="764028" y="808923"/>
                    <a:pt x="760532" y="804801"/>
                  </a:cubicBezTo>
                  <a:close/>
                  <a:moveTo>
                    <a:pt x="887439" y="805645"/>
                  </a:moveTo>
                  <a:cubicBezTo>
                    <a:pt x="890766" y="801980"/>
                    <a:pt x="894238" y="798966"/>
                    <a:pt x="895154" y="798966"/>
                  </a:cubicBezTo>
                  <a:cubicBezTo>
                    <a:pt x="896070" y="798966"/>
                    <a:pt x="894093" y="801980"/>
                    <a:pt x="890790" y="805645"/>
                  </a:cubicBezTo>
                  <a:cubicBezTo>
                    <a:pt x="887463" y="809309"/>
                    <a:pt x="883991" y="812299"/>
                    <a:pt x="883075" y="812299"/>
                  </a:cubicBezTo>
                  <a:cubicBezTo>
                    <a:pt x="882159" y="812299"/>
                    <a:pt x="884136" y="809309"/>
                    <a:pt x="887439" y="805645"/>
                  </a:cubicBezTo>
                  <a:close/>
                  <a:moveTo>
                    <a:pt x="1045686" y="810635"/>
                  </a:moveTo>
                  <a:cubicBezTo>
                    <a:pt x="1045686" y="809719"/>
                    <a:pt x="1046458" y="808972"/>
                    <a:pt x="1047374" y="808972"/>
                  </a:cubicBezTo>
                  <a:cubicBezTo>
                    <a:pt x="1048290" y="808972"/>
                    <a:pt x="1049037" y="809719"/>
                    <a:pt x="1049037" y="810635"/>
                  </a:cubicBezTo>
                  <a:cubicBezTo>
                    <a:pt x="1049037" y="811551"/>
                    <a:pt x="1048290" y="812299"/>
                    <a:pt x="1047374" y="812299"/>
                  </a:cubicBezTo>
                  <a:cubicBezTo>
                    <a:pt x="1046458" y="812299"/>
                    <a:pt x="1045686" y="811551"/>
                    <a:pt x="1045686" y="810635"/>
                  </a:cubicBezTo>
                  <a:close/>
                  <a:moveTo>
                    <a:pt x="549295" y="807308"/>
                  </a:moveTo>
                  <a:cubicBezTo>
                    <a:pt x="549295" y="806392"/>
                    <a:pt x="550042" y="805645"/>
                    <a:pt x="550958" y="805645"/>
                  </a:cubicBezTo>
                  <a:cubicBezTo>
                    <a:pt x="551874" y="805645"/>
                    <a:pt x="552622" y="806392"/>
                    <a:pt x="552622" y="807308"/>
                  </a:cubicBezTo>
                  <a:cubicBezTo>
                    <a:pt x="552622" y="808224"/>
                    <a:pt x="551874" y="808972"/>
                    <a:pt x="550958" y="808972"/>
                  </a:cubicBezTo>
                  <a:cubicBezTo>
                    <a:pt x="550042" y="808972"/>
                    <a:pt x="549295" y="808224"/>
                    <a:pt x="549295" y="807308"/>
                  </a:cubicBezTo>
                  <a:close/>
                  <a:moveTo>
                    <a:pt x="1099014" y="807308"/>
                  </a:moveTo>
                  <a:cubicBezTo>
                    <a:pt x="1099014" y="806392"/>
                    <a:pt x="1099761" y="805645"/>
                    <a:pt x="1100677" y="805645"/>
                  </a:cubicBezTo>
                  <a:cubicBezTo>
                    <a:pt x="1101593" y="805645"/>
                    <a:pt x="1102341" y="806392"/>
                    <a:pt x="1102341" y="807308"/>
                  </a:cubicBezTo>
                  <a:cubicBezTo>
                    <a:pt x="1102341" y="808224"/>
                    <a:pt x="1101593" y="808972"/>
                    <a:pt x="1100677" y="808972"/>
                  </a:cubicBezTo>
                  <a:cubicBezTo>
                    <a:pt x="1099761" y="808972"/>
                    <a:pt x="1099014" y="808224"/>
                    <a:pt x="1099014" y="807308"/>
                  </a:cubicBezTo>
                  <a:close/>
                  <a:moveTo>
                    <a:pt x="609277" y="800630"/>
                  </a:moveTo>
                  <a:cubicBezTo>
                    <a:pt x="609277" y="799714"/>
                    <a:pt x="610024" y="798966"/>
                    <a:pt x="610940" y="798966"/>
                  </a:cubicBezTo>
                  <a:cubicBezTo>
                    <a:pt x="611856" y="798966"/>
                    <a:pt x="612604" y="799714"/>
                    <a:pt x="612604" y="800630"/>
                  </a:cubicBezTo>
                  <a:cubicBezTo>
                    <a:pt x="612604" y="801546"/>
                    <a:pt x="611856" y="802293"/>
                    <a:pt x="610940" y="802293"/>
                  </a:cubicBezTo>
                  <a:cubicBezTo>
                    <a:pt x="610024" y="802293"/>
                    <a:pt x="609277" y="801546"/>
                    <a:pt x="609277" y="800630"/>
                  </a:cubicBezTo>
                  <a:close/>
                  <a:moveTo>
                    <a:pt x="1039032" y="800630"/>
                  </a:moveTo>
                  <a:cubicBezTo>
                    <a:pt x="1039032" y="799714"/>
                    <a:pt x="1039780" y="798966"/>
                    <a:pt x="1040696" y="798966"/>
                  </a:cubicBezTo>
                  <a:cubicBezTo>
                    <a:pt x="1041612" y="798966"/>
                    <a:pt x="1042359" y="799714"/>
                    <a:pt x="1042359" y="800630"/>
                  </a:cubicBezTo>
                  <a:cubicBezTo>
                    <a:pt x="1042359" y="801546"/>
                    <a:pt x="1041612" y="802293"/>
                    <a:pt x="1040696" y="802293"/>
                  </a:cubicBezTo>
                  <a:cubicBezTo>
                    <a:pt x="1039780" y="802293"/>
                    <a:pt x="1039032" y="801546"/>
                    <a:pt x="1039032" y="800630"/>
                  </a:cubicBezTo>
                  <a:close/>
                  <a:moveTo>
                    <a:pt x="555949" y="797303"/>
                  </a:moveTo>
                  <a:cubicBezTo>
                    <a:pt x="555949" y="796387"/>
                    <a:pt x="556721" y="795639"/>
                    <a:pt x="557637" y="795639"/>
                  </a:cubicBezTo>
                  <a:cubicBezTo>
                    <a:pt x="558553" y="795639"/>
                    <a:pt x="559300" y="796387"/>
                    <a:pt x="559300" y="797303"/>
                  </a:cubicBezTo>
                  <a:cubicBezTo>
                    <a:pt x="559300" y="798219"/>
                    <a:pt x="558553" y="798966"/>
                    <a:pt x="557637" y="798966"/>
                  </a:cubicBezTo>
                  <a:cubicBezTo>
                    <a:pt x="556721" y="798966"/>
                    <a:pt x="555949" y="798219"/>
                    <a:pt x="555949" y="797303"/>
                  </a:cubicBezTo>
                  <a:close/>
                  <a:moveTo>
                    <a:pt x="637267" y="791469"/>
                  </a:moveTo>
                  <a:lnTo>
                    <a:pt x="630926" y="783971"/>
                  </a:lnTo>
                  <a:lnTo>
                    <a:pt x="638423" y="790336"/>
                  </a:lnTo>
                  <a:cubicBezTo>
                    <a:pt x="645463" y="796291"/>
                    <a:pt x="647416" y="798966"/>
                    <a:pt x="644764" y="798966"/>
                  </a:cubicBezTo>
                  <a:cubicBezTo>
                    <a:pt x="644137" y="798966"/>
                    <a:pt x="640762" y="795592"/>
                    <a:pt x="637267" y="791469"/>
                  </a:cubicBezTo>
                  <a:close/>
                  <a:moveTo>
                    <a:pt x="1010705" y="792312"/>
                  </a:moveTo>
                  <a:cubicBezTo>
                    <a:pt x="1014032" y="788648"/>
                    <a:pt x="1017503" y="785634"/>
                    <a:pt x="1018420" y="785634"/>
                  </a:cubicBezTo>
                  <a:cubicBezTo>
                    <a:pt x="1019336" y="785634"/>
                    <a:pt x="1017359" y="788648"/>
                    <a:pt x="1014056" y="792312"/>
                  </a:cubicBezTo>
                  <a:cubicBezTo>
                    <a:pt x="1010729" y="795977"/>
                    <a:pt x="1007257" y="798966"/>
                    <a:pt x="1006341" y="798966"/>
                  </a:cubicBezTo>
                  <a:cubicBezTo>
                    <a:pt x="1005425" y="798966"/>
                    <a:pt x="1007402" y="795977"/>
                    <a:pt x="1010705" y="792312"/>
                  </a:cubicBezTo>
                  <a:close/>
                  <a:moveTo>
                    <a:pt x="1092336" y="797303"/>
                  </a:moveTo>
                  <a:cubicBezTo>
                    <a:pt x="1092336" y="796387"/>
                    <a:pt x="1093083" y="795639"/>
                    <a:pt x="1093999" y="795639"/>
                  </a:cubicBezTo>
                  <a:cubicBezTo>
                    <a:pt x="1094916" y="795639"/>
                    <a:pt x="1095663" y="796387"/>
                    <a:pt x="1095663" y="797303"/>
                  </a:cubicBezTo>
                  <a:cubicBezTo>
                    <a:pt x="1095663" y="798219"/>
                    <a:pt x="1094916" y="798966"/>
                    <a:pt x="1093999" y="798966"/>
                  </a:cubicBezTo>
                  <a:cubicBezTo>
                    <a:pt x="1093083" y="798966"/>
                    <a:pt x="1092336" y="798219"/>
                    <a:pt x="1092336" y="797303"/>
                  </a:cubicBezTo>
                  <a:close/>
                  <a:moveTo>
                    <a:pt x="749178" y="790649"/>
                  </a:moveTo>
                  <a:cubicBezTo>
                    <a:pt x="749178" y="789733"/>
                    <a:pt x="749949" y="788986"/>
                    <a:pt x="750865" y="788986"/>
                  </a:cubicBezTo>
                  <a:cubicBezTo>
                    <a:pt x="751781" y="788986"/>
                    <a:pt x="752528" y="789733"/>
                    <a:pt x="752528" y="790649"/>
                  </a:cubicBezTo>
                  <a:cubicBezTo>
                    <a:pt x="752528" y="791565"/>
                    <a:pt x="751781" y="792312"/>
                    <a:pt x="750865" y="792312"/>
                  </a:cubicBezTo>
                  <a:cubicBezTo>
                    <a:pt x="749949" y="792312"/>
                    <a:pt x="749178" y="791565"/>
                    <a:pt x="749178" y="790649"/>
                  </a:cubicBezTo>
                  <a:close/>
                  <a:moveTo>
                    <a:pt x="899107" y="790649"/>
                  </a:moveTo>
                  <a:cubicBezTo>
                    <a:pt x="899107" y="789733"/>
                    <a:pt x="899855" y="788986"/>
                    <a:pt x="900771" y="788986"/>
                  </a:cubicBezTo>
                  <a:cubicBezTo>
                    <a:pt x="901687" y="788986"/>
                    <a:pt x="902434" y="789733"/>
                    <a:pt x="902434" y="790649"/>
                  </a:cubicBezTo>
                  <a:cubicBezTo>
                    <a:pt x="902434" y="791565"/>
                    <a:pt x="901687" y="792312"/>
                    <a:pt x="900771" y="792312"/>
                  </a:cubicBezTo>
                  <a:cubicBezTo>
                    <a:pt x="899855" y="792312"/>
                    <a:pt x="899107" y="791565"/>
                    <a:pt x="899107" y="790649"/>
                  </a:cubicBezTo>
                  <a:close/>
                  <a:moveTo>
                    <a:pt x="562627" y="787298"/>
                  </a:moveTo>
                  <a:cubicBezTo>
                    <a:pt x="562627" y="786382"/>
                    <a:pt x="563374" y="785634"/>
                    <a:pt x="564290" y="785634"/>
                  </a:cubicBezTo>
                  <a:cubicBezTo>
                    <a:pt x="565206" y="785634"/>
                    <a:pt x="565954" y="786382"/>
                    <a:pt x="565954" y="787298"/>
                  </a:cubicBezTo>
                  <a:cubicBezTo>
                    <a:pt x="565954" y="788214"/>
                    <a:pt x="565206" y="788986"/>
                    <a:pt x="564290" y="788986"/>
                  </a:cubicBezTo>
                  <a:cubicBezTo>
                    <a:pt x="563374" y="788986"/>
                    <a:pt x="562627" y="788214"/>
                    <a:pt x="562627" y="787298"/>
                  </a:cubicBezTo>
                  <a:close/>
                  <a:moveTo>
                    <a:pt x="619258" y="787298"/>
                  </a:moveTo>
                  <a:cubicBezTo>
                    <a:pt x="619258" y="786382"/>
                    <a:pt x="620005" y="785634"/>
                    <a:pt x="620921" y="785634"/>
                  </a:cubicBezTo>
                  <a:cubicBezTo>
                    <a:pt x="621837" y="785634"/>
                    <a:pt x="622584" y="786382"/>
                    <a:pt x="622584" y="787298"/>
                  </a:cubicBezTo>
                  <a:cubicBezTo>
                    <a:pt x="622584" y="788214"/>
                    <a:pt x="621837" y="788986"/>
                    <a:pt x="620921" y="788986"/>
                  </a:cubicBezTo>
                  <a:cubicBezTo>
                    <a:pt x="620005" y="788986"/>
                    <a:pt x="619258" y="788214"/>
                    <a:pt x="619258" y="787298"/>
                  </a:cubicBezTo>
                  <a:close/>
                  <a:moveTo>
                    <a:pt x="1029051" y="787298"/>
                  </a:moveTo>
                  <a:cubicBezTo>
                    <a:pt x="1029051" y="786382"/>
                    <a:pt x="1029799" y="785634"/>
                    <a:pt x="1030715" y="785634"/>
                  </a:cubicBezTo>
                  <a:cubicBezTo>
                    <a:pt x="1031631" y="785634"/>
                    <a:pt x="1032378" y="786382"/>
                    <a:pt x="1032378" y="787298"/>
                  </a:cubicBezTo>
                  <a:cubicBezTo>
                    <a:pt x="1032378" y="788214"/>
                    <a:pt x="1031631" y="788986"/>
                    <a:pt x="1030715" y="788986"/>
                  </a:cubicBezTo>
                  <a:cubicBezTo>
                    <a:pt x="1029799" y="788986"/>
                    <a:pt x="1029051" y="788214"/>
                    <a:pt x="1029051" y="787298"/>
                  </a:cubicBezTo>
                  <a:close/>
                  <a:moveTo>
                    <a:pt x="1085682" y="787298"/>
                  </a:moveTo>
                  <a:cubicBezTo>
                    <a:pt x="1085682" y="786382"/>
                    <a:pt x="1086429" y="785634"/>
                    <a:pt x="1087345" y="785634"/>
                  </a:cubicBezTo>
                  <a:cubicBezTo>
                    <a:pt x="1088262" y="785634"/>
                    <a:pt x="1089009" y="786382"/>
                    <a:pt x="1089009" y="787298"/>
                  </a:cubicBezTo>
                  <a:cubicBezTo>
                    <a:pt x="1089009" y="788214"/>
                    <a:pt x="1088262" y="788986"/>
                    <a:pt x="1087345" y="788986"/>
                  </a:cubicBezTo>
                  <a:cubicBezTo>
                    <a:pt x="1086429" y="788986"/>
                    <a:pt x="1085682" y="788214"/>
                    <a:pt x="1085682" y="787298"/>
                  </a:cubicBezTo>
                  <a:close/>
                  <a:moveTo>
                    <a:pt x="810822" y="780934"/>
                  </a:moveTo>
                  <a:cubicBezTo>
                    <a:pt x="805326" y="778498"/>
                    <a:pt x="797394" y="772785"/>
                    <a:pt x="793199" y="768228"/>
                  </a:cubicBezTo>
                  <a:lnTo>
                    <a:pt x="785581" y="759935"/>
                  </a:lnTo>
                  <a:lnTo>
                    <a:pt x="783700" y="748484"/>
                  </a:lnTo>
                  <a:lnTo>
                    <a:pt x="781844" y="737008"/>
                  </a:lnTo>
                  <a:lnTo>
                    <a:pt x="786979" y="724761"/>
                  </a:lnTo>
                  <a:lnTo>
                    <a:pt x="792091" y="712490"/>
                  </a:lnTo>
                  <a:lnTo>
                    <a:pt x="803132" y="705764"/>
                  </a:lnTo>
                  <a:lnTo>
                    <a:pt x="814149" y="699038"/>
                  </a:lnTo>
                  <a:lnTo>
                    <a:pt x="825818" y="699038"/>
                  </a:lnTo>
                  <a:lnTo>
                    <a:pt x="837462" y="699038"/>
                  </a:lnTo>
                  <a:lnTo>
                    <a:pt x="848504" y="705764"/>
                  </a:lnTo>
                  <a:lnTo>
                    <a:pt x="859522" y="712490"/>
                  </a:lnTo>
                  <a:lnTo>
                    <a:pt x="864656" y="724761"/>
                  </a:lnTo>
                  <a:lnTo>
                    <a:pt x="869767" y="737008"/>
                  </a:lnTo>
                  <a:lnTo>
                    <a:pt x="867911" y="748484"/>
                  </a:lnTo>
                  <a:lnTo>
                    <a:pt x="866055" y="759935"/>
                  </a:lnTo>
                  <a:lnTo>
                    <a:pt x="858436" y="768228"/>
                  </a:lnTo>
                  <a:cubicBezTo>
                    <a:pt x="844044" y="783827"/>
                    <a:pt x="827361" y="788287"/>
                    <a:pt x="810822" y="780934"/>
                  </a:cubicBezTo>
                  <a:close/>
                  <a:moveTo>
                    <a:pt x="742524" y="780645"/>
                  </a:moveTo>
                  <a:cubicBezTo>
                    <a:pt x="742524" y="779728"/>
                    <a:pt x="743271" y="778981"/>
                    <a:pt x="744187" y="778981"/>
                  </a:cubicBezTo>
                  <a:cubicBezTo>
                    <a:pt x="745103" y="778981"/>
                    <a:pt x="745851" y="779728"/>
                    <a:pt x="745851" y="780645"/>
                  </a:cubicBezTo>
                  <a:cubicBezTo>
                    <a:pt x="745851" y="781561"/>
                    <a:pt x="745103" y="782307"/>
                    <a:pt x="744187" y="782307"/>
                  </a:cubicBezTo>
                  <a:cubicBezTo>
                    <a:pt x="743271" y="782307"/>
                    <a:pt x="742524" y="781561"/>
                    <a:pt x="742524" y="780645"/>
                  </a:cubicBezTo>
                  <a:close/>
                  <a:moveTo>
                    <a:pt x="905761" y="780645"/>
                  </a:moveTo>
                  <a:cubicBezTo>
                    <a:pt x="905761" y="779728"/>
                    <a:pt x="906532" y="778981"/>
                    <a:pt x="907449" y="778981"/>
                  </a:cubicBezTo>
                  <a:cubicBezTo>
                    <a:pt x="908365" y="778981"/>
                    <a:pt x="909113" y="779728"/>
                    <a:pt x="909113" y="780645"/>
                  </a:cubicBezTo>
                  <a:cubicBezTo>
                    <a:pt x="909113" y="781561"/>
                    <a:pt x="908365" y="782307"/>
                    <a:pt x="907449" y="782307"/>
                  </a:cubicBezTo>
                  <a:cubicBezTo>
                    <a:pt x="906532" y="782307"/>
                    <a:pt x="905761" y="781561"/>
                    <a:pt x="905761" y="780645"/>
                  </a:cubicBezTo>
                  <a:close/>
                  <a:moveTo>
                    <a:pt x="569281" y="777318"/>
                  </a:moveTo>
                  <a:cubicBezTo>
                    <a:pt x="569281" y="776401"/>
                    <a:pt x="570028" y="775654"/>
                    <a:pt x="570944" y="775654"/>
                  </a:cubicBezTo>
                  <a:cubicBezTo>
                    <a:pt x="571860" y="775654"/>
                    <a:pt x="572608" y="776401"/>
                    <a:pt x="572608" y="777318"/>
                  </a:cubicBezTo>
                  <a:cubicBezTo>
                    <a:pt x="572608" y="778234"/>
                    <a:pt x="571860" y="778981"/>
                    <a:pt x="570944" y="778981"/>
                  </a:cubicBezTo>
                  <a:cubicBezTo>
                    <a:pt x="570028" y="778981"/>
                    <a:pt x="569281" y="778234"/>
                    <a:pt x="569281" y="777318"/>
                  </a:cubicBezTo>
                  <a:close/>
                  <a:moveTo>
                    <a:pt x="1079004" y="777318"/>
                  </a:moveTo>
                  <a:cubicBezTo>
                    <a:pt x="1079004" y="776401"/>
                    <a:pt x="1079751" y="775654"/>
                    <a:pt x="1080668" y="775654"/>
                  </a:cubicBezTo>
                  <a:cubicBezTo>
                    <a:pt x="1081584" y="775654"/>
                    <a:pt x="1082355" y="776401"/>
                    <a:pt x="1082355" y="777318"/>
                  </a:cubicBezTo>
                  <a:cubicBezTo>
                    <a:pt x="1082355" y="778234"/>
                    <a:pt x="1081584" y="778981"/>
                    <a:pt x="1080668" y="778981"/>
                  </a:cubicBezTo>
                  <a:cubicBezTo>
                    <a:pt x="1079751" y="778981"/>
                    <a:pt x="1079004" y="778234"/>
                    <a:pt x="1079004" y="777318"/>
                  </a:cubicBezTo>
                  <a:close/>
                  <a:moveTo>
                    <a:pt x="739197" y="770639"/>
                  </a:moveTo>
                  <a:cubicBezTo>
                    <a:pt x="739197" y="769747"/>
                    <a:pt x="739944" y="768976"/>
                    <a:pt x="740860" y="768976"/>
                  </a:cubicBezTo>
                  <a:cubicBezTo>
                    <a:pt x="741776" y="768976"/>
                    <a:pt x="742524" y="769747"/>
                    <a:pt x="742524" y="770639"/>
                  </a:cubicBezTo>
                  <a:cubicBezTo>
                    <a:pt x="742524" y="771580"/>
                    <a:pt x="741776" y="772327"/>
                    <a:pt x="740860" y="772327"/>
                  </a:cubicBezTo>
                  <a:cubicBezTo>
                    <a:pt x="739944" y="772327"/>
                    <a:pt x="739197" y="771580"/>
                    <a:pt x="739197" y="770639"/>
                  </a:cubicBezTo>
                  <a:close/>
                  <a:moveTo>
                    <a:pt x="909113" y="770639"/>
                  </a:moveTo>
                  <a:cubicBezTo>
                    <a:pt x="909113" y="769747"/>
                    <a:pt x="909859" y="768976"/>
                    <a:pt x="910776" y="768976"/>
                  </a:cubicBezTo>
                  <a:cubicBezTo>
                    <a:pt x="911692" y="768976"/>
                    <a:pt x="912440" y="769747"/>
                    <a:pt x="912440" y="770639"/>
                  </a:cubicBezTo>
                  <a:cubicBezTo>
                    <a:pt x="912440" y="771580"/>
                    <a:pt x="911692" y="772327"/>
                    <a:pt x="910776" y="772327"/>
                  </a:cubicBezTo>
                  <a:cubicBezTo>
                    <a:pt x="909859" y="772327"/>
                    <a:pt x="909113" y="771580"/>
                    <a:pt x="909113" y="770639"/>
                  </a:cubicBezTo>
                  <a:close/>
                  <a:moveTo>
                    <a:pt x="575959" y="767312"/>
                  </a:moveTo>
                  <a:cubicBezTo>
                    <a:pt x="575959" y="766396"/>
                    <a:pt x="576706" y="765649"/>
                    <a:pt x="577623" y="765649"/>
                  </a:cubicBezTo>
                  <a:cubicBezTo>
                    <a:pt x="578539" y="765649"/>
                    <a:pt x="579286" y="766396"/>
                    <a:pt x="579286" y="767312"/>
                  </a:cubicBezTo>
                  <a:cubicBezTo>
                    <a:pt x="579286" y="768228"/>
                    <a:pt x="578539" y="768976"/>
                    <a:pt x="577623" y="768976"/>
                  </a:cubicBezTo>
                  <a:cubicBezTo>
                    <a:pt x="576706" y="768976"/>
                    <a:pt x="575959" y="768228"/>
                    <a:pt x="575959" y="767312"/>
                  </a:cubicBezTo>
                  <a:close/>
                  <a:moveTo>
                    <a:pt x="1072350" y="767312"/>
                  </a:moveTo>
                  <a:cubicBezTo>
                    <a:pt x="1072350" y="766396"/>
                    <a:pt x="1073097" y="765649"/>
                    <a:pt x="1074014" y="765649"/>
                  </a:cubicBezTo>
                  <a:cubicBezTo>
                    <a:pt x="1074930" y="765649"/>
                    <a:pt x="1075677" y="766396"/>
                    <a:pt x="1075677" y="767312"/>
                  </a:cubicBezTo>
                  <a:cubicBezTo>
                    <a:pt x="1075677" y="768228"/>
                    <a:pt x="1074930" y="768976"/>
                    <a:pt x="1074014" y="768976"/>
                  </a:cubicBezTo>
                  <a:cubicBezTo>
                    <a:pt x="1073097" y="768976"/>
                    <a:pt x="1072350" y="768228"/>
                    <a:pt x="1072350" y="767312"/>
                  </a:cubicBezTo>
                  <a:close/>
                  <a:moveTo>
                    <a:pt x="165345" y="763455"/>
                  </a:moveTo>
                  <a:cubicBezTo>
                    <a:pt x="167635" y="762515"/>
                    <a:pt x="171372" y="762515"/>
                    <a:pt x="173662" y="763455"/>
                  </a:cubicBezTo>
                  <a:lnTo>
                    <a:pt x="177833" y="765118"/>
                  </a:lnTo>
                  <a:lnTo>
                    <a:pt x="169492" y="765118"/>
                  </a:lnTo>
                  <a:lnTo>
                    <a:pt x="161174" y="765118"/>
                  </a:lnTo>
                  <a:close/>
                  <a:moveTo>
                    <a:pt x="231956" y="763455"/>
                  </a:moveTo>
                  <a:cubicBezTo>
                    <a:pt x="234247" y="762515"/>
                    <a:pt x="238008" y="762515"/>
                    <a:pt x="240298" y="763455"/>
                  </a:cubicBezTo>
                  <a:lnTo>
                    <a:pt x="244469" y="765118"/>
                  </a:lnTo>
                  <a:lnTo>
                    <a:pt x="236127" y="765118"/>
                  </a:lnTo>
                  <a:lnTo>
                    <a:pt x="227810" y="765118"/>
                  </a:lnTo>
                  <a:close/>
                  <a:moveTo>
                    <a:pt x="146179" y="760658"/>
                  </a:moveTo>
                  <a:cubicBezTo>
                    <a:pt x="146179" y="759743"/>
                    <a:pt x="146926" y="758995"/>
                    <a:pt x="147842" y="758995"/>
                  </a:cubicBezTo>
                  <a:cubicBezTo>
                    <a:pt x="148758" y="758995"/>
                    <a:pt x="149506" y="759743"/>
                    <a:pt x="149506" y="760658"/>
                  </a:cubicBezTo>
                  <a:cubicBezTo>
                    <a:pt x="149506" y="761574"/>
                    <a:pt x="148758" y="762322"/>
                    <a:pt x="147842" y="762322"/>
                  </a:cubicBezTo>
                  <a:cubicBezTo>
                    <a:pt x="146926" y="762322"/>
                    <a:pt x="146179" y="761574"/>
                    <a:pt x="146179" y="760658"/>
                  </a:cubicBezTo>
                  <a:close/>
                  <a:moveTo>
                    <a:pt x="253895" y="760104"/>
                  </a:moveTo>
                  <a:cubicBezTo>
                    <a:pt x="255125" y="758874"/>
                    <a:pt x="257126" y="758874"/>
                    <a:pt x="258331" y="760104"/>
                  </a:cubicBezTo>
                  <a:cubicBezTo>
                    <a:pt x="259560" y="761333"/>
                    <a:pt x="258548" y="762322"/>
                    <a:pt x="256113" y="762322"/>
                  </a:cubicBezTo>
                  <a:cubicBezTo>
                    <a:pt x="253678" y="762322"/>
                    <a:pt x="252689" y="761333"/>
                    <a:pt x="253895" y="760104"/>
                  </a:cubicBezTo>
                  <a:close/>
                  <a:moveTo>
                    <a:pt x="668800" y="756488"/>
                  </a:moveTo>
                  <a:lnTo>
                    <a:pt x="664244" y="750653"/>
                  </a:lnTo>
                  <a:lnTo>
                    <a:pt x="670054" y="755234"/>
                  </a:lnTo>
                  <a:cubicBezTo>
                    <a:pt x="673260" y="757741"/>
                    <a:pt x="675888" y="760369"/>
                    <a:pt x="675888" y="761068"/>
                  </a:cubicBezTo>
                  <a:cubicBezTo>
                    <a:pt x="675888" y="763816"/>
                    <a:pt x="673164" y="762033"/>
                    <a:pt x="668800" y="756488"/>
                  </a:cubicBezTo>
                  <a:close/>
                  <a:moveTo>
                    <a:pt x="735870" y="758995"/>
                  </a:moveTo>
                  <a:cubicBezTo>
                    <a:pt x="735870" y="756560"/>
                    <a:pt x="736858" y="755547"/>
                    <a:pt x="738087" y="756777"/>
                  </a:cubicBezTo>
                  <a:cubicBezTo>
                    <a:pt x="739317" y="757983"/>
                    <a:pt x="739317" y="759983"/>
                    <a:pt x="738087" y="761212"/>
                  </a:cubicBezTo>
                  <a:cubicBezTo>
                    <a:pt x="736858" y="762443"/>
                    <a:pt x="735870" y="761430"/>
                    <a:pt x="735870" y="758995"/>
                  </a:cubicBezTo>
                  <a:close/>
                  <a:moveTo>
                    <a:pt x="912440" y="758995"/>
                  </a:moveTo>
                  <a:cubicBezTo>
                    <a:pt x="912440" y="756560"/>
                    <a:pt x="913428" y="755547"/>
                    <a:pt x="914657" y="756777"/>
                  </a:cubicBezTo>
                  <a:cubicBezTo>
                    <a:pt x="915887" y="757983"/>
                    <a:pt x="915887" y="759983"/>
                    <a:pt x="914657" y="761212"/>
                  </a:cubicBezTo>
                  <a:cubicBezTo>
                    <a:pt x="913428" y="762443"/>
                    <a:pt x="912440" y="761430"/>
                    <a:pt x="912440" y="758995"/>
                  </a:cubicBezTo>
                  <a:close/>
                  <a:moveTo>
                    <a:pt x="975724" y="761068"/>
                  </a:moveTo>
                  <a:cubicBezTo>
                    <a:pt x="975724" y="760369"/>
                    <a:pt x="978351" y="757741"/>
                    <a:pt x="981558" y="755234"/>
                  </a:cubicBezTo>
                  <a:lnTo>
                    <a:pt x="987392" y="750653"/>
                  </a:lnTo>
                  <a:lnTo>
                    <a:pt x="982811" y="756488"/>
                  </a:lnTo>
                  <a:cubicBezTo>
                    <a:pt x="978472" y="762033"/>
                    <a:pt x="975724" y="763816"/>
                    <a:pt x="975724" y="761068"/>
                  </a:cubicBezTo>
                  <a:close/>
                  <a:moveTo>
                    <a:pt x="132847" y="757332"/>
                  </a:moveTo>
                  <a:cubicBezTo>
                    <a:pt x="132847" y="756416"/>
                    <a:pt x="133594" y="755668"/>
                    <a:pt x="134510" y="755668"/>
                  </a:cubicBezTo>
                  <a:cubicBezTo>
                    <a:pt x="135427" y="755668"/>
                    <a:pt x="136174" y="756416"/>
                    <a:pt x="136174" y="757332"/>
                  </a:cubicBezTo>
                  <a:cubicBezTo>
                    <a:pt x="136174" y="758248"/>
                    <a:pt x="135427" y="758995"/>
                    <a:pt x="134510" y="758995"/>
                  </a:cubicBezTo>
                  <a:cubicBezTo>
                    <a:pt x="133594" y="758995"/>
                    <a:pt x="132847" y="758248"/>
                    <a:pt x="132847" y="757332"/>
                  </a:cubicBezTo>
                  <a:close/>
                  <a:moveTo>
                    <a:pt x="269445" y="757332"/>
                  </a:moveTo>
                  <a:cubicBezTo>
                    <a:pt x="269445" y="756416"/>
                    <a:pt x="270192" y="755668"/>
                    <a:pt x="271108" y="755668"/>
                  </a:cubicBezTo>
                  <a:cubicBezTo>
                    <a:pt x="272024" y="755668"/>
                    <a:pt x="272772" y="756416"/>
                    <a:pt x="272772" y="757332"/>
                  </a:cubicBezTo>
                  <a:cubicBezTo>
                    <a:pt x="272772" y="758248"/>
                    <a:pt x="272024" y="758995"/>
                    <a:pt x="271108" y="758995"/>
                  </a:cubicBezTo>
                  <a:cubicBezTo>
                    <a:pt x="270192" y="758995"/>
                    <a:pt x="269445" y="758248"/>
                    <a:pt x="269445" y="757332"/>
                  </a:cubicBezTo>
                  <a:close/>
                  <a:moveTo>
                    <a:pt x="584277" y="755668"/>
                  </a:moveTo>
                  <a:cubicBezTo>
                    <a:pt x="585410" y="753835"/>
                    <a:pt x="587097" y="752317"/>
                    <a:pt x="588013" y="752317"/>
                  </a:cubicBezTo>
                  <a:cubicBezTo>
                    <a:pt x="588929" y="752317"/>
                    <a:pt x="588737" y="753835"/>
                    <a:pt x="587603" y="755668"/>
                  </a:cubicBezTo>
                  <a:cubicBezTo>
                    <a:pt x="586470" y="757500"/>
                    <a:pt x="584806" y="758995"/>
                    <a:pt x="583890" y="758995"/>
                  </a:cubicBezTo>
                  <a:cubicBezTo>
                    <a:pt x="582974" y="758995"/>
                    <a:pt x="583143" y="757500"/>
                    <a:pt x="584277" y="755668"/>
                  </a:cubicBezTo>
                  <a:close/>
                  <a:moveTo>
                    <a:pt x="1063695" y="755138"/>
                  </a:moveTo>
                  <a:lnTo>
                    <a:pt x="1061333" y="751304"/>
                  </a:lnTo>
                  <a:lnTo>
                    <a:pt x="1065166" y="753667"/>
                  </a:lnTo>
                  <a:cubicBezTo>
                    <a:pt x="1067287" y="754993"/>
                    <a:pt x="1069023" y="756705"/>
                    <a:pt x="1069023" y="757524"/>
                  </a:cubicBezTo>
                  <a:cubicBezTo>
                    <a:pt x="1069023" y="760297"/>
                    <a:pt x="1066082" y="758995"/>
                    <a:pt x="1063695" y="755138"/>
                  </a:cubicBezTo>
                  <a:close/>
                  <a:moveTo>
                    <a:pt x="122866" y="754005"/>
                  </a:moveTo>
                  <a:cubicBezTo>
                    <a:pt x="122866" y="753089"/>
                    <a:pt x="123613" y="752317"/>
                    <a:pt x="124529" y="752317"/>
                  </a:cubicBezTo>
                  <a:cubicBezTo>
                    <a:pt x="125446" y="752317"/>
                    <a:pt x="126193" y="753089"/>
                    <a:pt x="126193" y="754005"/>
                  </a:cubicBezTo>
                  <a:cubicBezTo>
                    <a:pt x="126193" y="754921"/>
                    <a:pt x="125446" y="755668"/>
                    <a:pt x="124529" y="755668"/>
                  </a:cubicBezTo>
                  <a:cubicBezTo>
                    <a:pt x="123613" y="755668"/>
                    <a:pt x="122866" y="754921"/>
                    <a:pt x="122866" y="754005"/>
                  </a:cubicBezTo>
                  <a:close/>
                  <a:moveTo>
                    <a:pt x="279450" y="754005"/>
                  </a:moveTo>
                  <a:cubicBezTo>
                    <a:pt x="279450" y="753089"/>
                    <a:pt x="280198" y="752317"/>
                    <a:pt x="281113" y="752317"/>
                  </a:cubicBezTo>
                  <a:cubicBezTo>
                    <a:pt x="282029" y="752317"/>
                    <a:pt x="282777" y="753089"/>
                    <a:pt x="282777" y="754005"/>
                  </a:cubicBezTo>
                  <a:cubicBezTo>
                    <a:pt x="282777" y="754921"/>
                    <a:pt x="282029" y="755668"/>
                    <a:pt x="281113" y="755668"/>
                  </a:cubicBezTo>
                  <a:cubicBezTo>
                    <a:pt x="280198" y="755668"/>
                    <a:pt x="279450" y="754921"/>
                    <a:pt x="279450" y="754005"/>
                  </a:cubicBezTo>
                  <a:close/>
                  <a:moveTo>
                    <a:pt x="286104" y="750653"/>
                  </a:moveTo>
                  <a:cubicBezTo>
                    <a:pt x="286104" y="749737"/>
                    <a:pt x="286851" y="748990"/>
                    <a:pt x="287767" y="748990"/>
                  </a:cubicBezTo>
                  <a:cubicBezTo>
                    <a:pt x="288683" y="748990"/>
                    <a:pt x="289431" y="749737"/>
                    <a:pt x="289431" y="750653"/>
                  </a:cubicBezTo>
                  <a:cubicBezTo>
                    <a:pt x="289431" y="751569"/>
                    <a:pt x="288683" y="752317"/>
                    <a:pt x="287767" y="752317"/>
                  </a:cubicBezTo>
                  <a:cubicBezTo>
                    <a:pt x="286851" y="752317"/>
                    <a:pt x="286104" y="751569"/>
                    <a:pt x="286104" y="750653"/>
                  </a:cubicBezTo>
                  <a:close/>
                  <a:moveTo>
                    <a:pt x="296109" y="747326"/>
                  </a:moveTo>
                  <a:cubicBezTo>
                    <a:pt x="296109" y="746410"/>
                    <a:pt x="296856" y="745663"/>
                    <a:pt x="297773" y="745663"/>
                  </a:cubicBezTo>
                  <a:cubicBezTo>
                    <a:pt x="298689" y="745663"/>
                    <a:pt x="299436" y="746410"/>
                    <a:pt x="299436" y="747326"/>
                  </a:cubicBezTo>
                  <a:cubicBezTo>
                    <a:pt x="299436" y="748242"/>
                    <a:pt x="298689" y="748990"/>
                    <a:pt x="297773" y="748990"/>
                  </a:cubicBezTo>
                  <a:cubicBezTo>
                    <a:pt x="296856" y="748990"/>
                    <a:pt x="296109" y="748242"/>
                    <a:pt x="296109" y="747326"/>
                  </a:cubicBezTo>
                  <a:close/>
                  <a:moveTo>
                    <a:pt x="99529" y="743999"/>
                  </a:moveTo>
                  <a:cubicBezTo>
                    <a:pt x="99529" y="743083"/>
                    <a:pt x="100276" y="742336"/>
                    <a:pt x="101193" y="742336"/>
                  </a:cubicBezTo>
                  <a:cubicBezTo>
                    <a:pt x="102109" y="742336"/>
                    <a:pt x="102880" y="743083"/>
                    <a:pt x="102880" y="743999"/>
                  </a:cubicBezTo>
                  <a:cubicBezTo>
                    <a:pt x="102880" y="744915"/>
                    <a:pt x="102109" y="745663"/>
                    <a:pt x="101193" y="745663"/>
                  </a:cubicBezTo>
                  <a:cubicBezTo>
                    <a:pt x="100276" y="745663"/>
                    <a:pt x="99529" y="744915"/>
                    <a:pt x="99529" y="743999"/>
                  </a:cubicBezTo>
                  <a:close/>
                  <a:moveTo>
                    <a:pt x="302763" y="743999"/>
                  </a:moveTo>
                  <a:cubicBezTo>
                    <a:pt x="302763" y="743083"/>
                    <a:pt x="303510" y="742336"/>
                    <a:pt x="304427" y="742336"/>
                  </a:cubicBezTo>
                  <a:cubicBezTo>
                    <a:pt x="305343" y="742336"/>
                    <a:pt x="306090" y="743083"/>
                    <a:pt x="306090" y="743999"/>
                  </a:cubicBezTo>
                  <a:cubicBezTo>
                    <a:pt x="306090" y="744915"/>
                    <a:pt x="305343" y="745663"/>
                    <a:pt x="304427" y="745663"/>
                  </a:cubicBezTo>
                  <a:cubicBezTo>
                    <a:pt x="303510" y="745663"/>
                    <a:pt x="302763" y="744915"/>
                    <a:pt x="302763" y="743999"/>
                  </a:cubicBezTo>
                  <a:close/>
                  <a:moveTo>
                    <a:pt x="592617" y="743999"/>
                  </a:moveTo>
                  <a:cubicBezTo>
                    <a:pt x="592617" y="743083"/>
                    <a:pt x="593365" y="742336"/>
                    <a:pt x="594281" y="742336"/>
                  </a:cubicBezTo>
                  <a:cubicBezTo>
                    <a:pt x="595197" y="742336"/>
                    <a:pt x="595944" y="743083"/>
                    <a:pt x="595944" y="743999"/>
                  </a:cubicBezTo>
                  <a:cubicBezTo>
                    <a:pt x="595944" y="744915"/>
                    <a:pt x="595197" y="745663"/>
                    <a:pt x="594281" y="745663"/>
                  </a:cubicBezTo>
                  <a:cubicBezTo>
                    <a:pt x="593365" y="745663"/>
                    <a:pt x="592617" y="744915"/>
                    <a:pt x="592617" y="743999"/>
                  </a:cubicBezTo>
                  <a:close/>
                  <a:moveTo>
                    <a:pt x="1055691" y="743999"/>
                  </a:moveTo>
                  <a:cubicBezTo>
                    <a:pt x="1055691" y="743083"/>
                    <a:pt x="1056439" y="742336"/>
                    <a:pt x="1057355" y="742336"/>
                  </a:cubicBezTo>
                  <a:cubicBezTo>
                    <a:pt x="1058271" y="742336"/>
                    <a:pt x="1059018" y="743083"/>
                    <a:pt x="1059018" y="743999"/>
                  </a:cubicBezTo>
                  <a:cubicBezTo>
                    <a:pt x="1059018" y="744915"/>
                    <a:pt x="1058271" y="745663"/>
                    <a:pt x="1057355" y="745663"/>
                  </a:cubicBezTo>
                  <a:cubicBezTo>
                    <a:pt x="1056439" y="745663"/>
                    <a:pt x="1055691" y="744915"/>
                    <a:pt x="1055691" y="743999"/>
                  </a:cubicBezTo>
                  <a:close/>
                  <a:moveTo>
                    <a:pt x="655902" y="741082"/>
                  </a:moveTo>
                  <a:cubicBezTo>
                    <a:pt x="655902" y="740383"/>
                    <a:pt x="658530" y="737755"/>
                    <a:pt x="661736" y="735248"/>
                  </a:cubicBezTo>
                  <a:lnTo>
                    <a:pt x="667571" y="730667"/>
                  </a:lnTo>
                  <a:lnTo>
                    <a:pt x="662990" y="736502"/>
                  </a:lnTo>
                  <a:cubicBezTo>
                    <a:pt x="658651" y="742047"/>
                    <a:pt x="655902" y="743807"/>
                    <a:pt x="655902" y="741082"/>
                  </a:cubicBezTo>
                  <a:close/>
                  <a:moveTo>
                    <a:pt x="988646" y="736502"/>
                  </a:moveTo>
                  <a:lnTo>
                    <a:pt x="984065" y="730667"/>
                  </a:lnTo>
                  <a:lnTo>
                    <a:pt x="989899" y="735248"/>
                  </a:lnTo>
                  <a:cubicBezTo>
                    <a:pt x="995445" y="739588"/>
                    <a:pt x="997204" y="742336"/>
                    <a:pt x="994456" y="742336"/>
                  </a:cubicBezTo>
                  <a:cubicBezTo>
                    <a:pt x="993781" y="742336"/>
                    <a:pt x="991153" y="739708"/>
                    <a:pt x="988646" y="736502"/>
                  </a:cubicBezTo>
                  <a:close/>
                  <a:moveTo>
                    <a:pt x="89548" y="737345"/>
                  </a:moveTo>
                  <a:cubicBezTo>
                    <a:pt x="89548" y="736429"/>
                    <a:pt x="90296" y="735658"/>
                    <a:pt x="91212" y="735658"/>
                  </a:cubicBezTo>
                  <a:cubicBezTo>
                    <a:pt x="92128" y="735658"/>
                    <a:pt x="92875" y="736429"/>
                    <a:pt x="92875" y="737345"/>
                  </a:cubicBezTo>
                  <a:cubicBezTo>
                    <a:pt x="92875" y="738261"/>
                    <a:pt x="92128" y="739009"/>
                    <a:pt x="91212" y="739009"/>
                  </a:cubicBezTo>
                  <a:cubicBezTo>
                    <a:pt x="90296" y="739009"/>
                    <a:pt x="89548" y="738261"/>
                    <a:pt x="89548" y="737345"/>
                  </a:cubicBezTo>
                  <a:close/>
                  <a:moveTo>
                    <a:pt x="312767" y="737345"/>
                  </a:moveTo>
                  <a:cubicBezTo>
                    <a:pt x="312767" y="736429"/>
                    <a:pt x="313515" y="735658"/>
                    <a:pt x="314431" y="735658"/>
                  </a:cubicBezTo>
                  <a:cubicBezTo>
                    <a:pt x="315347" y="735658"/>
                    <a:pt x="316094" y="736429"/>
                    <a:pt x="316094" y="737345"/>
                  </a:cubicBezTo>
                  <a:cubicBezTo>
                    <a:pt x="316094" y="738261"/>
                    <a:pt x="315347" y="739009"/>
                    <a:pt x="314431" y="739009"/>
                  </a:cubicBezTo>
                  <a:cubicBezTo>
                    <a:pt x="313515" y="739009"/>
                    <a:pt x="312767" y="738261"/>
                    <a:pt x="312767" y="737345"/>
                  </a:cubicBezTo>
                  <a:close/>
                  <a:moveTo>
                    <a:pt x="82870" y="733994"/>
                  </a:moveTo>
                  <a:cubicBezTo>
                    <a:pt x="82870" y="733078"/>
                    <a:pt x="83642" y="732331"/>
                    <a:pt x="84558" y="732331"/>
                  </a:cubicBezTo>
                  <a:cubicBezTo>
                    <a:pt x="85474" y="732331"/>
                    <a:pt x="86221" y="733078"/>
                    <a:pt x="86221" y="733994"/>
                  </a:cubicBezTo>
                  <a:cubicBezTo>
                    <a:pt x="86221" y="734911"/>
                    <a:pt x="85474" y="735658"/>
                    <a:pt x="84558" y="735658"/>
                  </a:cubicBezTo>
                  <a:cubicBezTo>
                    <a:pt x="83642" y="735658"/>
                    <a:pt x="82870" y="734911"/>
                    <a:pt x="82870" y="733994"/>
                  </a:cubicBezTo>
                  <a:close/>
                  <a:moveTo>
                    <a:pt x="319421" y="733994"/>
                  </a:moveTo>
                  <a:cubicBezTo>
                    <a:pt x="319421" y="733078"/>
                    <a:pt x="320169" y="732331"/>
                    <a:pt x="321085" y="732331"/>
                  </a:cubicBezTo>
                  <a:cubicBezTo>
                    <a:pt x="322001" y="732331"/>
                    <a:pt x="322748" y="733078"/>
                    <a:pt x="322748" y="733994"/>
                  </a:cubicBezTo>
                  <a:cubicBezTo>
                    <a:pt x="322748" y="734911"/>
                    <a:pt x="322001" y="735658"/>
                    <a:pt x="321085" y="735658"/>
                  </a:cubicBezTo>
                  <a:cubicBezTo>
                    <a:pt x="320169" y="735658"/>
                    <a:pt x="319421" y="734911"/>
                    <a:pt x="319421" y="733994"/>
                  </a:cubicBezTo>
                  <a:close/>
                  <a:moveTo>
                    <a:pt x="589266" y="733994"/>
                  </a:moveTo>
                  <a:cubicBezTo>
                    <a:pt x="589266" y="733078"/>
                    <a:pt x="590014" y="732331"/>
                    <a:pt x="590930" y="732331"/>
                  </a:cubicBezTo>
                  <a:cubicBezTo>
                    <a:pt x="591846" y="732331"/>
                    <a:pt x="592617" y="733078"/>
                    <a:pt x="592617" y="733994"/>
                  </a:cubicBezTo>
                  <a:cubicBezTo>
                    <a:pt x="592617" y="734911"/>
                    <a:pt x="591846" y="735658"/>
                    <a:pt x="590930" y="735658"/>
                  </a:cubicBezTo>
                  <a:cubicBezTo>
                    <a:pt x="590014" y="735658"/>
                    <a:pt x="589266" y="734911"/>
                    <a:pt x="589266" y="733994"/>
                  </a:cubicBezTo>
                  <a:close/>
                  <a:moveTo>
                    <a:pt x="1059018" y="733994"/>
                  </a:moveTo>
                  <a:cubicBezTo>
                    <a:pt x="1059018" y="733078"/>
                    <a:pt x="1059766" y="732331"/>
                    <a:pt x="1060682" y="732331"/>
                  </a:cubicBezTo>
                  <a:cubicBezTo>
                    <a:pt x="1061598" y="732331"/>
                    <a:pt x="1062345" y="733078"/>
                    <a:pt x="1062345" y="733994"/>
                  </a:cubicBezTo>
                  <a:cubicBezTo>
                    <a:pt x="1062345" y="734911"/>
                    <a:pt x="1061598" y="735658"/>
                    <a:pt x="1060682" y="735658"/>
                  </a:cubicBezTo>
                  <a:cubicBezTo>
                    <a:pt x="1059766" y="735658"/>
                    <a:pt x="1059018" y="734911"/>
                    <a:pt x="1059018" y="733994"/>
                  </a:cubicBezTo>
                  <a:close/>
                  <a:moveTo>
                    <a:pt x="735870" y="725677"/>
                  </a:moveTo>
                  <a:cubicBezTo>
                    <a:pt x="735870" y="723242"/>
                    <a:pt x="736858" y="722230"/>
                    <a:pt x="738087" y="723459"/>
                  </a:cubicBezTo>
                  <a:cubicBezTo>
                    <a:pt x="739317" y="724689"/>
                    <a:pt x="739317" y="726666"/>
                    <a:pt x="738087" y="727895"/>
                  </a:cubicBezTo>
                  <a:cubicBezTo>
                    <a:pt x="736858" y="729124"/>
                    <a:pt x="735870" y="728112"/>
                    <a:pt x="735870" y="725677"/>
                  </a:cubicBezTo>
                  <a:close/>
                  <a:moveTo>
                    <a:pt x="912440" y="725677"/>
                  </a:moveTo>
                  <a:cubicBezTo>
                    <a:pt x="912440" y="723242"/>
                    <a:pt x="913428" y="722230"/>
                    <a:pt x="914657" y="723459"/>
                  </a:cubicBezTo>
                  <a:cubicBezTo>
                    <a:pt x="915887" y="724689"/>
                    <a:pt x="915887" y="726666"/>
                    <a:pt x="914657" y="727895"/>
                  </a:cubicBezTo>
                  <a:cubicBezTo>
                    <a:pt x="913428" y="729124"/>
                    <a:pt x="912440" y="728112"/>
                    <a:pt x="912440" y="725677"/>
                  </a:cubicBezTo>
                  <a:close/>
                  <a:moveTo>
                    <a:pt x="69562" y="724013"/>
                  </a:moveTo>
                  <a:cubicBezTo>
                    <a:pt x="69562" y="723097"/>
                    <a:pt x="70310" y="722350"/>
                    <a:pt x="71226" y="722350"/>
                  </a:cubicBezTo>
                  <a:cubicBezTo>
                    <a:pt x="72142" y="722350"/>
                    <a:pt x="72889" y="723097"/>
                    <a:pt x="72889" y="724013"/>
                  </a:cubicBezTo>
                  <a:cubicBezTo>
                    <a:pt x="72889" y="724930"/>
                    <a:pt x="72142" y="725677"/>
                    <a:pt x="71226" y="725677"/>
                  </a:cubicBezTo>
                  <a:cubicBezTo>
                    <a:pt x="70310" y="725677"/>
                    <a:pt x="69562" y="724930"/>
                    <a:pt x="69562" y="724013"/>
                  </a:cubicBezTo>
                  <a:close/>
                  <a:moveTo>
                    <a:pt x="334417" y="722350"/>
                  </a:moveTo>
                  <a:cubicBezTo>
                    <a:pt x="335550" y="720518"/>
                    <a:pt x="337214" y="718999"/>
                    <a:pt x="338130" y="718999"/>
                  </a:cubicBezTo>
                  <a:cubicBezTo>
                    <a:pt x="339046" y="718999"/>
                    <a:pt x="338877" y="720518"/>
                    <a:pt x="337744" y="722350"/>
                  </a:cubicBezTo>
                  <a:cubicBezTo>
                    <a:pt x="336611" y="724183"/>
                    <a:pt x="334923" y="725677"/>
                    <a:pt x="334007" y="725677"/>
                  </a:cubicBezTo>
                  <a:cubicBezTo>
                    <a:pt x="333091" y="725677"/>
                    <a:pt x="333284" y="724183"/>
                    <a:pt x="334417" y="722350"/>
                  </a:cubicBezTo>
                  <a:close/>
                  <a:moveTo>
                    <a:pt x="579286" y="720686"/>
                  </a:moveTo>
                  <a:cubicBezTo>
                    <a:pt x="579286" y="719770"/>
                    <a:pt x="580033" y="718999"/>
                    <a:pt x="580950" y="718999"/>
                  </a:cubicBezTo>
                  <a:cubicBezTo>
                    <a:pt x="581866" y="718999"/>
                    <a:pt x="582613" y="719770"/>
                    <a:pt x="582613" y="720686"/>
                  </a:cubicBezTo>
                  <a:cubicBezTo>
                    <a:pt x="582613" y="721603"/>
                    <a:pt x="581866" y="722350"/>
                    <a:pt x="580950" y="722350"/>
                  </a:cubicBezTo>
                  <a:cubicBezTo>
                    <a:pt x="580033" y="722350"/>
                    <a:pt x="579286" y="721603"/>
                    <a:pt x="579286" y="720686"/>
                  </a:cubicBezTo>
                  <a:close/>
                  <a:moveTo>
                    <a:pt x="1069023" y="720686"/>
                  </a:moveTo>
                  <a:cubicBezTo>
                    <a:pt x="1069023" y="719770"/>
                    <a:pt x="1069770" y="718999"/>
                    <a:pt x="1070687" y="718999"/>
                  </a:cubicBezTo>
                  <a:cubicBezTo>
                    <a:pt x="1071603" y="718999"/>
                    <a:pt x="1072350" y="719770"/>
                    <a:pt x="1072350" y="720686"/>
                  </a:cubicBezTo>
                  <a:cubicBezTo>
                    <a:pt x="1072350" y="721603"/>
                    <a:pt x="1071603" y="722350"/>
                    <a:pt x="1070687" y="722350"/>
                  </a:cubicBezTo>
                  <a:cubicBezTo>
                    <a:pt x="1069770" y="722350"/>
                    <a:pt x="1069023" y="721603"/>
                    <a:pt x="1069023" y="720686"/>
                  </a:cubicBezTo>
                  <a:close/>
                  <a:moveTo>
                    <a:pt x="153604" y="713478"/>
                  </a:moveTo>
                  <a:lnTo>
                    <a:pt x="132727" y="708536"/>
                  </a:lnTo>
                  <a:lnTo>
                    <a:pt x="112065" y="694602"/>
                  </a:lnTo>
                  <a:lnTo>
                    <a:pt x="91405" y="680691"/>
                  </a:lnTo>
                  <a:lnTo>
                    <a:pt x="77494" y="663526"/>
                  </a:lnTo>
                  <a:cubicBezTo>
                    <a:pt x="69852" y="654076"/>
                    <a:pt x="60064" y="637585"/>
                    <a:pt x="55748" y="626881"/>
                  </a:cubicBezTo>
                  <a:lnTo>
                    <a:pt x="47889" y="607402"/>
                  </a:lnTo>
                  <a:lnTo>
                    <a:pt x="47889" y="382519"/>
                  </a:lnTo>
                  <a:lnTo>
                    <a:pt x="47889" y="157636"/>
                  </a:lnTo>
                  <a:lnTo>
                    <a:pt x="55748" y="138180"/>
                  </a:lnTo>
                  <a:cubicBezTo>
                    <a:pt x="60064" y="127476"/>
                    <a:pt x="69852" y="110986"/>
                    <a:pt x="77494" y="101535"/>
                  </a:cubicBezTo>
                  <a:lnTo>
                    <a:pt x="91405" y="84346"/>
                  </a:lnTo>
                  <a:lnTo>
                    <a:pt x="111969" y="70484"/>
                  </a:lnTo>
                  <a:lnTo>
                    <a:pt x="132558" y="56646"/>
                  </a:lnTo>
                  <a:lnTo>
                    <a:pt x="155846" y="51342"/>
                  </a:lnTo>
                  <a:cubicBezTo>
                    <a:pt x="198084" y="41723"/>
                    <a:pt x="245072" y="45773"/>
                    <a:pt x="279450" y="61949"/>
                  </a:cubicBezTo>
                  <a:lnTo>
                    <a:pt x="297773" y="70580"/>
                  </a:lnTo>
                  <a:lnTo>
                    <a:pt x="316312" y="89120"/>
                  </a:lnTo>
                  <a:lnTo>
                    <a:pt x="334851" y="107683"/>
                  </a:lnTo>
                  <a:lnTo>
                    <a:pt x="343409" y="126005"/>
                  </a:lnTo>
                  <a:cubicBezTo>
                    <a:pt x="348110" y="136083"/>
                    <a:pt x="353631" y="152259"/>
                    <a:pt x="355680" y="161975"/>
                  </a:cubicBezTo>
                  <a:lnTo>
                    <a:pt x="359394" y="179623"/>
                  </a:lnTo>
                  <a:lnTo>
                    <a:pt x="359394" y="382687"/>
                  </a:lnTo>
                  <a:lnTo>
                    <a:pt x="359394" y="585752"/>
                  </a:lnTo>
                  <a:lnTo>
                    <a:pt x="263225" y="585752"/>
                  </a:lnTo>
                  <a:lnTo>
                    <a:pt x="167057" y="585752"/>
                  </a:lnTo>
                  <a:lnTo>
                    <a:pt x="158281" y="592647"/>
                  </a:lnTo>
                  <a:lnTo>
                    <a:pt x="149506" y="599566"/>
                  </a:lnTo>
                  <a:lnTo>
                    <a:pt x="149506" y="609306"/>
                  </a:lnTo>
                  <a:lnTo>
                    <a:pt x="149506" y="619070"/>
                  </a:lnTo>
                  <a:lnTo>
                    <a:pt x="156184" y="625724"/>
                  </a:lnTo>
                  <a:lnTo>
                    <a:pt x="162838" y="632402"/>
                  </a:lnTo>
                  <a:lnTo>
                    <a:pt x="254449" y="632402"/>
                  </a:lnTo>
                  <a:cubicBezTo>
                    <a:pt x="304836" y="632402"/>
                    <a:pt x="346061" y="633391"/>
                    <a:pt x="346061" y="634596"/>
                  </a:cubicBezTo>
                  <a:cubicBezTo>
                    <a:pt x="346061" y="640623"/>
                    <a:pt x="323544" y="670686"/>
                    <a:pt x="310284" y="682378"/>
                  </a:cubicBezTo>
                  <a:cubicBezTo>
                    <a:pt x="273109" y="715093"/>
                    <a:pt x="211826" y="727268"/>
                    <a:pt x="153604" y="713478"/>
                  </a:cubicBezTo>
                  <a:close/>
                  <a:moveTo>
                    <a:pt x="679215" y="714756"/>
                  </a:moveTo>
                  <a:cubicBezTo>
                    <a:pt x="679215" y="714249"/>
                    <a:pt x="690835" y="702629"/>
                    <a:pt x="705035" y="688936"/>
                  </a:cubicBezTo>
                  <a:lnTo>
                    <a:pt x="730855" y="664032"/>
                  </a:lnTo>
                  <a:lnTo>
                    <a:pt x="705951" y="689852"/>
                  </a:lnTo>
                  <a:cubicBezTo>
                    <a:pt x="682831" y="713840"/>
                    <a:pt x="679215" y="717191"/>
                    <a:pt x="679215" y="714756"/>
                  </a:cubicBezTo>
                  <a:close/>
                  <a:moveTo>
                    <a:pt x="943997" y="688188"/>
                  </a:moveTo>
                  <a:lnTo>
                    <a:pt x="917429" y="660705"/>
                  </a:lnTo>
                  <a:lnTo>
                    <a:pt x="944913" y="687272"/>
                  </a:lnTo>
                  <a:cubicBezTo>
                    <a:pt x="970444" y="711959"/>
                    <a:pt x="973916" y="715672"/>
                    <a:pt x="971480" y="715672"/>
                  </a:cubicBezTo>
                  <a:cubicBezTo>
                    <a:pt x="970999" y="715672"/>
                    <a:pt x="958631" y="703305"/>
                    <a:pt x="943997" y="688188"/>
                  </a:cubicBezTo>
                  <a:close/>
                  <a:moveTo>
                    <a:pt x="1128981" y="714009"/>
                  </a:moveTo>
                  <a:cubicBezTo>
                    <a:pt x="1128981" y="713093"/>
                    <a:pt x="1129728" y="712345"/>
                    <a:pt x="1130644" y="712345"/>
                  </a:cubicBezTo>
                  <a:cubicBezTo>
                    <a:pt x="1131560" y="712345"/>
                    <a:pt x="1132308" y="713093"/>
                    <a:pt x="1132308" y="714009"/>
                  </a:cubicBezTo>
                  <a:cubicBezTo>
                    <a:pt x="1132308" y="714925"/>
                    <a:pt x="1131560" y="715672"/>
                    <a:pt x="1130644" y="715672"/>
                  </a:cubicBezTo>
                  <a:cubicBezTo>
                    <a:pt x="1129728" y="715672"/>
                    <a:pt x="1128981" y="714925"/>
                    <a:pt x="1128981" y="714009"/>
                  </a:cubicBezTo>
                  <a:close/>
                  <a:moveTo>
                    <a:pt x="572608" y="710682"/>
                  </a:moveTo>
                  <a:cubicBezTo>
                    <a:pt x="572608" y="709766"/>
                    <a:pt x="573379" y="709018"/>
                    <a:pt x="574271" y="709018"/>
                  </a:cubicBezTo>
                  <a:cubicBezTo>
                    <a:pt x="575187" y="709018"/>
                    <a:pt x="575959" y="709766"/>
                    <a:pt x="575959" y="710682"/>
                  </a:cubicBezTo>
                  <a:cubicBezTo>
                    <a:pt x="575959" y="711598"/>
                    <a:pt x="575187" y="712345"/>
                    <a:pt x="574271" y="712345"/>
                  </a:cubicBezTo>
                  <a:cubicBezTo>
                    <a:pt x="573379" y="712345"/>
                    <a:pt x="572608" y="711598"/>
                    <a:pt x="572608" y="710682"/>
                  </a:cubicBezTo>
                  <a:close/>
                  <a:moveTo>
                    <a:pt x="739197" y="710682"/>
                  </a:moveTo>
                  <a:cubicBezTo>
                    <a:pt x="739197" y="709766"/>
                    <a:pt x="739944" y="709018"/>
                    <a:pt x="740860" y="709018"/>
                  </a:cubicBezTo>
                  <a:cubicBezTo>
                    <a:pt x="741776" y="709018"/>
                    <a:pt x="742524" y="709766"/>
                    <a:pt x="742524" y="710682"/>
                  </a:cubicBezTo>
                  <a:cubicBezTo>
                    <a:pt x="742524" y="711598"/>
                    <a:pt x="741776" y="712345"/>
                    <a:pt x="740860" y="712345"/>
                  </a:cubicBezTo>
                  <a:cubicBezTo>
                    <a:pt x="739944" y="712345"/>
                    <a:pt x="739197" y="711598"/>
                    <a:pt x="739197" y="710682"/>
                  </a:cubicBezTo>
                  <a:close/>
                  <a:moveTo>
                    <a:pt x="909113" y="710682"/>
                  </a:moveTo>
                  <a:cubicBezTo>
                    <a:pt x="909113" y="709766"/>
                    <a:pt x="909859" y="709018"/>
                    <a:pt x="910776" y="709018"/>
                  </a:cubicBezTo>
                  <a:cubicBezTo>
                    <a:pt x="911692" y="709018"/>
                    <a:pt x="912440" y="709766"/>
                    <a:pt x="912440" y="710682"/>
                  </a:cubicBezTo>
                  <a:cubicBezTo>
                    <a:pt x="912440" y="711598"/>
                    <a:pt x="911692" y="712345"/>
                    <a:pt x="910776" y="712345"/>
                  </a:cubicBezTo>
                  <a:cubicBezTo>
                    <a:pt x="909859" y="712345"/>
                    <a:pt x="909113" y="711598"/>
                    <a:pt x="909113" y="710682"/>
                  </a:cubicBezTo>
                  <a:close/>
                  <a:moveTo>
                    <a:pt x="1075677" y="710682"/>
                  </a:moveTo>
                  <a:cubicBezTo>
                    <a:pt x="1075677" y="709766"/>
                    <a:pt x="1076424" y="709018"/>
                    <a:pt x="1077341" y="709018"/>
                  </a:cubicBezTo>
                  <a:cubicBezTo>
                    <a:pt x="1078257" y="709018"/>
                    <a:pt x="1079004" y="709766"/>
                    <a:pt x="1079004" y="710682"/>
                  </a:cubicBezTo>
                  <a:cubicBezTo>
                    <a:pt x="1079004" y="711598"/>
                    <a:pt x="1078257" y="712345"/>
                    <a:pt x="1077341" y="712345"/>
                  </a:cubicBezTo>
                  <a:cubicBezTo>
                    <a:pt x="1076424" y="712345"/>
                    <a:pt x="1075677" y="711598"/>
                    <a:pt x="1075677" y="710682"/>
                  </a:cubicBezTo>
                  <a:close/>
                  <a:moveTo>
                    <a:pt x="1122327" y="710682"/>
                  </a:moveTo>
                  <a:cubicBezTo>
                    <a:pt x="1122327" y="709766"/>
                    <a:pt x="1123074" y="709018"/>
                    <a:pt x="1123990" y="709018"/>
                  </a:cubicBezTo>
                  <a:cubicBezTo>
                    <a:pt x="1124906" y="709018"/>
                    <a:pt x="1125654" y="709766"/>
                    <a:pt x="1125654" y="710682"/>
                  </a:cubicBezTo>
                  <a:cubicBezTo>
                    <a:pt x="1125654" y="711598"/>
                    <a:pt x="1124906" y="712345"/>
                    <a:pt x="1123990" y="712345"/>
                  </a:cubicBezTo>
                  <a:cubicBezTo>
                    <a:pt x="1123074" y="712345"/>
                    <a:pt x="1122327" y="711598"/>
                    <a:pt x="1122327" y="710682"/>
                  </a:cubicBezTo>
                  <a:close/>
                  <a:moveTo>
                    <a:pt x="742524" y="704028"/>
                  </a:moveTo>
                  <a:cubicBezTo>
                    <a:pt x="742524" y="703112"/>
                    <a:pt x="743271" y="702364"/>
                    <a:pt x="744187" y="702364"/>
                  </a:cubicBezTo>
                  <a:cubicBezTo>
                    <a:pt x="745103" y="702364"/>
                    <a:pt x="745851" y="703112"/>
                    <a:pt x="745851" y="704028"/>
                  </a:cubicBezTo>
                  <a:cubicBezTo>
                    <a:pt x="745851" y="704944"/>
                    <a:pt x="745103" y="705691"/>
                    <a:pt x="744187" y="705691"/>
                  </a:cubicBezTo>
                  <a:cubicBezTo>
                    <a:pt x="743271" y="705691"/>
                    <a:pt x="742524" y="704944"/>
                    <a:pt x="742524" y="704028"/>
                  </a:cubicBezTo>
                  <a:close/>
                  <a:moveTo>
                    <a:pt x="905761" y="704028"/>
                  </a:moveTo>
                  <a:cubicBezTo>
                    <a:pt x="905761" y="703112"/>
                    <a:pt x="906532" y="702364"/>
                    <a:pt x="907449" y="702364"/>
                  </a:cubicBezTo>
                  <a:cubicBezTo>
                    <a:pt x="908365" y="702364"/>
                    <a:pt x="909113" y="703112"/>
                    <a:pt x="909113" y="704028"/>
                  </a:cubicBezTo>
                  <a:cubicBezTo>
                    <a:pt x="909113" y="704944"/>
                    <a:pt x="908365" y="705691"/>
                    <a:pt x="907449" y="705691"/>
                  </a:cubicBezTo>
                  <a:cubicBezTo>
                    <a:pt x="906532" y="705691"/>
                    <a:pt x="905761" y="704944"/>
                    <a:pt x="905761" y="704028"/>
                  </a:cubicBezTo>
                  <a:close/>
                  <a:moveTo>
                    <a:pt x="1115649" y="704028"/>
                  </a:moveTo>
                  <a:cubicBezTo>
                    <a:pt x="1115649" y="703112"/>
                    <a:pt x="1116421" y="702364"/>
                    <a:pt x="1117337" y="702364"/>
                  </a:cubicBezTo>
                  <a:cubicBezTo>
                    <a:pt x="1118252" y="702364"/>
                    <a:pt x="1119000" y="703112"/>
                    <a:pt x="1119000" y="704028"/>
                  </a:cubicBezTo>
                  <a:cubicBezTo>
                    <a:pt x="1119000" y="704944"/>
                    <a:pt x="1118252" y="705691"/>
                    <a:pt x="1117337" y="705691"/>
                  </a:cubicBezTo>
                  <a:cubicBezTo>
                    <a:pt x="1116421" y="705691"/>
                    <a:pt x="1115649" y="704944"/>
                    <a:pt x="1115649" y="704028"/>
                  </a:cubicBezTo>
                  <a:close/>
                  <a:moveTo>
                    <a:pt x="563977" y="698507"/>
                  </a:moveTo>
                  <a:lnTo>
                    <a:pt x="561590" y="694650"/>
                  </a:lnTo>
                  <a:lnTo>
                    <a:pt x="565448" y="697036"/>
                  </a:lnTo>
                  <a:cubicBezTo>
                    <a:pt x="569281" y="699423"/>
                    <a:pt x="570607" y="702364"/>
                    <a:pt x="567810" y="702364"/>
                  </a:cubicBezTo>
                  <a:cubicBezTo>
                    <a:pt x="567015" y="702364"/>
                    <a:pt x="565279" y="700629"/>
                    <a:pt x="563977" y="698507"/>
                  </a:cubicBezTo>
                  <a:close/>
                  <a:moveTo>
                    <a:pt x="622584" y="700677"/>
                  </a:moveTo>
                  <a:cubicBezTo>
                    <a:pt x="622584" y="699761"/>
                    <a:pt x="623332" y="699013"/>
                    <a:pt x="624248" y="699013"/>
                  </a:cubicBezTo>
                  <a:cubicBezTo>
                    <a:pt x="625164" y="699013"/>
                    <a:pt x="625911" y="699761"/>
                    <a:pt x="625911" y="700677"/>
                  </a:cubicBezTo>
                  <a:cubicBezTo>
                    <a:pt x="625911" y="701593"/>
                    <a:pt x="625164" y="702340"/>
                    <a:pt x="624248" y="702340"/>
                  </a:cubicBezTo>
                  <a:cubicBezTo>
                    <a:pt x="623332" y="702340"/>
                    <a:pt x="622584" y="701593"/>
                    <a:pt x="622584" y="700677"/>
                  </a:cubicBezTo>
                  <a:close/>
                  <a:moveTo>
                    <a:pt x="1025701" y="700677"/>
                  </a:moveTo>
                  <a:cubicBezTo>
                    <a:pt x="1025701" y="699761"/>
                    <a:pt x="1026447" y="699013"/>
                    <a:pt x="1027364" y="699013"/>
                  </a:cubicBezTo>
                  <a:cubicBezTo>
                    <a:pt x="1028280" y="699013"/>
                    <a:pt x="1029051" y="699761"/>
                    <a:pt x="1029051" y="700677"/>
                  </a:cubicBezTo>
                  <a:cubicBezTo>
                    <a:pt x="1029051" y="701593"/>
                    <a:pt x="1028280" y="702340"/>
                    <a:pt x="1027364" y="702340"/>
                  </a:cubicBezTo>
                  <a:cubicBezTo>
                    <a:pt x="1026447" y="702340"/>
                    <a:pt x="1025701" y="701593"/>
                    <a:pt x="1025701" y="700677"/>
                  </a:cubicBezTo>
                  <a:close/>
                  <a:moveTo>
                    <a:pt x="1082355" y="700677"/>
                  </a:moveTo>
                  <a:cubicBezTo>
                    <a:pt x="1082355" y="699761"/>
                    <a:pt x="1083102" y="699013"/>
                    <a:pt x="1084018" y="699013"/>
                  </a:cubicBezTo>
                  <a:cubicBezTo>
                    <a:pt x="1084935" y="699013"/>
                    <a:pt x="1085682" y="699761"/>
                    <a:pt x="1085682" y="700677"/>
                  </a:cubicBezTo>
                  <a:cubicBezTo>
                    <a:pt x="1085682" y="701593"/>
                    <a:pt x="1084935" y="702340"/>
                    <a:pt x="1084018" y="702340"/>
                  </a:cubicBezTo>
                  <a:cubicBezTo>
                    <a:pt x="1083102" y="702340"/>
                    <a:pt x="1082355" y="701593"/>
                    <a:pt x="1082355" y="700677"/>
                  </a:cubicBezTo>
                  <a:close/>
                  <a:moveTo>
                    <a:pt x="361057" y="695686"/>
                  </a:moveTo>
                  <a:cubicBezTo>
                    <a:pt x="362190" y="693854"/>
                    <a:pt x="363877" y="692359"/>
                    <a:pt x="364794" y="692359"/>
                  </a:cubicBezTo>
                  <a:cubicBezTo>
                    <a:pt x="365710" y="692359"/>
                    <a:pt x="365517" y="693854"/>
                    <a:pt x="364408" y="695686"/>
                  </a:cubicBezTo>
                  <a:cubicBezTo>
                    <a:pt x="363275" y="697518"/>
                    <a:pt x="361587" y="699013"/>
                    <a:pt x="360671" y="699013"/>
                  </a:cubicBezTo>
                  <a:cubicBezTo>
                    <a:pt x="359755" y="699013"/>
                    <a:pt x="359923" y="697518"/>
                    <a:pt x="361057" y="695686"/>
                  </a:cubicBezTo>
                  <a:close/>
                  <a:moveTo>
                    <a:pt x="745851" y="697350"/>
                  </a:moveTo>
                  <a:cubicBezTo>
                    <a:pt x="745851" y="696434"/>
                    <a:pt x="746597" y="695686"/>
                    <a:pt x="747514" y="695686"/>
                  </a:cubicBezTo>
                  <a:cubicBezTo>
                    <a:pt x="748430" y="695686"/>
                    <a:pt x="749178" y="696434"/>
                    <a:pt x="749178" y="697350"/>
                  </a:cubicBezTo>
                  <a:cubicBezTo>
                    <a:pt x="749178" y="698266"/>
                    <a:pt x="748430" y="699013"/>
                    <a:pt x="747514" y="699013"/>
                  </a:cubicBezTo>
                  <a:cubicBezTo>
                    <a:pt x="746597" y="699013"/>
                    <a:pt x="745851" y="698266"/>
                    <a:pt x="745851" y="697350"/>
                  </a:cubicBezTo>
                  <a:close/>
                  <a:moveTo>
                    <a:pt x="902434" y="697350"/>
                  </a:moveTo>
                  <a:cubicBezTo>
                    <a:pt x="902434" y="696434"/>
                    <a:pt x="903182" y="695686"/>
                    <a:pt x="904098" y="695686"/>
                  </a:cubicBezTo>
                  <a:cubicBezTo>
                    <a:pt x="905014" y="695686"/>
                    <a:pt x="905761" y="696434"/>
                    <a:pt x="905761" y="697350"/>
                  </a:cubicBezTo>
                  <a:cubicBezTo>
                    <a:pt x="905761" y="698266"/>
                    <a:pt x="905014" y="699013"/>
                    <a:pt x="904098" y="699013"/>
                  </a:cubicBezTo>
                  <a:cubicBezTo>
                    <a:pt x="903182" y="699013"/>
                    <a:pt x="902434" y="698266"/>
                    <a:pt x="902434" y="697350"/>
                  </a:cubicBezTo>
                  <a:close/>
                  <a:moveTo>
                    <a:pt x="37595" y="691853"/>
                  </a:moveTo>
                  <a:lnTo>
                    <a:pt x="35208" y="687996"/>
                  </a:lnTo>
                  <a:lnTo>
                    <a:pt x="39065" y="690382"/>
                  </a:lnTo>
                  <a:cubicBezTo>
                    <a:pt x="42899" y="692745"/>
                    <a:pt x="44201" y="695686"/>
                    <a:pt x="41428" y="695686"/>
                  </a:cubicBezTo>
                  <a:cubicBezTo>
                    <a:pt x="40632" y="695686"/>
                    <a:pt x="38897" y="693951"/>
                    <a:pt x="37595" y="691853"/>
                  </a:cubicBezTo>
                  <a:close/>
                  <a:moveTo>
                    <a:pt x="1112322" y="692359"/>
                  </a:moveTo>
                  <a:cubicBezTo>
                    <a:pt x="1112322" y="689925"/>
                    <a:pt x="1113334" y="688912"/>
                    <a:pt x="1114540" y="690141"/>
                  </a:cubicBezTo>
                  <a:cubicBezTo>
                    <a:pt x="1115769" y="691371"/>
                    <a:pt x="1115769" y="693348"/>
                    <a:pt x="1114540" y="694578"/>
                  </a:cubicBezTo>
                  <a:cubicBezTo>
                    <a:pt x="1113334" y="695807"/>
                    <a:pt x="1112322" y="694795"/>
                    <a:pt x="1112322" y="692359"/>
                  </a:cubicBezTo>
                  <a:close/>
                  <a:moveTo>
                    <a:pt x="559300" y="690696"/>
                  </a:moveTo>
                  <a:cubicBezTo>
                    <a:pt x="559300" y="689780"/>
                    <a:pt x="560048" y="689032"/>
                    <a:pt x="560963" y="689032"/>
                  </a:cubicBezTo>
                  <a:cubicBezTo>
                    <a:pt x="561879" y="689032"/>
                    <a:pt x="562627" y="689780"/>
                    <a:pt x="562627" y="690696"/>
                  </a:cubicBezTo>
                  <a:cubicBezTo>
                    <a:pt x="562627" y="691612"/>
                    <a:pt x="561879" y="692359"/>
                    <a:pt x="560963" y="692359"/>
                  </a:cubicBezTo>
                  <a:cubicBezTo>
                    <a:pt x="560048" y="692359"/>
                    <a:pt x="559300" y="691612"/>
                    <a:pt x="559300" y="690696"/>
                  </a:cubicBezTo>
                  <a:close/>
                  <a:moveTo>
                    <a:pt x="613954" y="688502"/>
                  </a:moveTo>
                  <a:lnTo>
                    <a:pt x="611567" y="684669"/>
                  </a:lnTo>
                  <a:lnTo>
                    <a:pt x="615424" y="687031"/>
                  </a:lnTo>
                  <a:cubicBezTo>
                    <a:pt x="617522" y="688358"/>
                    <a:pt x="619258" y="690069"/>
                    <a:pt x="619258" y="690889"/>
                  </a:cubicBezTo>
                  <a:cubicBezTo>
                    <a:pt x="619258" y="693662"/>
                    <a:pt x="616316" y="692359"/>
                    <a:pt x="613954" y="688502"/>
                  </a:cubicBezTo>
                  <a:close/>
                  <a:moveTo>
                    <a:pt x="1034042" y="689032"/>
                  </a:moveTo>
                  <a:cubicBezTo>
                    <a:pt x="1035175" y="687200"/>
                    <a:pt x="1036838" y="685705"/>
                    <a:pt x="1037755" y="685705"/>
                  </a:cubicBezTo>
                  <a:cubicBezTo>
                    <a:pt x="1038671" y="685705"/>
                    <a:pt x="1038502" y="687200"/>
                    <a:pt x="1037369" y="689032"/>
                  </a:cubicBezTo>
                  <a:cubicBezTo>
                    <a:pt x="1036236" y="690864"/>
                    <a:pt x="1034548" y="692359"/>
                    <a:pt x="1033632" y="692359"/>
                  </a:cubicBezTo>
                  <a:cubicBezTo>
                    <a:pt x="1032716" y="692359"/>
                    <a:pt x="1032909" y="690864"/>
                    <a:pt x="1034042" y="689032"/>
                  </a:cubicBezTo>
                  <a:close/>
                  <a:moveTo>
                    <a:pt x="1089009" y="690696"/>
                  </a:moveTo>
                  <a:cubicBezTo>
                    <a:pt x="1089009" y="689780"/>
                    <a:pt x="1089756" y="689032"/>
                    <a:pt x="1090672" y="689032"/>
                  </a:cubicBezTo>
                  <a:cubicBezTo>
                    <a:pt x="1091589" y="689032"/>
                    <a:pt x="1092336" y="689780"/>
                    <a:pt x="1092336" y="690696"/>
                  </a:cubicBezTo>
                  <a:cubicBezTo>
                    <a:pt x="1092336" y="691612"/>
                    <a:pt x="1091589" y="692359"/>
                    <a:pt x="1090672" y="692359"/>
                  </a:cubicBezTo>
                  <a:cubicBezTo>
                    <a:pt x="1089756" y="692359"/>
                    <a:pt x="1089009" y="691612"/>
                    <a:pt x="1089009" y="690696"/>
                  </a:cubicBezTo>
                  <a:close/>
                  <a:moveTo>
                    <a:pt x="752528" y="687369"/>
                  </a:moveTo>
                  <a:cubicBezTo>
                    <a:pt x="752528" y="686453"/>
                    <a:pt x="753276" y="685705"/>
                    <a:pt x="754192" y="685705"/>
                  </a:cubicBezTo>
                  <a:cubicBezTo>
                    <a:pt x="755108" y="685705"/>
                    <a:pt x="755855" y="686453"/>
                    <a:pt x="755855" y="687369"/>
                  </a:cubicBezTo>
                  <a:cubicBezTo>
                    <a:pt x="755855" y="688285"/>
                    <a:pt x="755108" y="689032"/>
                    <a:pt x="754192" y="689032"/>
                  </a:cubicBezTo>
                  <a:cubicBezTo>
                    <a:pt x="753276" y="689032"/>
                    <a:pt x="752528" y="688285"/>
                    <a:pt x="752528" y="687369"/>
                  </a:cubicBezTo>
                  <a:close/>
                  <a:moveTo>
                    <a:pt x="895781" y="687369"/>
                  </a:moveTo>
                  <a:cubicBezTo>
                    <a:pt x="895781" y="686453"/>
                    <a:pt x="896528" y="685705"/>
                    <a:pt x="897444" y="685705"/>
                  </a:cubicBezTo>
                  <a:cubicBezTo>
                    <a:pt x="898360" y="685705"/>
                    <a:pt x="899107" y="686453"/>
                    <a:pt x="899107" y="687369"/>
                  </a:cubicBezTo>
                  <a:cubicBezTo>
                    <a:pt x="899107" y="688285"/>
                    <a:pt x="898360" y="689032"/>
                    <a:pt x="897444" y="689032"/>
                  </a:cubicBezTo>
                  <a:cubicBezTo>
                    <a:pt x="896528" y="689032"/>
                    <a:pt x="895781" y="688285"/>
                    <a:pt x="895781" y="687369"/>
                  </a:cubicBezTo>
                  <a:close/>
                  <a:moveTo>
                    <a:pt x="29567" y="680691"/>
                  </a:moveTo>
                  <a:cubicBezTo>
                    <a:pt x="29567" y="679775"/>
                    <a:pt x="30314" y="679027"/>
                    <a:pt x="31230" y="679027"/>
                  </a:cubicBezTo>
                  <a:cubicBezTo>
                    <a:pt x="32146" y="679027"/>
                    <a:pt x="32918" y="679775"/>
                    <a:pt x="32918" y="680691"/>
                  </a:cubicBezTo>
                  <a:cubicBezTo>
                    <a:pt x="32918" y="681607"/>
                    <a:pt x="32146" y="682354"/>
                    <a:pt x="31230" y="682354"/>
                  </a:cubicBezTo>
                  <a:cubicBezTo>
                    <a:pt x="30314" y="682354"/>
                    <a:pt x="29567" y="681607"/>
                    <a:pt x="29567" y="680691"/>
                  </a:cubicBezTo>
                  <a:close/>
                  <a:moveTo>
                    <a:pt x="372725" y="680691"/>
                  </a:moveTo>
                  <a:cubicBezTo>
                    <a:pt x="372725" y="679775"/>
                    <a:pt x="373472" y="679027"/>
                    <a:pt x="374388" y="679027"/>
                  </a:cubicBezTo>
                  <a:cubicBezTo>
                    <a:pt x="375304" y="679027"/>
                    <a:pt x="376052" y="679775"/>
                    <a:pt x="376052" y="680691"/>
                  </a:cubicBezTo>
                  <a:cubicBezTo>
                    <a:pt x="376052" y="681607"/>
                    <a:pt x="375304" y="682354"/>
                    <a:pt x="374388" y="682354"/>
                  </a:cubicBezTo>
                  <a:cubicBezTo>
                    <a:pt x="373472" y="682354"/>
                    <a:pt x="372725" y="681607"/>
                    <a:pt x="372725" y="680691"/>
                  </a:cubicBezTo>
                  <a:close/>
                  <a:moveTo>
                    <a:pt x="552622" y="680691"/>
                  </a:moveTo>
                  <a:cubicBezTo>
                    <a:pt x="552622" y="679775"/>
                    <a:pt x="553369" y="679027"/>
                    <a:pt x="554285" y="679027"/>
                  </a:cubicBezTo>
                  <a:cubicBezTo>
                    <a:pt x="555201" y="679027"/>
                    <a:pt x="555949" y="679775"/>
                    <a:pt x="555949" y="680691"/>
                  </a:cubicBezTo>
                  <a:cubicBezTo>
                    <a:pt x="555949" y="681607"/>
                    <a:pt x="555201" y="682354"/>
                    <a:pt x="554285" y="682354"/>
                  </a:cubicBezTo>
                  <a:cubicBezTo>
                    <a:pt x="553369" y="682354"/>
                    <a:pt x="552622" y="681607"/>
                    <a:pt x="552622" y="680691"/>
                  </a:cubicBezTo>
                  <a:close/>
                  <a:moveTo>
                    <a:pt x="670898" y="655715"/>
                  </a:moveTo>
                  <a:cubicBezTo>
                    <a:pt x="685459" y="641057"/>
                    <a:pt x="698140" y="629051"/>
                    <a:pt x="699056" y="629051"/>
                  </a:cubicBezTo>
                  <a:cubicBezTo>
                    <a:pt x="699972" y="629051"/>
                    <a:pt x="688810" y="641057"/>
                    <a:pt x="674225" y="655715"/>
                  </a:cubicBezTo>
                  <a:cubicBezTo>
                    <a:pt x="659663" y="670373"/>
                    <a:pt x="646982" y="682354"/>
                    <a:pt x="646066" y="682354"/>
                  </a:cubicBezTo>
                  <a:cubicBezTo>
                    <a:pt x="645150" y="682354"/>
                    <a:pt x="656336" y="670373"/>
                    <a:pt x="670898" y="655715"/>
                  </a:cubicBezTo>
                  <a:close/>
                  <a:moveTo>
                    <a:pt x="977315" y="654871"/>
                  </a:moveTo>
                  <a:lnTo>
                    <a:pt x="950748" y="627387"/>
                  </a:lnTo>
                  <a:lnTo>
                    <a:pt x="978231" y="653979"/>
                  </a:lnTo>
                  <a:cubicBezTo>
                    <a:pt x="1003762" y="678642"/>
                    <a:pt x="1007233" y="682354"/>
                    <a:pt x="1004799" y="682354"/>
                  </a:cubicBezTo>
                  <a:cubicBezTo>
                    <a:pt x="1004316" y="682354"/>
                    <a:pt x="991948" y="669987"/>
                    <a:pt x="977315" y="654871"/>
                  </a:cubicBezTo>
                  <a:close/>
                  <a:moveTo>
                    <a:pt x="1095663" y="680691"/>
                  </a:moveTo>
                  <a:cubicBezTo>
                    <a:pt x="1095663" y="679775"/>
                    <a:pt x="1096410" y="679027"/>
                    <a:pt x="1097326" y="679027"/>
                  </a:cubicBezTo>
                  <a:cubicBezTo>
                    <a:pt x="1098242" y="679027"/>
                    <a:pt x="1099014" y="679775"/>
                    <a:pt x="1099014" y="680691"/>
                  </a:cubicBezTo>
                  <a:cubicBezTo>
                    <a:pt x="1099014" y="681607"/>
                    <a:pt x="1098242" y="682354"/>
                    <a:pt x="1097326" y="682354"/>
                  </a:cubicBezTo>
                  <a:cubicBezTo>
                    <a:pt x="1096410" y="682354"/>
                    <a:pt x="1095663" y="681607"/>
                    <a:pt x="1095663" y="680691"/>
                  </a:cubicBezTo>
                  <a:close/>
                  <a:moveTo>
                    <a:pt x="1115649" y="680691"/>
                  </a:moveTo>
                  <a:cubicBezTo>
                    <a:pt x="1115649" y="679775"/>
                    <a:pt x="1116421" y="679027"/>
                    <a:pt x="1117337" y="679027"/>
                  </a:cubicBezTo>
                  <a:cubicBezTo>
                    <a:pt x="1118252" y="679027"/>
                    <a:pt x="1119000" y="679775"/>
                    <a:pt x="1119000" y="680691"/>
                  </a:cubicBezTo>
                  <a:cubicBezTo>
                    <a:pt x="1119000" y="681607"/>
                    <a:pt x="1118252" y="682354"/>
                    <a:pt x="1117337" y="682354"/>
                  </a:cubicBezTo>
                  <a:cubicBezTo>
                    <a:pt x="1116421" y="682354"/>
                    <a:pt x="1115649" y="681607"/>
                    <a:pt x="1115649" y="680691"/>
                  </a:cubicBezTo>
                  <a:close/>
                  <a:moveTo>
                    <a:pt x="605925" y="677364"/>
                  </a:moveTo>
                  <a:cubicBezTo>
                    <a:pt x="605925" y="676448"/>
                    <a:pt x="606673" y="675700"/>
                    <a:pt x="607589" y="675700"/>
                  </a:cubicBezTo>
                  <a:cubicBezTo>
                    <a:pt x="608505" y="675700"/>
                    <a:pt x="609277" y="676448"/>
                    <a:pt x="609277" y="677364"/>
                  </a:cubicBezTo>
                  <a:cubicBezTo>
                    <a:pt x="609277" y="678280"/>
                    <a:pt x="608505" y="679027"/>
                    <a:pt x="607589" y="679027"/>
                  </a:cubicBezTo>
                  <a:cubicBezTo>
                    <a:pt x="606673" y="679027"/>
                    <a:pt x="605925" y="678280"/>
                    <a:pt x="605925" y="677364"/>
                  </a:cubicBezTo>
                  <a:close/>
                  <a:moveTo>
                    <a:pt x="1042359" y="677364"/>
                  </a:moveTo>
                  <a:cubicBezTo>
                    <a:pt x="1042359" y="676448"/>
                    <a:pt x="1043107" y="675700"/>
                    <a:pt x="1044023" y="675700"/>
                  </a:cubicBezTo>
                  <a:cubicBezTo>
                    <a:pt x="1044939" y="675700"/>
                    <a:pt x="1045686" y="676448"/>
                    <a:pt x="1045686" y="677364"/>
                  </a:cubicBezTo>
                  <a:cubicBezTo>
                    <a:pt x="1045686" y="678280"/>
                    <a:pt x="1044939" y="679027"/>
                    <a:pt x="1044023" y="679027"/>
                  </a:cubicBezTo>
                  <a:cubicBezTo>
                    <a:pt x="1043107" y="679027"/>
                    <a:pt x="1042359" y="678280"/>
                    <a:pt x="1042359" y="677364"/>
                  </a:cubicBezTo>
                  <a:close/>
                  <a:moveTo>
                    <a:pt x="376052" y="674037"/>
                  </a:moveTo>
                  <a:cubicBezTo>
                    <a:pt x="376052" y="673121"/>
                    <a:pt x="376799" y="672373"/>
                    <a:pt x="377715" y="672373"/>
                  </a:cubicBezTo>
                  <a:cubicBezTo>
                    <a:pt x="378631" y="672373"/>
                    <a:pt x="379379" y="673121"/>
                    <a:pt x="379379" y="674037"/>
                  </a:cubicBezTo>
                  <a:cubicBezTo>
                    <a:pt x="379379" y="674953"/>
                    <a:pt x="378631" y="675700"/>
                    <a:pt x="377715" y="675700"/>
                  </a:cubicBezTo>
                  <a:cubicBezTo>
                    <a:pt x="376799" y="675700"/>
                    <a:pt x="376052" y="674953"/>
                    <a:pt x="376052" y="674037"/>
                  </a:cubicBezTo>
                  <a:close/>
                  <a:moveTo>
                    <a:pt x="22913" y="670710"/>
                  </a:moveTo>
                  <a:cubicBezTo>
                    <a:pt x="22913" y="669794"/>
                    <a:pt x="23660" y="669046"/>
                    <a:pt x="24576" y="669046"/>
                  </a:cubicBezTo>
                  <a:cubicBezTo>
                    <a:pt x="25493" y="669046"/>
                    <a:pt x="26240" y="669794"/>
                    <a:pt x="26240" y="670710"/>
                  </a:cubicBezTo>
                  <a:cubicBezTo>
                    <a:pt x="26240" y="671626"/>
                    <a:pt x="25493" y="672373"/>
                    <a:pt x="24576" y="672373"/>
                  </a:cubicBezTo>
                  <a:cubicBezTo>
                    <a:pt x="23660" y="672373"/>
                    <a:pt x="22913" y="671626"/>
                    <a:pt x="22913" y="670710"/>
                  </a:cubicBezTo>
                  <a:close/>
                  <a:moveTo>
                    <a:pt x="545968" y="670710"/>
                  </a:moveTo>
                  <a:cubicBezTo>
                    <a:pt x="545968" y="669794"/>
                    <a:pt x="546715" y="669046"/>
                    <a:pt x="547631" y="669046"/>
                  </a:cubicBezTo>
                  <a:cubicBezTo>
                    <a:pt x="548547" y="669046"/>
                    <a:pt x="549295" y="669794"/>
                    <a:pt x="549295" y="670710"/>
                  </a:cubicBezTo>
                  <a:cubicBezTo>
                    <a:pt x="549295" y="671626"/>
                    <a:pt x="548547" y="672373"/>
                    <a:pt x="547631" y="672373"/>
                  </a:cubicBezTo>
                  <a:cubicBezTo>
                    <a:pt x="546715" y="672373"/>
                    <a:pt x="545968" y="671626"/>
                    <a:pt x="545968" y="670710"/>
                  </a:cubicBezTo>
                  <a:close/>
                  <a:moveTo>
                    <a:pt x="770851" y="669046"/>
                  </a:moveTo>
                  <a:cubicBezTo>
                    <a:pt x="771984" y="667214"/>
                    <a:pt x="773647" y="665696"/>
                    <a:pt x="774563" y="665696"/>
                  </a:cubicBezTo>
                  <a:cubicBezTo>
                    <a:pt x="775480" y="665696"/>
                    <a:pt x="775311" y="667214"/>
                    <a:pt x="774178" y="669046"/>
                  </a:cubicBezTo>
                  <a:cubicBezTo>
                    <a:pt x="773045" y="670879"/>
                    <a:pt x="771357" y="672373"/>
                    <a:pt x="770441" y="672373"/>
                  </a:cubicBezTo>
                  <a:cubicBezTo>
                    <a:pt x="769525" y="672373"/>
                    <a:pt x="769718" y="670879"/>
                    <a:pt x="770851" y="669046"/>
                  </a:cubicBezTo>
                  <a:close/>
                  <a:moveTo>
                    <a:pt x="877145" y="668517"/>
                  </a:moveTo>
                  <a:lnTo>
                    <a:pt x="874758" y="664683"/>
                  </a:lnTo>
                  <a:lnTo>
                    <a:pt x="878615" y="667046"/>
                  </a:lnTo>
                  <a:cubicBezTo>
                    <a:pt x="880713" y="668372"/>
                    <a:pt x="882448" y="670083"/>
                    <a:pt x="882448" y="670903"/>
                  </a:cubicBezTo>
                  <a:cubicBezTo>
                    <a:pt x="882448" y="673675"/>
                    <a:pt x="879507" y="672373"/>
                    <a:pt x="877145" y="668517"/>
                  </a:cubicBezTo>
                  <a:close/>
                  <a:moveTo>
                    <a:pt x="1102341" y="670710"/>
                  </a:moveTo>
                  <a:cubicBezTo>
                    <a:pt x="1102341" y="669794"/>
                    <a:pt x="1103088" y="669046"/>
                    <a:pt x="1104004" y="669046"/>
                  </a:cubicBezTo>
                  <a:cubicBezTo>
                    <a:pt x="1104920" y="669046"/>
                    <a:pt x="1105668" y="669794"/>
                    <a:pt x="1105668" y="670710"/>
                  </a:cubicBezTo>
                  <a:cubicBezTo>
                    <a:pt x="1105668" y="671626"/>
                    <a:pt x="1104920" y="672373"/>
                    <a:pt x="1104004" y="672373"/>
                  </a:cubicBezTo>
                  <a:cubicBezTo>
                    <a:pt x="1103088" y="672373"/>
                    <a:pt x="1102341" y="671626"/>
                    <a:pt x="1102341" y="670710"/>
                  </a:cubicBezTo>
                  <a:close/>
                  <a:moveTo>
                    <a:pt x="1125654" y="670710"/>
                  </a:moveTo>
                  <a:cubicBezTo>
                    <a:pt x="1125654" y="669794"/>
                    <a:pt x="1126401" y="669046"/>
                    <a:pt x="1127317" y="669046"/>
                  </a:cubicBezTo>
                  <a:cubicBezTo>
                    <a:pt x="1128233" y="669046"/>
                    <a:pt x="1128981" y="669794"/>
                    <a:pt x="1128981" y="670710"/>
                  </a:cubicBezTo>
                  <a:cubicBezTo>
                    <a:pt x="1128981" y="671626"/>
                    <a:pt x="1128233" y="672373"/>
                    <a:pt x="1127317" y="672373"/>
                  </a:cubicBezTo>
                  <a:cubicBezTo>
                    <a:pt x="1126401" y="672373"/>
                    <a:pt x="1125654" y="671626"/>
                    <a:pt x="1125654" y="670710"/>
                  </a:cubicBezTo>
                  <a:close/>
                  <a:moveTo>
                    <a:pt x="599271" y="667383"/>
                  </a:moveTo>
                  <a:cubicBezTo>
                    <a:pt x="599271" y="666467"/>
                    <a:pt x="600019" y="665696"/>
                    <a:pt x="600935" y="665696"/>
                  </a:cubicBezTo>
                  <a:cubicBezTo>
                    <a:pt x="601851" y="665696"/>
                    <a:pt x="602598" y="666467"/>
                    <a:pt x="602598" y="667383"/>
                  </a:cubicBezTo>
                  <a:cubicBezTo>
                    <a:pt x="602598" y="668299"/>
                    <a:pt x="601851" y="669046"/>
                    <a:pt x="600935" y="669046"/>
                  </a:cubicBezTo>
                  <a:cubicBezTo>
                    <a:pt x="600019" y="669046"/>
                    <a:pt x="599271" y="668299"/>
                    <a:pt x="599271" y="667383"/>
                  </a:cubicBezTo>
                  <a:close/>
                  <a:moveTo>
                    <a:pt x="1049037" y="667383"/>
                  </a:moveTo>
                  <a:cubicBezTo>
                    <a:pt x="1049037" y="666467"/>
                    <a:pt x="1049785" y="665696"/>
                    <a:pt x="1050701" y="665696"/>
                  </a:cubicBezTo>
                  <a:cubicBezTo>
                    <a:pt x="1051617" y="665696"/>
                    <a:pt x="1052364" y="666467"/>
                    <a:pt x="1052364" y="667383"/>
                  </a:cubicBezTo>
                  <a:cubicBezTo>
                    <a:pt x="1052364" y="668299"/>
                    <a:pt x="1051617" y="669046"/>
                    <a:pt x="1050701" y="669046"/>
                  </a:cubicBezTo>
                  <a:cubicBezTo>
                    <a:pt x="1049785" y="669046"/>
                    <a:pt x="1049037" y="668299"/>
                    <a:pt x="1049037" y="667383"/>
                  </a:cubicBezTo>
                  <a:close/>
                  <a:moveTo>
                    <a:pt x="19586" y="664032"/>
                  </a:moveTo>
                  <a:cubicBezTo>
                    <a:pt x="19586" y="663116"/>
                    <a:pt x="20333" y="662369"/>
                    <a:pt x="21249" y="662369"/>
                  </a:cubicBezTo>
                  <a:cubicBezTo>
                    <a:pt x="22166" y="662369"/>
                    <a:pt x="22913" y="663116"/>
                    <a:pt x="22913" y="664032"/>
                  </a:cubicBezTo>
                  <a:cubicBezTo>
                    <a:pt x="22913" y="664948"/>
                    <a:pt x="22166" y="665696"/>
                    <a:pt x="21249" y="665696"/>
                  </a:cubicBezTo>
                  <a:cubicBezTo>
                    <a:pt x="20333" y="665696"/>
                    <a:pt x="19586" y="664948"/>
                    <a:pt x="19586" y="664032"/>
                  </a:cubicBezTo>
                  <a:close/>
                  <a:moveTo>
                    <a:pt x="382730" y="664032"/>
                  </a:moveTo>
                  <a:cubicBezTo>
                    <a:pt x="382730" y="663116"/>
                    <a:pt x="383478" y="662369"/>
                    <a:pt x="384394" y="662369"/>
                  </a:cubicBezTo>
                  <a:cubicBezTo>
                    <a:pt x="385310" y="662369"/>
                    <a:pt x="386057" y="663116"/>
                    <a:pt x="386057" y="664032"/>
                  </a:cubicBezTo>
                  <a:cubicBezTo>
                    <a:pt x="386057" y="664948"/>
                    <a:pt x="385310" y="665696"/>
                    <a:pt x="384394" y="665696"/>
                  </a:cubicBezTo>
                  <a:cubicBezTo>
                    <a:pt x="383478" y="665696"/>
                    <a:pt x="382730" y="664948"/>
                    <a:pt x="382730" y="664032"/>
                  </a:cubicBezTo>
                  <a:close/>
                  <a:moveTo>
                    <a:pt x="542641" y="664032"/>
                  </a:moveTo>
                  <a:cubicBezTo>
                    <a:pt x="542641" y="663116"/>
                    <a:pt x="543388" y="662369"/>
                    <a:pt x="544304" y="662369"/>
                  </a:cubicBezTo>
                  <a:cubicBezTo>
                    <a:pt x="545220" y="662369"/>
                    <a:pt x="545968" y="663116"/>
                    <a:pt x="545968" y="664032"/>
                  </a:cubicBezTo>
                  <a:cubicBezTo>
                    <a:pt x="545968" y="664948"/>
                    <a:pt x="545220" y="665696"/>
                    <a:pt x="544304" y="665696"/>
                  </a:cubicBezTo>
                  <a:cubicBezTo>
                    <a:pt x="543388" y="665696"/>
                    <a:pt x="542641" y="664948"/>
                    <a:pt x="542641" y="664032"/>
                  </a:cubicBezTo>
                  <a:close/>
                  <a:moveTo>
                    <a:pt x="779168" y="664032"/>
                  </a:moveTo>
                  <a:cubicBezTo>
                    <a:pt x="779168" y="663116"/>
                    <a:pt x="779916" y="662369"/>
                    <a:pt x="780832" y="662369"/>
                  </a:cubicBezTo>
                  <a:cubicBezTo>
                    <a:pt x="781748" y="662369"/>
                    <a:pt x="782495" y="663116"/>
                    <a:pt x="782495" y="664032"/>
                  </a:cubicBezTo>
                  <a:cubicBezTo>
                    <a:pt x="782495" y="664948"/>
                    <a:pt x="781748" y="665696"/>
                    <a:pt x="780832" y="665696"/>
                  </a:cubicBezTo>
                  <a:cubicBezTo>
                    <a:pt x="779916" y="665696"/>
                    <a:pt x="779168" y="664948"/>
                    <a:pt x="779168" y="664032"/>
                  </a:cubicBezTo>
                  <a:close/>
                  <a:moveTo>
                    <a:pt x="1105668" y="664032"/>
                  </a:moveTo>
                  <a:cubicBezTo>
                    <a:pt x="1105668" y="663116"/>
                    <a:pt x="1106415" y="662369"/>
                    <a:pt x="1107331" y="662369"/>
                  </a:cubicBezTo>
                  <a:cubicBezTo>
                    <a:pt x="1108247" y="662369"/>
                    <a:pt x="1108995" y="663116"/>
                    <a:pt x="1108995" y="664032"/>
                  </a:cubicBezTo>
                  <a:cubicBezTo>
                    <a:pt x="1108995" y="664948"/>
                    <a:pt x="1108247" y="665696"/>
                    <a:pt x="1107331" y="665696"/>
                  </a:cubicBezTo>
                  <a:cubicBezTo>
                    <a:pt x="1106415" y="665696"/>
                    <a:pt x="1105668" y="664948"/>
                    <a:pt x="1105668" y="664032"/>
                  </a:cubicBezTo>
                  <a:close/>
                  <a:moveTo>
                    <a:pt x="862462" y="660705"/>
                  </a:moveTo>
                  <a:cubicBezTo>
                    <a:pt x="862462" y="659789"/>
                    <a:pt x="863210" y="659042"/>
                    <a:pt x="864126" y="659042"/>
                  </a:cubicBezTo>
                  <a:cubicBezTo>
                    <a:pt x="865042" y="659042"/>
                    <a:pt x="865789" y="659789"/>
                    <a:pt x="865789" y="660705"/>
                  </a:cubicBezTo>
                  <a:cubicBezTo>
                    <a:pt x="865789" y="661621"/>
                    <a:pt x="865042" y="662369"/>
                    <a:pt x="864126" y="662369"/>
                  </a:cubicBezTo>
                  <a:cubicBezTo>
                    <a:pt x="863210" y="662369"/>
                    <a:pt x="862462" y="661621"/>
                    <a:pt x="862462" y="660705"/>
                  </a:cubicBezTo>
                  <a:close/>
                  <a:moveTo>
                    <a:pt x="16259" y="657378"/>
                  </a:moveTo>
                  <a:cubicBezTo>
                    <a:pt x="16259" y="656462"/>
                    <a:pt x="17006" y="655715"/>
                    <a:pt x="17922" y="655715"/>
                  </a:cubicBezTo>
                  <a:cubicBezTo>
                    <a:pt x="18839" y="655715"/>
                    <a:pt x="19586" y="656462"/>
                    <a:pt x="19586" y="657378"/>
                  </a:cubicBezTo>
                  <a:cubicBezTo>
                    <a:pt x="19586" y="658294"/>
                    <a:pt x="18839" y="659042"/>
                    <a:pt x="17922" y="659042"/>
                  </a:cubicBezTo>
                  <a:cubicBezTo>
                    <a:pt x="17006" y="659042"/>
                    <a:pt x="16259" y="658294"/>
                    <a:pt x="16259" y="657378"/>
                  </a:cubicBezTo>
                  <a:close/>
                  <a:moveTo>
                    <a:pt x="386057" y="657378"/>
                  </a:moveTo>
                  <a:cubicBezTo>
                    <a:pt x="386057" y="656462"/>
                    <a:pt x="386805" y="655715"/>
                    <a:pt x="387721" y="655715"/>
                  </a:cubicBezTo>
                  <a:cubicBezTo>
                    <a:pt x="388637" y="655715"/>
                    <a:pt x="389384" y="656462"/>
                    <a:pt x="389384" y="657378"/>
                  </a:cubicBezTo>
                  <a:cubicBezTo>
                    <a:pt x="389384" y="658294"/>
                    <a:pt x="388637" y="659042"/>
                    <a:pt x="387721" y="659042"/>
                  </a:cubicBezTo>
                  <a:cubicBezTo>
                    <a:pt x="386805" y="659042"/>
                    <a:pt x="386057" y="658294"/>
                    <a:pt x="386057" y="657378"/>
                  </a:cubicBezTo>
                  <a:close/>
                  <a:moveTo>
                    <a:pt x="539314" y="657378"/>
                  </a:moveTo>
                  <a:cubicBezTo>
                    <a:pt x="539314" y="656462"/>
                    <a:pt x="540061" y="655715"/>
                    <a:pt x="540977" y="655715"/>
                  </a:cubicBezTo>
                  <a:cubicBezTo>
                    <a:pt x="541893" y="655715"/>
                    <a:pt x="542641" y="656462"/>
                    <a:pt x="542641" y="657378"/>
                  </a:cubicBezTo>
                  <a:cubicBezTo>
                    <a:pt x="542641" y="658294"/>
                    <a:pt x="541893" y="659042"/>
                    <a:pt x="540977" y="659042"/>
                  </a:cubicBezTo>
                  <a:cubicBezTo>
                    <a:pt x="540061" y="659042"/>
                    <a:pt x="539314" y="658294"/>
                    <a:pt x="539314" y="657378"/>
                  </a:cubicBezTo>
                  <a:close/>
                  <a:moveTo>
                    <a:pt x="592617" y="657378"/>
                  </a:moveTo>
                  <a:cubicBezTo>
                    <a:pt x="592617" y="656462"/>
                    <a:pt x="593365" y="655715"/>
                    <a:pt x="594281" y="655715"/>
                  </a:cubicBezTo>
                  <a:cubicBezTo>
                    <a:pt x="595197" y="655715"/>
                    <a:pt x="595944" y="656462"/>
                    <a:pt x="595944" y="657378"/>
                  </a:cubicBezTo>
                  <a:cubicBezTo>
                    <a:pt x="595944" y="658294"/>
                    <a:pt x="595197" y="659042"/>
                    <a:pt x="594281" y="659042"/>
                  </a:cubicBezTo>
                  <a:cubicBezTo>
                    <a:pt x="593365" y="659042"/>
                    <a:pt x="592617" y="658294"/>
                    <a:pt x="592617" y="657378"/>
                  </a:cubicBezTo>
                  <a:close/>
                  <a:moveTo>
                    <a:pt x="792500" y="657378"/>
                  </a:moveTo>
                  <a:cubicBezTo>
                    <a:pt x="792500" y="656462"/>
                    <a:pt x="793248" y="655715"/>
                    <a:pt x="794164" y="655715"/>
                  </a:cubicBezTo>
                  <a:cubicBezTo>
                    <a:pt x="795080" y="655715"/>
                    <a:pt x="795827" y="656462"/>
                    <a:pt x="795827" y="657378"/>
                  </a:cubicBezTo>
                  <a:cubicBezTo>
                    <a:pt x="795827" y="658294"/>
                    <a:pt x="795080" y="659042"/>
                    <a:pt x="794164" y="659042"/>
                  </a:cubicBezTo>
                  <a:cubicBezTo>
                    <a:pt x="793248" y="659042"/>
                    <a:pt x="792500" y="658294"/>
                    <a:pt x="792500" y="657378"/>
                  </a:cubicBezTo>
                  <a:close/>
                  <a:moveTo>
                    <a:pt x="855808" y="657378"/>
                  </a:moveTo>
                  <a:cubicBezTo>
                    <a:pt x="855808" y="656462"/>
                    <a:pt x="856556" y="655715"/>
                    <a:pt x="857472" y="655715"/>
                  </a:cubicBezTo>
                  <a:cubicBezTo>
                    <a:pt x="858389" y="655715"/>
                    <a:pt x="859135" y="656462"/>
                    <a:pt x="859135" y="657378"/>
                  </a:cubicBezTo>
                  <a:cubicBezTo>
                    <a:pt x="859135" y="658294"/>
                    <a:pt x="858389" y="659042"/>
                    <a:pt x="857472" y="659042"/>
                  </a:cubicBezTo>
                  <a:cubicBezTo>
                    <a:pt x="856556" y="659042"/>
                    <a:pt x="855808" y="658294"/>
                    <a:pt x="855808" y="657378"/>
                  </a:cubicBezTo>
                  <a:close/>
                  <a:moveTo>
                    <a:pt x="1055691" y="657378"/>
                  </a:moveTo>
                  <a:cubicBezTo>
                    <a:pt x="1055691" y="656462"/>
                    <a:pt x="1056439" y="655715"/>
                    <a:pt x="1057355" y="655715"/>
                  </a:cubicBezTo>
                  <a:cubicBezTo>
                    <a:pt x="1058271" y="655715"/>
                    <a:pt x="1059018" y="656462"/>
                    <a:pt x="1059018" y="657378"/>
                  </a:cubicBezTo>
                  <a:cubicBezTo>
                    <a:pt x="1059018" y="658294"/>
                    <a:pt x="1058271" y="659042"/>
                    <a:pt x="1057355" y="659042"/>
                  </a:cubicBezTo>
                  <a:cubicBezTo>
                    <a:pt x="1056439" y="659042"/>
                    <a:pt x="1055691" y="658294"/>
                    <a:pt x="1055691" y="657378"/>
                  </a:cubicBezTo>
                  <a:close/>
                  <a:moveTo>
                    <a:pt x="1108995" y="657378"/>
                  </a:moveTo>
                  <a:cubicBezTo>
                    <a:pt x="1108995" y="656462"/>
                    <a:pt x="1109742" y="655715"/>
                    <a:pt x="1110658" y="655715"/>
                  </a:cubicBezTo>
                  <a:cubicBezTo>
                    <a:pt x="1111574" y="655715"/>
                    <a:pt x="1112322" y="656462"/>
                    <a:pt x="1112322" y="657378"/>
                  </a:cubicBezTo>
                  <a:cubicBezTo>
                    <a:pt x="1112322" y="658294"/>
                    <a:pt x="1111574" y="659042"/>
                    <a:pt x="1110658" y="659042"/>
                  </a:cubicBezTo>
                  <a:cubicBezTo>
                    <a:pt x="1109742" y="659042"/>
                    <a:pt x="1108995" y="658294"/>
                    <a:pt x="1108995" y="657378"/>
                  </a:cubicBezTo>
                  <a:close/>
                  <a:moveTo>
                    <a:pt x="802505" y="654051"/>
                  </a:moveTo>
                  <a:cubicBezTo>
                    <a:pt x="802505" y="653135"/>
                    <a:pt x="803252" y="652388"/>
                    <a:pt x="804168" y="652388"/>
                  </a:cubicBezTo>
                  <a:cubicBezTo>
                    <a:pt x="805085" y="652388"/>
                    <a:pt x="805832" y="653135"/>
                    <a:pt x="805832" y="654051"/>
                  </a:cubicBezTo>
                  <a:cubicBezTo>
                    <a:pt x="805832" y="654967"/>
                    <a:pt x="805085" y="655715"/>
                    <a:pt x="804168" y="655715"/>
                  </a:cubicBezTo>
                  <a:cubicBezTo>
                    <a:pt x="803252" y="655715"/>
                    <a:pt x="802505" y="654967"/>
                    <a:pt x="802505" y="654051"/>
                  </a:cubicBezTo>
                  <a:close/>
                  <a:moveTo>
                    <a:pt x="845804" y="654051"/>
                  </a:moveTo>
                  <a:cubicBezTo>
                    <a:pt x="845804" y="653135"/>
                    <a:pt x="846551" y="652388"/>
                    <a:pt x="847467" y="652388"/>
                  </a:cubicBezTo>
                  <a:cubicBezTo>
                    <a:pt x="848383" y="652388"/>
                    <a:pt x="849131" y="653135"/>
                    <a:pt x="849131" y="654051"/>
                  </a:cubicBezTo>
                  <a:cubicBezTo>
                    <a:pt x="849131" y="654967"/>
                    <a:pt x="848383" y="655715"/>
                    <a:pt x="847467" y="655715"/>
                  </a:cubicBezTo>
                  <a:cubicBezTo>
                    <a:pt x="846551" y="655715"/>
                    <a:pt x="845804" y="654967"/>
                    <a:pt x="845804" y="654051"/>
                  </a:cubicBezTo>
                  <a:close/>
                  <a:moveTo>
                    <a:pt x="12908" y="650724"/>
                  </a:moveTo>
                  <a:cubicBezTo>
                    <a:pt x="12908" y="649808"/>
                    <a:pt x="13679" y="649061"/>
                    <a:pt x="14595" y="649061"/>
                  </a:cubicBezTo>
                  <a:cubicBezTo>
                    <a:pt x="15512" y="649061"/>
                    <a:pt x="16259" y="649808"/>
                    <a:pt x="16259" y="650724"/>
                  </a:cubicBezTo>
                  <a:cubicBezTo>
                    <a:pt x="16259" y="651640"/>
                    <a:pt x="15512" y="652388"/>
                    <a:pt x="14595" y="652388"/>
                  </a:cubicBezTo>
                  <a:cubicBezTo>
                    <a:pt x="13679" y="652388"/>
                    <a:pt x="12908" y="651640"/>
                    <a:pt x="12908" y="650724"/>
                  </a:cubicBezTo>
                  <a:close/>
                  <a:moveTo>
                    <a:pt x="589266" y="650724"/>
                  </a:moveTo>
                  <a:cubicBezTo>
                    <a:pt x="589266" y="649808"/>
                    <a:pt x="590014" y="649061"/>
                    <a:pt x="590930" y="649061"/>
                  </a:cubicBezTo>
                  <a:cubicBezTo>
                    <a:pt x="591846" y="649061"/>
                    <a:pt x="592617" y="649808"/>
                    <a:pt x="592617" y="650724"/>
                  </a:cubicBezTo>
                  <a:cubicBezTo>
                    <a:pt x="592617" y="651640"/>
                    <a:pt x="591846" y="652388"/>
                    <a:pt x="590930" y="652388"/>
                  </a:cubicBezTo>
                  <a:cubicBezTo>
                    <a:pt x="590014" y="652388"/>
                    <a:pt x="589266" y="651640"/>
                    <a:pt x="589266" y="650724"/>
                  </a:cubicBezTo>
                  <a:close/>
                  <a:moveTo>
                    <a:pt x="1059018" y="650724"/>
                  </a:moveTo>
                  <a:cubicBezTo>
                    <a:pt x="1059018" y="649808"/>
                    <a:pt x="1059766" y="649061"/>
                    <a:pt x="1060682" y="649061"/>
                  </a:cubicBezTo>
                  <a:cubicBezTo>
                    <a:pt x="1061598" y="649061"/>
                    <a:pt x="1062345" y="649808"/>
                    <a:pt x="1062345" y="650724"/>
                  </a:cubicBezTo>
                  <a:cubicBezTo>
                    <a:pt x="1062345" y="651640"/>
                    <a:pt x="1061598" y="652388"/>
                    <a:pt x="1060682" y="652388"/>
                  </a:cubicBezTo>
                  <a:cubicBezTo>
                    <a:pt x="1059766" y="652388"/>
                    <a:pt x="1059018" y="651640"/>
                    <a:pt x="1059018" y="650724"/>
                  </a:cubicBezTo>
                  <a:close/>
                  <a:moveTo>
                    <a:pt x="752528" y="644456"/>
                  </a:moveTo>
                  <a:cubicBezTo>
                    <a:pt x="752528" y="643757"/>
                    <a:pt x="755156" y="641153"/>
                    <a:pt x="758363" y="638622"/>
                  </a:cubicBezTo>
                  <a:lnTo>
                    <a:pt x="764173" y="634065"/>
                  </a:lnTo>
                  <a:lnTo>
                    <a:pt x="759616" y="639900"/>
                  </a:lnTo>
                  <a:cubicBezTo>
                    <a:pt x="755253" y="645445"/>
                    <a:pt x="752528" y="647205"/>
                    <a:pt x="752528" y="644456"/>
                  </a:cubicBezTo>
                  <a:close/>
                  <a:moveTo>
                    <a:pt x="892019" y="639900"/>
                  </a:moveTo>
                  <a:lnTo>
                    <a:pt x="887439" y="634065"/>
                  </a:lnTo>
                  <a:lnTo>
                    <a:pt x="893273" y="638622"/>
                  </a:lnTo>
                  <a:cubicBezTo>
                    <a:pt x="898818" y="642985"/>
                    <a:pt x="900602" y="645710"/>
                    <a:pt x="897854" y="645710"/>
                  </a:cubicBezTo>
                  <a:cubicBezTo>
                    <a:pt x="897155" y="645710"/>
                    <a:pt x="894527" y="643106"/>
                    <a:pt x="892019" y="639900"/>
                  </a:cubicBezTo>
                  <a:close/>
                  <a:moveTo>
                    <a:pt x="9581" y="640719"/>
                  </a:moveTo>
                  <a:cubicBezTo>
                    <a:pt x="9581" y="639803"/>
                    <a:pt x="10328" y="639056"/>
                    <a:pt x="11244" y="639056"/>
                  </a:cubicBezTo>
                  <a:cubicBezTo>
                    <a:pt x="12160" y="639056"/>
                    <a:pt x="12908" y="639803"/>
                    <a:pt x="12908" y="640719"/>
                  </a:cubicBezTo>
                  <a:cubicBezTo>
                    <a:pt x="12908" y="641635"/>
                    <a:pt x="12160" y="642383"/>
                    <a:pt x="11244" y="642383"/>
                  </a:cubicBezTo>
                  <a:cubicBezTo>
                    <a:pt x="10328" y="642383"/>
                    <a:pt x="9581" y="641635"/>
                    <a:pt x="9581" y="640719"/>
                  </a:cubicBezTo>
                  <a:close/>
                  <a:moveTo>
                    <a:pt x="392711" y="640719"/>
                  </a:moveTo>
                  <a:cubicBezTo>
                    <a:pt x="392711" y="639803"/>
                    <a:pt x="393459" y="639056"/>
                    <a:pt x="394375" y="639056"/>
                  </a:cubicBezTo>
                  <a:cubicBezTo>
                    <a:pt x="395291" y="639056"/>
                    <a:pt x="396038" y="639803"/>
                    <a:pt x="396038" y="640719"/>
                  </a:cubicBezTo>
                  <a:cubicBezTo>
                    <a:pt x="396038" y="641635"/>
                    <a:pt x="395291" y="642383"/>
                    <a:pt x="394375" y="642383"/>
                  </a:cubicBezTo>
                  <a:cubicBezTo>
                    <a:pt x="393459" y="642383"/>
                    <a:pt x="392711" y="641635"/>
                    <a:pt x="392711" y="640719"/>
                  </a:cubicBezTo>
                  <a:close/>
                  <a:moveTo>
                    <a:pt x="1246123" y="635729"/>
                  </a:moveTo>
                  <a:lnTo>
                    <a:pt x="1246123" y="627387"/>
                  </a:lnTo>
                  <a:lnTo>
                    <a:pt x="1247786" y="631558"/>
                  </a:lnTo>
                  <a:cubicBezTo>
                    <a:pt x="1248727" y="633848"/>
                    <a:pt x="1248727" y="637585"/>
                    <a:pt x="1247786" y="639875"/>
                  </a:cubicBezTo>
                  <a:lnTo>
                    <a:pt x="1246123" y="644046"/>
                  </a:lnTo>
                  <a:close/>
                  <a:moveTo>
                    <a:pt x="415205" y="633246"/>
                  </a:moveTo>
                  <a:cubicBezTo>
                    <a:pt x="426655" y="632595"/>
                    <a:pt x="445388" y="632595"/>
                    <a:pt x="456839" y="633246"/>
                  </a:cubicBezTo>
                  <a:cubicBezTo>
                    <a:pt x="468291" y="633897"/>
                    <a:pt x="458937" y="634451"/>
                    <a:pt x="436034" y="634451"/>
                  </a:cubicBezTo>
                  <a:cubicBezTo>
                    <a:pt x="413130" y="634451"/>
                    <a:pt x="403753" y="633897"/>
                    <a:pt x="415205" y="633246"/>
                  </a:cubicBezTo>
                  <a:close/>
                  <a:moveTo>
                    <a:pt x="579286" y="634065"/>
                  </a:moveTo>
                  <a:cubicBezTo>
                    <a:pt x="579286" y="633149"/>
                    <a:pt x="580033" y="632378"/>
                    <a:pt x="580950" y="632378"/>
                  </a:cubicBezTo>
                  <a:cubicBezTo>
                    <a:pt x="581866" y="632378"/>
                    <a:pt x="582613" y="633149"/>
                    <a:pt x="582613" y="634065"/>
                  </a:cubicBezTo>
                  <a:cubicBezTo>
                    <a:pt x="582613" y="634981"/>
                    <a:pt x="581866" y="635729"/>
                    <a:pt x="580950" y="635729"/>
                  </a:cubicBezTo>
                  <a:cubicBezTo>
                    <a:pt x="580033" y="635729"/>
                    <a:pt x="579286" y="634981"/>
                    <a:pt x="579286" y="634065"/>
                  </a:cubicBezTo>
                  <a:close/>
                  <a:moveTo>
                    <a:pt x="1069023" y="634065"/>
                  </a:moveTo>
                  <a:cubicBezTo>
                    <a:pt x="1069023" y="633149"/>
                    <a:pt x="1069770" y="632378"/>
                    <a:pt x="1070687" y="632378"/>
                  </a:cubicBezTo>
                  <a:cubicBezTo>
                    <a:pt x="1071603" y="632378"/>
                    <a:pt x="1072350" y="633149"/>
                    <a:pt x="1072350" y="634065"/>
                  </a:cubicBezTo>
                  <a:cubicBezTo>
                    <a:pt x="1072350" y="634981"/>
                    <a:pt x="1071603" y="635729"/>
                    <a:pt x="1070687" y="635729"/>
                  </a:cubicBezTo>
                  <a:cubicBezTo>
                    <a:pt x="1069770" y="635729"/>
                    <a:pt x="1069023" y="634981"/>
                    <a:pt x="1069023" y="634065"/>
                  </a:cubicBezTo>
                  <a:close/>
                  <a:moveTo>
                    <a:pt x="1648974" y="630449"/>
                  </a:moveTo>
                  <a:lnTo>
                    <a:pt x="1649239" y="624060"/>
                  </a:lnTo>
                  <a:lnTo>
                    <a:pt x="1650975" y="628424"/>
                  </a:lnTo>
                  <a:cubicBezTo>
                    <a:pt x="1651939" y="630835"/>
                    <a:pt x="1651819" y="633704"/>
                    <a:pt x="1650710" y="634813"/>
                  </a:cubicBezTo>
                  <a:cubicBezTo>
                    <a:pt x="1649625" y="635922"/>
                    <a:pt x="1648829" y="633969"/>
                    <a:pt x="1648974" y="630449"/>
                  </a:cubicBezTo>
                  <a:close/>
                  <a:moveTo>
                    <a:pt x="6254" y="630714"/>
                  </a:moveTo>
                  <a:cubicBezTo>
                    <a:pt x="6254" y="629798"/>
                    <a:pt x="7001" y="629051"/>
                    <a:pt x="7917" y="629051"/>
                  </a:cubicBezTo>
                  <a:cubicBezTo>
                    <a:pt x="8833" y="629051"/>
                    <a:pt x="9581" y="629798"/>
                    <a:pt x="9581" y="630714"/>
                  </a:cubicBezTo>
                  <a:cubicBezTo>
                    <a:pt x="9581" y="631630"/>
                    <a:pt x="8833" y="632378"/>
                    <a:pt x="7917" y="632378"/>
                  </a:cubicBezTo>
                  <a:cubicBezTo>
                    <a:pt x="7001" y="632378"/>
                    <a:pt x="6254" y="631630"/>
                    <a:pt x="6254" y="630714"/>
                  </a:cubicBezTo>
                  <a:close/>
                  <a:moveTo>
                    <a:pt x="491001" y="625724"/>
                  </a:moveTo>
                  <a:cubicBezTo>
                    <a:pt x="492134" y="623892"/>
                    <a:pt x="493797" y="622397"/>
                    <a:pt x="494713" y="622397"/>
                  </a:cubicBezTo>
                  <a:cubicBezTo>
                    <a:pt x="495630" y="622397"/>
                    <a:pt x="495461" y="623892"/>
                    <a:pt x="494328" y="625724"/>
                  </a:cubicBezTo>
                  <a:cubicBezTo>
                    <a:pt x="493195" y="627556"/>
                    <a:pt x="491507" y="629051"/>
                    <a:pt x="490591" y="629051"/>
                  </a:cubicBezTo>
                  <a:cubicBezTo>
                    <a:pt x="489675" y="629051"/>
                    <a:pt x="489868" y="627556"/>
                    <a:pt x="491001" y="625724"/>
                  </a:cubicBezTo>
                  <a:close/>
                  <a:moveTo>
                    <a:pt x="575959" y="627387"/>
                  </a:moveTo>
                  <a:cubicBezTo>
                    <a:pt x="575959" y="626471"/>
                    <a:pt x="576706" y="625724"/>
                    <a:pt x="577623" y="625724"/>
                  </a:cubicBezTo>
                  <a:cubicBezTo>
                    <a:pt x="578539" y="625724"/>
                    <a:pt x="579286" y="626471"/>
                    <a:pt x="579286" y="627387"/>
                  </a:cubicBezTo>
                  <a:cubicBezTo>
                    <a:pt x="579286" y="628304"/>
                    <a:pt x="578539" y="629051"/>
                    <a:pt x="577623" y="629051"/>
                  </a:cubicBezTo>
                  <a:cubicBezTo>
                    <a:pt x="576706" y="629051"/>
                    <a:pt x="575959" y="628304"/>
                    <a:pt x="575959" y="627387"/>
                  </a:cubicBezTo>
                  <a:close/>
                  <a:moveTo>
                    <a:pt x="1072350" y="627387"/>
                  </a:moveTo>
                  <a:cubicBezTo>
                    <a:pt x="1072350" y="626471"/>
                    <a:pt x="1073097" y="625724"/>
                    <a:pt x="1074014" y="625724"/>
                  </a:cubicBezTo>
                  <a:cubicBezTo>
                    <a:pt x="1074930" y="625724"/>
                    <a:pt x="1075677" y="626471"/>
                    <a:pt x="1075677" y="627387"/>
                  </a:cubicBezTo>
                  <a:cubicBezTo>
                    <a:pt x="1075677" y="628304"/>
                    <a:pt x="1074930" y="629051"/>
                    <a:pt x="1074014" y="629051"/>
                  </a:cubicBezTo>
                  <a:cubicBezTo>
                    <a:pt x="1073097" y="629051"/>
                    <a:pt x="1072350" y="628304"/>
                    <a:pt x="1072350" y="627387"/>
                  </a:cubicBezTo>
                  <a:close/>
                  <a:moveTo>
                    <a:pt x="522655" y="624060"/>
                  </a:moveTo>
                  <a:cubicBezTo>
                    <a:pt x="522655" y="623144"/>
                    <a:pt x="523402" y="622397"/>
                    <a:pt x="524318" y="622397"/>
                  </a:cubicBezTo>
                  <a:cubicBezTo>
                    <a:pt x="525235" y="622397"/>
                    <a:pt x="525982" y="623144"/>
                    <a:pt x="525982" y="624060"/>
                  </a:cubicBezTo>
                  <a:cubicBezTo>
                    <a:pt x="525982" y="624977"/>
                    <a:pt x="525235" y="625724"/>
                    <a:pt x="524318" y="625724"/>
                  </a:cubicBezTo>
                  <a:cubicBezTo>
                    <a:pt x="523402" y="625724"/>
                    <a:pt x="522655" y="624977"/>
                    <a:pt x="522655" y="624060"/>
                  </a:cubicBezTo>
                  <a:close/>
                  <a:moveTo>
                    <a:pt x="777505" y="622397"/>
                  </a:moveTo>
                  <a:cubicBezTo>
                    <a:pt x="778638" y="620565"/>
                    <a:pt x="780326" y="619070"/>
                    <a:pt x="781241" y="619070"/>
                  </a:cubicBezTo>
                  <a:cubicBezTo>
                    <a:pt x="782157" y="619070"/>
                    <a:pt x="781965" y="620565"/>
                    <a:pt x="780832" y="622397"/>
                  </a:cubicBezTo>
                  <a:cubicBezTo>
                    <a:pt x="779699" y="624229"/>
                    <a:pt x="778035" y="625724"/>
                    <a:pt x="777119" y="625724"/>
                  </a:cubicBezTo>
                  <a:cubicBezTo>
                    <a:pt x="776203" y="625724"/>
                    <a:pt x="776372" y="624229"/>
                    <a:pt x="777505" y="622397"/>
                  </a:cubicBezTo>
                  <a:close/>
                  <a:moveTo>
                    <a:pt x="870466" y="621890"/>
                  </a:moveTo>
                  <a:lnTo>
                    <a:pt x="868104" y="618033"/>
                  </a:lnTo>
                  <a:lnTo>
                    <a:pt x="871937" y="620420"/>
                  </a:lnTo>
                  <a:cubicBezTo>
                    <a:pt x="874059" y="621722"/>
                    <a:pt x="875794" y="623458"/>
                    <a:pt x="875794" y="624253"/>
                  </a:cubicBezTo>
                  <a:cubicBezTo>
                    <a:pt x="875794" y="627026"/>
                    <a:pt x="872853" y="625724"/>
                    <a:pt x="870466" y="621890"/>
                  </a:cubicBezTo>
                  <a:close/>
                  <a:moveTo>
                    <a:pt x="1125654" y="624060"/>
                  </a:moveTo>
                  <a:cubicBezTo>
                    <a:pt x="1125654" y="623144"/>
                    <a:pt x="1126401" y="622397"/>
                    <a:pt x="1127317" y="622397"/>
                  </a:cubicBezTo>
                  <a:cubicBezTo>
                    <a:pt x="1128233" y="622397"/>
                    <a:pt x="1128981" y="623144"/>
                    <a:pt x="1128981" y="624060"/>
                  </a:cubicBezTo>
                  <a:cubicBezTo>
                    <a:pt x="1128981" y="624977"/>
                    <a:pt x="1128233" y="625724"/>
                    <a:pt x="1127317" y="625724"/>
                  </a:cubicBezTo>
                  <a:cubicBezTo>
                    <a:pt x="1126401" y="625724"/>
                    <a:pt x="1125654" y="624977"/>
                    <a:pt x="1125654" y="624060"/>
                  </a:cubicBezTo>
                  <a:close/>
                  <a:moveTo>
                    <a:pt x="2927" y="619070"/>
                  </a:moveTo>
                  <a:cubicBezTo>
                    <a:pt x="2927" y="616611"/>
                    <a:pt x="3915" y="615623"/>
                    <a:pt x="5145" y="616852"/>
                  </a:cubicBezTo>
                  <a:cubicBezTo>
                    <a:pt x="6375" y="618057"/>
                    <a:pt x="6375" y="620058"/>
                    <a:pt x="5145" y="621288"/>
                  </a:cubicBezTo>
                  <a:cubicBezTo>
                    <a:pt x="3915" y="622493"/>
                    <a:pt x="2927" y="621505"/>
                    <a:pt x="2927" y="619070"/>
                  </a:cubicBezTo>
                  <a:close/>
                  <a:moveTo>
                    <a:pt x="572608" y="620733"/>
                  </a:moveTo>
                  <a:cubicBezTo>
                    <a:pt x="572608" y="619817"/>
                    <a:pt x="573379" y="619070"/>
                    <a:pt x="574271" y="619070"/>
                  </a:cubicBezTo>
                  <a:cubicBezTo>
                    <a:pt x="575187" y="619070"/>
                    <a:pt x="575959" y="619817"/>
                    <a:pt x="575959" y="620733"/>
                  </a:cubicBezTo>
                  <a:cubicBezTo>
                    <a:pt x="575959" y="621650"/>
                    <a:pt x="575187" y="622397"/>
                    <a:pt x="574271" y="622397"/>
                  </a:cubicBezTo>
                  <a:cubicBezTo>
                    <a:pt x="573379" y="622397"/>
                    <a:pt x="572608" y="621650"/>
                    <a:pt x="572608" y="620733"/>
                  </a:cubicBezTo>
                  <a:close/>
                  <a:moveTo>
                    <a:pt x="1075677" y="620733"/>
                  </a:moveTo>
                  <a:cubicBezTo>
                    <a:pt x="1075677" y="619817"/>
                    <a:pt x="1076424" y="619070"/>
                    <a:pt x="1077341" y="619070"/>
                  </a:cubicBezTo>
                  <a:cubicBezTo>
                    <a:pt x="1078257" y="619070"/>
                    <a:pt x="1079004" y="619817"/>
                    <a:pt x="1079004" y="620733"/>
                  </a:cubicBezTo>
                  <a:cubicBezTo>
                    <a:pt x="1079004" y="621650"/>
                    <a:pt x="1078257" y="622397"/>
                    <a:pt x="1077341" y="622397"/>
                  </a:cubicBezTo>
                  <a:cubicBezTo>
                    <a:pt x="1076424" y="622397"/>
                    <a:pt x="1075677" y="621650"/>
                    <a:pt x="1075677" y="620733"/>
                  </a:cubicBezTo>
                  <a:close/>
                  <a:moveTo>
                    <a:pt x="495991" y="617406"/>
                  </a:moveTo>
                  <a:cubicBezTo>
                    <a:pt x="495991" y="616490"/>
                    <a:pt x="496739" y="615719"/>
                    <a:pt x="497655" y="615719"/>
                  </a:cubicBezTo>
                  <a:cubicBezTo>
                    <a:pt x="498571" y="615719"/>
                    <a:pt x="499318" y="616490"/>
                    <a:pt x="499318" y="617406"/>
                  </a:cubicBezTo>
                  <a:cubicBezTo>
                    <a:pt x="499318" y="618323"/>
                    <a:pt x="498571" y="619070"/>
                    <a:pt x="497655" y="619070"/>
                  </a:cubicBezTo>
                  <a:cubicBezTo>
                    <a:pt x="496739" y="619070"/>
                    <a:pt x="495991" y="618323"/>
                    <a:pt x="495991" y="617406"/>
                  </a:cubicBezTo>
                  <a:close/>
                  <a:moveTo>
                    <a:pt x="519304" y="617406"/>
                  </a:moveTo>
                  <a:cubicBezTo>
                    <a:pt x="519304" y="616490"/>
                    <a:pt x="520052" y="615719"/>
                    <a:pt x="520968" y="615719"/>
                  </a:cubicBezTo>
                  <a:cubicBezTo>
                    <a:pt x="521884" y="615719"/>
                    <a:pt x="522655" y="616490"/>
                    <a:pt x="522655" y="617406"/>
                  </a:cubicBezTo>
                  <a:cubicBezTo>
                    <a:pt x="522655" y="618323"/>
                    <a:pt x="521884" y="619070"/>
                    <a:pt x="520968" y="619070"/>
                  </a:cubicBezTo>
                  <a:cubicBezTo>
                    <a:pt x="520052" y="619070"/>
                    <a:pt x="519304" y="618323"/>
                    <a:pt x="519304" y="617406"/>
                  </a:cubicBezTo>
                  <a:close/>
                  <a:moveTo>
                    <a:pt x="1128981" y="617406"/>
                  </a:moveTo>
                  <a:cubicBezTo>
                    <a:pt x="1128981" y="616490"/>
                    <a:pt x="1129728" y="615719"/>
                    <a:pt x="1130644" y="615719"/>
                  </a:cubicBezTo>
                  <a:cubicBezTo>
                    <a:pt x="1131560" y="615719"/>
                    <a:pt x="1132308" y="616490"/>
                    <a:pt x="1132308" y="617406"/>
                  </a:cubicBezTo>
                  <a:cubicBezTo>
                    <a:pt x="1132308" y="618323"/>
                    <a:pt x="1131560" y="619070"/>
                    <a:pt x="1130644" y="619070"/>
                  </a:cubicBezTo>
                  <a:cubicBezTo>
                    <a:pt x="1129728" y="619070"/>
                    <a:pt x="1128981" y="618323"/>
                    <a:pt x="1128981" y="617406"/>
                  </a:cubicBezTo>
                  <a:close/>
                  <a:moveTo>
                    <a:pt x="569281" y="614056"/>
                  </a:moveTo>
                  <a:cubicBezTo>
                    <a:pt x="569281" y="613139"/>
                    <a:pt x="570028" y="612392"/>
                    <a:pt x="570944" y="612392"/>
                  </a:cubicBezTo>
                  <a:cubicBezTo>
                    <a:pt x="571860" y="612392"/>
                    <a:pt x="572608" y="613139"/>
                    <a:pt x="572608" y="614056"/>
                  </a:cubicBezTo>
                  <a:cubicBezTo>
                    <a:pt x="572608" y="614972"/>
                    <a:pt x="571860" y="615719"/>
                    <a:pt x="570944" y="615719"/>
                  </a:cubicBezTo>
                  <a:cubicBezTo>
                    <a:pt x="570028" y="615719"/>
                    <a:pt x="569281" y="614972"/>
                    <a:pt x="569281" y="614056"/>
                  </a:cubicBezTo>
                  <a:close/>
                  <a:moveTo>
                    <a:pt x="1079004" y="614056"/>
                  </a:moveTo>
                  <a:cubicBezTo>
                    <a:pt x="1079004" y="613139"/>
                    <a:pt x="1079751" y="612392"/>
                    <a:pt x="1080668" y="612392"/>
                  </a:cubicBezTo>
                  <a:cubicBezTo>
                    <a:pt x="1081584" y="612392"/>
                    <a:pt x="1082355" y="613139"/>
                    <a:pt x="1082355" y="614056"/>
                  </a:cubicBezTo>
                  <a:cubicBezTo>
                    <a:pt x="1082355" y="614972"/>
                    <a:pt x="1081584" y="615719"/>
                    <a:pt x="1080668" y="615719"/>
                  </a:cubicBezTo>
                  <a:cubicBezTo>
                    <a:pt x="1079751" y="615719"/>
                    <a:pt x="1079004" y="614972"/>
                    <a:pt x="1079004" y="614056"/>
                  </a:cubicBezTo>
                  <a:close/>
                  <a:moveTo>
                    <a:pt x="1248919" y="614056"/>
                  </a:moveTo>
                  <a:cubicBezTo>
                    <a:pt x="1248919" y="613139"/>
                    <a:pt x="1249667" y="612392"/>
                    <a:pt x="1250583" y="612392"/>
                  </a:cubicBezTo>
                  <a:cubicBezTo>
                    <a:pt x="1251500" y="612392"/>
                    <a:pt x="1252246" y="613139"/>
                    <a:pt x="1252246" y="614056"/>
                  </a:cubicBezTo>
                  <a:cubicBezTo>
                    <a:pt x="1252246" y="614972"/>
                    <a:pt x="1251500" y="615719"/>
                    <a:pt x="1250583" y="615719"/>
                  </a:cubicBezTo>
                  <a:cubicBezTo>
                    <a:pt x="1249667" y="615719"/>
                    <a:pt x="1248919" y="614972"/>
                    <a:pt x="1248919" y="614056"/>
                  </a:cubicBezTo>
                  <a:close/>
                  <a:moveTo>
                    <a:pt x="1645382" y="612392"/>
                  </a:moveTo>
                  <a:cubicBezTo>
                    <a:pt x="1645382" y="609957"/>
                    <a:pt x="1646371" y="608945"/>
                    <a:pt x="1647600" y="610174"/>
                  </a:cubicBezTo>
                  <a:cubicBezTo>
                    <a:pt x="1648829" y="611403"/>
                    <a:pt x="1648829" y="613405"/>
                    <a:pt x="1647600" y="614610"/>
                  </a:cubicBezTo>
                  <a:cubicBezTo>
                    <a:pt x="1646371" y="615839"/>
                    <a:pt x="1645382" y="614827"/>
                    <a:pt x="1645382" y="612392"/>
                  </a:cubicBezTo>
                  <a:close/>
                  <a:moveTo>
                    <a:pt x="515977" y="610729"/>
                  </a:moveTo>
                  <a:cubicBezTo>
                    <a:pt x="515977" y="609812"/>
                    <a:pt x="516725" y="609065"/>
                    <a:pt x="517641" y="609065"/>
                  </a:cubicBezTo>
                  <a:cubicBezTo>
                    <a:pt x="518557" y="609065"/>
                    <a:pt x="519304" y="609812"/>
                    <a:pt x="519304" y="610729"/>
                  </a:cubicBezTo>
                  <a:cubicBezTo>
                    <a:pt x="519304" y="611645"/>
                    <a:pt x="518557" y="612392"/>
                    <a:pt x="517641" y="612392"/>
                  </a:cubicBezTo>
                  <a:cubicBezTo>
                    <a:pt x="516725" y="612392"/>
                    <a:pt x="515977" y="611645"/>
                    <a:pt x="515977" y="610729"/>
                  </a:cubicBezTo>
                  <a:close/>
                  <a:moveTo>
                    <a:pt x="794164" y="609065"/>
                  </a:moveTo>
                  <a:cubicBezTo>
                    <a:pt x="795297" y="607233"/>
                    <a:pt x="796985" y="605738"/>
                    <a:pt x="797901" y="605738"/>
                  </a:cubicBezTo>
                  <a:cubicBezTo>
                    <a:pt x="798817" y="605738"/>
                    <a:pt x="798624" y="607233"/>
                    <a:pt x="797491" y="609065"/>
                  </a:cubicBezTo>
                  <a:cubicBezTo>
                    <a:pt x="796358" y="610897"/>
                    <a:pt x="794694" y="612392"/>
                    <a:pt x="793778" y="612392"/>
                  </a:cubicBezTo>
                  <a:cubicBezTo>
                    <a:pt x="792862" y="612392"/>
                    <a:pt x="793031" y="610897"/>
                    <a:pt x="794164" y="609065"/>
                  </a:cubicBezTo>
                  <a:close/>
                  <a:moveTo>
                    <a:pt x="853808" y="608559"/>
                  </a:moveTo>
                  <a:lnTo>
                    <a:pt x="851445" y="604702"/>
                  </a:lnTo>
                  <a:lnTo>
                    <a:pt x="855279" y="607088"/>
                  </a:lnTo>
                  <a:cubicBezTo>
                    <a:pt x="857400" y="608390"/>
                    <a:pt x="859135" y="610125"/>
                    <a:pt x="859135" y="610921"/>
                  </a:cubicBezTo>
                  <a:cubicBezTo>
                    <a:pt x="859135" y="613694"/>
                    <a:pt x="856195" y="612392"/>
                    <a:pt x="853808" y="608559"/>
                  </a:cubicBezTo>
                  <a:close/>
                  <a:moveTo>
                    <a:pt x="1132308" y="610729"/>
                  </a:moveTo>
                  <a:cubicBezTo>
                    <a:pt x="1132308" y="609812"/>
                    <a:pt x="1133079" y="609065"/>
                    <a:pt x="1133971" y="609065"/>
                  </a:cubicBezTo>
                  <a:cubicBezTo>
                    <a:pt x="1134887" y="609065"/>
                    <a:pt x="1135658" y="609812"/>
                    <a:pt x="1135658" y="610729"/>
                  </a:cubicBezTo>
                  <a:cubicBezTo>
                    <a:pt x="1135658" y="611645"/>
                    <a:pt x="1134887" y="612392"/>
                    <a:pt x="1133971" y="612392"/>
                  </a:cubicBezTo>
                  <a:cubicBezTo>
                    <a:pt x="1133079" y="612392"/>
                    <a:pt x="1132308" y="611645"/>
                    <a:pt x="1132308" y="610729"/>
                  </a:cubicBezTo>
                  <a:close/>
                  <a:moveTo>
                    <a:pt x="565954" y="607402"/>
                  </a:moveTo>
                  <a:cubicBezTo>
                    <a:pt x="565954" y="606485"/>
                    <a:pt x="566701" y="605738"/>
                    <a:pt x="567617" y="605738"/>
                  </a:cubicBezTo>
                  <a:cubicBezTo>
                    <a:pt x="568533" y="605738"/>
                    <a:pt x="569281" y="606485"/>
                    <a:pt x="569281" y="607402"/>
                  </a:cubicBezTo>
                  <a:cubicBezTo>
                    <a:pt x="569281" y="608318"/>
                    <a:pt x="568533" y="609065"/>
                    <a:pt x="567617" y="609065"/>
                  </a:cubicBezTo>
                  <a:cubicBezTo>
                    <a:pt x="566701" y="609065"/>
                    <a:pt x="565954" y="608318"/>
                    <a:pt x="565954" y="607402"/>
                  </a:cubicBezTo>
                  <a:close/>
                  <a:moveTo>
                    <a:pt x="722538" y="607812"/>
                  </a:moveTo>
                  <a:cubicBezTo>
                    <a:pt x="722538" y="607112"/>
                    <a:pt x="725166" y="604485"/>
                    <a:pt x="728372" y="601977"/>
                  </a:cubicBezTo>
                  <a:lnTo>
                    <a:pt x="734206" y="597397"/>
                  </a:lnTo>
                  <a:lnTo>
                    <a:pt x="729626" y="603231"/>
                  </a:lnTo>
                  <a:cubicBezTo>
                    <a:pt x="725262" y="608775"/>
                    <a:pt x="722538" y="610559"/>
                    <a:pt x="722538" y="607812"/>
                  </a:cubicBezTo>
                  <a:close/>
                  <a:moveTo>
                    <a:pt x="922010" y="603231"/>
                  </a:moveTo>
                  <a:lnTo>
                    <a:pt x="917429" y="597397"/>
                  </a:lnTo>
                  <a:lnTo>
                    <a:pt x="923264" y="601977"/>
                  </a:lnTo>
                  <a:cubicBezTo>
                    <a:pt x="926470" y="604485"/>
                    <a:pt x="929098" y="607112"/>
                    <a:pt x="929098" y="607812"/>
                  </a:cubicBezTo>
                  <a:cubicBezTo>
                    <a:pt x="929098" y="610559"/>
                    <a:pt x="926350" y="608775"/>
                    <a:pt x="922010" y="603231"/>
                  </a:cubicBezTo>
                  <a:close/>
                  <a:moveTo>
                    <a:pt x="1082355" y="607402"/>
                  </a:moveTo>
                  <a:cubicBezTo>
                    <a:pt x="1082355" y="606485"/>
                    <a:pt x="1083102" y="605738"/>
                    <a:pt x="1084018" y="605738"/>
                  </a:cubicBezTo>
                  <a:cubicBezTo>
                    <a:pt x="1084935" y="605738"/>
                    <a:pt x="1085682" y="606485"/>
                    <a:pt x="1085682" y="607402"/>
                  </a:cubicBezTo>
                  <a:cubicBezTo>
                    <a:pt x="1085682" y="608318"/>
                    <a:pt x="1084935" y="609065"/>
                    <a:pt x="1084018" y="609065"/>
                  </a:cubicBezTo>
                  <a:cubicBezTo>
                    <a:pt x="1083102" y="609065"/>
                    <a:pt x="1082355" y="608318"/>
                    <a:pt x="1082355" y="607402"/>
                  </a:cubicBezTo>
                  <a:close/>
                  <a:moveTo>
                    <a:pt x="-135" y="600458"/>
                  </a:moveTo>
                  <a:lnTo>
                    <a:pt x="106" y="594070"/>
                  </a:lnTo>
                  <a:lnTo>
                    <a:pt x="1866" y="598457"/>
                  </a:lnTo>
                  <a:cubicBezTo>
                    <a:pt x="2831" y="600844"/>
                    <a:pt x="2710" y="603713"/>
                    <a:pt x="1601" y="604822"/>
                  </a:cubicBezTo>
                  <a:cubicBezTo>
                    <a:pt x="492" y="605931"/>
                    <a:pt x="-279" y="603978"/>
                    <a:pt x="-135" y="600458"/>
                  </a:cubicBezTo>
                  <a:close/>
                  <a:moveTo>
                    <a:pt x="495991" y="604075"/>
                  </a:moveTo>
                  <a:cubicBezTo>
                    <a:pt x="495991" y="603158"/>
                    <a:pt x="496739" y="602411"/>
                    <a:pt x="497655" y="602411"/>
                  </a:cubicBezTo>
                  <a:cubicBezTo>
                    <a:pt x="498571" y="602411"/>
                    <a:pt x="499318" y="603158"/>
                    <a:pt x="499318" y="604075"/>
                  </a:cubicBezTo>
                  <a:cubicBezTo>
                    <a:pt x="499318" y="604991"/>
                    <a:pt x="498571" y="605738"/>
                    <a:pt x="497655" y="605738"/>
                  </a:cubicBezTo>
                  <a:cubicBezTo>
                    <a:pt x="496739" y="605738"/>
                    <a:pt x="495991" y="604991"/>
                    <a:pt x="495991" y="604075"/>
                  </a:cubicBezTo>
                  <a:close/>
                  <a:moveTo>
                    <a:pt x="512650" y="600748"/>
                  </a:moveTo>
                  <a:cubicBezTo>
                    <a:pt x="512650" y="599832"/>
                    <a:pt x="513398" y="599060"/>
                    <a:pt x="514314" y="599060"/>
                  </a:cubicBezTo>
                  <a:cubicBezTo>
                    <a:pt x="515230" y="599060"/>
                    <a:pt x="515977" y="599832"/>
                    <a:pt x="515977" y="600748"/>
                  </a:cubicBezTo>
                  <a:cubicBezTo>
                    <a:pt x="515977" y="601664"/>
                    <a:pt x="515230" y="602411"/>
                    <a:pt x="514314" y="602411"/>
                  </a:cubicBezTo>
                  <a:cubicBezTo>
                    <a:pt x="513398" y="602411"/>
                    <a:pt x="512650" y="601664"/>
                    <a:pt x="512650" y="600748"/>
                  </a:cubicBezTo>
                  <a:close/>
                  <a:moveTo>
                    <a:pt x="562627" y="600748"/>
                  </a:moveTo>
                  <a:cubicBezTo>
                    <a:pt x="562627" y="599832"/>
                    <a:pt x="563374" y="599060"/>
                    <a:pt x="564290" y="599060"/>
                  </a:cubicBezTo>
                  <a:cubicBezTo>
                    <a:pt x="565206" y="599060"/>
                    <a:pt x="565954" y="599832"/>
                    <a:pt x="565954" y="600748"/>
                  </a:cubicBezTo>
                  <a:cubicBezTo>
                    <a:pt x="565954" y="601664"/>
                    <a:pt x="565206" y="602411"/>
                    <a:pt x="564290" y="602411"/>
                  </a:cubicBezTo>
                  <a:cubicBezTo>
                    <a:pt x="563374" y="602411"/>
                    <a:pt x="562627" y="601664"/>
                    <a:pt x="562627" y="600748"/>
                  </a:cubicBezTo>
                  <a:close/>
                  <a:moveTo>
                    <a:pt x="1135658" y="600748"/>
                  </a:moveTo>
                  <a:cubicBezTo>
                    <a:pt x="1135658" y="599832"/>
                    <a:pt x="1136406" y="599060"/>
                    <a:pt x="1137322" y="599060"/>
                  </a:cubicBezTo>
                  <a:cubicBezTo>
                    <a:pt x="1138239" y="599060"/>
                    <a:pt x="1138985" y="599832"/>
                    <a:pt x="1138985" y="600748"/>
                  </a:cubicBezTo>
                  <a:cubicBezTo>
                    <a:pt x="1138985" y="601664"/>
                    <a:pt x="1138239" y="602411"/>
                    <a:pt x="1137322" y="602411"/>
                  </a:cubicBezTo>
                  <a:cubicBezTo>
                    <a:pt x="1136406" y="602411"/>
                    <a:pt x="1135658" y="601664"/>
                    <a:pt x="1135658" y="600748"/>
                  </a:cubicBezTo>
                  <a:close/>
                  <a:moveTo>
                    <a:pt x="1252246" y="600748"/>
                  </a:moveTo>
                  <a:cubicBezTo>
                    <a:pt x="1252246" y="599832"/>
                    <a:pt x="1252994" y="599060"/>
                    <a:pt x="1253910" y="599060"/>
                  </a:cubicBezTo>
                  <a:cubicBezTo>
                    <a:pt x="1254827" y="599060"/>
                    <a:pt x="1255573" y="599832"/>
                    <a:pt x="1255573" y="600748"/>
                  </a:cubicBezTo>
                  <a:cubicBezTo>
                    <a:pt x="1255573" y="601664"/>
                    <a:pt x="1254827" y="602411"/>
                    <a:pt x="1253910" y="602411"/>
                  </a:cubicBezTo>
                  <a:cubicBezTo>
                    <a:pt x="1252994" y="602411"/>
                    <a:pt x="1252246" y="601664"/>
                    <a:pt x="1252246" y="600748"/>
                  </a:cubicBezTo>
                  <a:close/>
                  <a:moveTo>
                    <a:pt x="1642055" y="600748"/>
                  </a:moveTo>
                  <a:cubicBezTo>
                    <a:pt x="1642055" y="599832"/>
                    <a:pt x="1642802" y="599060"/>
                    <a:pt x="1643718" y="599060"/>
                  </a:cubicBezTo>
                  <a:cubicBezTo>
                    <a:pt x="1644634" y="599060"/>
                    <a:pt x="1645382" y="599832"/>
                    <a:pt x="1645382" y="600748"/>
                  </a:cubicBezTo>
                  <a:cubicBezTo>
                    <a:pt x="1645382" y="601664"/>
                    <a:pt x="1644634" y="602411"/>
                    <a:pt x="1643718" y="602411"/>
                  </a:cubicBezTo>
                  <a:cubicBezTo>
                    <a:pt x="1642802" y="602411"/>
                    <a:pt x="1642055" y="601664"/>
                    <a:pt x="1642055" y="600748"/>
                  </a:cubicBezTo>
                  <a:close/>
                  <a:moveTo>
                    <a:pt x="809159" y="597397"/>
                  </a:moveTo>
                  <a:cubicBezTo>
                    <a:pt x="809159" y="596481"/>
                    <a:pt x="809906" y="595733"/>
                    <a:pt x="810822" y="595733"/>
                  </a:cubicBezTo>
                  <a:cubicBezTo>
                    <a:pt x="811739" y="595733"/>
                    <a:pt x="812486" y="596481"/>
                    <a:pt x="812486" y="597397"/>
                  </a:cubicBezTo>
                  <a:cubicBezTo>
                    <a:pt x="812486" y="598313"/>
                    <a:pt x="811739" y="599060"/>
                    <a:pt x="810822" y="599060"/>
                  </a:cubicBezTo>
                  <a:cubicBezTo>
                    <a:pt x="809906" y="599060"/>
                    <a:pt x="809159" y="598313"/>
                    <a:pt x="809159" y="597397"/>
                  </a:cubicBezTo>
                  <a:close/>
                  <a:moveTo>
                    <a:pt x="839150" y="597397"/>
                  </a:moveTo>
                  <a:cubicBezTo>
                    <a:pt x="839150" y="596481"/>
                    <a:pt x="839897" y="595733"/>
                    <a:pt x="840813" y="595733"/>
                  </a:cubicBezTo>
                  <a:cubicBezTo>
                    <a:pt x="841729" y="595733"/>
                    <a:pt x="842477" y="596481"/>
                    <a:pt x="842477" y="597397"/>
                  </a:cubicBezTo>
                  <a:cubicBezTo>
                    <a:pt x="842477" y="598313"/>
                    <a:pt x="841729" y="599060"/>
                    <a:pt x="840813" y="599060"/>
                  </a:cubicBezTo>
                  <a:cubicBezTo>
                    <a:pt x="839897" y="599060"/>
                    <a:pt x="839150" y="598313"/>
                    <a:pt x="839150" y="597397"/>
                  </a:cubicBezTo>
                  <a:close/>
                  <a:moveTo>
                    <a:pt x="485986" y="590743"/>
                  </a:moveTo>
                  <a:cubicBezTo>
                    <a:pt x="485986" y="589827"/>
                    <a:pt x="486758" y="589079"/>
                    <a:pt x="487674" y="589079"/>
                  </a:cubicBezTo>
                  <a:cubicBezTo>
                    <a:pt x="488590" y="589079"/>
                    <a:pt x="489337" y="589827"/>
                    <a:pt x="489337" y="590743"/>
                  </a:cubicBezTo>
                  <a:cubicBezTo>
                    <a:pt x="489337" y="591659"/>
                    <a:pt x="488590" y="592406"/>
                    <a:pt x="487674" y="592406"/>
                  </a:cubicBezTo>
                  <a:cubicBezTo>
                    <a:pt x="486758" y="592406"/>
                    <a:pt x="485986" y="591659"/>
                    <a:pt x="485986" y="590743"/>
                  </a:cubicBezTo>
                  <a:close/>
                  <a:moveTo>
                    <a:pt x="509323" y="590743"/>
                  </a:moveTo>
                  <a:cubicBezTo>
                    <a:pt x="509323" y="589827"/>
                    <a:pt x="510071" y="589079"/>
                    <a:pt x="510987" y="589079"/>
                  </a:cubicBezTo>
                  <a:cubicBezTo>
                    <a:pt x="511903" y="589079"/>
                    <a:pt x="512650" y="589827"/>
                    <a:pt x="512650" y="590743"/>
                  </a:cubicBezTo>
                  <a:cubicBezTo>
                    <a:pt x="512650" y="591659"/>
                    <a:pt x="511903" y="592406"/>
                    <a:pt x="510987" y="592406"/>
                  </a:cubicBezTo>
                  <a:cubicBezTo>
                    <a:pt x="510071" y="592406"/>
                    <a:pt x="509323" y="591659"/>
                    <a:pt x="509323" y="590743"/>
                  </a:cubicBezTo>
                  <a:close/>
                  <a:moveTo>
                    <a:pt x="559300" y="590743"/>
                  </a:moveTo>
                  <a:cubicBezTo>
                    <a:pt x="559300" y="589827"/>
                    <a:pt x="560048" y="589079"/>
                    <a:pt x="560963" y="589079"/>
                  </a:cubicBezTo>
                  <a:cubicBezTo>
                    <a:pt x="561879" y="589079"/>
                    <a:pt x="562627" y="589827"/>
                    <a:pt x="562627" y="590743"/>
                  </a:cubicBezTo>
                  <a:cubicBezTo>
                    <a:pt x="562627" y="591659"/>
                    <a:pt x="561879" y="592406"/>
                    <a:pt x="560963" y="592406"/>
                  </a:cubicBezTo>
                  <a:cubicBezTo>
                    <a:pt x="560048" y="592406"/>
                    <a:pt x="559300" y="591659"/>
                    <a:pt x="559300" y="590743"/>
                  </a:cubicBezTo>
                  <a:close/>
                  <a:moveTo>
                    <a:pt x="1089009" y="590743"/>
                  </a:moveTo>
                  <a:cubicBezTo>
                    <a:pt x="1089009" y="589827"/>
                    <a:pt x="1089756" y="589079"/>
                    <a:pt x="1090672" y="589079"/>
                  </a:cubicBezTo>
                  <a:cubicBezTo>
                    <a:pt x="1091589" y="589079"/>
                    <a:pt x="1092336" y="589827"/>
                    <a:pt x="1092336" y="590743"/>
                  </a:cubicBezTo>
                  <a:cubicBezTo>
                    <a:pt x="1092336" y="591659"/>
                    <a:pt x="1091589" y="592406"/>
                    <a:pt x="1090672" y="592406"/>
                  </a:cubicBezTo>
                  <a:cubicBezTo>
                    <a:pt x="1089756" y="592406"/>
                    <a:pt x="1089009" y="591659"/>
                    <a:pt x="1089009" y="590743"/>
                  </a:cubicBezTo>
                  <a:close/>
                  <a:moveTo>
                    <a:pt x="1138985" y="590743"/>
                  </a:moveTo>
                  <a:cubicBezTo>
                    <a:pt x="1138985" y="589827"/>
                    <a:pt x="1139733" y="589079"/>
                    <a:pt x="1140649" y="589079"/>
                  </a:cubicBezTo>
                  <a:cubicBezTo>
                    <a:pt x="1141566" y="589079"/>
                    <a:pt x="1142312" y="589827"/>
                    <a:pt x="1142312" y="590743"/>
                  </a:cubicBezTo>
                  <a:cubicBezTo>
                    <a:pt x="1142312" y="591659"/>
                    <a:pt x="1141566" y="592406"/>
                    <a:pt x="1140649" y="592406"/>
                  </a:cubicBezTo>
                  <a:cubicBezTo>
                    <a:pt x="1139733" y="592406"/>
                    <a:pt x="1138985" y="591659"/>
                    <a:pt x="1138985" y="590743"/>
                  </a:cubicBezTo>
                  <a:close/>
                  <a:moveTo>
                    <a:pt x="1255573" y="590743"/>
                  </a:moveTo>
                  <a:cubicBezTo>
                    <a:pt x="1255573" y="589827"/>
                    <a:pt x="1256345" y="589079"/>
                    <a:pt x="1257261" y="589079"/>
                  </a:cubicBezTo>
                  <a:cubicBezTo>
                    <a:pt x="1258177" y="589079"/>
                    <a:pt x="1258925" y="589827"/>
                    <a:pt x="1258925" y="590743"/>
                  </a:cubicBezTo>
                  <a:cubicBezTo>
                    <a:pt x="1258925" y="591659"/>
                    <a:pt x="1258177" y="592406"/>
                    <a:pt x="1257261" y="592406"/>
                  </a:cubicBezTo>
                  <a:cubicBezTo>
                    <a:pt x="1256345" y="592406"/>
                    <a:pt x="1255573" y="591659"/>
                    <a:pt x="1255573" y="590743"/>
                  </a:cubicBezTo>
                  <a:close/>
                  <a:moveTo>
                    <a:pt x="1638704" y="590743"/>
                  </a:moveTo>
                  <a:cubicBezTo>
                    <a:pt x="1638704" y="589827"/>
                    <a:pt x="1639451" y="589079"/>
                    <a:pt x="1640368" y="589079"/>
                  </a:cubicBezTo>
                  <a:cubicBezTo>
                    <a:pt x="1641284" y="589079"/>
                    <a:pt x="1642055" y="589827"/>
                    <a:pt x="1642055" y="590743"/>
                  </a:cubicBezTo>
                  <a:cubicBezTo>
                    <a:pt x="1642055" y="591659"/>
                    <a:pt x="1641284" y="592406"/>
                    <a:pt x="1640368" y="592406"/>
                  </a:cubicBezTo>
                  <a:cubicBezTo>
                    <a:pt x="1639451" y="592406"/>
                    <a:pt x="1638704" y="591659"/>
                    <a:pt x="1638704" y="590743"/>
                  </a:cubicBezTo>
                  <a:close/>
                  <a:moveTo>
                    <a:pt x="479332" y="587416"/>
                  </a:moveTo>
                  <a:cubicBezTo>
                    <a:pt x="479332" y="586500"/>
                    <a:pt x="480080" y="585752"/>
                    <a:pt x="480996" y="585752"/>
                  </a:cubicBezTo>
                  <a:cubicBezTo>
                    <a:pt x="481912" y="585752"/>
                    <a:pt x="482659" y="586500"/>
                    <a:pt x="482659" y="587416"/>
                  </a:cubicBezTo>
                  <a:cubicBezTo>
                    <a:pt x="482659" y="588332"/>
                    <a:pt x="481912" y="589079"/>
                    <a:pt x="480996" y="589079"/>
                  </a:cubicBezTo>
                  <a:cubicBezTo>
                    <a:pt x="480080" y="589079"/>
                    <a:pt x="479332" y="588332"/>
                    <a:pt x="479332" y="587416"/>
                  </a:cubicBezTo>
                  <a:close/>
                  <a:moveTo>
                    <a:pt x="747514" y="585752"/>
                  </a:moveTo>
                  <a:cubicBezTo>
                    <a:pt x="748647" y="583920"/>
                    <a:pt x="750334" y="582425"/>
                    <a:pt x="751251" y="582425"/>
                  </a:cubicBezTo>
                  <a:cubicBezTo>
                    <a:pt x="752167" y="582425"/>
                    <a:pt x="751998" y="583920"/>
                    <a:pt x="750865" y="585752"/>
                  </a:cubicBezTo>
                  <a:cubicBezTo>
                    <a:pt x="749732" y="587584"/>
                    <a:pt x="748045" y="589079"/>
                    <a:pt x="747128" y="589079"/>
                  </a:cubicBezTo>
                  <a:cubicBezTo>
                    <a:pt x="746212" y="589079"/>
                    <a:pt x="746381" y="587584"/>
                    <a:pt x="747514" y="585752"/>
                  </a:cubicBezTo>
                  <a:close/>
                  <a:moveTo>
                    <a:pt x="823600" y="586861"/>
                  </a:moveTo>
                  <a:cubicBezTo>
                    <a:pt x="824805" y="585632"/>
                    <a:pt x="826807" y="585632"/>
                    <a:pt x="828036" y="586861"/>
                  </a:cubicBezTo>
                  <a:cubicBezTo>
                    <a:pt x="829265" y="588067"/>
                    <a:pt x="828253" y="589079"/>
                    <a:pt x="825818" y="589079"/>
                  </a:cubicBezTo>
                  <a:cubicBezTo>
                    <a:pt x="823383" y="589079"/>
                    <a:pt x="822370" y="588067"/>
                    <a:pt x="823600" y="586861"/>
                  </a:cubicBezTo>
                  <a:close/>
                  <a:moveTo>
                    <a:pt x="900458" y="585222"/>
                  </a:moveTo>
                  <a:lnTo>
                    <a:pt x="898071" y="581389"/>
                  </a:lnTo>
                  <a:lnTo>
                    <a:pt x="901928" y="583751"/>
                  </a:lnTo>
                  <a:cubicBezTo>
                    <a:pt x="904049" y="585077"/>
                    <a:pt x="905761" y="586789"/>
                    <a:pt x="905761" y="587608"/>
                  </a:cubicBezTo>
                  <a:cubicBezTo>
                    <a:pt x="905761" y="590381"/>
                    <a:pt x="902820" y="589079"/>
                    <a:pt x="900458" y="585222"/>
                  </a:cubicBezTo>
                  <a:close/>
                  <a:moveTo>
                    <a:pt x="505996" y="579074"/>
                  </a:moveTo>
                  <a:cubicBezTo>
                    <a:pt x="505996" y="576639"/>
                    <a:pt x="506985" y="575651"/>
                    <a:pt x="508214" y="576856"/>
                  </a:cubicBezTo>
                  <a:cubicBezTo>
                    <a:pt x="509420" y="578086"/>
                    <a:pt x="509420" y="580087"/>
                    <a:pt x="508214" y="581316"/>
                  </a:cubicBezTo>
                  <a:cubicBezTo>
                    <a:pt x="506985" y="582522"/>
                    <a:pt x="505996" y="581533"/>
                    <a:pt x="505996" y="579074"/>
                  </a:cubicBezTo>
                  <a:close/>
                  <a:moveTo>
                    <a:pt x="555949" y="580737"/>
                  </a:moveTo>
                  <a:cubicBezTo>
                    <a:pt x="555949" y="579821"/>
                    <a:pt x="556721" y="579074"/>
                    <a:pt x="557637" y="579074"/>
                  </a:cubicBezTo>
                  <a:cubicBezTo>
                    <a:pt x="558553" y="579074"/>
                    <a:pt x="559300" y="579821"/>
                    <a:pt x="559300" y="580737"/>
                  </a:cubicBezTo>
                  <a:cubicBezTo>
                    <a:pt x="559300" y="581653"/>
                    <a:pt x="558553" y="582425"/>
                    <a:pt x="557637" y="582425"/>
                  </a:cubicBezTo>
                  <a:cubicBezTo>
                    <a:pt x="556721" y="582425"/>
                    <a:pt x="555949" y="581653"/>
                    <a:pt x="555949" y="580737"/>
                  </a:cubicBezTo>
                  <a:close/>
                  <a:moveTo>
                    <a:pt x="1092336" y="580737"/>
                  </a:moveTo>
                  <a:cubicBezTo>
                    <a:pt x="1092336" y="579821"/>
                    <a:pt x="1093083" y="579074"/>
                    <a:pt x="1093999" y="579074"/>
                  </a:cubicBezTo>
                  <a:cubicBezTo>
                    <a:pt x="1094916" y="579074"/>
                    <a:pt x="1095663" y="579821"/>
                    <a:pt x="1095663" y="580737"/>
                  </a:cubicBezTo>
                  <a:cubicBezTo>
                    <a:pt x="1095663" y="581653"/>
                    <a:pt x="1094916" y="582425"/>
                    <a:pt x="1093999" y="582425"/>
                  </a:cubicBezTo>
                  <a:cubicBezTo>
                    <a:pt x="1093083" y="582425"/>
                    <a:pt x="1092336" y="581653"/>
                    <a:pt x="1092336" y="580737"/>
                  </a:cubicBezTo>
                  <a:close/>
                  <a:moveTo>
                    <a:pt x="1142312" y="579074"/>
                  </a:moveTo>
                  <a:cubicBezTo>
                    <a:pt x="1142312" y="576639"/>
                    <a:pt x="1143301" y="575651"/>
                    <a:pt x="1144531" y="576856"/>
                  </a:cubicBezTo>
                  <a:cubicBezTo>
                    <a:pt x="1145760" y="578086"/>
                    <a:pt x="1145760" y="580087"/>
                    <a:pt x="1144531" y="581316"/>
                  </a:cubicBezTo>
                  <a:cubicBezTo>
                    <a:pt x="1143301" y="582522"/>
                    <a:pt x="1142312" y="581533"/>
                    <a:pt x="1142312" y="579074"/>
                  </a:cubicBezTo>
                  <a:close/>
                  <a:moveTo>
                    <a:pt x="1635377" y="580737"/>
                  </a:moveTo>
                  <a:cubicBezTo>
                    <a:pt x="1635377" y="579821"/>
                    <a:pt x="1636124" y="579074"/>
                    <a:pt x="1637041" y="579074"/>
                  </a:cubicBezTo>
                  <a:cubicBezTo>
                    <a:pt x="1637957" y="579074"/>
                    <a:pt x="1638704" y="579821"/>
                    <a:pt x="1638704" y="580737"/>
                  </a:cubicBezTo>
                  <a:cubicBezTo>
                    <a:pt x="1638704" y="581653"/>
                    <a:pt x="1637957" y="582425"/>
                    <a:pt x="1637041" y="582425"/>
                  </a:cubicBezTo>
                  <a:cubicBezTo>
                    <a:pt x="1636124" y="582425"/>
                    <a:pt x="1635377" y="581653"/>
                    <a:pt x="1635377" y="580737"/>
                  </a:cubicBezTo>
                  <a:close/>
                  <a:moveTo>
                    <a:pt x="764173" y="572420"/>
                  </a:moveTo>
                  <a:cubicBezTo>
                    <a:pt x="765306" y="570588"/>
                    <a:pt x="766993" y="569093"/>
                    <a:pt x="767909" y="569093"/>
                  </a:cubicBezTo>
                  <a:cubicBezTo>
                    <a:pt x="768826" y="569093"/>
                    <a:pt x="768657" y="570588"/>
                    <a:pt x="767524" y="572420"/>
                  </a:cubicBezTo>
                  <a:cubicBezTo>
                    <a:pt x="766391" y="574253"/>
                    <a:pt x="764703" y="575747"/>
                    <a:pt x="763787" y="575747"/>
                  </a:cubicBezTo>
                  <a:cubicBezTo>
                    <a:pt x="762871" y="575747"/>
                    <a:pt x="763040" y="574253"/>
                    <a:pt x="764173" y="572420"/>
                  </a:cubicBezTo>
                  <a:close/>
                  <a:moveTo>
                    <a:pt x="883798" y="571914"/>
                  </a:moveTo>
                  <a:lnTo>
                    <a:pt x="881412" y="568056"/>
                  </a:lnTo>
                  <a:lnTo>
                    <a:pt x="885269" y="570443"/>
                  </a:lnTo>
                  <a:cubicBezTo>
                    <a:pt x="887391" y="571745"/>
                    <a:pt x="889127" y="573481"/>
                    <a:pt x="889127" y="574276"/>
                  </a:cubicBezTo>
                  <a:cubicBezTo>
                    <a:pt x="889127" y="577049"/>
                    <a:pt x="886161" y="575747"/>
                    <a:pt x="883798" y="571914"/>
                  </a:cubicBezTo>
                  <a:close/>
                  <a:moveTo>
                    <a:pt x="1262252" y="574083"/>
                  </a:moveTo>
                  <a:cubicBezTo>
                    <a:pt x="1262252" y="573168"/>
                    <a:pt x="1262999" y="572420"/>
                    <a:pt x="1263915" y="572420"/>
                  </a:cubicBezTo>
                  <a:cubicBezTo>
                    <a:pt x="1264831" y="572420"/>
                    <a:pt x="1265579" y="573168"/>
                    <a:pt x="1265579" y="574083"/>
                  </a:cubicBezTo>
                  <a:cubicBezTo>
                    <a:pt x="1265579" y="574999"/>
                    <a:pt x="1264831" y="575747"/>
                    <a:pt x="1263915" y="575747"/>
                  </a:cubicBezTo>
                  <a:cubicBezTo>
                    <a:pt x="1262999" y="575747"/>
                    <a:pt x="1262252" y="574999"/>
                    <a:pt x="1262252" y="574083"/>
                  </a:cubicBezTo>
                  <a:close/>
                  <a:moveTo>
                    <a:pt x="1632050" y="574083"/>
                  </a:moveTo>
                  <a:cubicBezTo>
                    <a:pt x="1632050" y="573168"/>
                    <a:pt x="1632797" y="572420"/>
                    <a:pt x="1633714" y="572420"/>
                  </a:cubicBezTo>
                  <a:cubicBezTo>
                    <a:pt x="1634630" y="572420"/>
                    <a:pt x="1635377" y="573168"/>
                    <a:pt x="1635377" y="574083"/>
                  </a:cubicBezTo>
                  <a:cubicBezTo>
                    <a:pt x="1635377" y="574999"/>
                    <a:pt x="1634630" y="575747"/>
                    <a:pt x="1633714" y="575747"/>
                  </a:cubicBezTo>
                  <a:cubicBezTo>
                    <a:pt x="1632797" y="575747"/>
                    <a:pt x="1632050" y="574999"/>
                    <a:pt x="1632050" y="574083"/>
                  </a:cubicBezTo>
                  <a:close/>
                  <a:moveTo>
                    <a:pt x="552622" y="570757"/>
                  </a:moveTo>
                  <a:cubicBezTo>
                    <a:pt x="552622" y="569841"/>
                    <a:pt x="553369" y="569093"/>
                    <a:pt x="554285" y="569093"/>
                  </a:cubicBezTo>
                  <a:cubicBezTo>
                    <a:pt x="555201" y="569093"/>
                    <a:pt x="555949" y="569841"/>
                    <a:pt x="555949" y="570757"/>
                  </a:cubicBezTo>
                  <a:cubicBezTo>
                    <a:pt x="555949" y="571673"/>
                    <a:pt x="555201" y="572420"/>
                    <a:pt x="554285" y="572420"/>
                  </a:cubicBezTo>
                  <a:cubicBezTo>
                    <a:pt x="553369" y="572420"/>
                    <a:pt x="552622" y="571673"/>
                    <a:pt x="552622" y="570757"/>
                  </a:cubicBezTo>
                  <a:close/>
                  <a:moveTo>
                    <a:pt x="1095663" y="570757"/>
                  </a:moveTo>
                  <a:cubicBezTo>
                    <a:pt x="1095663" y="569841"/>
                    <a:pt x="1096410" y="569093"/>
                    <a:pt x="1097326" y="569093"/>
                  </a:cubicBezTo>
                  <a:cubicBezTo>
                    <a:pt x="1098242" y="569093"/>
                    <a:pt x="1099014" y="569841"/>
                    <a:pt x="1099014" y="570757"/>
                  </a:cubicBezTo>
                  <a:cubicBezTo>
                    <a:pt x="1099014" y="571673"/>
                    <a:pt x="1098242" y="572420"/>
                    <a:pt x="1097326" y="572420"/>
                  </a:cubicBezTo>
                  <a:cubicBezTo>
                    <a:pt x="1096410" y="572420"/>
                    <a:pt x="1095663" y="571673"/>
                    <a:pt x="1095663" y="570757"/>
                  </a:cubicBezTo>
                  <a:close/>
                  <a:moveTo>
                    <a:pt x="502645" y="565766"/>
                  </a:moveTo>
                  <a:cubicBezTo>
                    <a:pt x="502645" y="563307"/>
                    <a:pt x="503658" y="562318"/>
                    <a:pt x="504863" y="563549"/>
                  </a:cubicBezTo>
                  <a:cubicBezTo>
                    <a:pt x="506093" y="564754"/>
                    <a:pt x="506093" y="566755"/>
                    <a:pt x="504863" y="567984"/>
                  </a:cubicBezTo>
                  <a:cubicBezTo>
                    <a:pt x="503658" y="569214"/>
                    <a:pt x="502645" y="568201"/>
                    <a:pt x="502645" y="565766"/>
                  </a:cubicBezTo>
                  <a:close/>
                  <a:moveTo>
                    <a:pt x="1145639" y="565766"/>
                  </a:moveTo>
                  <a:cubicBezTo>
                    <a:pt x="1145639" y="563307"/>
                    <a:pt x="1146652" y="562318"/>
                    <a:pt x="1147857" y="563549"/>
                  </a:cubicBezTo>
                  <a:cubicBezTo>
                    <a:pt x="1149087" y="564754"/>
                    <a:pt x="1149087" y="566755"/>
                    <a:pt x="1147857" y="567984"/>
                  </a:cubicBezTo>
                  <a:cubicBezTo>
                    <a:pt x="1146652" y="569214"/>
                    <a:pt x="1145639" y="568201"/>
                    <a:pt x="1145639" y="565766"/>
                  </a:cubicBezTo>
                  <a:close/>
                  <a:moveTo>
                    <a:pt x="1265579" y="567430"/>
                  </a:moveTo>
                  <a:cubicBezTo>
                    <a:pt x="1265579" y="566514"/>
                    <a:pt x="1266326" y="565766"/>
                    <a:pt x="1267242" y="565766"/>
                  </a:cubicBezTo>
                  <a:cubicBezTo>
                    <a:pt x="1268158" y="565766"/>
                    <a:pt x="1268906" y="566514"/>
                    <a:pt x="1268906" y="567430"/>
                  </a:cubicBezTo>
                  <a:cubicBezTo>
                    <a:pt x="1268906" y="568346"/>
                    <a:pt x="1268158" y="569093"/>
                    <a:pt x="1267242" y="569093"/>
                  </a:cubicBezTo>
                  <a:cubicBezTo>
                    <a:pt x="1266326" y="569093"/>
                    <a:pt x="1265579" y="568346"/>
                    <a:pt x="1265579" y="567430"/>
                  </a:cubicBezTo>
                  <a:close/>
                  <a:moveTo>
                    <a:pt x="1628723" y="567430"/>
                  </a:moveTo>
                  <a:cubicBezTo>
                    <a:pt x="1628723" y="566514"/>
                    <a:pt x="1629470" y="565766"/>
                    <a:pt x="1630387" y="565766"/>
                  </a:cubicBezTo>
                  <a:cubicBezTo>
                    <a:pt x="1631303" y="565766"/>
                    <a:pt x="1632050" y="566514"/>
                    <a:pt x="1632050" y="567430"/>
                  </a:cubicBezTo>
                  <a:cubicBezTo>
                    <a:pt x="1632050" y="568346"/>
                    <a:pt x="1631303" y="569093"/>
                    <a:pt x="1630387" y="569093"/>
                  </a:cubicBezTo>
                  <a:cubicBezTo>
                    <a:pt x="1629470" y="569093"/>
                    <a:pt x="1628723" y="568346"/>
                    <a:pt x="1628723" y="567430"/>
                  </a:cubicBezTo>
                  <a:close/>
                  <a:moveTo>
                    <a:pt x="777505" y="562439"/>
                  </a:moveTo>
                  <a:cubicBezTo>
                    <a:pt x="778638" y="560607"/>
                    <a:pt x="780326" y="559089"/>
                    <a:pt x="781241" y="559089"/>
                  </a:cubicBezTo>
                  <a:cubicBezTo>
                    <a:pt x="782157" y="559089"/>
                    <a:pt x="781965" y="560607"/>
                    <a:pt x="780832" y="562439"/>
                  </a:cubicBezTo>
                  <a:cubicBezTo>
                    <a:pt x="779699" y="564272"/>
                    <a:pt x="778035" y="565766"/>
                    <a:pt x="777119" y="565766"/>
                  </a:cubicBezTo>
                  <a:cubicBezTo>
                    <a:pt x="776203" y="565766"/>
                    <a:pt x="776372" y="564272"/>
                    <a:pt x="777505" y="562439"/>
                  </a:cubicBezTo>
                  <a:close/>
                  <a:moveTo>
                    <a:pt x="870466" y="561909"/>
                  </a:moveTo>
                  <a:lnTo>
                    <a:pt x="868104" y="558076"/>
                  </a:lnTo>
                  <a:lnTo>
                    <a:pt x="871937" y="560439"/>
                  </a:lnTo>
                  <a:cubicBezTo>
                    <a:pt x="875794" y="562825"/>
                    <a:pt x="877097" y="565766"/>
                    <a:pt x="874324" y="565766"/>
                  </a:cubicBezTo>
                  <a:cubicBezTo>
                    <a:pt x="873504" y="565766"/>
                    <a:pt x="871769" y="564030"/>
                    <a:pt x="870466" y="561909"/>
                  </a:cubicBezTo>
                  <a:close/>
                  <a:moveTo>
                    <a:pt x="549295" y="559089"/>
                  </a:moveTo>
                  <a:cubicBezTo>
                    <a:pt x="549295" y="556653"/>
                    <a:pt x="550307" y="555641"/>
                    <a:pt x="551513" y="556870"/>
                  </a:cubicBezTo>
                  <a:cubicBezTo>
                    <a:pt x="552742" y="558100"/>
                    <a:pt x="552742" y="560101"/>
                    <a:pt x="551513" y="561306"/>
                  </a:cubicBezTo>
                  <a:cubicBezTo>
                    <a:pt x="550284" y="562535"/>
                    <a:pt x="549295" y="561523"/>
                    <a:pt x="549295" y="559089"/>
                  </a:cubicBezTo>
                  <a:close/>
                  <a:moveTo>
                    <a:pt x="1099014" y="559089"/>
                  </a:moveTo>
                  <a:cubicBezTo>
                    <a:pt x="1099014" y="556653"/>
                    <a:pt x="1100003" y="555641"/>
                    <a:pt x="1101232" y="556870"/>
                  </a:cubicBezTo>
                  <a:cubicBezTo>
                    <a:pt x="1102437" y="558100"/>
                    <a:pt x="1102437" y="560101"/>
                    <a:pt x="1101232" y="561306"/>
                  </a:cubicBezTo>
                  <a:cubicBezTo>
                    <a:pt x="1100003" y="562535"/>
                    <a:pt x="1099014" y="561523"/>
                    <a:pt x="1099014" y="559089"/>
                  </a:cubicBezTo>
                  <a:close/>
                  <a:moveTo>
                    <a:pt x="1625396" y="560752"/>
                  </a:moveTo>
                  <a:cubicBezTo>
                    <a:pt x="1625396" y="559835"/>
                    <a:pt x="1626143" y="559089"/>
                    <a:pt x="1627060" y="559089"/>
                  </a:cubicBezTo>
                  <a:cubicBezTo>
                    <a:pt x="1627976" y="559089"/>
                    <a:pt x="1628723" y="559835"/>
                    <a:pt x="1628723" y="560752"/>
                  </a:cubicBezTo>
                  <a:cubicBezTo>
                    <a:pt x="1628723" y="561668"/>
                    <a:pt x="1627976" y="562439"/>
                    <a:pt x="1627060" y="562439"/>
                  </a:cubicBezTo>
                  <a:cubicBezTo>
                    <a:pt x="1626143" y="562439"/>
                    <a:pt x="1625396" y="561668"/>
                    <a:pt x="1625396" y="560752"/>
                  </a:cubicBezTo>
                  <a:close/>
                  <a:moveTo>
                    <a:pt x="1272232" y="557425"/>
                  </a:moveTo>
                  <a:cubicBezTo>
                    <a:pt x="1272232" y="556508"/>
                    <a:pt x="1272980" y="555762"/>
                    <a:pt x="1273920" y="555762"/>
                  </a:cubicBezTo>
                  <a:cubicBezTo>
                    <a:pt x="1274836" y="555762"/>
                    <a:pt x="1275584" y="556508"/>
                    <a:pt x="1275584" y="557425"/>
                  </a:cubicBezTo>
                  <a:cubicBezTo>
                    <a:pt x="1275584" y="558341"/>
                    <a:pt x="1274836" y="559089"/>
                    <a:pt x="1273920" y="559089"/>
                  </a:cubicBezTo>
                  <a:cubicBezTo>
                    <a:pt x="1272980" y="559089"/>
                    <a:pt x="1272232" y="558341"/>
                    <a:pt x="1272232" y="557425"/>
                  </a:cubicBezTo>
                  <a:close/>
                  <a:moveTo>
                    <a:pt x="775841" y="554098"/>
                  </a:moveTo>
                  <a:cubicBezTo>
                    <a:pt x="775841" y="553181"/>
                    <a:pt x="776589" y="552435"/>
                    <a:pt x="777505" y="552435"/>
                  </a:cubicBezTo>
                  <a:cubicBezTo>
                    <a:pt x="778421" y="552435"/>
                    <a:pt x="779168" y="553181"/>
                    <a:pt x="779168" y="554098"/>
                  </a:cubicBezTo>
                  <a:cubicBezTo>
                    <a:pt x="779168" y="555014"/>
                    <a:pt x="778421" y="555762"/>
                    <a:pt x="777505" y="555762"/>
                  </a:cubicBezTo>
                  <a:cubicBezTo>
                    <a:pt x="776589" y="555762"/>
                    <a:pt x="775841" y="555014"/>
                    <a:pt x="775841" y="554098"/>
                  </a:cubicBezTo>
                  <a:close/>
                  <a:moveTo>
                    <a:pt x="872467" y="554098"/>
                  </a:moveTo>
                  <a:cubicBezTo>
                    <a:pt x="872467" y="553181"/>
                    <a:pt x="873215" y="552435"/>
                    <a:pt x="874131" y="552435"/>
                  </a:cubicBezTo>
                  <a:cubicBezTo>
                    <a:pt x="875047" y="552435"/>
                    <a:pt x="875794" y="553181"/>
                    <a:pt x="875794" y="554098"/>
                  </a:cubicBezTo>
                  <a:cubicBezTo>
                    <a:pt x="875794" y="555014"/>
                    <a:pt x="875047" y="555762"/>
                    <a:pt x="874131" y="555762"/>
                  </a:cubicBezTo>
                  <a:cubicBezTo>
                    <a:pt x="873215" y="555762"/>
                    <a:pt x="872467" y="555014"/>
                    <a:pt x="872467" y="554098"/>
                  </a:cubicBezTo>
                  <a:close/>
                  <a:moveTo>
                    <a:pt x="1275584" y="550771"/>
                  </a:moveTo>
                  <a:cubicBezTo>
                    <a:pt x="1275584" y="549854"/>
                    <a:pt x="1276331" y="549108"/>
                    <a:pt x="1277247" y="549108"/>
                  </a:cubicBezTo>
                  <a:cubicBezTo>
                    <a:pt x="1278163" y="549108"/>
                    <a:pt x="1278911" y="549854"/>
                    <a:pt x="1278911" y="550771"/>
                  </a:cubicBezTo>
                  <a:cubicBezTo>
                    <a:pt x="1278911" y="551687"/>
                    <a:pt x="1278163" y="552435"/>
                    <a:pt x="1277247" y="552435"/>
                  </a:cubicBezTo>
                  <a:cubicBezTo>
                    <a:pt x="1276331" y="552435"/>
                    <a:pt x="1275584" y="551687"/>
                    <a:pt x="1275584" y="550771"/>
                  </a:cubicBezTo>
                  <a:close/>
                  <a:moveTo>
                    <a:pt x="1618718" y="550771"/>
                  </a:moveTo>
                  <a:cubicBezTo>
                    <a:pt x="1618718" y="549854"/>
                    <a:pt x="1619466" y="549108"/>
                    <a:pt x="1620382" y="549108"/>
                  </a:cubicBezTo>
                  <a:cubicBezTo>
                    <a:pt x="1621298" y="549108"/>
                    <a:pt x="1622045" y="549854"/>
                    <a:pt x="1622045" y="550771"/>
                  </a:cubicBezTo>
                  <a:cubicBezTo>
                    <a:pt x="1622045" y="551687"/>
                    <a:pt x="1621298" y="552435"/>
                    <a:pt x="1620382" y="552435"/>
                  </a:cubicBezTo>
                  <a:cubicBezTo>
                    <a:pt x="1619466" y="552435"/>
                    <a:pt x="1618718" y="551687"/>
                    <a:pt x="1618718" y="550771"/>
                  </a:cubicBezTo>
                  <a:close/>
                  <a:moveTo>
                    <a:pt x="500283" y="534112"/>
                  </a:moveTo>
                  <a:lnTo>
                    <a:pt x="500331" y="517453"/>
                  </a:lnTo>
                  <a:lnTo>
                    <a:pt x="501705" y="526663"/>
                  </a:lnTo>
                  <a:cubicBezTo>
                    <a:pt x="502477" y="531725"/>
                    <a:pt x="502452" y="539223"/>
                    <a:pt x="501657" y="543321"/>
                  </a:cubicBezTo>
                  <a:cubicBezTo>
                    <a:pt x="500885" y="547420"/>
                    <a:pt x="500258" y="543273"/>
                    <a:pt x="500283" y="534112"/>
                  </a:cubicBezTo>
                  <a:close/>
                  <a:moveTo>
                    <a:pt x="765836" y="547444"/>
                  </a:moveTo>
                  <a:cubicBezTo>
                    <a:pt x="765836" y="546528"/>
                    <a:pt x="766608" y="545781"/>
                    <a:pt x="767524" y="545781"/>
                  </a:cubicBezTo>
                  <a:cubicBezTo>
                    <a:pt x="768440" y="545781"/>
                    <a:pt x="769187" y="546528"/>
                    <a:pt x="769187" y="547444"/>
                  </a:cubicBezTo>
                  <a:cubicBezTo>
                    <a:pt x="769187" y="548360"/>
                    <a:pt x="768440" y="549108"/>
                    <a:pt x="767524" y="549108"/>
                  </a:cubicBezTo>
                  <a:cubicBezTo>
                    <a:pt x="766608" y="549108"/>
                    <a:pt x="765836" y="548360"/>
                    <a:pt x="765836" y="547444"/>
                  </a:cubicBezTo>
                  <a:close/>
                  <a:moveTo>
                    <a:pt x="882448" y="547444"/>
                  </a:moveTo>
                  <a:cubicBezTo>
                    <a:pt x="882448" y="546528"/>
                    <a:pt x="883196" y="545781"/>
                    <a:pt x="884112" y="545781"/>
                  </a:cubicBezTo>
                  <a:cubicBezTo>
                    <a:pt x="885028" y="545781"/>
                    <a:pt x="885775" y="546528"/>
                    <a:pt x="885775" y="547444"/>
                  </a:cubicBezTo>
                  <a:cubicBezTo>
                    <a:pt x="885775" y="548360"/>
                    <a:pt x="885028" y="549108"/>
                    <a:pt x="884112" y="549108"/>
                  </a:cubicBezTo>
                  <a:cubicBezTo>
                    <a:pt x="883196" y="549108"/>
                    <a:pt x="882448" y="548360"/>
                    <a:pt x="882448" y="547444"/>
                  </a:cubicBezTo>
                  <a:close/>
                  <a:moveTo>
                    <a:pt x="1149931" y="534112"/>
                  </a:moveTo>
                  <a:lnTo>
                    <a:pt x="1149979" y="517453"/>
                  </a:lnTo>
                  <a:lnTo>
                    <a:pt x="1151377" y="526663"/>
                  </a:lnTo>
                  <a:cubicBezTo>
                    <a:pt x="1152125" y="531725"/>
                    <a:pt x="1152100" y="539223"/>
                    <a:pt x="1151329" y="543321"/>
                  </a:cubicBezTo>
                  <a:cubicBezTo>
                    <a:pt x="1150533" y="547420"/>
                    <a:pt x="1149907" y="543273"/>
                    <a:pt x="1149931" y="534112"/>
                  </a:cubicBezTo>
                  <a:close/>
                  <a:moveTo>
                    <a:pt x="759182" y="544093"/>
                  </a:moveTo>
                  <a:cubicBezTo>
                    <a:pt x="759182" y="543177"/>
                    <a:pt x="759930" y="542429"/>
                    <a:pt x="760846" y="542429"/>
                  </a:cubicBezTo>
                  <a:cubicBezTo>
                    <a:pt x="761762" y="542429"/>
                    <a:pt x="762509" y="543177"/>
                    <a:pt x="762509" y="544093"/>
                  </a:cubicBezTo>
                  <a:cubicBezTo>
                    <a:pt x="762509" y="545009"/>
                    <a:pt x="761762" y="545781"/>
                    <a:pt x="760846" y="545781"/>
                  </a:cubicBezTo>
                  <a:cubicBezTo>
                    <a:pt x="759930" y="545781"/>
                    <a:pt x="759182" y="545009"/>
                    <a:pt x="759182" y="544093"/>
                  </a:cubicBezTo>
                  <a:close/>
                  <a:moveTo>
                    <a:pt x="889102" y="544093"/>
                  </a:moveTo>
                  <a:cubicBezTo>
                    <a:pt x="889102" y="543177"/>
                    <a:pt x="889874" y="542429"/>
                    <a:pt x="890790" y="542429"/>
                  </a:cubicBezTo>
                  <a:cubicBezTo>
                    <a:pt x="891706" y="542429"/>
                    <a:pt x="892454" y="543177"/>
                    <a:pt x="892454" y="544093"/>
                  </a:cubicBezTo>
                  <a:cubicBezTo>
                    <a:pt x="892454" y="545009"/>
                    <a:pt x="891706" y="545781"/>
                    <a:pt x="890790" y="545781"/>
                  </a:cubicBezTo>
                  <a:cubicBezTo>
                    <a:pt x="889874" y="545781"/>
                    <a:pt x="889102" y="545009"/>
                    <a:pt x="889102" y="544093"/>
                  </a:cubicBezTo>
                  <a:close/>
                  <a:moveTo>
                    <a:pt x="546740" y="532449"/>
                  </a:moveTo>
                  <a:lnTo>
                    <a:pt x="546740" y="520780"/>
                  </a:lnTo>
                  <a:lnTo>
                    <a:pt x="548258" y="526614"/>
                  </a:lnTo>
                  <a:cubicBezTo>
                    <a:pt x="549102" y="529821"/>
                    <a:pt x="549102" y="535077"/>
                    <a:pt x="548258" y="538283"/>
                  </a:cubicBezTo>
                  <a:lnTo>
                    <a:pt x="546740" y="544093"/>
                  </a:lnTo>
                  <a:close/>
                  <a:moveTo>
                    <a:pt x="1610087" y="538596"/>
                  </a:moveTo>
                  <a:lnTo>
                    <a:pt x="1607701" y="534739"/>
                  </a:lnTo>
                  <a:lnTo>
                    <a:pt x="1611534" y="537126"/>
                  </a:lnTo>
                  <a:cubicBezTo>
                    <a:pt x="1613656" y="538427"/>
                    <a:pt x="1615391" y="540163"/>
                    <a:pt x="1615391" y="540959"/>
                  </a:cubicBezTo>
                  <a:cubicBezTo>
                    <a:pt x="1615391" y="543755"/>
                    <a:pt x="1612450" y="542429"/>
                    <a:pt x="1610087" y="538596"/>
                  </a:cubicBezTo>
                  <a:close/>
                  <a:moveTo>
                    <a:pt x="1102871" y="532449"/>
                  </a:moveTo>
                  <a:lnTo>
                    <a:pt x="1102871" y="524107"/>
                  </a:lnTo>
                  <a:lnTo>
                    <a:pt x="1104535" y="528278"/>
                  </a:lnTo>
                  <a:cubicBezTo>
                    <a:pt x="1105475" y="530568"/>
                    <a:pt x="1105475" y="534305"/>
                    <a:pt x="1104535" y="536595"/>
                  </a:cubicBezTo>
                  <a:lnTo>
                    <a:pt x="1102871" y="540766"/>
                  </a:lnTo>
                  <a:close/>
                  <a:moveTo>
                    <a:pt x="1287228" y="535776"/>
                  </a:moveTo>
                  <a:cubicBezTo>
                    <a:pt x="1288361" y="533944"/>
                    <a:pt x="1290049" y="532449"/>
                    <a:pt x="1290965" y="532449"/>
                  </a:cubicBezTo>
                  <a:cubicBezTo>
                    <a:pt x="1291881" y="532449"/>
                    <a:pt x="1291688" y="533944"/>
                    <a:pt x="1290555" y="535776"/>
                  </a:cubicBezTo>
                  <a:cubicBezTo>
                    <a:pt x="1289446" y="537608"/>
                    <a:pt x="1287759" y="539103"/>
                    <a:pt x="1286843" y="539103"/>
                  </a:cubicBezTo>
                  <a:cubicBezTo>
                    <a:pt x="1285926" y="539103"/>
                    <a:pt x="1286095" y="537608"/>
                    <a:pt x="1287228" y="535776"/>
                  </a:cubicBezTo>
                  <a:close/>
                  <a:moveTo>
                    <a:pt x="742524" y="534112"/>
                  </a:moveTo>
                  <a:cubicBezTo>
                    <a:pt x="742524" y="533196"/>
                    <a:pt x="743271" y="532449"/>
                    <a:pt x="744187" y="532449"/>
                  </a:cubicBezTo>
                  <a:cubicBezTo>
                    <a:pt x="745103" y="532449"/>
                    <a:pt x="745851" y="533196"/>
                    <a:pt x="745851" y="534112"/>
                  </a:cubicBezTo>
                  <a:cubicBezTo>
                    <a:pt x="745851" y="535028"/>
                    <a:pt x="745103" y="535776"/>
                    <a:pt x="744187" y="535776"/>
                  </a:cubicBezTo>
                  <a:cubicBezTo>
                    <a:pt x="743271" y="535776"/>
                    <a:pt x="742524" y="535028"/>
                    <a:pt x="742524" y="534112"/>
                  </a:cubicBezTo>
                  <a:close/>
                  <a:moveTo>
                    <a:pt x="905761" y="534112"/>
                  </a:moveTo>
                  <a:cubicBezTo>
                    <a:pt x="905761" y="533196"/>
                    <a:pt x="906532" y="532449"/>
                    <a:pt x="907449" y="532449"/>
                  </a:cubicBezTo>
                  <a:cubicBezTo>
                    <a:pt x="908365" y="532449"/>
                    <a:pt x="909113" y="533196"/>
                    <a:pt x="909113" y="534112"/>
                  </a:cubicBezTo>
                  <a:cubicBezTo>
                    <a:pt x="909113" y="535028"/>
                    <a:pt x="908365" y="535776"/>
                    <a:pt x="907449" y="535776"/>
                  </a:cubicBezTo>
                  <a:cubicBezTo>
                    <a:pt x="906532" y="535776"/>
                    <a:pt x="905761" y="535028"/>
                    <a:pt x="905761" y="534112"/>
                  </a:cubicBezTo>
                  <a:close/>
                  <a:moveTo>
                    <a:pt x="735870" y="530785"/>
                  </a:moveTo>
                  <a:cubicBezTo>
                    <a:pt x="735870" y="529869"/>
                    <a:pt x="736617" y="529122"/>
                    <a:pt x="737533" y="529122"/>
                  </a:cubicBezTo>
                  <a:cubicBezTo>
                    <a:pt x="738449" y="529122"/>
                    <a:pt x="739197" y="529869"/>
                    <a:pt x="739197" y="530785"/>
                  </a:cubicBezTo>
                  <a:cubicBezTo>
                    <a:pt x="739197" y="531701"/>
                    <a:pt x="738449" y="532449"/>
                    <a:pt x="737533" y="532449"/>
                  </a:cubicBezTo>
                  <a:cubicBezTo>
                    <a:pt x="736617" y="532449"/>
                    <a:pt x="735870" y="531701"/>
                    <a:pt x="735870" y="530785"/>
                  </a:cubicBezTo>
                  <a:close/>
                  <a:moveTo>
                    <a:pt x="912440" y="530785"/>
                  </a:moveTo>
                  <a:cubicBezTo>
                    <a:pt x="912440" y="529869"/>
                    <a:pt x="913186" y="529122"/>
                    <a:pt x="914103" y="529122"/>
                  </a:cubicBezTo>
                  <a:cubicBezTo>
                    <a:pt x="915019" y="529122"/>
                    <a:pt x="915767" y="529869"/>
                    <a:pt x="915767" y="530785"/>
                  </a:cubicBezTo>
                  <a:cubicBezTo>
                    <a:pt x="915767" y="531701"/>
                    <a:pt x="915019" y="532449"/>
                    <a:pt x="914103" y="532449"/>
                  </a:cubicBezTo>
                  <a:cubicBezTo>
                    <a:pt x="913186" y="532449"/>
                    <a:pt x="912440" y="531701"/>
                    <a:pt x="912440" y="530785"/>
                  </a:cubicBezTo>
                  <a:close/>
                  <a:moveTo>
                    <a:pt x="729192" y="527434"/>
                  </a:moveTo>
                  <a:cubicBezTo>
                    <a:pt x="729192" y="526518"/>
                    <a:pt x="729939" y="525770"/>
                    <a:pt x="730855" y="525770"/>
                  </a:cubicBezTo>
                  <a:cubicBezTo>
                    <a:pt x="731771" y="525770"/>
                    <a:pt x="732543" y="526518"/>
                    <a:pt x="732543" y="527434"/>
                  </a:cubicBezTo>
                  <a:cubicBezTo>
                    <a:pt x="732543" y="528350"/>
                    <a:pt x="731771" y="529122"/>
                    <a:pt x="730855" y="529122"/>
                  </a:cubicBezTo>
                  <a:cubicBezTo>
                    <a:pt x="729939" y="529122"/>
                    <a:pt x="729192" y="528350"/>
                    <a:pt x="729192" y="527434"/>
                  </a:cubicBezTo>
                  <a:close/>
                  <a:moveTo>
                    <a:pt x="823600" y="526903"/>
                  </a:moveTo>
                  <a:cubicBezTo>
                    <a:pt x="824805" y="525674"/>
                    <a:pt x="826807" y="525674"/>
                    <a:pt x="828036" y="526903"/>
                  </a:cubicBezTo>
                  <a:cubicBezTo>
                    <a:pt x="829265" y="528109"/>
                    <a:pt x="828253" y="529122"/>
                    <a:pt x="825818" y="529122"/>
                  </a:cubicBezTo>
                  <a:cubicBezTo>
                    <a:pt x="823383" y="529122"/>
                    <a:pt x="822370" y="528109"/>
                    <a:pt x="823600" y="526903"/>
                  </a:cubicBezTo>
                  <a:close/>
                  <a:moveTo>
                    <a:pt x="919093" y="527434"/>
                  </a:moveTo>
                  <a:cubicBezTo>
                    <a:pt x="919093" y="526518"/>
                    <a:pt x="919840" y="525770"/>
                    <a:pt x="920756" y="525770"/>
                  </a:cubicBezTo>
                  <a:cubicBezTo>
                    <a:pt x="921673" y="525770"/>
                    <a:pt x="922420" y="526518"/>
                    <a:pt x="922420" y="527434"/>
                  </a:cubicBezTo>
                  <a:cubicBezTo>
                    <a:pt x="922420" y="528350"/>
                    <a:pt x="921673" y="529122"/>
                    <a:pt x="920756" y="529122"/>
                  </a:cubicBezTo>
                  <a:cubicBezTo>
                    <a:pt x="919840" y="529122"/>
                    <a:pt x="919093" y="528350"/>
                    <a:pt x="919093" y="527434"/>
                  </a:cubicBezTo>
                  <a:close/>
                  <a:moveTo>
                    <a:pt x="722538" y="524107"/>
                  </a:moveTo>
                  <a:cubicBezTo>
                    <a:pt x="722538" y="523191"/>
                    <a:pt x="723285" y="522443"/>
                    <a:pt x="724201" y="522443"/>
                  </a:cubicBezTo>
                  <a:cubicBezTo>
                    <a:pt x="725117" y="522443"/>
                    <a:pt x="725865" y="523191"/>
                    <a:pt x="725865" y="524107"/>
                  </a:cubicBezTo>
                  <a:cubicBezTo>
                    <a:pt x="725865" y="525023"/>
                    <a:pt x="725117" y="525770"/>
                    <a:pt x="724201" y="525770"/>
                  </a:cubicBezTo>
                  <a:cubicBezTo>
                    <a:pt x="723285" y="525770"/>
                    <a:pt x="722538" y="525023"/>
                    <a:pt x="722538" y="524107"/>
                  </a:cubicBezTo>
                  <a:close/>
                  <a:moveTo>
                    <a:pt x="815813" y="524107"/>
                  </a:moveTo>
                  <a:cubicBezTo>
                    <a:pt x="815813" y="523191"/>
                    <a:pt x="816560" y="522443"/>
                    <a:pt x="817476" y="522443"/>
                  </a:cubicBezTo>
                  <a:cubicBezTo>
                    <a:pt x="818393" y="522443"/>
                    <a:pt x="819164" y="523191"/>
                    <a:pt x="819164" y="524107"/>
                  </a:cubicBezTo>
                  <a:cubicBezTo>
                    <a:pt x="819164" y="525023"/>
                    <a:pt x="818393" y="525770"/>
                    <a:pt x="817476" y="525770"/>
                  </a:cubicBezTo>
                  <a:cubicBezTo>
                    <a:pt x="816560" y="525770"/>
                    <a:pt x="815813" y="525023"/>
                    <a:pt x="815813" y="524107"/>
                  </a:cubicBezTo>
                  <a:close/>
                  <a:moveTo>
                    <a:pt x="832472" y="524107"/>
                  </a:moveTo>
                  <a:cubicBezTo>
                    <a:pt x="832472" y="523191"/>
                    <a:pt x="833219" y="522443"/>
                    <a:pt x="834135" y="522443"/>
                  </a:cubicBezTo>
                  <a:cubicBezTo>
                    <a:pt x="835051" y="522443"/>
                    <a:pt x="835799" y="523191"/>
                    <a:pt x="835799" y="524107"/>
                  </a:cubicBezTo>
                  <a:cubicBezTo>
                    <a:pt x="835799" y="525023"/>
                    <a:pt x="835051" y="525770"/>
                    <a:pt x="834135" y="525770"/>
                  </a:cubicBezTo>
                  <a:cubicBezTo>
                    <a:pt x="833219" y="525770"/>
                    <a:pt x="832472" y="525023"/>
                    <a:pt x="832472" y="524107"/>
                  </a:cubicBezTo>
                  <a:close/>
                  <a:moveTo>
                    <a:pt x="925771" y="524107"/>
                  </a:moveTo>
                  <a:cubicBezTo>
                    <a:pt x="925771" y="523191"/>
                    <a:pt x="926519" y="522443"/>
                    <a:pt x="927435" y="522443"/>
                  </a:cubicBezTo>
                  <a:cubicBezTo>
                    <a:pt x="928351" y="522443"/>
                    <a:pt x="929098" y="523191"/>
                    <a:pt x="929098" y="524107"/>
                  </a:cubicBezTo>
                  <a:cubicBezTo>
                    <a:pt x="929098" y="525023"/>
                    <a:pt x="928351" y="525770"/>
                    <a:pt x="927435" y="525770"/>
                  </a:cubicBezTo>
                  <a:cubicBezTo>
                    <a:pt x="926519" y="525770"/>
                    <a:pt x="925771" y="525023"/>
                    <a:pt x="925771" y="524107"/>
                  </a:cubicBezTo>
                  <a:close/>
                  <a:moveTo>
                    <a:pt x="715884" y="520780"/>
                  </a:moveTo>
                  <a:cubicBezTo>
                    <a:pt x="715884" y="519864"/>
                    <a:pt x="716631" y="519116"/>
                    <a:pt x="717547" y="519116"/>
                  </a:cubicBezTo>
                  <a:cubicBezTo>
                    <a:pt x="718463" y="519116"/>
                    <a:pt x="719211" y="519864"/>
                    <a:pt x="719211" y="520780"/>
                  </a:cubicBezTo>
                  <a:cubicBezTo>
                    <a:pt x="719211" y="521696"/>
                    <a:pt x="718463" y="522443"/>
                    <a:pt x="717547" y="522443"/>
                  </a:cubicBezTo>
                  <a:cubicBezTo>
                    <a:pt x="716631" y="522443"/>
                    <a:pt x="715884" y="521696"/>
                    <a:pt x="715884" y="520780"/>
                  </a:cubicBezTo>
                  <a:close/>
                  <a:moveTo>
                    <a:pt x="932425" y="520780"/>
                  </a:moveTo>
                  <a:cubicBezTo>
                    <a:pt x="932425" y="519864"/>
                    <a:pt x="933172" y="519116"/>
                    <a:pt x="934088" y="519116"/>
                  </a:cubicBezTo>
                  <a:cubicBezTo>
                    <a:pt x="935004" y="519116"/>
                    <a:pt x="935752" y="519864"/>
                    <a:pt x="935752" y="520780"/>
                  </a:cubicBezTo>
                  <a:cubicBezTo>
                    <a:pt x="935752" y="521696"/>
                    <a:pt x="935004" y="522443"/>
                    <a:pt x="934088" y="522443"/>
                  </a:cubicBezTo>
                  <a:cubicBezTo>
                    <a:pt x="933172" y="522443"/>
                    <a:pt x="932425" y="521696"/>
                    <a:pt x="932425" y="520780"/>
                  </a:cubicBezTo>
                  <a:close/>
                  <a:moveTo>
                    <a:pt x="709206" y="517453"/>
                  </a:moveTo>
                  <a:cubicBezTo>
                    <a:pt x="709206" y="516537"/>
                    <a:pt x="709953" y="515789"/>
                    <a:pt x="710869" y="515789"/>
                  </a:cubicBezTo>
                  <a:cubicBezTo>
                    <a:pt x="711785" y="515789"/>
                    <a:pt x="712532" y="516537"/>
                    <a:pt x="712532" y="517453"/>
                  </a:cubicBezTo>
                  <a:cubicBezTo>
                    <a:pt x="712532" y="518369"/>
                    <a:pt x="711785" y="519116"/>
                    <a:pt x="710869" y="519116"/>
                  </a:cubicBezTo>
                  <a:cubicBezTo>
                    <a:pt x="709953" y="519116"/>
                    <a:pt x="709206" y="518369"/>
                    <a:pt x="709206" y="517453"/>
                  </a:cubicBezTo>
                  <a:close/>
                  <a:moveTo>
                    <a:pt x="805832" y="517453"/>
                  </a:moveTo>
                  <a:cubicBezTo>
                    <a:pt x="805832" y="516537"/>
                    <a:pt x="806579" y="515789"/>
                    <a:pt x="807495" y="515789"/>
                  </a:cubicBezTo>
                  <a:cubicBezTo>
                    <a:pt x="808412" y="515789"/>
                    <a:pt x="809159" y="516537"/>
                    <a:pt x="809159" y="517453"/>
                  </a:cubicBezTo>
                  <a:cubicBezTo>
                    <a:pt x="809159" y="518369"/>
                    <a:pt x="808412" y="519116"/>
                    <a:pt x="807495" y="519116"/>
                  </a:cubicBezTo>
                  <a:cubicBezTo>
                    <a:pt x="806579" y="519116"/>
                    <a:pt x="805832" y="518369"/>
                    <a:pt x="805832" y="517453"/>
                  </a:cubicBezTo>
                  <a:close/>
                  <a:moveTo>
                    <a:pt x="842477" y="517453"/>
                  </a:moveTo>
                  <a:cubicBezTo>
                    <a:pt x="842477" y="516537"/>
                    <a:pt x="843224" y="515789"/>
                    <a:pt x="844140" y="515789"/>
                  </a:cubicBezTo>
                  <a:cubicBezTo>
                    <a:pt x="845056" y="515789"/>
                    <a:pt x="845804" y="516537"/>
                    <a:pt x="845804" y="517453"/>
                  </a:cubicBezTo>
                  <a:cubicBezTo>
                    <a:pt x="845804" y="518369"/>
                    <a:pt x="845056" y="519116"/>
                    <a:pt x="844140" y="519116"/>
                  </a:cubicBezTo>
                  <a:cubicBezTo>
                    <a:pt x="843224" y="519116"/>
                    <a:pt x="842477" y="518369"/>
                    <a:pt x="842477" y="517453"/>
                  </a:cubicBezTo>
                  <a:close/>
                  <a:moveTo>
                    <a:pt x="939079" y="517453"/>
                  </a:moveTo>
                  <a:cubicBezTo>
                    <a:pt x="939079" y="516537"/>
                    <a:pt x="939826" y="515789"/>
                    <a:pt x="940742" y="515789"/>
                  </a:cubicBezTo>
                  <a:cubicBezTo>
                    <a:pt x="941658" y="515789"/>
                    <a:pt x="942430" y="516537"/>
                    <a:pt x="942430" y="517453"/>
                  </a:cubicBezTo>
                  <a:cubicBezTo>
                    <a:pt x="942430" y="518369"/>
                    <a:pt x="941658" y="519116"/>
                    <a:pt x="940742" y="519116"/>
                  </a:cubicBezTo>
                  <a:cubicBezTo>
                    <a:pt x="939826" y="519116"/>
                    <a:pt x="939079" y="518369"/>
                    <a:pt x="939079" y="517453"/>
                  </a:cubicBezTo>
                  <a:close/>
                  <a:moveTo>
                    <a:pt x="702552" y="514126"/>
                  </a:moveTo>
                  <a:cubicBezTo>
                    <a:pt x="702552" y="513210"/>
                    <a:pt x="703299" y="512462"/>
                    <a:pt x="704215" y="512462"/>
                  </a:cubicBezTo>
                  <a:cubicBezTo>
                    <a:pt x="705131" y="512462"/>
                    <a:pt x="705879" y="513210"/>
                    <a:pt x="705879" y="514126"/>
                  </a:cubicBezTo>
                  <a:cubicBezTo>
                    <a:pt x="705879" y="515042"/>
                    <a:pt x="705131" y="515789"/>
                    <a:pt x="704215" y="515789"/>
                  </a:cubicBezTo>
                  <a:cubicBezTo>
                    <a:pt x="703299" y="515789"/>
                    <a:pt x="702552" y="515042"/>
                    <a:pt x="702552" y="514126"/>
                  </a:cubicBezTo>
                  <a:close/>
                  <a:moveTo>
                    <a:pt x="945757" y="514126"/>
                  </a:moveTo>
                  <a:cubicBezTo>
                    <a:pt x="945757" y="513210"/>
                    <a:pt x="946505" y="512462"/>
                    <a:pt x="947421" y="512462"/>
                  </a:cubicBezTo>
                  <a:cubicBezTo>
                    <a:pt x="948337" y="512462"/>
                    <a:pt x="949084" y="513210"/>
                    <a:pt x="949084" y="514126"/>
                  </a:cubicBezTo>
                  <a:cubicBezTo>
                    <a:pt x="949084" y="515042"/>
                    <a:pt x="948337" y="515789"/>
                    <a:pt x="947421" y="515789"/>
                  </a:cubicBezTo>
                  <a:cubicBezTo>
                    <a:pt x="946505" y="515789"/>
                    <a:pt x="945757" y="515042"/>
                    <a:pt x="945757" y="514126"/>
                  </a:cubicBezTo>
                  <a:close/>
                  <a:moveTo>
                    <a:pt x="549295" y="510799"/>
                  </a:moveTo>
                  <a:cubicBezTo>
                    <a:pt x="549295" y="509883"/>
                    <a:pt x="550042" y="509112"/>
                    <a:pt x="550958" y="509112"/>
                  </a:cubicBezTo>
                  <a:cubicBezTo>
                    <a:pt x="551874" y="509112"/>
                    <a:pt x="552622" y="509883"/>
                    <a:pt x="552622" y="510799"/>
                  </a:cubicBezTo>
                  <a:cubicBezTo>
                    <a:pt x="552622" y="511715"/>
                    <a:pt x="551874" y="512462"/>
                    <a:pt x="550958" y="512462"/>
                  </a:cubicBezTo>
                  <a:cubicBezTo>
                    <a:pt x="550042" y="512462"/>
                    <a:pt x="549295" y="511715"/>
                    <a:pt x="549295" y="510799"/>
                  </a:cubicBezTo>
                  <a:close/>
                  <a:moveTo>
                    <a:pt x="692547" y="510799"/>
                  </a:moveTo>
                  <a:cubicBezTo>
                    <a:pt x="692547" y="509883"/>
                    <a:pt x="693294" y="509112"/>
                    <a:pt x="694211" y="509112"/>
                  </a:cubicBezTo>
                  <a:cubicBezTo>
                    <a:pt x="695127" y="509112"/>
                    <a:pt x="695874" y="509883"/>
                    <a:pt x="695874" y="510799"/>
                  </a:cubicBezTo>
                  <a:cubicBezTo>
                    <a:pt x="695874" y="511715"/>
                    <a:pt x="695127" y="512462"/>
                    <a:pt x="694211" y="512462"/>
                  </a:cubicBezTo>
                  <a:cubicBezTo>
                    <a:pt x="693294" y="512462"/>
                    <a:pt x="692547" y="511715"/>
                    <a:pt x="692547" y="510799"/>
                  </a:cubicBezTo>
                  <a:close/>
                  <a:moveTo>
                    <a:pt x="795827" y="510799"/>
                  </a:moveTo>
                  <a:cubicBezTo>
                    <a:pt x="795827" y="509883"/>
                    <a:pt x="796575" y="509112"/>
                    <a:pt x="797491" y="509112"/>
                  </a:cubicBezTo>
                  <a:cubicBezTo>
                    <a:pt x="798407" y="509112"/>
                    <a:pt x="799154" y="509883"/>
                    <a:pt x="799154" y="510799"/>
                  </a:cubicBezTo>
                  <a:cubicBezTo>
                    <a:pt x="799154" y="511715"/>
                    <a:pt x="798407" y="512462"/>
                    <a:pt x="797491" y="512462"/>
                  </a:cubicBezTo>
                  <a:cubicBezTo>
                    <a:pt x="796575" y="512462"/>
                    <a:pt x="795827" y="511715"/>
                    <a:pt x="795827" y="510799"/>
                  </a:cubicBezTo>
                  <a:close/>
                  <a:moveTo>
                    <a:pt x="852458" y="510799"/>
                  </a:moveTo>
                  <a:cubicBezTo>
                    <a:pt x="852458" y="509883"/>
                    <a:pt x="853229" y="509112"/>
                    <a:pt x="854121" y="509112"/>
                  </a:cubicBezTo>
                  <a:cubicBezTo>
                    <a:pt x="855037" y="509112"/>
                    <a:pt x="855808" y="509883"/>
                    <a:pt x="855808" y="510799"/>
                  </a:cubicBezTo>
                  <a:cubicBezTo>
                    <a:pt x="855808" y="511715"/>
                    <a:pt x="855037" y="512462"/>
                    <a:pt x="854121" y="512462"/>
                  </a:cubicBezTo>
                  <a:cubicBezTo>
                    <a:pt x="853229" y="512462"/>
                    <a:pt x="852458" y="511715"/>
                    <a:pt x="852458" y="510799"/>
                  </a:cubicBezTo>
                  <a:close/>
                  <a:moveTo>
                    <a:pt x="955738" y="510799"/>
                  </a:moveTo>
                  <a:cubicBezTo>
                    <a:pt x="955738" y="509883"/>
                    <a:pt x="956486" y="509112"/>
                    <a:pt x="957402" y="509112"/>
                  </a:cubicBezTo>
                  <a:cubicBezTo>
                    <a:pt x="958317" y="509112"/>
                    <a:pt x="959089" y="509883"/>
                    <a:pt x="959089" y="510799"/>
                  </a:cubicBezTo>
                  <a:cubicBezTo>
                    <a:pt x="959089" y="511715"/>
                    <a:pt x="958317" y="512462"/>
                    <a:pt x="957402" y="512462"/>
                  </a:cubicBezTo>
                  <a:cubicBezTo>
                    <a:pt x="956486" y="512462"/>
                    <a:pt x="955738" y="511715"/>
                    <a:pt x="955738" y="510799"/>
                  </a:cubicBezTo>
                  <a:close/>
                  <a:moveTo>
                    <a:pt x="1099014" y="510799"/>
                  </a:moveTo>
                  <a:cubicBezTo>
                    <a:pt x="1099014" y="509883"/>
                    <a:pt x="1099761" y="509112"/>
                    <a:pt x="1100677" y="509112"/>
                  </a:cubicBezTo>
                  <a:cubicBezTo>
                    <a:pt x="1101593" y="509112"/>
                    <a:pt x="1102341" y="509883"/>
                    <a:pt x="1102341" y="510799"/>
                  </a:cubicBezTo>
                  <a:cubicBezTo>
                    <a:pt x="1102341" y="511715"/>
                    <a:pt x="1101593" y="512462"/>
                    <a:pt x="1100677" y="512462"/>
                  </a:cubicBezTo>
                  <a:cubicBezTo>
                    <a:pt x="1099761" y="512462"/>
                    <a:pt x="1099014" y="511715"/>
                    <a:pt x="1099014" y="510799"/>
                  </a:cubicBezTo>
                  <a:close/>
                  <a:moveTo>
                    <a:pt x="1313892" y="509112"/>
                  </a:moveTo>
                  <a:cubicBezTo>
                    <a:pt x="1315025" y="507279"/>
                    <a:pt x="1316688" y="505785"/>
                    <a:pt x="1317605" y="505785"/>
                  </a:cubicBezTo>
                  <a:cubicBezTo>
                    <a:pt x="1318521" y="505785"/>
                    <a:pt x="1318352" y="507279"/>
                    <a:pt x="1317219" y="509112"/>
                  </a:cubicBezTo>
                  <a:cubicBezTo>
                    <a:pt x="1316086" y="510944"/>
                    <a:pt x="1314398" y="512462"/>
                    <a:pt x="1313482" y="512462"/>
                  </a:cubicBezTo>
                  <a:cubicBezTo>
                    <a:pt x="1312566" y="512462"/>
                    <a:pt x="1312759" y="510944"/>
                    <a:pt x="1313892" y="509112"/>
                  </a:cubicBezTo>
                  <a:close/>
                  <a:moveTo>
                    <a:pt x="685893" y="507449"/>
                  </a:moveTo>
                  <a:cubicBezTo>
                    <a:pt x="685893" y="506532"/>
                    <a:pt x="686640" y="505785"/>
                    <a:pt x="687557" y="505785"/>
                  </a:cubicBezTo>
                  <a:cubicBezTo>
                    <a:pt x="688473" y="505785"/>
                    <a:pt x="689220" y="506532"/>
                    <a:pt x="689220" y="507449"/>
                  </a:cubicBezTo>
                  <a:cubicBezTo>
                    <a:pt x="689220" y="508364"/>
                    <a:pt x="688473" y="509112"/>
                    <a:pt x="687557" y="509112"/>
                  </a:cubicBezTo>
                  <a:cubicBezTo>
                    <a:pt x="686640" y="509112"/>
                    <a:pt x="685893" y="508364"/>
                    <a:pt x="685893" y="507449"/>
                  </a:cubicBezTo>
                  <a:close/>
                  <a:moveTo>
                    <a:pt x="789173" y="507449"/>
                  </a:moveTo>
                  <a:cubicBezTo>
                    <a:pt x="789173" y="506532"/>
                    <a:pt x="789921" y="505785"/>
                    <a:pt x="790837" y="505785"/>
                  </a:cubicBezTo>
                  <a:cubicBezTo>
                    <a:pt x="791753" y="505785"/>
                    <a:pt x="792500" y="506532"/>
                    <a:pt x="792500" y="507449"/>
                  </a:cubicBezTo>
                  <a:cubicBezTo>
                    <a:pt x="792500" y="508364"/>
                    <a:pt x="791753" y="509112"/>
                    <a:pt x="790837" y="509112"/>
                  </a:cubicBezTo>
                  <a:cubicBezTo>
                    <a:pt x="789921" y="509112"/>
                    <a:pt x="789173" y="508364"/>
                    <a:pt x="789173" y="507449"/>
                  </a:cubicBezTo>
                  <a:close/>
                  <a:moveTo>
                    <a:pt x="859135" y="507449"/>
                  </a:moveTo>
                  <a:cubicBezTo>
                    <a:pt x="859135" y="506532"/>
                    <a:pt x="859883" y="505785"/>
                    <a:pt x="860799" y="505785"/>
                  </a:cubicBezTo>
                  <a:cubicBezTo>
                    <a:pt x="861716" y="505785"/>
                    <a:pt x="862462" y="506532"/>
                    <a:pt x="862462" y="507449"/>
                  </a:cubicBezTo>
                  <a:cubicBezTo>
                    <a:pt x="862462" y="508364"/>
                    <a:pt x="861716" y="509112"/>
                    <a:pt x="860799" y="509112"/>
                  </a:cubicBezTo>
                  <a:cubicBezTo>
                    <a:pt x="859883" y="509112"/>
                    <a:pt x="859135" y="508364"/>
                    <a:pt x="859135" y="507449"/>
                  </a:cubicBezTo>
                  <a:close/>
                  <a:moveTo>
                    <a:pt x="962416" y="507449"/>
                  </a:moveTo>
                  <a:cubicBezTo>
                    <a:pt x="962416" y="506532"/>
                    <a:pt x="963163" y="505785"/>
                    <a:pt x="964080" y="505785"/>
                  </a:cubicBezTo>
                  <a:cubicBezTo>
                    <a:pt x="964996" y="505785"/>
                    <a:pt x="965743" y="506532"/>
                    <a:pt x="965743" y="507449"/>
                  </a:cubicBezTo>
                  <a:cubicBezTo>
                    <a:pt x="965743" y="508364"/>
                    <a:pt x="964996" y="509112"/>
                    <a:pt x="964080" y="509112"/>
                  </a:cubicBezTo>
                  <a:cubicBezTo>
                    <a:pt x="963163" y="509112"/>
                    <a:pt x="962416" y="508364"/>
                    <a:pt x="962416" y="507449"/>
                  </a:cubicBezTo>
                  <a:close/>
                  <a:moveTo>
                    <a:pt x="1578747" y="507449"/>
                  </a:moveTo>
                  <a:cubicBezTo>
                    <a:pt x="1578747" y="506532"/>
                    <a:pt x="1579494" y="505785"/>
                    <a:pt x="1580410" y="505785"/>
                  </a:cubicBezTo>
                  <a:cubicBezTo>
                    <a:pt x="1581326" y="505785"/>
                    <a:pt x="1582073" y="506532"/>
                    <a:pt x="1582073" y="507449"/>
                  </a:cubicBezTo>
                  <a:cubicBezTo>
                    <a:pt x="1582073" y="508364"/>
                    <a:pt x="1581326" y="509112"/>
                    <a:pt x="1580410" y="509112"/>
                  </a:cubicBezTo>
                  <a:cubicBezTo>
                    <a:pt x="1579494" y="509112"/>
                    <a:pt x="1578747" y="508364"/>
                    <a:pt x="1578747" y="507449"/>
                  </a:cubicBezTo>
                  <a:close/>
                  <a:moveTo>
                    <a:pt x="502645" y="504122"/>
                  </a:moveTo>
                  <a:cubicBezTo>
                    <a:pt x="502645" y="503205"/>
                    <a:pt x="503393" y="502458"/>
                    <a:pt x="504309" y="502458"/>
                  </a:cubicBezTo>
                  <a:cubicBezTo>
                    <a:pt x="505249" y="502458"/>
                    <a:pt x="505996" y="503205"/>
                    <a:pt x="505996" y="504122"/>
                  </a:cubicBezTo>
                  <a:cubicBezTo>
                    <a:pt x="505996" y="505038"/>
                    <a:pt x="505249" y="505785"/>
                    <a:pt x="504309" y="505785"/>
                  </a:cubicBezTo>
                  <a:cubicBezTo>
                    <a:pt x="503393" y="505785"/>
                    <a:pt x="502645" y="505038"/>
                    <a:pt x="502645" y="504122"/>
                  </a:cubicBezTo>
                  <a:close/>
                  <a:moveTo>
                    <a:pt x="675888" y="504122"/>
                  </a:moveTo>
                  <a:cubicBezTo>
                    <a:pt x="675888" y="503205"/>
                    <a:pt x="676636" y="502458"/>
                    <a:pt x="677552" y="502458"/>
                  </a:cubicBezTo>
                  <a:cubicBezTo>
                    <a:pt x="678468" y="502458"/>
                    <a:pt x="679239" y="503205"/>
                    <a:pt x="679239" y="504122"/>
                  </a:cubicBezTo>
                  <a:cubicBezTo>
                    <a:pt x="679239" y="505038"/>
                    <a:pt x="678468" y="505785"/>
                    <a:pt x="677552" y="505785"/>
                  </a:cubicBezTo>
                  <a:cubicBezTo>
                    <a:pt x="676636" y="505785"/>
                    <a:pt x="675888" y="505038"/>
                    <a:pt x="675888" y="504122"/>
                  </a:cubicBezTo>
                  <a:close/>
                  <a:moveTo>
                    <a:pt x="972397" y="504122"/>
                  </a:moveTo>
                  <a:cubicBezTo>
                    <a:pt x="972397" y="503205"/>
                    <a:pt x="973144" y="502458"/>
                    <a:pt x="974061" y="502458"/>
                  </a:cubicBezTo>
                  <a:cubicBezTo>
                    <a:pt x="974977" y="502458"/>
                    <a:pt x="975724" y="503205"/>
                    <a:pt x="975724" y="504122"/>
                  </a:cubicBezTo>
                  <a:cubicBezTo>
                    <a:pt x="975724" y="505038"/>
                    <a:pt x="974977" y="505785"/>
                    <a:pt x="974061" y="505785"/>
                  </a:cubicBezTo>
                  <a:cubicBezTo>
                    <a:pt x="973144" y="505785"/>
                    <a:pt x="972397" y="505038"/>
                    <a:pt x="972397" y="504122"/>
                  </a:cubicBezTo>
                  <a:close/>
                  <a:moveTo>
                    <a:pt x="1145639" y="504122"/>
                  </a:moveTo>
                  <a:cubicBezTo>
                    <a:pt x="1145639" y="503205"/>
                    <a:pt x="1146387" y="502458"/>
                    <a:pt x="1147303" y="502458"/>
                  </a:cubicBezTo>
                  <a:cubicBezTo>
                    <a:pt x="1148219" y="502458"/>
                    <a:pt x="1148966" y="503205"/>
                    <a:pt x="1148966" y="504122"/>
                  </a:cubicBezTo>
                  <a:cubicBezTo>
                    <a:pt x="1148966" y="505038"/>
                    <a:pt x="1148219" y="505785"/>
                    <a:pt x="1147303" y="505785"/>
                  </a:cubicBezTo>
                  <a:cubicBezTo>
                    <a:pt x="1146387" y="505785"/>
                    <a:pt x="1145639" y="505038"/>
                    <a:pt x="1145639" y="504122"/>
                  </a:cubicBezTo>
                  <a:close/>
                  <a:moveTo>
                    <a:pt x="557637" y="499131"/>
                  </a:moveTo>
                  <a:cubicBezTo>
                    <a:pt x="558745" y="497298"/>
                    <a:pt x="560433" y="495804"/>
                    <a:pt x="561349" y="495804"/>
                  </a:cubicBezTo>
                  <a:cubicBezTo>
                    <a:pt x="562265" y="495804"/>
                    <a:pt x="562097" y="497298"/>
                    <a:pt x="560963" y="499131"/>
                  </a:cubicBezTo>
                  <a:cubicBezTo>
                    <a:pt x="559830" y="500963"/>
                    <a:pt x="558143" y="502458"/>
                    <a:pt x="557227" y="502458"/>
                  </a:cubicBezTo>
                  <a:cubicBezTo>
                    <a:pt x="556311" y="502458"/>
                    <a:pt x="556503" y="500963"/>
                    <a:pt x="557637" y="499131"/>
                  </a:cubicBezTo>
                  <a:close/>
                  <a:moveTo>
                    <a:pt x="669234" y="500795"/>
                  </a:moveTo>
                  <a:cubicBezTo>
                    <a:pt x="669234" y="499878"/>
                    <a:pt x="669982" y="499131"/>
                    <a:pt x="670898" y="499131"/>
                  </a:cubicBezTo>
                  <a:cubicBezTo>
                    <a:pt x="671814" y="499131"/>
                    <a:pt x="672561" y="499878"/>
                    <a:pt x="672561" y="500795"/>
                  </a:cubicBezTo>
                  <a:cubicBezTo>
                    <a:pt x="672561" y="501711"/>
                    <a:pt x="671814" y="502458"/>
                    <a:pt x="670898" y="502458"/>
                  </a:cubicBezTo>
                  <a:cubicBezTo>
                    <a:pt x="669982" y="502458"/>
                    <a:pt x="669234" y="501711"/>
                    <a:pt x="669234" y="500795"/>
                  </a:cubicBezTo>
                  <a:close/>
                  <a:moveTo>
                    <a:pt x="979075" y="500795"/>
                  </a:moveTo>
                  <a:cubicBezTo>
                    <a:pt x="979075" y="499878"/>
                    <a:pt x="979822" y="499131"/>
                    <a:pt x="980738" y="499131"/>
                  </a:cubicBezTo>
                  <a:cubicBezTo>
                    <a:pt x="981654" y="499131"/>
                    <a:pt x="982402" y="499878"/>
                    <a:pt x="982402" y="500795"/>
                  </a:cubicBezTo>
                  <a:cubicBezTo>
                    <a:pt x="982402" y="501711"/>
                    <a:pt x="981654" y="502458"/>
                    <a:pt x="980738" y="502458"/>
                  </a:cubicBezTo>
                  <a:cubicBezTo>
                    <a:pt x="979822" y="502458"/>
                    <a:pt x="979075" y="501711"/>
                    <a:pt x="979075" y="500795"/>
                  </a:cubicBezTo>
                  <a:close/>
                  <a:moveTo>
                    <a:pt x="1090359" y="498624"/>
                  </a:moveTo>
                  <a:lnTo>
                    <a:pt x="1087972" y="494767"/>
                  </a:lnTo>
                  <a:lnTo>
                    <a:pt x="1091830" y="497154"/>
                  </a:lnTo>
                  <a:cubicBezTo>
                    <a:pt x="1095663" y="499517"/>
                    <a:pt x="1096989" y="502458"/>
                    <a:pt x="1094192" y="502458"/>
                  </a:cubicBezTo>
                  <a:cubicBezTo>
                    <a:pt x="1093397" y="502458"/>
                    <a:pt x="1091661" y="500722"/>
                    <a:pt x="1090359" y="498624"/>
                  </a:cubicBezTo>
                  <a:close/>
                  <a:moveTo>
                    <a:pt x="1327224" y="499131"/>
                  </a:moveTo>
                  <a:cubicBezTo>
                    <a:pt x="1328333" y="497298"/>
                    <a:pt x="1330020" y="495804"/>
                    <a:pt x="1330936" y="495804"/>
                  </a:cubicBezTo>
                  <a:cubicBezTo>
                    <a:pt x="1331852" y="495804"/>
                    <a:pt x="1331684" y="497298"/>
                    <a:pt x="1330551" y="499131"/>
                  </a:cubicBezTo>
                  <a:cubicBezTo>
                    <a:pt x="1329418" y="500963"/>
                    <a:pt x="1327730" y="502458"/>
                    <a:pt x="1326814" y="502458"/>
                  </a:cubicBezTo>
                  <a:cubicBezTo>
                    <a:pt x="1325898" y="502458"/>
                    <a:pt x="1326091" y="500963"/>
                    <a:pt x="1327224" y="499131"/>
                  </a:cubicBezTo>
                  <a:close/>
                  <a:moveTo>
                    <a:pt x="657011" y="496913"/>
                  </a:moveTo>
                  <a:cubicBezTo>
                    <a:pt x="658241" y="495683"/>
                    <a:pt x="660241" y="495683"/>
                    <a:pt x="661447" y="496913"/>
                  </a:cubicBezTo>
                  <a:cubicBezTo>
                    <a:pt x="662677" y="498142"/>
                    <a:pt x="661664" y="499131"/>
                    <a:pt x="659229" y="499131"/>
                  </a:cubicBezTo>
                  <a:cubicBezTo>
                    <a:pt x="656794" y="499131"/>
                    <a:pt x="655806" y="498142"/>
                    <a:pt x="657011" y="496913"/>
                  </a:cubicBezTo>
                  <a:close/>
                  <a:moveTo>
                    <a:pt x="772514" y="497468"/>
                  </a:moveTo>
                  <a:cubicBezTo>
                    <a:pt x="772514" y="496551"/>
                    <a:pt x="773262" y="495804"/>
                    <a:pt x="774178" y="495804"/>
                  </a:cubicBezTo>
                  <a:cubicBezTo>
                    <a:pt x="775094" y="495804"/>
                    <a:pt x="775841" y="496551"/>
                    <a:pt x="775841" y="497468"/>
                  </a:cubicBezTo>
                  <a:cubicBezTo>
                    <a:pt x="775841" y="498384"/>
                    <a:pt x="775094" y="499131"/>
                    <a:pt x="774178" y="499131"/>
                  </a:cubicBezTo>
                  <a:cubicBezTo>
                    <a:pt x="773262" y="499131"/>
                    <a:pt x="772514" y="498384"/>
                    <a:pt x="772514" y="497468"/>
                  </a:cubicBezTo>
                  <a:close/>
                  <a:moveTo>
                    <a:pt x="875794" y="497468"/>
                  </a:moveTo>
                  <a:cubicBezTo>
                    <a:pt x="875794" y="496551"/>
                    <a:pt x="876542" y="495804"/>
                    <a:pt x="877458" y="495804"/>
                  </a:cubicBezTo>
                  <a:cubicBezTo>
                    <a:pt x="878374" y="495804"/>
                    <a:pt x="879121" y="496551"/>
                    <a:pt x="879121" y="497468"/>
                  </a:cubicBezTo>
                  <a:cubicBezTo>
                    <a:pt x="879121" y="498384"/>
                    <a:pt x="878374" y="499131"/>
                    <a:pt x="877458" y="499131"/>
                  </a:cubicBezTo>
                  <a:cubicBezTo>
                    <a:pt x="876542" y="499131"/>
                    <a:pt x="875794" y="498384"/>
                    <a:pt x="875794" y="497468"/>
                  </a:cubicBezTo>
                  <a:close/>
                  <a:moveTo>
                    <a:pt x="990165" y="496913"/>
                  </a:moveTo>
                  <a:cubicBezTo>
                    <a:pt x="991394" y="495683"/>
                    <a:pt x="993395" y="495683"/>
                    <a:pt x="994625" y="496913"/>
                  </a:cubicBezTo>
                  <a:cubicBezTo>
                    <a:pt x="995830" y="498142"/>
                    <a:pt x="994842" y="499131"/>
                    <a:pt x="992382" y="499131"/>
                  </a:cubicBezTo>
                  <a:cubicBezTo>
                    <a:pt x="989948" y="499131"/>
                    <a:pt x="988959" y="498142"/>
                    <a:pt x="990165" y="496913"/>
                  </a:cubicBezTo>
                  <a:close/>
                  <a:moveTo>
                    <a:pt x="1565415" y="497468"/>
                  </a:moveTo>
                  <a:cubicBezTo>
                    <a:pt x="1565415" y="496551"/>
                    <a:pt x="1566162" y="495804"/>
                    <a:pt x="1567078" y="495804"/>
                  </a:cubicBezTo>
                  <a:cubicBezTo>
                    <a:pt x="1567994" y="495804"/>
                    <a:pt x="1568742" y="496551"/>
                    <a:pt x="1568742" y="497468"/>
                  </a:cubicBezTo>
                  <a:cubicBezTo>
                    <a:pt x="1568742" y="498384"/>
                    <a:pt x="1567994" y="499131"/>
                    <a:pt x="1567078" y="499131"/>
                  </a:cubicBezTo>
                  <a:cubicBezTo>
                    <a:pt x="1566162" y="499131"/>
                    <a:pt x="1565415" y="498384"/>
                    <a:pt x="1565415" y="497468"/>
                  </a:cubicBezTo>
                  <a:close/>
                  <a:moveTo>
                    <a:pt x="505996" y="494141"/>
                  </a:moveTo>
                  <a:cubicBezTo>
                    <a:pt x="505996" y="493224"/>
                    <a:pt x="506744" y="492477"/>
                    <a:pt x="507660" y="492477"/>
                  </a:cubicBezTo>
                  <a:cubicBezTo>
                    <a:pt x="508576" y="492477"/>
                    <a:pt x="509323" y="493224"/>
                    <a:pt x="509323" y="494141"/>
                  </a:cubicBezTo>
                  <a:cubicBezTo>
                    <a:pt x="509323" y="495057"/>
                    <a:pt x="508576" y="495804"/>
                    <a:pt x="507660" y="495804"/>
                  </a:cubicBezTo>
                  <a:cubicBezTo>
                    <a:pt x="506744" y="495804"/>
                    <a:pt x="505996" y="495057"/>
                    <a:pt x="505996" y="494141"/>
                  </a:cubicBezTo>
                  <a:close/>
                  <a:moveTo>
                    <a:pt x="645921" y="494141"/>
                  </a:moveTo>
                  <a:cubicBezTo>
                    <a:pt x="645921" y="493224"/>
                    <a:pt x="646669" y="492477"/>
                    <a:pt x="647585" y="492477"/>
                  </a:cubicBezTo>
                  <a:cubicBezTo>
                    <a:pt x="648501" y="492477"/>
                    <a:pt x="649248" y="493224"/>
                    <a:pt x="649248" y="494141"/>
                  </a:cubicBezTo>
                  <a:cubicBezTo>
                    <a:pt x="649248" y="495057"/>
                    <a:pt x="648501" y="495804"/>
                    <a:pt x="647585" y="495804"/>
                  </a:cubicBezTo>
                  <a:cubicBezTo>
                    <a:pt x="646669" y="495804"/>
                    <a:pt x="645921" y="495057"/>
                    <a:pt x="645921" y="494141"/>
                  </a:cubicBezTo>
                  <a:close/>
                  <a:moveTo>
                    <a:pt x="765836" y="494141"/>
                  </a:moveTo>
                  <a:cubicBezTo>
                    <a:pt x="765836" y="493224"/>
                    <a:pt x="766608" y="492477"/>
                    <a:pt x="767524" y="492477"/>
                  </a:cubicBezTo>
                  <a:cubicBezTo>
                    <a:pt x="768440" y="492477"/>
                    <a:pt x="769187" y="493224"/>
                    <a:pt x="769187" y="494141"/>
                  </a:cubicBezTo>
                  <a:cubicBezTo>
                    <a:pt x="769187" y="495057"/>
                    <a:pt x="768440" y="495804"/>
                    <a:pt x="767524" y="495804"/>
                  </a:cubicBezTo>
                  <a:cubicBezTo>
                    <a:pt x="766608" y="495804"/>
                    <a:pt x="765836" y="495057"/>
                    <a:pt x="765836" y="494141"/>
                  </a:cubicBezTo>
                  <a:close/>
                  <a:moveTo>
                    <a:pt x="882448" y="494141"/>
                  </a:moveTo>
                  <a:cubicBezTo>
                    <a:pt x="882448" y="493224"/>
                    <a:pt x="883196" y="492477"/>
                    <a:pt x="884112" y="492477"/>
                  </a:cubicBezTo>
                  <a:cubicBezTo>
                    <a:pt x="885028" y="492477"/>
                    <a:pt x="885775" y="493224"/>
                    <a:pt x="885775" y="494141"/>
                  </a:cubicBezTo>
                  <a:cubicBezTo>
                    <a:pt x="885775" y="495057"/>
                    <a:pt x="885028" y="495804"/>
                    <a:pt x="884112" y="495804"/>
                  </a:cubicBezTo>
                  <a:cubicBezTo>
                    <a:pt x="883196" y="495804"/>
                    <a:pt x="882448" y="495057"/>
                    <a:pt x="882448" y="494141"/>
                  </a:cubicBezTo>
                  <a:close/>
                  <a:moveTo>
                    <a:pt x="1002388" y="494141"/>
                  </a:moveTo>
                  <a:cubicBezTo>
                    <a:pt x="1002388" y="493224"/>
                    <a:pt x="1003135" y="492477"/>
                    <a:pt x="1004051" y="492477"/>
                  </a:cubicBezTo>
                  <a:cubicBezTo>
                    <a:pt x="1004967" y="492477"/>
                    <a:pt x="1005715" y="493224"/>
                    <a:pt x="1005715" y="494141"/>
                  </a:cubicBezTo>
                  <a:cubicBezTo>
                    <a:pt x="1005715" y="495057"/>
                    <a:pt x="1004967" y="495804"/>
                    <a:pt x="1004051" y="495804"/>
                  </a:cubicBezTo>
                  <a:cubicBezTo>
                    <a:pt x="1003135" y="495804"/>
                    <a:pt x="1002388" y="495057"/>
                    <a:pt x="1002388" y="494141"/>
                  </a:cubicBezTo>
                  <a:close/>
                  <a:moveTo>
                    <a:pt x="1142312" y="494141"/>
                  </a:moveTo>
                  <a:cubicBezTo>
                    <a:pt x="1142312" y="493224"/>
                    <a:pt x="1143060" y="492477"/>
                    <a:pt x="1143976" y="492477"/>
                  </a:cubicBezTo>
                  <a:cubicBezTo>
                    <a:pt x="1144893" y="492477"/>
                    <a:pt x="1145639" y="493224"/>
                    <a:pt x="1145639" y="494141"/>
                  </a:cubicBezTo>
                  <a:cubicBezTo>
                    <a:pt x="1145639" y="495057"/>
                    <a:pt x="1144893" y="495804"/>
                    <a:pt x="1143976" y="495804"/>
                  </a:cubicBezTo>
                  <a:cubicBezTo>
                    <a:pt x="1143060" y="495804"/>
                    <a:pt x="1142312" y="495057"/>
                    <a:pt x="1142312" y="494141"/>
                  </a:cubicBezTo>
                  <a:close/>
                  <a:moveTo>
                    <a:pt x="1335541" y="494141"/>
                  </a:moveTo>
                  <a:cubicBezTo>
                    <a:pt x="1335541" y="493224"/>
                    <a:pt x="1336289" y="492477"/>
                    <a:pt x="1337205" y="492477"/>
                  </a:cubicBezTo>
                  <a:cubicBezTo>
                    <a:pt x="1338121" y="492477"/>
                    <a:pt x="1338868" y="493224"/>
                    <a:pt x="1338868" y="494141"/>
                  </a:cubicBezTo>
                  <a:cubicBezTo>
                    <a:pt x="1338868" y="495057"/>
                    <a:pt x="1338121" y="495804"/>
                    <a:pt x="1337205" y="495804"/>
                  </a:cubicBezTo>
                  <a:cubicBezTo>
                    <a:pt x="1336289" y="495804"/>
                    <a:pt x="1335541" y="495057"/>
                    <a:pt x="1335541" y="494141"/>
                  </a:cubicBezTo>
                  <a:close/>
                  <a:moveTo>
                    <a:pt x="1558761" y="494141"/>
                  </a:moveTo>
                  <a:cubicBezTo>
                    <a:pt x="1558761" y="493224"/>
                    <a:pt x="1559508" y="492477"/>
                    <a:pt x="1560424" y="492477"/>
                  </a:cubicBezTo>
                  <a:cubicBezTo>
                    <a:pt x="1561340" y="492477"/>
                    <a:pt x="1562088" y="493224"/>
                    <a:pt x="1562088" y="494141"/>
                  </a:cubicBezTo>
                  <a:cubicBezTo>
                    <a:pt x="1562088" y="495057"/>
                    <a:pt x="1561340" y="495804"/>
                    <a:pt x="1560424" y="495804"/>
                  </a:cubicBezTo>
                  <a:cubicBezTo>
                    <a:pt x="1559508" y="495804"/>
                    <a:pt x="1558761" y="495057"/>
                    <a:pt x="1558761" y="494141"/>
                  </a:cubicBezTo>
                  <a:close/>
                  <a:moveTo>
                    <a:pt x="572608" y="490814"/>
                  </a:moveTo>
                  <a:cubicBezTo>
                    <a:pt x="572608" y="489897"/>
                    <a:pt x="573379" y="489126"/>
                    <a:pt x="574271" y="489126"/>
                  </a:cubicBezTo>
                  <a:cubicBezTo>
                    <a:pt x="575187" y="489126"/>
                    <a:pt x="575959" y="489897"/>
                    <a:pt x="575959" y="490814"/>
                  </a:cubicBezTo>
                  <a:cubicBezTo>
                    <a:pt x="575959" y="491730"/>
                    <a:pt x="575187" y="492477"/>
                    <a:pt x="574271" y="492477"/>
                  </a:cubicBezTo>
                  <a:cubicBezTo>
                    <a:pt x="573379" y="492477"/>
                    <a:pt x="572608" y="491730"/>
                    <a:pt x="572608" y="490814"/>
                  </a:cubicBezTo>
                  <a:close/>
                  <a:moveTo>
                    <a:pt x="632590" y="490814"/>
                  </a:moveTo>
                  <a:cubicBezTo>
                    <a:pt x="632590" y="489897"/>
                    <a:pt x="633336" y="489126"/>
                    <a:pt x="634253" y="489126"/>
                  </a:cubicBezTo>
                  <a:cubicBezTo>
                    <a:pt x="635169" y="489126"/>
                    <a:pt x="635917" y="489897"/>
                    <a:pt x="635917" y="490814"/>
                  </a:cubicBezTo>
                  <a:cubicBezTo>
                    <a:pt x="635917" y="491730"/>
                    <a:pt x="635169" y="492477"/>
                    <a:pt x="634253" y="492477"/>
                  </a:cubicBezTo>
                  <a:cubicBezTo>
                    <a:pt x="633336" y="492477"/>
                    <a:pt x="632590" y="491730"/>
                    <a:pt x="632590" y="490814"/>
                  </a:cubicBezTo>
                  <a:close/>
                  <a:moveTo>
                    <a:pt x="759182" y="490814"/>
                  </a:moveTo>
                  <a:cubicBezTo>
                    <a:pt x="759182" y="489897"/>
                    <a:pt x="759930" y="489126"/>
                    <a:pt x="760846" y="489126"/>
                  </a:cubicBezTo>
                  <a:cubicBezTo>
                    <a:pt x="761762" y="489126"/>
                    <a:pt x="762509" y="489897"/>
                    <a:pt x="762509" y="490814"/>
                  </a:cubicBezTo>
                  <a:cubicBezTo>
                    <a:pt x="762509" y="491730"/>
                    <a:pt x="761762" y="492477"/>
                    <a:pt x="760846" y="492477"/>
                  </a:cubicBezTo>
                  <a:cubicBezTo>
                    <a:pt x="759930" y="492477"/>
                    <a:pt x="759182" y="491730"/>
                    <a:pt x="759182" y="490814"/>
                  </a:cubicBezTo>
                  <a:close/>
                  <a:moveTo>
                    <a:pt x="889102" y="490814"/>
                  </a:moveTo>
                  <a:cubicBezTo>
                    <a:pt x="889102" y="489897"/>
                    <a:pt x="889874" y="489126"/>
                    <a:pt x="890790" y="489126"/>
                  </a:cubicBezTo>
                  <a:cubicBezTo>
                    <a:pt x="891706" y="489126"/>
                    <a:pt x="892454" y="489897"/>
                    <a:pt x="892454" y="490814"/>
                  </a:cubicBezTo>
                  <a:cubicBezTo>
                    <a:pt x="892454" y="491730"/>
                    <a:pt x="891706" y="492477"/>
                    <a:pt x="890790" y="492477"/>
                  </a:cubicBezTo>
                  <a:cubicBezTo>
                    <a:pt x="889874" y="492477"/>
                    <a:pt x="889102" y="491730"/>
                    <a:pt x="889102" y="490814"/>
                  </a:cubicBezTo>
                  <a:close/>
                  <a:moveTo>
                    <a:pt x="1015720" y="490814"/>
                  </a:moveTo>
                  <a:cubicBezTo>
                    <a:pt x="1015720" y="489897"/>
                    <a:pt x="1016467" y="489126"/>
                    <a:pt x="1017383" y="489126"/>
                  </a:cubicBezTo>
                  <a:cubicBezTo>
                    <a:pt x="1018299" y="489126"/>
                    <a:pt x="1019047" y="489897"/>
                    <a:pt x="1019047" y="490814"/>
                  </a:cubicBezTo>
                  <a:cubicBezTo>
                    <a:pt x="1019047" y="491730"/>
                    <a:pt x="1018299" y="492477"/>
                    <a:pt x="1017383" y="492477"/>
                  </a:cubicBezTo>
                  <a:cubicBezTo>
                    <a:pt x="1016467" y="492477"/>
                    <a:pt x="1015720" y="491730"/>
                    <a:pt x="1015720" y="490814"/>
                  </a:cubicBezTo>
                  <a:close/>
                  <a:moveTo>
                    <a:pt x="1075677" y="490814"/>
                  </a:moveTo>
                  <a:cubicBezTo>
                    <a:pt x="1075677" y="489897"/>
                    <a:pt x="1076424" y="489126"/>
                    <a:pt x="1077341" y="489126"/>
                  </a:cubicBezTo>
                  <a:cubicBezTo>
                    <a:pt x="1078257" y="489126"/>
                    <a:pt x="1079004" y="489897"/>
                    <a:pt x="1079004" y="490814"/>
                  </a:cubicBezTo>
                  <a:cubicBezTo>
                    <a:pt x="1079004" y="491730"/>
                    <a:pt x="1078257" y="492477"/>
                    <a:pt x="1077341" y="492477"/>
                  </a:cubicBezTo>
                  <a:cubicBezTo>
                    <a:pt x="1076424" y="492477"/>
                    <a:pt x="1075677" y="491730"/>
                    <a:pt x="1075677" y="490814"/>
                  </a:cubicBezTo>
                  <a:close/>
                  <a:moveTo>
                    <a:pt x="586832" y="486836"/>
                  </a:moveTo>
                  <a:cubicBezTo>
                    <a:pt x="590087" y="485992"/>
                    <a:pt x="594570" y="486040"/>
                    <a:pt x="596837" y="486956"/>
                  </a:cubicBezTo>
                  <a:cubicBezTo>
                    <a:pt x="599103" y="487872"/>
                    <a:pt x="596451" y="488547"/>
                    <a:pt x="590930" y="488475"/>
                  </a:cubicBezTo>
                  <a:lnTo>
                    <a:pt x="580950" y="488354"/>
                  </a:lnTo>
                  <a:close/>
                  <a:moveTo>
                    <a:pt x="606841" y="486836"/>
                  </a:moveTo>
                  <a:cubicBezTo>
                    <a:pt x="610072" y="485992"/>
                    <a:pt x="614556" y="486040"/>
                    <a:pt x="616822" y="486956"/>
                  </a:cubicBezTo>
                  <a:cubicBezTo>
                    <a:pt x="619088" y="487872"/>
                    <a:pt x="616437" y="488547"/>
                    <a:pt x="610940" y="488475"/>
                  </a:cubicBezTo>
                  <a:lnTo>
                    <a:pt x="600935" y="488354"/>
                  </a:lnTo>
                  <a:close/>
                  <a:moveTo>
                    <a:pt x="752528" y="487462"/>
                  </a:moveTo>
                  <a:cubicBezTo>
                    <a:pt x="752528" y="486546"/>
                    <a:pt x="753276" y="485799"/>
                    <a:pt x="754192" y="485799"/>
                  </a:cubicBezTo>
                  <a:cubicBezTo>
                    <a:pt x="755108" y="485799"/>
                    <a:pt x="755855" y="486546"/>
                    <a:pt x="755855" y="487462"/>
                  </a:cubicBezTo>
                  <a:cubicBezTo>
                    <a:pt x="755855" y="488378"/>
                    <a:pt x="755108" y="489126"/>
                    <a:pt x="754192" y="489126"/>
                  </a:cubicBezTo>
                  <a:cubicBezTo>
                    <a:pt x="753276" y="489126"/>
                    <a:pt x="752528" y="488378"/>
                    <a:pt x="752528" y="487462"/>
                  </a:cubicBezTo>
                  <a:close/>
                  <a:moveTo>
                    <a:pt x="895781" y="487462"/>
                  </a:moveTo>
                  <a:cubicBezTo>
                    <a:pt x="895781" y="486546"/>
                    <a:pt x="896528" y="485799"/>
                    <a:pt x="897444" y="485799"/>
                  </a:cubicBezTo>
                  <a:cubicBezTo>
                    <a:pt x="898360" y="485799"/>
                    <a:pt x="899107" y="486546"/>
                    <a:pt x="899107" y="487462"/>
                  </a:cubicBezTo>
                  <a:cubicBezTo>
                    <a:pt x="899107" y="488378"/>
                    <a:pt x="898360" y="489126"/>
                    <a:pt x="897444" y="489126"/>
                  </a:cubicBezTo>
                  <a:cubicBezTo>
                    <a:pt x="896528" y="489126"/>
                    <a:pt x="895781" y="488378"/>
                    <a:pt x="895781" y="487462"/>
                  </a:cubicBezTo>
                  <a:close/>
                  <a:moveTo>
                    <a:pt x="1036598" y="486836"/>
                  </a:moveTo>
                  <a:cubicBezTo>
                    <a:pt x="1039828" y="485992"/>
                    <a:pt x="1044336" y="486040"/>
                    <a:pt x="1046602" y="486956"/>
                  </a:cubicBezTo>
                  <a:cubicBezTo>
                    <a:pt x="1048845" y="487872"/>
                    <a:pt x="1046192" y="488547"/>
                    <a:pt x="1040696" y="488475"/>
                  </a:cubicBezTo>
                  <a:lnTo>
                    <a:pt x="1030715" y="488354"/>
                  </a:lnTo>
                  <a:close/>
                  <a:moveTo>
                    <a:pt x="1056583" y="486836"/>
                  </a:moveTo>
                  <a:cubicBezTo>
                    <a:pt x="1059838" y="485992"/>
                    <a:pt x="1064322" y="486040"/>
                    <a:pt x="1066588" y="486956"/>
                  </a:cubicBezTo>
                  <a:cubicBezTo>
                    <a:pt x="1068831" y="487872"/>
                    <a:pt x="1066178" y="488547"/>
                    <a:pt x="1060682" y="488475"/>
                  </a:cubicBezTo>
                  <a:lnTo>
                    <a:pt x="1050701" y="488354"/>
                  </a:lnTo>
                  <a:close/>
                  <a:moveTo>
                    <a:pt x="1345546" y="487462"/>
                  </a:moveTo>
                  <a:cubicBezTo>
                    <a:pt x="1345546" y="486546"/>
                    <a:pt x="1346293" y="485799"/>
                    <a:pt x="1347210" y="485799"/>
                  </a:cubicBezTo>
                  <a:cubicBezTo>
                    <a:pt x="1348126" y="485799"/>
                    <a:pt x="1348873" y="486546"/>
                    <a:pt x="1348873" y="487462"/>
                  </a:cubicBezTo>
                  <a:cubicBezTo>
                    <a:pt x="1348873" y="488378"/>
                    <a:pt x="1348126" y="489126"/>
                    <a:pt x="1347210" y="489126"/>
                  </a:cubicBezTo>
                  <a:cubicBezTo>
                    <a:pt x="1346293" y="489126"/>
                    <a:pt x="1345546" y="488378"/>
                    <a:pt x="1345546" y="487462"/>
                  </a:cubicBezTo>
                  <a:close/>
                  <a:moveTo>
                    <a:pt x="1548756" y="487462"/>
                  </a:moveTo>
                  <a:cubicBezTo>
                    <a:pt x="1548756" y="486546"/>
                    <a:pt x="1549503" y="485799"/>
                    <a:pt x="1550419" y="485799"/>
                  </a:cubicBezTo>
                  <a:cubicBezTo>
                    <a:pt x="1551335" y="485799"/>
                    <a:pt x="1552082" y="486546"/>
                    <a:pt x="1552082" y="487462"/>
                  </a:cubicBezTo>
                  <a:cubicBezTo>
                    <a:pt x="1552082" y="488378"/>
                    <a:pt x="1551335" y="489126"/>
                    <a:pt x="1550419" y="489126"/>
                  </a:cubicBezTo>
                  <a:cubicBezTo>
                    <a:pt x="1549503" y="489126"/>
                    <a:pt x="1548756" y="488378"/>
                    <a:pt x="1548756" y="487462"/>
                  </a:cubicBezTo>
                  <a:close/>
                  <a:moveTo>
                    <a:pt x="902434" y="484135"/>
                  </a:moveTo>
                  <a:cubicBezTo>
                    <a:pt x="902434" y="483219"/>
                    <a:pt x="903182" y="482472"/>
                    <a:pt x="904098" y="482472"/>
                  </a:cubicBezTo>
                  <a:cubicBezTo>
                    <a:pt x="905014" y="482472"/>
                    <a:pt x="905761" y="483219"/>
                    <a:pt x="905761" y="484135"/>
                  </a:cubicBezTo>
                  <a:cubicBezTo>
                    <a:pt x="905761" y="485051"/>
                    <a:pt x="905014" y="485799"/>
                    <a:pt x="904098" y="485799"/>
                  </a:cubicBezTo>
                  <a:cubicBezTo>
                    <a:pt x="903182" y="485799"/>
                    <a:pt x="902434" y="485051"/>
                    <a:pt x="902434" y="484135"/>
                  </a:cubicBezTo>
                  <a:close/>
                  <a:moveTo>
                    <a:pt x="1542102" y="484135"/>
                  </a:moveTo>
                  <a:cubicBezTo>
                    <a:pt x="1542102" y="483219"/>
                    <a:pt x="1542849" y="482472"/>
                    <a:pt x="1543765" y="482472"/>
                  </a:cubicBezTo>
                  <a:cubicBezTo>
                    <a:pt x="1544681" y="482472"/>
                    <a:pt x="1545429" y="483219"/>
                    <a:pt x="1545429" y="484135"/>
                  </a:cubicBezTo>
                  <a:cubicBezTo>
                    <a:pt x="1545429" y="485051"/>
                    <a:pt x="1544681" y="485799"/>
                    <a:pt x="1543765" y="485799"/>
                  </a:cubicBezTo>
                  <a:cubicBezTo>
                    <a:pt x="1542849" y="485799"/>
                    <a:pt x="1542102" y="485051"/>
                    <a:pt x="1542102" y="484135"/>
                  </a:cubicBezTo>
                  <a:close/>
                  <a:moveTo>
                    <a:pt x="512650" y="480808"/>
                  </a:moveTo>
                  <a:cubicBezTo>
                    <a:pt x="512650" y="479893"/>
                    <a:pt x="513398" y="479145"/>
                    <a:pt x="514314" y="479145"/>
                  </a:cubicBezTo>
                  <a:cubicBezTo>
                    <a:pt x="515230" y="479145"/>
                    <a:pt x="515977" y="479893"/>
                    <a:pt x="515977" y="480808"/>
                  </a:cubicBezTo>
                  <a:cubicBezTo>
                    <a:pt x="515977" y="481724"/>
                    <a:pt x="515230" y="482472"/>
                    <a:pt x="514314" y="482472"/>
                  </a:cubicBezTo>
                  <a:cubicBezTo>
                    <a:pt x="513398" y="482472"/>
                    <a:pt x="512650" y="481724"/>
                    <a:pt x="512650" y="480808"/>
                  </a:cubicBezTo>
                  <a:close/>
                  <a:moveTo>
                    <a:pt x="1135658" y="480808"/>
                  </a:moveTo>
                  <a:cubicBezTo>
                    <a:pt x="1135658" y="479893"/>
                    <a:pt x="1136406" y="479145"/>
                    <a:pt x="1137322" y="479145"/>
                  </a:cubicBezTo>
                  <a:cubicBezTo>
                    <a:pt x="1138239" y="479145"/>
                    <a:pt x="1138985" y="479893"/>
                    <a:pt x="1138985" y="480808"/>
                  </a:cubicBezTo>
                  <a:cubicBezTo>
                    <a:pt x="1138985" y="481724"/>
                    <a:pt x="1138239" y="482472"/>
                    <a:pt x="1137322" y="482472"/>
                  </a:cubicBezTo>
                  <a:cubicBezTo>
                    <a:pt x="1136406" y="482472"/>
                    <a:pt x="1135658" y="481724"/>
                    <a:pt x="1135658" y="480808"/>
                  </a:cubicBezTo>
                  <a:close/>
                  <a:moveTo>
                    <a:pt x="1362205" y="480808"/>
                  </a:moveTo>
                  <a:cubicBezTo>
                    <a:pt x="1362205" y="479893"/>
                    <a:pt x="1362952" y="479145"/>
                    <a:pt x="1363868" y="479145"/>
                  </a:cubicBezTo>
                  <a:cubicBezTo>
                    <a:pt x="1364785" y="479145"/>
                    <a:pt x="1365532" y="479893"/>
                    <a:pt x="1365532" y="480808"/>
                  </a:cubicBezTo>
                  <a:cubicBezTo>
                    <a:pt x="1365532" y="481724"/>
                    <a:pt x="1364785" y="482472"/>
                    <a:pt x="1363868" y="482472"/>
                  </a:cubicBezTo>
                  <a:cubicBezTo>
                    <a:pt x="1362952" y="482472"/>
                    <a:pt x="1362205" y="481724"/>
                    <a:pt x="1362205" y="480808"/>
                  </a:cubicBezTo>
                  <a:close/>
                  <a:moveTo>
                    <a:pt x="732543" y="477482"/>
                  </a:moveTo>
                  <a:cubicBezTo>
                    <a:pt x="732543" y="476566"/>
                    <a:pt x="733290" y="475818"/>
                    <a:pt x="734206" y="475818"/>
                  </a:cubicBezTo>
                  <a:cubicBezTo>
                    <a:pt x="735122" y="475818"/>
                    <a:pt x="735870" y="476566"/>
                    <a:pt x="735870" y="477482"/>
                  </a:cubicBezTo>
                  <a:cubicBezTo>
                    <a:pt x="735870" y="478398"/>
                    <a:pt x="735122" y="479145"/>
                    <a:pt x="734206" y="479145"/>
                  </a:cubicBezTo>
                  <a:cubicBezTo>
                    <a:pt x="733290" y="479145"/>
                    <a:pt x="732543" y="478398"/>
                    <a:pt x="732543" y="477482"/>
                  </a:cubicBezTo>
                  <a:close/>
                  <a:moveTo>
                    <a:pt x="915767" y="477482"/>
                  </a:moveTo>
                  <a:cubicBezTo>
                    <a:pt x="915767" y="476566"/>
                    <a:pt x="916513" y="475818"/>
                    <a:pt x="917429" y="475818"/>
                  </a:cubicBezTo>
                  <a:cubicBezTo>
                    <a:pt x="918346" y="475818"/>
                    <a:pt x="919093" y="476566"/>
                    <a:pt x="919093" y="477482"/>
                  </a:cubicBezTo>
                  <a:cubicBezTo>
                    <a:pt x="919093" y="478398"/>
                    <a:pt x="918346" y="479145"/>
                    <a:pt x="917429" y="479145"/>
                  </a:cubicBezTo>
                  <a:cubicBezTo>
                    <a:pt x="916513" y="479145"/>
                    <a:pt x="915767" y="478398"/>
                    <a:pt x="915767" y="477482"/>
                  </a:cubicBezTo>
                  <a:close/>
                  <a:moveTo>
                    <a:pt x="1368859" y="477482"/>
                  </a:moveTo>
                  <a:cubicBezTo>
                    <a:pt x="1368859" y="476566"/>
                    <a:pt x="1369606" y="475818"/>
                    <a:pt x="1370522" y="475818"/>
                  </a:cubicBezTo>
                  <a:cubicBezTo>
                    <a:pt x="1371438" y="475818"/>
                    <a:pt x="1372186" y="476566"/>
                    <a:pt x="1372186" y="477482"/>
                  </a:cubicBezTo>
                  <a:cubicBezTo>
                    <a:pt x="1372186" y="478398"/>
                    <a:pt x="1371438" y="479145"/>
                    <a:pt x="1370522" y="479145"/>
                  </a:cubicBezTo>
                  <a:cubicBezTo>
                    <a:pt x="1369606" y="479145"/>
                    <a:pt x="1368859" y="478398"/>
                    <a:pt x="1368859" y="477482"/>
                  </a:cubicBezTo>
                  <a:close/>
                  <a:moveTo>
                    <a:pt x="1525442" y="477482"/>
                  </a:moveTo>
                  <a:cubicBezTo>
                    <a:pt x="1525442" y="476566"/>
                    <a:pt x="1526190" y="475818"/>
                    <a:pt x="1527106" y="475818"/>
                  </a:cubicBezTo>
                  <a:cubicBezTo>
                    <a:pt x="1528023" y="475818"/>
                    <a:pt x="1528769" y="476566"/>
                    <a:pt x="1528769" y="477482"/>
                  </a:cubicBezTo>
                  <a:cubicBezTo>
                    <a:pt x="1528769" y="478398"/>
                    <a:pt x="1528023" y="479145"/>
                    <a:pt x="1527106" y="479145"/>
                  </a:cubicBezTo>
                  <a:cubicBezTo>
                    <a:pt x="1526190" y="479145"/>
                    <a:pt x="1525442" y="478398"/>
                    <a:pt x="1525442" y="477482"/>
                  </a:cubicBezTo>
                  <a:close/>
                  <a:moveTo>
                    <a:pt x="725865" y="474155"/>
                  </a:moveTo>
                  <a:cubicBezTo>
                    <a:pt x="725865" y="473239"/>
                    <a:pt x="726612" y="472491"/>
                    <a:pt x="727528" y="472491"/>
                  </a:cubicBezTo>
                  <a:cubicBezTo>
                    <a:pt x="728444" y="472491"/>
                    <a:pt x="729192" y="473239"/>
                    <a:pt x="729192" y="474155"/>
                  </a:cubicBezTo>
                  <a:cubicBezTo>
                    <a:pt x="729192" y="475071"/>
                    <a:pt x="728444" y="475818"/>
                    <a:pt x="727528" y="475818"/>
                  </a:cubicBezTo>
                  <a:cubicBezTo>
                    <a:pt x="726612" y="475818"/>
                    <a:pt x="725865" y="475071"/>
                    <a:pt x="725865" y="474155"/>
                  </a:cubicBezTo>
                  <a:close/>
                  <a:moveTo>
                    <a:pt x="922420" y="474155"/>
                  </a:moveTo>
                  <a:cubicBezTo>
                    <a:pt x="922420" y="473239"/>
                    <a:pt x="923192" y="472491"/>
                    <a:pt x="924108" y="472491"/>
                  </a:cubicBezTo>
                  <a:cubicBezTo>
                    <a:pt x="925000" y="472491"/>
                    <a:pt x="925771" y="473239"/>
                    <a:pt x="925771" y="474155"/>
                  </a:cubicBezTo>
                  <a:cubicBezTo>
                    <a:pt x="925771" y="475071"/>
                    <a:pt x="925000" y="475818"/>
                    <a:pt x="924108" y="475818"/>
                  </a:cubicBezTo>
                  <a:cubicBezTo>
                    <a:pt x="923192" y="475818"/>
                    <a:pt x="922420" y="475071"/>
                    <a:pt x="922420" y="474155"/>
                  </a:cubicBezTo>
                  <a:close/>
                  <a:moveTo>
                    <a:pt x="1378864" y="474155"/>
                  </a:moveTo>
                  <a:cubicBezTo>
                    <a:pt x="1378864" y="473239"/>
                    <a:pt x="1379611" y="472491"/>
                    <a:pt x="1380527" y="472491"/>
                  </a:cubicBezTo>
                  <a:cubicBezTo>
                    <a:pt x="1381443" y="472491"/>
                    <a:pt x="1382191" y="473239"/>
                    <a:pt x="1382191" y="474155"/>
                  </a:cubicBezTo>
                  <a:cubicBezTo>
                    <a:pt x="1382191" y="475071"/>
                    <a:pt x="1381443" y="475818"/>
                    <a:pt x="1380527" y="475818"/>
                  </a:cubicBezTo>
                  <a:cubicBezTo>
                    <a:pt x="1379611" y="475818"/>
                    <a:pt x="1378864" y="475071"/>
                    <a:pt x="1378864" y="474155"/>
                  </a:cubicBezTo>
                  <a:close/>
                  <a:moveTo>
                    <a:pt x="1515438" y="474155"/>
                  </a:moveTo>
                  <a:cubicBezTo>
                    <a:pt x="1515438" y="473239"/>
                    <a:pt x="1516186" y="472491"/>
                    <a:pt x="1517101" y="472491"/>
                  </a:cubicBezTo>
                  <a:cubicBezTo>
                    <a:pt x="1518017" y="472491"/>
                    <a:pt x="1518765" y="473239"/>
                    <a:pt x="1518765" y="474155"/>
                  </a:cubicBezTo>
                  <a:cubicBezTo>
                    <a:pt x="1518765" y="475071"/>
                    <a:pt x="1518017" y="475818"/>
                    <a:pt x="1517101" y="475818"/>
                  </a:cubicBezTo>
                  <a:cubicBezTo>
                    <a:pt x="1516186" y="475818"/>
                    <a:pt x="1515438" y="475071"/>
                    <a:pt x="1515438" y="474155"/>
                  </a:cubicBezTo>
                  <a:close/>
                  <a:moveTo>
                    <a:pt x="524318" y="465813"/>
                  </a:moveTo>
                  <a:cubicBezTo>
                    <a:pt x="527622" y="462148"/>
                    <a:pt x="531093" y="459159"/>
                    <a:pt x="532009" y="459159"/>
                  </a:cubicBezTo>
                  <a:cubicBezTo>
                    <a:pt x="532926" y="459159"/>
                    <a:pt x="530949" y="462148"/>
                    <a:pt x="527645" y="465813"/>
                  </a:cubicBezTo>
                  <a:cubicBezTo>
                    <a:pt x="524318" y="469478"/>
                    <a:pt x="520871" y="472491"/>
                    <a:pt x="519955" y="472491"/>
                  </a:cubicBezTo>
                  <a:cubicBezTo>
                    <a:pt x="519039" y="472491"/>
                    <a:pt x="520992" y="469478"/>
                    <a:pt x="524318" y="465813"/>
                  </a:cubicBezTo>
                  <a:close/>
                  <a:moveTo>
                    <a:pt x="719211" y="470803"/>
                  </a:moveTo>
                  <a:cubicBezTo>
                    <a:pt x="719211" y="469887"/>
                    <a:pt x="719958" y="469140"/>
                    <a:pt x="720874" y="469140"/>
                  </a:cubicBezTo>
                  <a:cubicBezTo>
                    <a:pt x="721790" y="469140"/>
                    <a:pt x="722538" y="469887"/>
                    <a:pt x="722538" y="470803"/>
                  </a:cubicBezTo>
                  <a:cubicBezTo>
                    <a:pt x="722538" y="471719"/>
                    <a:pt x="721790" y="472491"/>
                    <a:pt x="720874" y="472491"/>
                  </a:cubicBezTo>
                  <a:cubicBezTo>
                    <a:pt x="719958" y="472491"/>
                    <a:pt x="719211" y="471719"/>
                    <a:pt x="719211" y="470803"/>
                  </a:cubicBezTo>
                  <a:close/>
                  <a:moveTo>
                    <a:pt x="929098" y="470803"/>
                  </a:moveTo>
                  <a:cubicBezTo>
                    <a:pt x="929098" y="469887"/>
                    <a:pt x="929846" y="469140"/>
                    <a:pt x="930761" y="469140"/>
                  </a:cubicBezTo>
                  <a:cubicBezTo>
                    <a:pt x="931677" y="469140"/>
                    <a:pt x="932425" y="469887"/>
                    <a:pt x="932425" y="470803"/>
                  </a:cubicBezTo>
                  <a:cubicBezTo>
                    <a:pt x="932425" y="471719"/>
                    <a:pt x="931677" y="472491"/>
                    <a:pt x="930761" y="472491"/>
                  </a:cubicBezTo>
                  <a:cubicBezTo>
                    <a:pt x="929846" y="472491"/>
                    <a:pt x="929098" y="471719"/>
                    <a:pt x="929098" y="470803"/>
                  </a:cubicBezTo>
                  <a:close/>
                  <a:moveTo>
                    <a:pt x="1123677" y="464993"/>
                  </a:moveTo>
                  <a:lnTo>
                    <a:pt x="1117337" y="457495"/>
                  </a:lnTo>
                  <a:lnTo>
                    <a:pt x="1124810" y="463836"/>
                  </a:lnTo>
                  <a:cubicBezTo>
                    <a:pt x="1128932" y="467332"/>
                    <a:pt x="1132308" y="470707"/>
                    <a:pt x="1132308" y="471334"/>
                  </a:cubicBezTo>
                  <a:cubicBezTo>
                    <a:pt x="1132308" y="473986"/>
                    <a:pt x="1129631" y="472033"/>
                    <a:pt x="1123677" y="464993"/>
                  </a:cubicBezTo>
                  <a:close/>
                  <a:moveTo>
                    <a:pt x="1392172" y="470803"/>
                  </a:moveTo>
                  <a:cubicBezTo>
                    <a:pt x="1392172" y="469887"/>
                    <a:pt x="1392919" y="469140"/>
                    <a:pt x="1393835" y="469140"/>
                  </a:cubicBezTo>
                  <a:cubicBezTo>
                    <a:pt x="1394751" y="469140"/>
                    <a:pt x="1395499" y="469887"/>
                    <a:pt x="1395499" y="470803"/>
                  </a:cubicBezTo>
                  <a:cubicBezTo>
                    <a:pt x="1395499" y="471719"/>
                    <a:pt x="1394751" y="472491"/>
                    <a:pt x="1393835" y="472491"/>
                  </a:cubicBezTo>
                  <a:cubicBezTo>
                    <a:pt x="1392919" y="472491"/>
                    <a:pt x="1392172" y="471719"/>
                    <a:pt x="1392172" y="470803"/>
                  </a:cubicBezTo>
                  <a:close/>
                  <a:moveTo>
                    <a:pt x="1502130" y="470803"/>
                  </a:moveTo>
                  <a:cubicBezTo>
                    <a:pt x="1502130" y="469887"/>
                    <a:pt x="1502878" y="469140"/>
                    <a:pt x="1503794" y="469140"/>
                  </a:cubicBezTo>
                  <a:cubicBezTo>
                    <a:pt x="1504710" y="469140"/>
                    <a:pt x="1505457" y="469887"/>
                    <a:pt x="1505457" y="470803"/>
                  </a:cubicBezTo>
                  <a:cubicBezTo>
                    <a:pt x="1505457" y="471719"/>
                    <a:pt x="1504710" y="472491"/>
                    <a:pt x="1503794" y="472491"/>
                  </a:cubicBezTo>
                  <a:cubicBezTo>
                    <a:pt x="1502878" y="472491"/>
                    <a:pt x="1502130" y="471719"/>
                    <a:pt x="1502130" y="470803"/>
                  </a:cubicBezTo>
                  <a:close/>
                  <a:moveTo>
                    <a:pt x="712532" y="467476"/>
                  </a:moveTo>
                  <a:cubicBezTo>
                    <a:pt x="712532" y="466560"/>
                    <a:pt x="713280" y="465813"/>
                    <a:pt x="714220" y="465813"/>
                  </a:cubicBezTo>
                  <a:cubicBezTo>
                    <a:pt x="715136" y="465813"/>
                    <a:pt x="715884" y="466560"/>
                    <a:pt x="715884" y="467476"/>
                  </a:cubicBezTo>
                  <a:cubicBezTo>
                    <a:pt x="715884" y="468392"/>
                    <a:pt x="715136" y="469140"/>
                    <a:pt x="714220" y="469140"/>
                  </a:cubicBezTo>
                  <a:cubicBezTo>
                    <a:pt x="713280" y="469140"/>
                    <a:pt x="712532" y="468392"/>
                    <a:pt x="712532" y="467476"/>
                  </a:cubicBezTo>
                  <a:close/>
                  <a:moveTo>
                    <a:pt x="935752" y="467476"/>
                  </a:moveTo>
                  <a:cubicBezTo>
                    <a:pt x="935752" y="466560"/>
                    <a:pt x="936499" y="465813"/>
                    <a:pt x="937415" y="465813"/>
                  </a:cubicBezTo>
                  <a:cubicBezTo>
                    <a:pt x="938331" y="465813"/>
                    <a:pt x="939079" y="466560"/>
                    <a:pt x="939079" y="467476"/>
                  </a:cubicBezTo>
                  <a:cubicBezTo>
                    <a:pt x="939079" y="468392"/>
                    <a:pt x="938331" y="469140"/>
                    <a:pt x="937415" y="469140"/>
                  </a:cubicBezTo>
                  <a:cubicBezTo>
                    <a:pt x="936499" y="469140"/>
                    <a:pt x="935752" y="468392"/>
                    <a:pt x="935752" y="467476"/>
                  </a:cubicBezTo>
                  <a:close/>
                  <a:moveTo>
                    <a:pt x="1413074" y="466850"/>
                  </a:moveTo>
                  <a:cubicBezTo>
                    <a:pt x="1416304" y="465982"/>
                    <a:pt x="1420812" y="466054"/>
                    <a:pt x="1423055" y="466970"/>
                  </a:cubicBezTo>
                  <a:cubicBezTo>
                    <a:pt x="1425321" y="467862"/>
                    <a:pt x="1422668" y="468562"/>
                    <a:pt x="1417172" y="468489"/>
                  </a:cubicBezTo>
                  <a:lnTo>
                    <a:pt x="1407167" y="468369"/>
                  </a:lnTo>
                  <a:close/>
                  <a:moveTo>
                    <a:pt x="1476358" y="466850"/>
                  </a:moveTo>
                  <a:cubicBezTo>
                    <a:pt x="1479612" y="465982"/>
                    <a:pt x="1484097" y="466054"/>
                    <a:pt x="1486363" y="466970"/>
                  </a:cubicBezTo>
                  <a:cubicBezTo>
                    <a:pt x="1488605" y="467862"/>
                    <a:pt x="1485953" y="468562"/>
                    <a:pt x="1480456" y="468489"/>
                  </a:cubicBezTo>
                  <a:lnTo>
                    <a:pt x="1470475" y="468369"/>
                  </a:lnTo>
                  <a:close/>
                  <a:moveTo>
                    <a:pt x="702552" y="464149"/>
                  </a:moveTo>
                  <a:cubicBezTo>
                    <a:pt x="702552" y="463233"/>
                    <a:pt x="703299" y="462486"/>
                    <a:pt x="704215" y="462486"/>
                  </a:cubicBezTo>
                  <a:cubicBezTo>
                    <a:pt x="705131" y="462486"/>
                    <a:pt x="705879" y="463233"/>
                    <a:pt x="705879" y="464149"/>
                  </a:cubicBezTo>
                  <a:cubicBezTo>
                    <a:pt x="705879" y="465065"/>
                    <a:pt x="705131" y="465813"/>
                    <a:pt x="704215" y="465813"/>
                  </a:cubicBezTo>
                  <a:cubicBezTo>
                    <a:pt x="703299" y="465813"/>
                    <a:pt x="702552" y="465065"/>
                    <a:pt x="702552" y="464149"/>
                  </a:cubicBezTo>
                  <a:close/>
                  <a:moveTo>
                    <a:pt x="945757" y="464149"/>
                  </a:moveTo>
                  <a:cubicBezTo>
                    <a:pt x="945757" y="463233"/>
                    <a:pt x="946505" y="462486"/>
                    <a:pt x="947421" y="462486"/>
                  </a:cubicBezTo>
                  <a:cubicBezTo>
                    <a:pt x="948337" y="462486"/>
                    <a:pt x="949084" y="463233"/>
                    <a:pt x="949084" y="464149"/>
                  </a:cubicBezTo>
                  <a:cubicBezTo>
                    <a:pt x="949084" y="465065"/>
                    <a:pt x="948337" y="465813"/>
                    <a:pt x="947421" y="465813"/>
                  </a:cubicBezTo>
                  <a:cubicBezTo>
                    <a:pt x="946505" y="465813"/>
                    <a:pt x="945757" y="465065"/>
                    <a:pt x="945757" y="464149"/>
                  </a:cubicBezTo>
                  <a:close/>
                  <a:moveTo>
                    <a:pt x="695874" y="460822"/>
                  </a:moveTo>
                  <a:cubicBezTo>
                    <a:pt x="695874" y="459906"/>
                    <a:pt x="696645" y="459159"/>
                    <a:pt x="697561" y="459159"/>
                  </a:cubicBezTo>
                  <a:cubicBezTo>
                    <a:pt x="698478" y="459159"/>
                    <a:pt x="699225" y="459906"/>
                    <a:pt x="699225" y="460822"/>
                  </a:cubicBezTo>
                  <a:cubicBezTo>
                    <a:pt x="699225" y="461738"/>
                    <a:pt x="698478" y="462486"/>
                    <a:pt x="697561" y="462486"/>
                  </a:cubicBezTo>
                  <a:cubicBezTo>
                    <a:pt x="696645" y="462486"/>
                    <a:pt x="695874" y="461738"/>
                    <a:pt x="695874" y="460822"/>
                  </a:cubicBezTo>
                  <a:close/>
                  <a:moveTo>
                    <a:pt x="952411" y="460822"/>
                  </a:moveTo>
                  <a:cubicBezTo>
                    <a:pt x="952411" y="459906"/>
                    <a:pt x="953159" y="459159"/>
                    <a:pt x="954075" y="459159"/>
                  </a:cubicBezTo>
                  <a:cubicBezTo>
                    <a:pt x="954991" y="459159"/>
                    <a:pt x="955738" y="459906"/>
                    <a:pt x="955738" y="460822"/>
                  </a:cubicBezTo>
                  <a:cubicBezTo>
                    <a:pt x="955738" y="461738"/>
                    <a:pt x="954991" y="462486"/>
                    <a:pt x="954075" y="462486"/>
                  </a:cubicBezTo>
                  <a:cubicBezTo>
                    <a:pt x="953159" y="462486"/>
                    <a:pt x="952411" y="461738"/>
                    <a:pt x="952411" y="460822"/>
                  </a:cubicBezTo>
                  <a:close/>
                  <a:moveTo>
                    <a:pt x="685893" y="457495"/>
                  </a:moveTo>
                  <a:cubicBezTo>
                    <a:pt x="685893" y="456579"/>
                    <a:pt x="686640" y="455832"/>
                    <a:pt x="687557" y="455832"/>
                  </a:cubicBezTo>
                  <a:cubicBezTo>
                    <a:pt x="688473" y="455832"/>
                    <a:pt x="689220" y="456579"/>
                    <a:pt x="689220" y="457495"/>
                  </a:cubicBezTo>
                  <a:cubicBezTo>
                    <a:pt x="689220" y="458411"/>
                    <a:pt x="688473" y="459159"/>
                    <a:pt x="687557" y="459159"/>
                  </a:cubicBezTo>
                  <a:cubicBezTo>
                    <a:pt x="686640" y="459159"/>
                    <a:pt x="685893" y="458411"/>
                    <a:pt x="685893" y="457495"/>
                  </a:cubicBezTo>
                  <a:close/>
                  <a:moveTo>
                    <a:pt x="962416" y="457495"/>
                  </a:moveTo>
                  <a:cubicBezTo>
                    <a:pt x="962416" y="456579"/>
                    <a:pt x="963163" y="455832"/>
                    <a:pt x="964080" y="455832"/>
                  </a:cubicBezTo>
                  <a:cubicBezTo>
                    <a:pt x="964996" y="455832"/>
                    <a:pt x="965743" y="456579"/>
                    <a:pt x="965743" y="457495"/>
                  </a:cubicBezTo>
                  <a:cubicBezTo>
                    <a:pt x="965743" y="458411"/>
                    <a:pt x="964996" y="459159"/>
                    <a:pt x="964080" y="459159"/>
                  </a:cubicBezTo>
                  <a:cubicBezTo>
                    <a:pt x="963163" y="459159"/>
                    <a:pt x="962416" y="458411"/>
                    <a:pt x="962416" y="457495"/>
                  </a:cubicBezTo>
                  <a:close/>
                  <a:moveTo>
                    <a:pt x="539314" y="454144"/>
                  </a:moveTo>
                  <a:cubicBezTo>
                    <a:pt x="539314" y="453228"/>
                    <a:pt x="540061" y="452481"/>
                    <a:pt x="540977" y="452481"/>
                  </a:cubicBezTo>
                  <a:cubicBezTo>
                    <a:pt x="541893" y="452481"/>
                    <a:pt x="542641" y="453228"/>
                    <a:pt x="542641" y="454144"/>
                  </a:cubicBezTo>
                  <a:cubicBezTo>
                    <a:pt x="542641" y="455061"/>
                    <a:pt x="541893" y="455832"/>
                    <a:pt x="540977" y="455832"/>
                  </a:cubicBezTo>
                  <a:cubicBezTo>
                    <a:pt x="540061" y="455832"/>
                    <a:pt x="539314" y="455061"/>
                    <a:pt x="539314" y="454144"/>
                  </a:cubicBezTo>
                  <a:close/>
                  <a:moveTo>
                    <a:pt x="675888" y="454144"/>
                  </a:moveTo>
                  <a:cubicBezTo>
                    <a:pt x="675888" y="453228"/>
                    <a:pt x="676636" y="452481"/>
                    <a:pt x="677552" y="452481"/>
                  </a:cubicBezTo>
                  <a:cubicBezTo>
                    <a:pt x="678468" y="452481"/>
                    <a:pt x="679239" y="453228"/>
                    <a:pt x="679239" y="454144"/>
                  </a:cubicBezTo>
                  <a:cubicBezTo>
                    <a:pt x="679239" y="455061"/>
                    <a:pt x="678468" y="455832"/>
                    <a:pt x="677552" y="455832"/>
                  </a:cubicBezTo>
                  <a:cubicBezTo>
                    <a:pt x="676636" y="455832"/>
                    <a:pt x="675888" y="455061"/>
                    <a:pt x="675888" y="454144"/>
                  </a:cubicBezTo>
                  <a:close/>
                  <a:moveTo>
                    <a:pt x="972397" y="454144"/>
                  </a:moveTo>
                  <a:cubicBezTo>
                    <a:pt x="972397" y="453228"/>
                    <a:pt x="973144" y="452481"/>
                    <a:pt x="974061" y="452481"/>
                  </a:cubicBezTo>
                  <a:cubicBezTo>
                    <a:pt x="974977" y="452481"/>
                    <a:pt x="975724" y="453228"/>
                    <a:pt x="975724" y="454144"/>
                  </a:cubicBezTo>
                  <a:cubicBezTo>
                    <a:pt x="975724" y="455061"/>
                    <a:pt x="974977" y="455832"/>
                    <a:pt x="974061" y="455832"/>
                  </a:cubicBezTo>
                  <a:cubicBezTo>
                    <a:pt x="973144" y="455832"/>
                    <a:pt x="972397" y="455061"/>
                    <a:pt x="972397" y="454144"/>
                  </a:cubicBezTo>
                  <a:close/>
                  <a:moveTo>
                    <a:pt x="1108995" y="454144"/>
                  </a:moveTo>
                  <a:cubicBezTo>
                    <a:pt x="1108995" y="453228"/>
                    <a:pt x="1109742" y="452481"/>
                    <a:pt x="1110658" y="452481"/>
                  </a:cubicBezTo>
                  <a:cubicBezTo>
                    <a:pt x="1111574" y="452481"/>
                    <a:pt x="1112322" y="453228"/>
                    <a:pt x="1112322" y="454144"/>
                  </a:cubicBezTo>
                  <a:cubicBezTo>
                    <a:pt x="1112322" y="455061"/>
                    <a:pt x="1111574" y="455832"/>
                    <a:pt x="1110658" y="455832"/>
                  </a:cubicBezTo>
                  <a:cubicBezTo>
                    <a:pt x="1109742" y="455832"/>
                    <a:pt x="1108995" y="455061"/>
                    <a:pt x="1108995" y="454144"/>
                  </a:cubicBezTo>
                  <a:close/>
                  <a:moveTo>
                    <a:pt x="545968" y="450817"/>
                  </a:moveTo>
                  <a:cubicBezTo>
                    <a:pt x="545968" y="449901"/>
                    <a:pt x="546715" y="449154"/>
                    <a:pt x="547631" y="449154"/>
                  </a:cubicBezTo>
                  <a:cubicBezTo>
                    <a:pt x="548547" y="449154"/>
                    <a:pt x="549295" y="449901"/>
                    <a:pt x="549295" y="450817"/>
                  </a:cubicBezTo>
                  <a:cubicBezTo>
                    <a:pt x="549295" y="451734"/>
                    <a:pt x="548547" y="452481"/>
                    <a:pt x="547631" y="452481"/>
                  </a:cubicBezTo>
                  <a:cubicBezTo>
                    <a:pt x="546715" y="452481"/>
                    <a:pt x="545968" y="451734"/>
                    <a:pt x="545968" y="450817"/>
                  </a:cubicBezTo>
                  <a:close/>
                  <a:moveTo>
                    <a:pt x="665907" y="450817"/>
                  </a:moveTo>
                  <a:cubicBezTo>
                    <a:pt x="665907" y="449901"/>
                    <a:pt x="666655" y="449154"/>
                    <a:pt x="667571" y="449154"/>
                  </a:cubicBezTo>
                  <a:cubicBezTo>
                    <a:pt x="668487" y="449154"/>
                    <a:pt x="669234" y="449901"/>
                    <a:pt x="669234" y="450817"/>
                  </a:cubicBezTo>
                  <a:cubicBezTo>
                    <a:pt x="669234" y="451734"/>
                    <a:pt x="668487" y="452481"/>
                    <a:pt x="667571" y="452481"/>
                  </a:cubicBezTo>
                  <a:cubicBezTo>
                    <a:pt x="666655" y="452481"/>
                    <a:pt x="665907" y="451734"/>
                    <a:pt x="665907" y="450817"/>
                  </a:cubicBezTo>
                  <a:close/>
                  <a:moveTo>
                    <a:pt x="982402" y="450817"/>
                  </a:moveTo>
                  <a:cubicBezTo>
                    <a:pt x="982402" y="449901"/>
                    <a:pt x="983149" y="449154"/>
                    <a:pt x="984065" y="449154"/>
                  </a:cubicBezTo>
                  <a:cubicBezTo>
                    <a:pt x="984981" y="449154"/>
                    <a:pt x="985729" y="449901"/>
                    <a:pt x="985729" y="450817"/>
                  </a:cubicBezTo>
                  <a:cubicBezTo>
                    <a:pt x="985729" y="451734"/>
                    <a:pt x="984981" y="452481"/>
                    <a:pt x="984065" y="452481"/>
                  </a:cubicBezTo>
                  <a:cubicBezTo>
                    <a:pt x="983149" y="452481"/>
                    <a:pt x="982402" y="451734"/>
                    <a:pt x="982402" y="450817"/>
                  </a:cubicBezTo>
                  <a:close/>
                  <a:moveTo>
                    <a:pt x="1102341" y="450817"/>
                  </a:moveTo>
                  <a:cubicBezTo>
                    <a:pt x="1102341" y="449901"/>
                    <a:pt x="1103088" y="449154"/>
                    <a:pt x="1104004" y="449154"/>
                  </a:cubicBezTo>
                  <a:cubicBezTo>
                    <a:pt x="1104920" y="449154"/>
                    <a:pt x="1105668" y="449901"/>
                    <a:pt x="1105668" y="450817"/>
                  </a:cubicBezTo>
                  <a:cubicBezTo>
                    <a:pt x="1105668" y="451734"/>
                    <a:pt x="1104920" y="452481"/>
                    <a:pt x="1104004" y="452481"/>
                  </a:cubicBezTo>
                  <a:cubicBezTo>
                    <a:pt x="1103088" y="452481"/>
                    <a:pt x="1102341" y="451734"/>
                    <a:pt x="1102341" y="450817"/>
                  </a:cubicBezTo>
                  <a:close/>
                  <a:moveTo>
                    <a:pt x="552622" y="447491"/>
                  </a:moveTo>
                  <a:cubicBezTo>
                    <a:pt x="552622" y="446574"/>
                    <a:pt x="553369" y="445828"/>
                    <a:pt x="554285" y="445828"/>
                  </a:cubicBezTo>
                  <a:cubicBezTo>
                    <a:pt x="555201" y="445828"/>
                    <a:pt x="555949" y="446574"/>
                    <a:pt x="555949" y="447491"/>
                  </a:cubicBezTo>
                  <a:cubicBezTo>
                    <a:pt x="555949" y="448407"/>
                    <a:pt x="555201" y="449154"/>
                    <a:pt x="554285" y="449154"/>
                  </a:cubicBezTo>
                  <a:cubicBezTo>
                    <a:pt x="553369" y="449154"/>
                    <a:pt x="552622" y="448407"/>
                    <a:pt x="552622" y="447491"/>
                  </a:cubicBezTo>
                  <a:close/>
                  <a:moveTo>
                    <a:pt x="652575" y="447491"/>
                  </a:moveTo>
                  <a:cubicBezTo>
                    <a:pt x="652575" y="446574"/>
                    <a:pt x="653322" y="445828"/>
                    <a:pt x="654238" y="445828"/>
                  </a:cubicBezTo>
                  <a:cubicBezTo>
                    <a:pt x="655154" y="445828"/>
                    <a:pt x="655902" y="446574"/>
                    <a:pt x="655902" y="447491"/>
                  </a:cubicBezTo>
                  <a:cubicBezTo>
                    <a:pt x="655902" y="448407"/>
                    <a:pt x="655154" y="449154"/>
                    <a:pt x="654238" y="449154"/>
                  </a:cubicBezTo>
                  <a:cubicBezTo>
                    <a:pt x="653322" y="449154"/>
                    <a:pt x="652575" y="448407"/>
                    <a:pt x="652575" y="447491"/>
                  </a:cubicBezTo>
                  <a:close/>
                  <a:moveTo>
                    <a:pt x="995734" y="447491"/>
                  </a:moveTo>
                  <a:cubicBezTo>
                    <a:pt x="995734" y="446574"/>
                    <a:pt x="996481" y="445828"/>
                    <a:pt x="997397" y="445828"/>
                  </a:cubicBezTo>
                  <a:cubicBezTo>
                    <a:pt x="998313" y="445828"/>
                    <a:pt x="999061" y="446574"/>
                    <a:pt x="999061" y="447491"/>
                  </a:cubicBezTo>
                  <a:cubicBezTo>
                    <a:pt x="999061" y="448407"/>
                    <a:pt x="998313" y="449154"/>
                    <a:pt x="997397" y="449154"/>
                  </a:cubicBezTo>
                  <a:cubicBezTo>
                    <a:pt x="996481" y="449154"/>
                    <a:pt x="995734" y="448407"/>
                    <a:pt x="995734" y="447491"/>
                  </a:cubicBezTo>
                  <a:close/>
                  <a:moveTo>
                    <a:pt x="1095663" y="447491"/>
                  </a:moveTo>
                  <a:cubicBezTo>
                    <a:pt x="1095663" y="446574"/>
                    <a:pt x="1096410" y="445828"/>
                    <a:pt x="1097326" y="445828"/>
                  </a:cubicBezTo>
                  <a:cubicBezTo>
                    <a:pt x="1098242" y="445828"/>
                    <a:pt x="1099014" y="446574"/>
                    <a:pt x="1099014" y="447491"/>
                  </a:cubicBezTo>
                  <a:cubicBezTo>
                    <a:pt x="1099014" y="448407"/>
                    <a:pt x="1098242" y="449154"/>
                    <a:pt x="1097326" y="449154"/>
                  </a:cubicBezTo>
                  <a:cubicBezTo>
                    <a:pt x="1096410" y="449154"/>
                    <a:pt x="1095663" y="448407"/>
                    <a:pt x="1095663" y="447491"/>
                  </a:cubicBezTo>
                  <a:close/>
                  <a:moveTo>
                    <a:pt x="562627" y="444164"/>
                  </a:moveTo>
                  <a:cubicBezTo>
                    <a:pt x="562627" y="443247"/>
                    <a:pt x="563374" y="442501"/>
                    <a:pt x="564290" y="442501"/>
                  </a:cubicBezTo>
                  <a:cubicBezTo>
                    <a:pt x="565206" y="442501"/>
                    <a:pt x="565954" y="443247"/>
                    <a:pt x="565954" y="444164"/>
                  </a:cubicBezTo>
                  <a:cubicBezTo>
                    <a:pt x="565954" y="445080"/>
                    <a:pt x="565206" y="445828"/>
                    <a:pt x="564290" y="445828"/>
                  </a:cubicBezTo>
                  <a:cubicBezTo>
                    <a:pt x="563374" y="445828"/>
                    <a:pt x="562627" y="445080"/>
                    <a:pt x="562627" y="444164"/>
                  </a:cubicBezTo>
                  <a:close/>
                  <a:moveTo>
                    <a:pt x="639244" y="444164"/>
                  </a:moveTo>
                  <a:cubicBezTo>
                    <a:pt x="639244" y="443247"/>
                    <a:pt x="639990" y="442501"/>
                    <a:pt x="640907" y="442501"/>
                  </a:cubicBezTo>
                  <a:cubicBezTo>
                    <a:pt x="641823" y="442501"/>
                    <a:pt x="642571" y="443247"/>
                    <a:pt x="642571" y="444164"/>
                  </a:cubicBezTo>
                  <a:cubicBezTo>
                    <a:pt x="642571" y="445080"/>
                    <a:pt x="641823" y="445828"/>
                    <a:pt x="640907" y="445828"/>
                  </a:cubicBezTo>
                  <a:cubicBezTo>
                    <a:pt x="639990" y="445828"/>
                    <a:pt x="639244" y="445080"/>
                    <a:pt x="639244" y="444164"/>
                  </a:cubicBezTo>
                  <a:close/>
                  <a:moveTo>
                    <a:pt x="1009042" y="444164"/>
                  </a:moveTo>
                  <a:cubicBezTo>
                    <a:pt x="1009042" y="443247"/>
                    <a:pt x="1009789" y="442501"/>
                    <a:pt x="1010705" y="442501"/>
                  </a:cubicBezTo>
                  <a:cubicBezTo>
                    <a:pt x="1011621" y="442501"/>
                    <a:pt x="1012393" y="443247"/>
                    <a:pt x="1012393" y="444164"/>
                  </a:cubicBezTo>
                  <a:cubicBezTo>
                    <a:pt x="1012393" y="445080"/>
                    <a:pt x="1011621" y="445828"/>
                    <a:pt x="1010705" y="445828"/>
                  </a:cubicBezTo>
                  <a:cubicBezTo>
                    <a:pt x="1009789" y="445828"/>
                    <a:pt x="1009042" y="445080"/>
                    <a:pt x="1009042" y="444164"/>
                  </a:cubicBezTo>
                  <a:close/>
                  <a:moveTo>
                    <a:pt x="1085682" y="444164"/>
                  </a:moveTo>
                  <a:cubicBezTo>
                    <a:pt x="1085682" y="443247"/>
                    <a:pt x="1086429" y="442501"/>
                    <a:pt x="1087345" y="442501"/>
                  </a:cubicBezTo>
                  <a:cubicBezTo>
                    <a:pt x="1088262" y="442501"/>
                    <a:pt x="1089009" y="443247"/>
                    <a:pt x="1089009" y="444164"/>
                  </a:cubicBezTo>
                  <a:cubicBezTo>
                    <a:pt x="1089009" y="445080"/>
                    <a:pt x="1088262" y="445828"/>
                    <a:pt x="1087345" y="445828"/>
                  </a:cubicBezTo>
                  <a:cubicBezTo>
                    <a:pt x="1086429" y="445828"/>
                    <a:pt x="1085682" y="445080"/>
                    <a:pt x="1085682" y="444164"/>
                  </a:cubicBezTo>
                  <a:close/>
                  <a:moveTo>
                    <a:pt x="578659" y="440210"/>
                  </a:moveTo>
                  <a:cubicBezTo>
                    <a:pt x="581069" y="439246"/>
                    <a:pt x="583939" y="439366"/>
                    <a:pt x="585048" y="440475"/>
                  </a:cubicBezTo>
                  <a:cubicBezTo>
                    <a:pt x="586156" y="441584"/>
                    <a:pt x="584179" y="442380"/>
                    <a:pt x="580660" y="442235"/>
                  </a:cubicBezTo>
                  <a:lnTo>
                    <a:pt x="574271" y="441970"/>
                  </a:lnTo>
                  <a:close/>
                  <a:moveTo>
                    <a:pt x="615087" y="440282"/>
                  </a:moveTo>
                  <a:cubicBezTo>
                    <a:pt x="617377" y="439366"/>
                    <a:pt x="621138" y="439366"/>
                    <a:pt x="623428" y="440282"/>
                  </a:cubicBezTo>
                  <a:lnTo>
                    <a:pt x="627599" y="441970"/>
                  </a:lnTo>
                  <a:lnTo>
                    <a:pt x="619258" y="441970"/>
                  </a:lnTo>
                  <a:lnTo>
                    <a:pt x="610940" y="441970"/>
                  </a:lnTo>
                  <a:close/>
                  <a:moveTo>
                    <a:pt x="1028207" y="440282"/>
                  </a:moveTo>
                  <a:cubicBezTo>
                    <a:pt x="1030498" y="439366"/>
                    <a:pt x="1034234" y="439366"/>
                    <a:pt x="1036525" y="440282"/>
                  </a:cubicBezTo>
                  <a:lnTo>
                    <a:pt x="1040696" y="441970"/>
                  </a:lnTo>
                  <a:lnTo>
                    <a:pt x="1032378" y="441970"/>
                  </a:lnTo>
                  <a:lnTo>
                    <a:pt x="1024037" y="441970"/>
                  </a:lnTo>
                  <a:close/>
                  <a:moveTo>
                    <a:pt x="1068397" y="440210"/>
                  </a:moveTo>
                  <a:cubicBezTo>
                    <a:pt x="1070808" y="439246"/>
                    <a:pt x="1073676" y="439366"/>
                    <a:pt x="1074785" y="440475"/>
                  </a:cubicBezTo>
                  <a:cubicBezTo>
                    <a:pt x="1075894" y="441584"/>
                    <a:pt x="1073917" y="442380"/>
                    <a:pt x="1070397" y="442235"/>
                  </a:cubicBezTo>
                  <a:lnTo>
                    <a:pt x="1064009" y="441970"/>
                  </a:lnTo>
                  <a:close/>
                  <a:moveTo>
                    <a:pt x="402981" y="167375"/>
                  </a:moveTo>
                  <a:lnTo>
                    <a:pt x="403222" y="160987"/>
                  </a:lnTo>
                  <a:lnTo>
                    <a:pt x="404982" y="165350"/>
                  </a:lnTo>
                  <a:cubicBezTo>
                    <a:pt x="405947" y="167761"/>
                    <a:pt x="405826" y="170630"/>
                    <a:pt x="404717" y="171739"/>
                  </a:cubicBezTo>
                  <a:cubicBezTo>
                    <a:pt x="403608" y="172848"/>
                    <a:pt x="402837" y="170871"/>
                    <a:pt x="402981" y="167375"/>
                  </a:cubicBezTo>
                  <a:close/>
                  <a:moveTo>
                    <a:pt x="-135" y="164025"/>
                  </a:moveTo>
                  <a:lnTo>
                    <a:pt x="106" y="157636"/>
                  </a:lnTo>
                  <a:lnTo>
                    <a:pt x="1866" y="162023"/>
                  </a:lnTo>
                  <a:cubicBezTo>
                    <a:pt x="2831" y="164434"/>
                    <a:pt x="2710" y="167303"/>
                    <a:pt x="1601" y="168412"/>
                  </a:cubicBezTo>
                  <a:cubicBezTo>
                    <a:pt x="492" y="169521"/>
                    <a:pt x="-279" y="167544"/>
                    <a:pt x="-135" y="164025"/>
                  </a:cubicBezTo>
                  <a:close/>
                  <a:moveTo>
                    <a:pt x="512650" y="160987"/>
                  </a:moveTo>
                  <a:cubicBezTo>
                    <a:pt x="512650" y="160071"/>
                    <a:pt x="513398" y="159323"/>
                    <a:pt x="514314" y="159323"/>
                  </a:cubicBezTo>
                  <a:cubicBezTo>
                    <a:pt x="515230" y="159323"/>
                    <a:pt x="515977" y="160071"/>
                    <a:pt x="515977" y="160987"/>
                  </a:cubicBezTo>
                  <a:cubicBezTo>
                    <a:pt x="515977" y="161903"/>
                    <a:pt x="515230" y="162650"/>
                    <a:pt x="514314" y="162650"/>
                  </a:cubicBezTo>
                  <a:cubicBezTo>
                    <a:pt x="513398" y="162650"/>
                    <a:pt x="512650" y="161903"/>
                    <a:pt x="512650" y="160987"/>
                  </a:cubicBezTo>
                  <a:close/>
                  <a:moveTo>
                    <a:pt x="952411" y="160987"/>
                  </a:moveTo>
                  <a:cubicBezTo>
                    <a:pt x="952411" y="160071"/>
                    <a:pt x="953159" y="159323"/>
                    <a:pt x="954075" y="159323"/>
                  </a:cubicBezTo>
                  <a:cubicBezTo>
                    <a:pt x="954991" y="159323"/>
                    <a:pt x="955738" y="160071"/>
                    <a:pt x="955738" y="160987"/>
                  </a:cubicBezTo>
                  <a:cubicBezTo>
                    <a:pt x="955738" y="161903"/>
                    <a:pt x="954991" y="162650"/>
                    <a:pt x="954075" y="162650"/>
                  </a:cubicBezTo>
                  <a:cubicBezTo>
                    <a:pt x="953159" y="162650"/>
                    <a:pt x="952411" y="161903"/>
                    <a:pt x="952411" y="160987"/>
                  </a:cubicBezTo>
                  <a:close/>
                  <a:moveTo>
                    <a:pt x="502645" y="150982"/>
                  </a:moveTo>
                  <a:cubicBezTo>
                    <a:pt x="502645" y="150066"/>
                    <a:pt x="503393" y="149318"/>
                    <a:pt x="504309" y="149318"/>
                  </a:cubicBezTo>
                  <a:cubicBezTo>
                    <a:pt x="505249" y="149318"/>
                    <a:pt x="505996" y="150066"/>
                    <a:pt x="505996" y="150982"/>
                  </a:cubicBezTo>
                  <a:cubicBezTo>
                    <a:pt x="505996" y="151898"/>
                    <a:pt x="505249" y="152645"/>
                    <a:pt x="504309" y="152645"/>
                  </a:cubicBezTo>
                  <a:cubicBezTo>
                    <a:pt x="503393" y="152645"/>
                    <a:pt x="502645" y="151898"/>
                    <a:pt x="502645" y="150982"/>
                  </a:cubicBezTo>
                  <a:close/>
                  <a:moveTo>
                    <a:pt x="962416" y="150982"/>
                  </a:moveTo>
                  <a:cubicBezTo>
                    <a:pt x="962416" y="150066"/>
                    <a:pt x="963163" y="149318"/>
                    <a:pt x="964080" y="149318"/>
                  </a:cubicBezTo>
                  <a:cubicBezTo>
                    <a:pt x="964996" y="149318"/>
                    <a:pt x="965743" y="150066"/>
                    <a:pt x="965743" y="150982"/>
                  </a:cubicBezTo>
                  <a:cubicBezTo>
                    <a:pt x="965743" y="151898"/>
                    <a:pt x="964996" y="152645"/>
                    <a:pt x="964080" y="152645"/>
                  </a:cubicBezTo>
                  <a:cubicBezTo>
                    <a:pt x="963163" y="152645"/>
                    <a:pt x="962416" y="151898"/>
                    <a:pt x="962416" y="150982"/>
                  </a:cubicBezTo>
                  <a:close/>
                  <a:moveTo>
                    <a:pt x="2927" y="145991"/>
                  </a:moveTo>
                  <a:cubicBezTo>
                    <a:pt x="2927" y="143532"/>
                    <a:pt x="3915" y="142544"/>
                    <a:pt x="5145" y="143773"/>
                  </a:cubicBezTo>
                  <a:cubicBezTo>
                    <a:pt x="6375" y="144979"/>
                    <a:pt x="6375" y="146980"/>
                    <a:pt x="5145" y="148209"/>
                  </a:cubicBezTo>
                  <a:cubicBezTo>
                    <a:pt x="3915" y="149439"/>
                    <a:pt x="2927" y="148426"/>
                    <a:pt x="2927" y="145991"/>
                  </a:cubicBezTo>
                  <a:close/>
                  <a:moveTo>
                    <a:pt x="399365" y="147655"/>
                  </a:moveTo>
                  <a:cubicBezTo>
                    <a:pt x="399365" y="146739"/>
                    <a:pt x="400137" y="145991"/>
                    <a:pt x="401053" y="145991"/>
                  </a:cubicBezTo>
                  <a:cubicBezTo>
                    <a:pt x="401969" y="145991"/>
                    <a:pt x="402716" y="146739"/>
                    <a:pt x="402716" y="147655"/>
                  </a:cubicBezTo>
                  <a:cubicBezTo>
                    <a:pt x="402716" y="148571"/>
                    <a:pt x="401969" y="149318"/>
                    <a:pt x="401053" y="149318"/>
                  </a:cubicBezTo>
                  <a:cubicBezTo>
                    <a:pt x="400137" y="149318"/>
                    <a:pt x="399365" y="148571"/>
                    <a:pt x="399365" y="147655"/>
                  </a:cubicBezTo>
                  <a:close/>
                  <a:moveTo>
                    <a:pt x="499849" y="139313"/>
                  </a:moveTo>
                  <a:lnTo>
                    <a:pt x="499849" y="130996"/>
                  </a:lnTo>
                  <a:lnTo>
                    <a:pt x="501536" y="135167"/>
                  </a:lnTo>
                  <a:cubicBezTo>
                    <a:pt x="502452" y="137457"/>
                    <a:pt x="502452" y="141194"/>
                    <a:pt x="501536" y="143484"/>
                  </a:cubicBezTo>
                  <a:lnTo>
                    <a:pt x="499849" y="147655"/>
                  </a:lnTo>
                  <a:close/>
                  <a:moveTo>
                    <a:pt x="966273" y="139313"/>
                  </a:moveTo>
                  <a:lnTo>
                    <a:pt x="966273" y="130996"/>
                  </a:lnTo>
                  <a:lnTo>
                    <a:pt x="967936" y="135167"/>
                  </a:lnTo>
                  <a:cubicBezTo>
                    <a:pt x="968877" y="137457"/>
                    <a:pt x="968877" y="141194"/>
                    <a:pt x="967936" y="143484"/>
                  </a:cubicBezTo>
                  <a:lnTo>
                    <a:pt x="966273" y="147655"/>
                  </a:lnTo>
                  <a:close/>
                  <a:moveTo>
                    <a:pt x="6254" y="134323"/>
                  </a:moveTo>
                  <a:cubicBezTo>
                    <a:pt x="6254" y="133407"/>
                    <a:pt x="7001" y="132659"/>
                    <a:pt x="7917" y="132659"/>
                  </a:cubicBezTo>
                  <a:cubicBezTo>
                    <a:pt x="8833" y="132659"/>
                    <a:pt x="9581" y="133407"/>
                    <a:pt x="9581" y="134323"/>
                  </a:cubicBezTo>
                  <a:cubicBezTo>
                    <a:pt x="9581" y="135239"/>
                    <a:pt x="8833" y="135986"/>
                    <a:pt x="7917" y="135986"/>
                  </a:cubicBezTo>
                  <a:cubicBezTo>
                    <a:pt x="7001" y="135986"/>
                    <a:pt x="6254" y="135239"/>
                    <a:pt x="6254" y="134323"/>
                  </a:cubicBezTo>
                  <a:close/>
                  <a:moveTo>
                    <a:pt x="396038" y="134323"/>
                  </a:moveTo>
                  <a:cubicBezTo>
                    <a:pt x="396038" y="133407"/>
                    <a:pt x="396786" y="132659"/>
                    <a:pt x="397702" y="132659"/>
                  </a:cubicBezTo>
                  <a:cubicBezTo>
                    <a:pt x="398618" y="132659"/>
                    <a:pt x="399389" y="133407"/>
                    <a:pt x="399389" y="134323"/>
                  </a:cubicBezTo>
                  <a:cubicBezTo>
                    <a:pt x="399389" y="135239"/>
                    <a:pt x="398618" y="135986"/>
                    <a:pt x="397702" y="135986"/>
                  </a:cubicBezTo>
                  <a:cubicBezTo>
                    <a:pt x="396786" y="135986"/>
                    <a:pt x="396038" y="135239"/>
                    <a:pt x="396038" y="134323"/>
                  </a:cubicBezTo>
                  <a:close/>
                  <a:moveTo>
                    <a:pt x="962416" y="127669"/>
                  </a:moveTo>
                  <a:cubicBezTo>
                    <a:pt x="962416" y="126753"/>
                    <a:pt x="963163" y="126005"/>
                    <a:pt x="964080" y="126005"/>
                  </a:cubicBezTo>
                  <a:cubicBezTo>
                    <a:pt x="964996" y="126005"/>
                    <a:pt x="965743" y="126753"/>
                    <a:pt x="965743" y="127669"/>
                  </a:cubicBezTo>
                  <a:cubicBezTo>
                    <a:pt x="965743" y="128585"/>
                    <a:pt x="964996" y="129332"/>
                    <a:pt x="964080" y="129332"/>
                  </a:cubicBezTo>
                  <a:cubicBezTo>
                    <a:pt x="963163" y="129332"/>
                    <a:pt x="962416" y="128585"/>
                    <a:pt x="962416" y="127669"/>
                  </a:cubicBezTo>
                  <a:close/>
                  <a:moveTo>
                    <a:pt x="9581" y="124342"/>
                  </a:moveTo>
                  <a:cubicBezTo>
                    <a:pt x="9581" y="123426"/>
                    <a:pt x="10328" y="122654"/>
                    <a:pt x="11244" y="122654"/>
                  </a:cubicBezTo>
                  <a:cubicBezTo>
                    <a:pt x="12160" y="122654"/>
                    <a:pt x="12908" y="123426"/>
                    <a:pt x="12908" y="124342"/>
                  </a:cubicBezTo>
                  <a:cubicBezTo>
                    <a:pt x="12908" y="125258"/>
                    <a:pt x="12160" y="126005"/>
                    <a:pt x="11244" y="126005"/>
                  </a:cubicBezTo>
                  <a:cubicBezTo>
                    <a:pt x="10328" y="126005"/>
                    <a:pt x="9581" y="125258"/>
                    <a:pt x="9581" y="124342"/>
                  </a:cubicBezTo>
                  <a:close/>
                  <a:moveTo>
                    <a:pt x="392711" y="124342"/>
                  </a:moveTo>
                  <a:cubicBezTo>
                    <a:pt x="392711" y="123426"/>
                    <a:pt x="393459" y="122654"/>
                    <a:pt x="394375" y="122654"/>
                  </a:cubicBezTo>
                  <a:cubicBezTo>
                    <a:pt x="395291" y="122654"/>
                    <a:pt x="396038" y="123426"/>
                    <a:pt x="396038" y="124342"/>
                  </a:cubicBezTo>
                  <a:cubicBezTo>
                    <a:pt x="396038" y="125258"/>
                    <a:pt x="395291" y="126005"/>
                    <a:pt x="394375" y="126005"/>
                  </a:cubicBezTo>
                  <a:cubicBezTo>
                    <a:pt x="393459" y="126005"/>
                    <a:pt x="392711" y="125258"/>
                    <a:pt x="392711" y="124342"/>
                  </a:cubicBezTo>
                  <a:close/>
                  <a:moveTo>
                    <a:pt x="389384" y="117664"/>
                  </a:moveTo>
                  <a:cubicBezTo>
                    <a:pt x="389384" y="116748"/>
                    <a:pt x="390132" y="116001"/>
                    <a:pt x="391048" y="116001"/>
                  </a:cubicBezTo>
                  <a:cubicBezTo>
                    <a:pt x="391964" y="116001"/>
                    <a:pt x="392711" y="116748"/>
                    <a:pt x="392711" y="117664"/>
                  </a:cubicBezTo>
                  <a:cubicBezTo>
                    <a:pt x="392711" y="118580"/>
                    <a:pt x="391964" y="119328"/>
                    <a:pt x="391048" y="119328"/>
                  </a:cubicBezTo>
                  <a:cubicBezTo>
                    <a:pt x="390132" y="119328"/>
                    <a:pt x="389384" y="118580"/>
                    <a:pt x="389384" y="117664"/>
                  </a:cubicBezTo>
                  <a:close/>
                  <a:moveTo>
                    <a:pt x="512650" y="117664"/>
                  </a:moveTo>
                  <a:cubicBezTo>
                    <a:pt x="512650" y="116748"/>
                    <a:pt x="513398" y="116001"/>
                    <a:pt x="514314" y="116001"/>
                  </a:cubicBezTo>
                  <a:cubicBezTo>
                    <a:pt x="515230" y="116001"/>
                    <a:pt x="515977" y="116748"/>
                    <a:pt x="515977" y="117664"/>
                  </a:cubicBezTo>
                  <a:cubicBezTo>
                    <a:pt x="515977" y="118580"/>
                    <a:pt x="515230" y="119328"/>
                    <a:pt x="514314" y="119328"/>
                  </a:cubicBezTo>
                  <a:cubicBezTo>
                    <a:pt x="513398" y="119328"/>
                    <a:pt x="512650" y="118580"/>
                    <a:pt x="512650" y="117664"/>
                  </a:cubicBezTo>
                  <a:close/>
                  <a:moveTo>
                    <a:pt x="952411" y="117664"/>
                  </a:moveTo>
                  <a:cubicBezTo>
                    <a:pt x="952411" y="116748"/>
                    <a:pt x="953159" y="116001"/>
                    <a:pt x="954075" y="116001"/>
                  </a:cubicBezTo>
                  <a:cubicBezTo>
                    <a:pt x="954991" y="116001"/>
                    <a:pt x="955738" y="116748"/>
                    <a:pt x="955738" y="117664"/>
                  </a:cubicBezTo>
                  <a:cubicBezTo>
                    <a:pt x="955738" y="118580"/>
                    <a:pt x="954991" y="119328"/>
                    <a:pt x="954075" y="119328"/>
                  </a:cubicBezTo>
                  <a:cubicBezTo>
                    <a:pt x="953159" y="119328"/>
                    <a:pt x="952411" y="118580"/>
                    <a:pt x="952411" y="117664"/>
                  </a:cubicBezTo>
                  <a:close/>
                  <a:moveTo>
                    <a:pt x="12908" y="114337"/>
                  </a:moveTo>
                  <a:cubicBezTo>
                    <a:pt x="12908" y="113421"/>
                    <a:pt x="13679" y="112674"/>
                    <a:pt x="14595" y="112674"/>
                  </a:cubicBezTo>
                  <a:cubicBezTo>
                    <a:pt x="15512" y="112674"/>
                    <a:pt x="16259" y="113421"/>
                    <a:pt x="16259" y="114337"/>
                  </a:cubicBezTo>
                  <a:cubicBezTo>
                    <a:pt x="16259" y="115253"/>
                    <a:pt x="15512" y="116001"/>
                    <a:pt x="14595" y="116001"/>
                  </a:cubicBezTo>
                  <a:cubicBezTo>
                    <a:pt x="13679" y="116001"/>
                    <a:pt x="12908" y="115253"/>
                    <a:pt x="12908" y="114337"/>
                  </a:cubicBezTo>
                  <a:close/>
                  <a:moveTo>
                    <a:pt x="16259" y="107683"/>
                  </a:moveTo>
                  <a:cubicBezTo>
                    <a:pt x="16259" y="106767"/>
                    <a:pt x="17006" y="106020"/>
                    <a:pt x="17922" y="106020"/>
                  </a:cubicBezTo>
                  <a:cubicBezTo>
                    <a:pt x="18839" y="106020"/>
                    <a:pt x="19586" y="106767"/>
                    <a:pt x="19586" y="107683"/>
                  </a:cubicBezTo>
                  <a:cubicBezTo>
                    <a:pt x="19586" y="108599"/>
                    <a:pt x="18839" y="109347"/>
                    <a:pt x="17922" y="109347"/>
                  </a:cubicBezTo>
                  <a:cubicBezTo>
                    <a:pt x="17006" y="109347"/>
                    <a:pt x="16259" y="108599"/>
                    <a:pt x="16259" y="107683"/>
                  </a:cubicBezTo>
                  <a:close/>
                  <a:moveTo>
                    <a:pt x="19586" y="101005"/>
                  </a:moveTo>
                  <a:cubicBezTo>
                    <a:pt x="19586" y="100089"/>
                    <a:pt x="20333" y="99342"/>
                    <a:pt x="21249" y="99342"/>
                  </a:cubicBezTo>
                  <a:cubicBezTo>
                    <a:pt x="22166" y="99342"/>
                    <a:pt x="22913" y="100089"/>
                    <a:pt x="22913" y="101005"/>
                  </a:cubicBezTo>
                  <a:cubicBezTo>
                    <a:pt x="22913" y="101921"/>
                    <a:pt x="22166" y="102669"/>
                    <a:pt x="21249" y="102669"/>
                  </a:cubicBezTo>
                  <a:cubicBezTo>
                    <a:pt x="20333" y="102669"/>
                    <a:pt x="19586" y="101921"/>
                    <a:pt x="19586" y="101005"/>
                  </a:cubicBezTo>
                  <a:close/>
                  <a:moveTo>
                    <a:pt x="382730" y="101005"/>
                  </a:moveTo>
                  <a:cubicBezTo>
                    <a:pt x="382730" y="100089"/>
                    <a:pt x="383478" y="99342"/>
                    <a:pt x="384394" y="99342"/>
                  </a:cubicBezTo>
                  <a:cubicBezTo>
                    <a:pt x="385310" y="99342"/>
                    <a:pt x="386057" y="100089"/>
                    <a:pt x="386057" y="101005"/>
                  </a:cubicBezTo>
                  <a:cubicBezTo>
                    <a:pt x="386057" y="101921"/>
                    <a:pt x="385310" y="102669"/>
                    <a:pt x="384394" y="102669"/>
                  </a:cubicBezTo>
                  <a:cubicBezTo>
                    <a:pt x="383478" y="102669"/>
                    <a:pt x="382730" y="101921"/>
                    <a:pt x="382730" y="101005"/>
                  </a:cubicBezTo>
                  <a:close/>
                  <a:moveTo>
                    <a:pt x="22913" y="94351"/>
                  </a:moveTo>
                  <a:cubicBezTo>
                    <a:pt x="22913" y="93435"/>
                    <a:pt x="23660" y="92688"/>
                    <a:pt x="24576" y="92688"/>
                  </a:cubicBezTo>
                  <a:cubicBezTo>
                    <a:pt x="25493" y="92688"/>
                    <a:pt x="26240" y="93435"/>
                    <a:pt x="26240" y="94351"/>
                  </a:cubicBezTo>
                  <a:cubicBezTo>
                    <a:pt x="26240" y="95267"/>
                    <a:pt x="25493" y="96015"/>
                    <a:pt x="24576" y="96015"/>
                  </a:cubicBezTo>
                  <a:cubicBezTo>
                    <a:pt x="23660" y="96015"/>
                    <a:pt x="22913" y="95267"/>
                    <a:pt x="22913" y="94351"/>
                  </a:cubicBezTo>
                  <a:close/>
                  <a:moveTo>
                    <a:pt x="376052" y="91024"/>
                  </a:moveTo>
                  <a:cubicBezTo>
                    <a:pt x="376052" y="90108"/>
                    <a:pt x="376799" y="89361"/>
                    <a:pt x="377715" y="89361"/>
                  </a:cubicBezTo>
                  <a:cubicBezTo>
                    <a:pt x="378631" y="89361"/>
                    <a:pt x="379379" y="90108"/>
                    <a:pt x="379379" y="91024"/>
                  </a:cubicBezTo>
                  <a:cubicBezTo>
                    <a:pt x="379379" y="91940"/>
                    <a:pt x="378631" y="92688"/>
                    <a:pt x="377715" y="92688"/>
                  </a:cubicBezTo>
                  <a:cubicBezTo>
                    <a:pt x="376799" y="92688"/>
                    <a:pt x="376052" y="91940"/>
                    <a:pt x="376052" y="91024"/>
                  </a:cubicBezTo>
                  <a:close/>
                  <a:moveTo>
                    <a:pt x="29567" y="84346"/>
                  </a:moveTo>
                  <a:cubicBezTo>
                    <a:pt x="29567" y="83430"/>
                    <a:pt x="30314" y="82683"/>
                    <a:pt x="31230" y="82683"/>
                  </a:cubicBezTo>
                  <a:cubicBezTo>
                    <a:pt x="32146" y="82683"/>
                    <a:pt x="32918" y="83430"/>
                    <a:pt x="32918" y="84346"/>
                  </a:cubicBezTo>
                  <a:cubicBezTo>
                    <a:pt x="32918" y="85263"/>
                    <a:pt x="32146" y="86010"/>
                    <a:pt x="31230" y="86010"/>
                  </a:cubicBezTo>
                  <a:cubicBezTo>
                    <a:pt x="30314" y="86010"/>
                    <a:pt x="29567" y="85263"/>
                    <a:pt x="29567" y="84346"/>
                  </a:cubicBezTo>
                  <a:close/>
                  <a:moveTo>
                    <a:pt x="372725" y="84346"/>
                  </a:moveTo>
                  <a:cubicBezTo>
                    <a:pt x="372725" y="83430"/>
                    <a:pt x="373472" y="82683"/>
                    <a:pt x="374388" y="82683"/>
                  </a:cubicBezTo>
                  <a:cubicBezTo>
                    <a:pt x="375304" y="82683"/>
                    <a:pt x="376052" y="83430"/>
                    <a:pt x="376052" y="84346"/>
                  </a:cubicBezTo>
                  <a:cubicBezTo>
                    <a:pt x="376052" y="85263"/>
                    <a:pt x="375304" y="86010"/>
                    <a:pt x="374388" y="86010"/>
                  </a:cubicBezTo>
                  <a:cubicBezTo>
                    <a:pt x="373472" y="86010"/>
                    <a:pt x="372725" y="85263"/>
                    <a:pt x="372725" y="84346"/>
                  </a:cubicBezTo>
                  <a:close/>
                  <a:moveTo>
                    <a:pt x="39572" y="71038"/>
                  </a:moveTo>
                  <a:cubicBezTo>
                    <a:pt x="39572" y="70122"/>
                    <a:pt x="40319" y="69351"/>
                    <a:pt x="41235" y="69351"/>
                  </a:cubicBezTo>
                  <a:cubicBezTo>
                    <a:pt x="42151" y="69351"/>
                    <a:pt x="42899" y="70122"/>
                    <a:pt x="42899" y="71038"/>
                  </a:cubicBezTo>
                  <a:cubicBezTo>
                    <a:pt x="42899" y="71955"/>
                    <a:pt x="42151" y="72702"/>
                    <a:pt x="41235" y="72702"/>
                  </a:cubicBezTo>
                  <a:cubicBezTo>
                    <a:pt x="40319" y="72702"/>
                    <a:pt x="39572" y="71955"/>
                    <a:pt x="39572" y="71038"/>
                  </a:cubicBezTo>
                  <a:close/>
                  <a:moveTo>
                    <a:pt x="360744" y="68845"/>
                  </a:moveTo>
                  <a:lnTo>
                    <a:pt x="358380" y="65011"/>
                  </a:lnTo>
                  <a:lnTo>
                    <a:pt x="362214" y="67374"/>
                  </a:lnTo>
                  <a:cubicBezTo>
                    <a:pt x="364335" y="68676"/>
                    <a:pt x="366071" y="70411"/>
                    <a:pt x="366071" y="71231"/>
                  </a:cubicBezTo>
                  <a:cubicBezTo>
                    <a:pt x="366071" y="74004"/>
                    <a:pt x="363130" y="72678"/>
                    <a:pt x="360744" y="68845"/>
                  </a:cubicBezTo>
                  <a:close/>
                  <a:moveTo>
                    <a:pt x="334104" y="42205"/>
                  </a:moveTo>
                  <a:lnTo>
                    <a:pt x="331717" y="38348"/>
                  </a:lnTo>
                  <a:lnTo>
                    <a:pt x="335574" y="40734"/>
                  </a:lnTo>
                  <a:cubicBezTo>
                    <a:pt x="339408" y="43097"/>
                    <a:pt x="340709" y="46038"/>
                    <a:pt x="337937" y="46038"/>
                  </a:cubicBezTo>
                  <a:cubicBezTo>
                    <a:pt x="337141" y="46038"/>
                    <a:pt x="335405" y="44302"/>
                    <a:pt x="334104" y="42205"/>
                  </a:cubicBezTo>
                  <a:close/>
                  <a:moveTo>
                    <a:pt x="69562" y="41048"/>
                  </a:moveTo>
                  <a:cubicBezTo>
                    <a:pt x="69562" y="40131"/>
                    <a:pt x="70310" y="39384"/>
                    <a:pt x="71226" y="39384"/>
                  </a:cubicBezTo>
                  <a:cubicBezTo>
                    <a:pt x="72142" y="39384"/>
                    <a:pt x="72889" y="40131"/>
                    <a:pt x="72889" y="41048"/>
                  </a:cubicBezTo>
                  <a:cubicBezTo>
                    <a:pt x="72889" y="41964"/>
                    <a:pt x="72142" y="42711"/>
                    <a:pt x="71226" y="42711"/>
                  </a:cubicBezTo>
                  <a:cubicBezTo>
                    <a:pt x="70310" y="42711"/>
                    <a:pt x="69562" y="41964"/>
                    <a:pt x="69562" y="41048"/>
                  </a:cubicBezTo>
                  <a:close/>
                  <a:moveTo>
                    <a:pt x="82870" y="31043"/>
                  </a:moveTo>
                  <a:cubicBezTo>
                    <a:pt x="82870" y="30127"/>
                    <a:pt x="83642" y="29379"/>
                    <a:pt x="84558" y="29379"/>
                  </a:cubicBezTo>
                  <a:cubicBezTo>
                    <a:pt x="85474" y="29379"/>
                    <a:pt x="86221" y="30127"/>
                    <a:pt x="86221" y="31043"/>
                  </a:cubicBezTo>
                  <a:cubicBezTo>
                    <a:pt x="86221" y="31959"/>
                    <a:pt x="85474" y="32706"/>
                    <a:pt x="84558" y="32706"/>
                  </a:cubicBezTo>
                  <a:cubicBezTo>
                    <a:pt x="83642" y="32706"/>
                    <a:pt x="82870" y="31959"/>
                    <a:pt x="82870" y="31043"/>
                  </a:cubicBezTo>
                  <a:close/>
                  <a:moveTo>
                    <a:pt x="319421" y="31043"/>
                  </a:moveTo>
                  <a:cubicBezTo>
                    <a:pt x="319421" y="30127"/>
                    <a:pt x="320169" y="29379"/>
                    <a:pt x="321085" y="29379"/>
                  </a:cubicBezTo>
                  <a:cubicBezTo>
                    <a:pt x="322001" y="29379"/>
                    <a:pt x="322748" y="30127"/>
                    <a:pt x="322748" y="31043"/>
                  </a:cubicBezTo>
                  <a:cubicBezTo>
                    <a:pt x="322748" y="31959"/>
                    <a:pt x="322001" y="32706"/>
                    <a:pt x="321085" y="32706"/>
                  </a:cubicBezTo>
                  <a:cubicBezTo>
                    <a:pt x="320169" y="32706"/>
                    <a:pt x="319421" y="31959"/>
                    <a:pt x="319421" y="31043"/>
                  </a:cubicBezTo>
                  <a:close/>
                  <a:moveTo>
                    <a:pt x="89548" y="27716"/>
                  </a:moveTo>
                  <a:cubicBezTo>
                    <a:pt x="89548" y="26800"/>
                    <a:pt x="90296" y="26052"/>
                    <a:pt x="91212" y="26052"/>
                  </a:cubicBezTo>
                  <a:cubicBezTo>
                    <a:pt x="92128" y="26052"/>
                    <a:pt x="92875" y="26800"/>
                    <a:pt x="92875" y="27716"/>
                  </a:cubicBezTo>
                  <a:cubicBezTo>
                    <a:pt x="92875" y="28632"/>
                    <a:pt x="92128" y="29379"/>
                    <a:pt x="91212" y="29379"/>
                  </a:cubicBezTo>
                  <a:cubicBezTo>
                    <a:pt x="90296" y="29379"/>
                    <a:pt x="89548" y="28632"/>
                    <a:pt x="89548" y="27716"/>
                  </a:cubicBezTo>
                  <a:close/>
                  <a:moveTo>
                    <a:pt x="312767" y="27716"/>
                  </a:moveTo>
                  <a:cubicBezTo>
                    <a:pt x="312767" y="26800"/>
                    <a:pt x="313515" y="26052"/>
                    <a:pt x="314431" y="26052"/>
                  </a:cubicBezTo>
                  <a:cubicBezTo>
                    <a:pt x="315347" y="26052"/>
                    <a:pt x="316094" y="26800"/>
                    <a:pt x="316094" y="27716"/>
                  </a:cubicBezTo>
                  <a:cubicBezTo>
                    <a:pt x="316094" y="28632"/>
                    <a:pt x="315347" y="29379"/>
                    <a:pt x="314431" y="29379"/>
                  </a:cubicBezTo>
                  <a:cubicBezTo>
                    <a:pt x="313515" y="29379"/>
                    <a:pt x="312767" y="28632"/>
                    <a:pt x="312767" y="27716"/>
                  </a:cubicBezTo>
                  <a:close/>
                  <a:moveTo>
                    <a:pt x="99529" y="21062"/>
                  </a:moveTo>
                  <a:cubicBezTo>
                    <a:pt x="99529" y="20146"/>
                    <a:pt x="100276" y="19398"/>
                    <a:pt x="101193" y="19398"/>
                  </a:cubicBezTo>
                  <a:cubicBezTo>
                    <a:pt x="102109" y="19398"/>
                    <a:pt x="102880" y="20146"/>
                    <a:pt x="102880" y="21062"/>
                  </a:cubicBezTo>
                  <a:cubicBezTo>
                    <a:pt x="102880" y="21978"/>
                    <a:pt x="102109" y="22725"/>
                    <a:pt x="101193" y="22725"/>
                  </a:cubicBezTo>
                  <a:cubicBezTo>
                    <a:pt x="100276" y="22725"/>
                    <a:pt x="99529" y="21978"/>
                    <a:pt x="99529" y="21062"/>
                  </a:cubicBezTo>
                  <a:close/>
                  <a:moveTo>
                    <a:pt x="302763" y="21062"/>
                  </a:moveTo>
                  <a:cubicBezTo>
                    <a:pt x="302763" y="20146"/>
                    <a:pt x="303510" y="19398"/>
                    <a:pt x="304427" y="19398"/>
                  </a:cubicBezTo>
                  <a:cubicBezTo>
                    <a:pt x="305343" y="19398"/>
                    <a:pt x="306090" y="20146"/>
                    <a:pt x="306090" y="21062"/>
                  </a:cubicBezTo>
                  <a:cubicBezTo>
                    <a:pt x="306090" y="21978"/>
                    <a:pt x="305343" y="22725"/>
                    <a:pt x="304427" y="22725"/>
                  </a:cubicBezTo>
                  <a:cubicBezTo>
                    <a:pt x="303510" y="22725"/>
                    <a:pt x="302763" y="21978"/>
                    <a:pt x="302763" y="21062"/>
                  </a:cubicBezTo>
                  <a:close/>
                  <a:moveTo>
                    <a:pt x="106207" y="17735"/>
                  </a:moveTo>
                  <a:cubicBezTo>
                    <a:pt x="106207" y="16819"/>
                    <a:pt x="106955" y="16047"/>
                    <a:pt x="107871" y="16047"/>
                  </a:cubicBezTo>
                  <a:cubicBezTo>
                    <a:pt x="108787" y="16047"/>
                    <a:pt x="109534" y="16819"/>
                    <a:pt x="109534" y="17735"/>
                  </a:cubicBezTo>
                  <a:cubicBezTo>
                    <a:pt x="109534" y="18651"/>
                    <a:pt x="108787" y="19398"/>
                    <a:pt x="107871" y="19398"/>
                  </a:cubicBezTo>
                  <a:cubicBezTo>
                    <a:pt x="106955" y="19398"/>
                    <a:pt x="106207" y="18651"/>
                    <a:pt x="106207" y="17735"/>
                  </a:cubicBezTo>
                  <a:close/>
                  <a:moveTo>
                    <a:pt x="286104" y="14384"/>
                  </a:moveTo>
                  <a:cubicBezTo>
                    <a:pt x="286104" y="13468"/>
                    <a:pt x="286851" y="12720"/>
                    <a:pt x="287767" y="12720"/>
                  </a:cubicBezTo>
                  <a:cubicBezTo>
                    <a:pt x="288683" y="12720"/>
                    <a:pt x="289431" y="13468"/>
                    <a:pt x="289431" y="14384"/>
                  </a:cubicBezTo>
                  <a:cubicBezTo>
                    <a:pt x="289431" y="15300"/>
                    <a:pt x="288683" y="16047"/>
                    <a:pt x="287767" y="16047"/>
                  </a:cubicBezTo>
                  <a:cubicBezTo>
                    <a:pt x="286851" y="16047"/>
                    <a:pt x="286104" y="15300"/>
                    <a:pt x="286104" y="14384"/>
                  </a:cubicBezTo>
                  <a:close/>
                  <a:moveTo>
                    <a:pt x="122866" y="11057"/>
                  </a:moveTo>
                  <a:cubicBezTo>
                    <a:pt x="122866" y="10141"/>
                    <a:pt x="123613" y="9393"/>
                    <a:pt x="124529" y="9393"/>
                  </a:cubicBezTo>
                  <a:cubicBezTo>
                    <a:pt x="125446" y="9393"/>
                    <a:pt x="126193" y="10141"/>
                    <a:pt x="126193" y="11057"/>
                  </a:cubicBezTo>
                  <a:cubicBezTo>
                    <a:pt x="126193" y="11973"/>
                    <a:pt x="125446" y="12720"/>
                    <a:pt x="124529" y="12720"/>
                  </a:cubicBezTo>
                  <a:cubicBezTo>
                    <a:pt x="123613" y="12720"/>
                    <a:pt x="122866" y="11973"/>
                    <a:pt x="122866" y="11057"/>
                  </a:cubicBezTo>
                  <a:close/>
                  <a:moveTo>
                    <a:pt x="279450" y="11057"/>
                  </a:moveTo>
                  <a:cubicBezTo>
                    <a:pt x="279450" y="10141"/>
                    <a:pt x="280198" y="9393"/>
                    <a:pt x="281113" y="9393"/>
                  </a:cubicBezTo>
                  <a:cubicBezTo>
                    <a:pt x="282029" y="9393"/>
                    <a:pt x="282777" y="10141"/>
                    <a:pt x="282777" y="11057"/>
                  </a:cubicBezTo>
                  <a:cubicBezTo>
                    <a:pt x="282777" y="11973"/>
                    <a:pt x="282029" y="12720"/>
                    <a:pt x="281113" y="12720"/>
                  </a:cubicBezTo>
                  <a:cubicBezTo>
                    <a:pt x="280198" y="12720"/>
                    <a:pt x="279450" y="11973"/>
                    <a:pt x="279450" y="11057"/>
                  </a:cubicBezTo>
                  <a:close/>
                  <a:moveTo>
                    <a:pt x="132847" y="7730"/>
                  </a:moveTo>
                  <a:cubicBezTo>
                    <a:pt x="132847" y="6814"/>
                    <a:pt x="133594" y="6066"/>
                    <a:pt x="134510" y="6066"/>
                  </a:cubicBezTo>
                  <a:cubicBezTo>
                    <a:pt x="135427" y="6066"/>
                    <a:pt x="136174" y="6814"/>
                    <a:pt x="136174" y="7730"/>
                  </a:cubicBezTo>
                  <a:cubicBezTo>
                    <a:pt x="136174" y="8646"/>
                    <a:pt x="135427" y="9393"/>
                    <a:pt x="134510" y="9393"/>
                  </a:cubicBezTo>
                  <a:cubicBezTo>
                    <a:pt x="133594" y="9393"/>
                    <a:pt x="132847" y="8646"/>
                    <a:pt x="132847" y="7730"/>
                  </a:cubicBezTo>
                  <a:close/>
                  <a:moveTo>
                    <a:pt x="267227" y="7176"/>
                  </a:moveTo>
                  <a:cubicBezTo>
                    <a:pt x="268457" y="5946"/>
                    <a:pt x="270457" y="5946"/>
                    <a:pt x="271663" y="7176"/>
                  </a:cubicBezTo>
                  <a:cubicBezTo>
                    <a:pt x="272892" y="8405"/>
                    <a:pt x="271880" y="9393"/>
                    <a:pt x="269445" y="9393"/>
                  </a:cubicBezTo>
                  <a:cubicBezTo>
                    <a:pt x="267010" y="9393"/>
                    <a:pt x="265997" y="8405"/>
                    <a:pt x="267227" y="7176"/>
                  </a:cubicBezTo>
                  <a:close/>
                  <a:moveTo>
                    <a:pt x="146179" y="4403"/>
                  </a:moveTo>
                  <a:cubicBezTo>
                    <a:pt x="146179" y="3487"/>
                    <a:pt x="146926" y="2739"/>
                    <a:pt x="147842" y="2739"/>
                  </a:cubicBezTo>
                  <a:cubicBezTo>
                    <a:pt x="148758" y="2739"/>
                    <a:pt x="149506" y="3487"/>
                    <a:pt x="149506" y="4403"/>
                  </a:cubicBezTo>
                  <a:cubicBezTo>
                    <a:pt x="149506" y="5319"/>
                    <a:pt x="148758" y="6066"/>
                    <a:pt x="147842" y="6066"/>
                  </a:cubicBezTo>
                  <a:cubicBezTo>
                    <a:pt x="146926" y="6066"/>
                    <a:pt x="146179" y="5319"/>
                    <a:pt x="146179" y="4403"/>
                  </a:cubicBezTo>
                  <a:close/>
                  <a:moveTo>
                    <a:pt x="256113" y="4403"/>
                  </a:moveTo>
                  <a:cubicBezTo>
                    <a:pt x="256113" y="3487"/>
                    <a:pt x="256860" y="2739"/>
                    <a:pt x="257776" y="2739"/>
                  </a:cubicBezTo>
                  <a:cubicBezTo>
                    <a:pt x="258693" y="2739"/>
                    <a:pt x="259464" y="3487"/>
                    <a:pt x="259464" y="4403"/>
                  </a:cubicBezTo>
                  <a:cubicBezTo>
                    <a:pt x="259464" y="5319"/>
                    <a:pt x="258693" y="6066"/>
                    <a:pt x="257776" y="6066"/>
                  </a:cubicBezTo>
                  <a:cubicBezTo>
                    <a:pt x="256860" y="6066"/>
                    <a:pt x="256113" y="5319"/>
                    <a:pt x="256113" y="4403"/>
                  </a:cubicBezTo>
                  <a:close/>
                  <a:moveTo>
                    <a:pt x="167057" y="425"/>
                  </a:moveTo>
                  <a:cubicBezTo>
                    <a:pt x="170311" y="-419"/>
                    <a:pt x="174795" y="-370"/>
                    <a:pt x="177062" y="546"/>
                  </a:cubicBezTo>
                  <a:cubicBezTo>
                    <a:pt x="179328" y="1462"/>
                    <a:pt x="176676" y="2137"/>
                    <a:pt x="171155" y="2088"/>
                  </a:cubicBezTo>
                  <a:lnTo>
                    <a:pt x="161174" y="1968"/>
                  </a:lnTo>
                  <a:close/>
                  <a:moveTo>
                    <a:pt x="228630" y="522"/>
                  </a:moveTo>
                  <a:cubicBezTo>
                    <a:pt x="230920" y="-395"/>
                    <a:pt x="234681" y="-395"/>
                    <a:pt x="236971" y="522"/>
                  </a:cubicBezTo>
                  <a:lnTo>
                    <a:pt x="241118" y="2209"/>
                  </a:lnTo>
                  <a:lnTo>
                    <a:pt x="232800" y="2209"/>
                  </a:lnTo>
                  <a:lnTo>
                    <a:pt x="224459" y="2209"/>
                  </a:lnTo>
                  <a:close/>
                </a:path>
              </a:pathLst>
            </a:custGeom>
            <a:solidFill>
              <a:srgbClr val="FF7F2A"/>
            </a:solidFill>
            <a:ln w="1258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E04034F-C4EB-0A65-5D2E-5F37FA2F1A4A}"/>
                </a:ext>
              </a:extLst>
            </p:cNvPr>
            <p:cNvSpPr/>
            <p:nvPr/>
          </p:nvSpPr>
          <p:spPr>
            <a:xfrm>
              <a:off x="2458711" y="4817676"/>
              <a:ext cx="1652218" cy="1230394"/>
            </a:xfrm>
            <a:custGeom>
              <a:avLst/>
              <a:gdLst>
                <a:gd name="csX0" fmla="*/ 1407946 w 1652218"/>
                <a:gd name="csY0" fmla="*/ 1227302 h 1230394"/>
                <a:gd name="csX1" fmla="*/ 1372964 w 1652218"/>
                <a:gd name="csY1" fmla="*/ 1218454 h 1230394"/>
                <a:gd name="csX2" fmla="*/ 1354015 w 1652218"/>
                <a:gd name="csY2" fmla="*/ 1212499 h 1230394"/>
                <a:gd name="csX3" fmla="*/ 1329039 w 1652218"/>
                <a:gd name="csY3" fmla="*/ 1195599 h 1230394"/>
                <a:gd name="csX4" fmla="*/ 1304039 w 1652218"/>
                <a:gd name="csY4" fmla="*/ 1178675 h 1230394"/>
                <a:gd name="csX5" fmla="*/ 1286584 w 1652218"/>
                <a:gd name="csY5" fmla="*/ 1155531 h 1230394"/>
                <a:gd name="csX6" fmla="*/ 1269153 w 1652218"/>
                <a:gd name="csY6" fmla="*/ 1132387 h 1230394"/>
                <a:gd name="csX7" fmla="*/ 1260740 w 1652218"/>
                <a:gd name="csY7" fmla="*/ 1111388 h 1230394"/>
                <a:gd name="csX8" fmla="*/ 1249119 w 1652218"/>
                <a:gd name="csY8" fmla="*/ 1068041 h 1230394"/>
                <a:gd name="csX9" fmla="*/ 1245865 w 1652218"/>
                <a:gd name="csY9" fmla="*/ 1045645 h 1230394"/>
                <a:gd name="csX10" fmla="*/ 1245792 w 1652218"/>
                <a:gd name="csY10" fmla="*/ 879900 h 1230394"/>
                <a:gd name="csX11" fmla="*/ 1245720 w 1652218"/>
                <a:gd name="csY11" fmla="*/ 714155 h 1230394"/>
                <a:gd name="csX12" fmla="*/ 1190536 w 1652218"/>
                <a:gd name="csY12" fmla="*/ 714155 h 1230394"/>
                <a:gd name="csX13" fmla="*/ 1135352 w 1652218"/>
                <a:gd name="csY13" fmla="*/ 714155 h 1230394"/>
                <a:gd name="csX14" fmla="*/ 1128071 w 1652218"/>
                <a:gd name="csY14" fmla="*/ 710322 h 1230394"/>
                <a:gd name="csX15" fmla="*/ 1115849 w 1652218"/>
                <a:gd name="csY15" fmla="*/ 689998 h 1230394"/>
                <a:gd name="csX16" fmla="*/ 1115800 w 1652218"/>
                <a:gd name="csY16" fmla="*/ 680837 h 1230394"/>
                <a:gd name="csX17" fmla="*/ 1122454 w 1652218"/>
                <a:gd name="csY17" fmla="*/ 674183 h 1230394"/>
                <a:gd name="csX18" fmla="*/ 1129132 w 1652218"/>
                <a:gd name="csY18" fmla="*/ 667529 h 1230394"/>
                <a:gd name="csX19" fmla="*/ 1186992 w 1652218"/>
                <a:gd name="csY19" fmla="*/ 667529 h 1230394"/>
                <a:gd name="csX20" fmla="*/ 1244876 w 1652218"/>
                <a:gd name="csY20" fmla="*/ 667529 h 1230394"/>
                <a:gd name="csX21" fmla="*/ 1247118 w 1652218"/>
                <a:gd name="csY21" fmla="*/ 643373 h 1230394"/>
                <a:gd name="csX22" fmla="*/ 1293069 w 1652218"/>
                <a:gd name="csY22" fmla="*/ 530160 h 1230394"/>
                <a:gd name="csX23" fmla="*/ 1306184 w 1652218"/>
                <a:gd name="csY23" fmla="*/ 514417 h 1230394"/>
                <a:gd name="csX24" fmla="*/ 1330268 w 1652218"/>
                <a:gd name="csY24" fmla="*/ 498313 h 1230394"/>
                <a:gd name="csX25" fmla="*/ 1354352 w 1652218"/>
                <a:gd name="csY25" fmla="*/ 482208 h 1230394"/>
                <a:gd name="csX26" fmla="*/ 1379160 w 1652218"/>
                <a:gd name="csY26" fmla="*/ 474180 h 1230394"/>
                <a:gd name="csX27" fmla="*/ 1403992 w 1652218"/>
                <a:gd name="csY27" fmla="*/ 466128 h 1230394"/>
                <a:gd name="csX28" fmla="*/ 1448954 w 1652218"/>
                <a:gd name="csY28" fmla="*/ 466225 h 1230394"/>
                <a:gd name="csX29" fmla="*/ 1493940 w 1652218"/>
                <a:gd name="csY29" fmla="*/ 466321 h 1230394"/>
                <a:gd name="csX30" fmla="*/ 1513926 w 1652218"/>
                <a:gd name="csY30" fmla="*/ 472227 h 1230394"/>
                <a:gd name="csX31" fmla="*/ 1555561 w 1652218"/>
                <a:gd name="csY31" fmla="*/ 490092 h 1230394"/>
                <a:gd name="csX32" fmla="*/ 1577210 w 1652218"/>
                <a:gd name="csY32" fmla="*/ 502050 h 1230394"/>
                <a:gd name="csX33" fmla="*/ 1597703 w 1652218"/>
                <a:gd name="csY33" fmla="*/ 522831 h 1230394"/>
                <a:gd name="csX34" fmla="*/ 1618194 w 1652218"/>
                <a:gd name="csY34" fmla="*/ 543612 h 1230394"/>
                <a:gd name="csX35" fmla="*/ 1630225 w 1652218"/>
                <a:gd name="csY35" fmla="*/ 568082 h 1230394"/>
                <a:gd name="csX36" fmla="*/ 1642279 w 1652218"/>
                <a:gd name="csY36" fmla="*/ 592552 h 1230394"/>
                <a:gd name="csX37" fmla="*/ 1647172 w 1652218"/>
                <a:gd name="csY37" fmla="*/ 615865 h 1230394"/>
                <a:gd name="csX38" fmla="*/ 1652066 w 1652218"/>
                <a:gd name="csY38" fmla="*/ 639202 h 1230394"/>
                <a:gd name="csX39" fmla="*/ 1652066 w 1652218"/>
                <a:gd name="csY39" fmla="*/ 847426 h 1230394"/>
                <a:gd name="csX40" fmla="*/ 1652066 w 1652218"/>
                <a:gd name="csY40" fmla="*/ 1055650 h 1230394"/>
                <a:gd name="csX41" fmla="*/ 1647172 w 1652218"/>
                <a:gd name="csY41" fmla="*/ 1078963 h 1230394"/>
                <a:gd name="csX42" fmla="*/ 1642279 w 1652218"/>
                <a:gd name="csY42" fmla="*/ 1102276 h 1230394"/>
                <a:gd name="csX43" fmla="*/ 1630225 w 1652218"/>
                <a:gd name="csY43" fmla="*/ 1126745 h 1230394"/>
                <a:gd name="csX44" fmla="*/ 1618194 w 1652218"/>
                <a:gd name="csY44" fmla="*/ 1151216 h 1230394"/>
                <a:gd name="csX45" fmla="*/ 1597703 w 1652218"/>
                <a:gd name="csY45" fmla="*/ 1171997 h 1230394"/>
                <a:gd name="csX46" fmla="*/ 1522147 w 1652218"/>
                <a:gd name="csY46" fmla="*/ 1219370 h 1230394"/>
                <a:gd name="csX47" fmla="*/ 1498883 w 1652218"/>
                <a:gd name="csY47" fmla="*/ 1227470 h 1230394"/>
                <a:gd name="csX48" fmla="*/ 1461418 w 1652218"/>
                <a:gd name="csY48" fmla="*/ 1228845 h 1230394"/>
                <a:gd name="csX49" fmla="*/ 1423977 w 1652218"/>
                <a:gd name="csY49" fmla="*/ 1230219 h 1230394"/>
                <a:gd name="csX50" fmla="*/ 1489625 w 1652218"/>
                <a:gd name="csY50" fmla="*/ 1180194 h 1230394"/>
                <a:gd name="csX51" fmla="*/ 1600403 w 1652218"/>
                <a:gd name="csY51" fmla="*/ 1075756 h 1230394"/>
                <a:gd name="csX52" fmla="*/ 1605537 w 1652218"/>
                <a:gd name="csY52" fmla="*/ 1055915 h 1230394"/>
                <a:gd name="csX53" fmla="*/ 1605537 w 1652218"/>
                <a:gd name="csY53" fmla="*/ 847426 h 1230394"/>
                <a:gd name="csX54" fmla="*/ 1605537 w 1652218"/>
                <a:gd name="csY54" fmla="*/ 638937 h 1230394"/>
                <a:gd name="csX55" fmla="*/ 1600379 w 1652218"/>
                <a:gd name="csY55" fmla="*/ 619072 h 1230394"/>
                <a:gd name="csX56" fmla="*/ 1537914 w 1652218"/>
                <a:gd name="csY56" fmla="*/ 533896 h 1230394"/>
                <a:gd name="csX57" fmla="*/ 1518603 w 1652218"/>
                <a:gd name="csY57" fmla="*/ 521384 h 1230394"/>
                <a:gd name="csX58" fmla="*/ 1495628 w 1652218"/>
                <a:gd name="csY58" fmla="*/ 516177 h 1230394"/>
                <a:gd name="csX59" fmla="*/ 1472628 w 1652218"/>
                <a:gd name="csY59" fmla="*/ 510945 h 1230394"/>
                <a:gd name="csX60" fmla="*/ 1449316 w 1652218"/>
                <a:gd name="csY60" fmla="*/ 510945 h 1230394"/>
                <a:gd name="csX61" fmla="*/ 1315393 w 1652218"/>
                <a:gd name="csY61" fmla="*/ 578449 h 1230394"/>
                <a:gd name="csX62" fmla="*/ 1302833 w 1652218"/>
                <a:gd name="csY62" fmla="*/ 597880 h 1230394"/>
                <a:gd name="csX63" fmla="*/ 1297601 w 1652218"/>
                <a:gd name="csY63" fmla="*/ 620856 h 1230394"/>
                <a:gd name="csX64" fmla="*/ 1292394 w 1652218"/>
                <a:gd name="csY64" fmla="*/ 655692 h 1230394"/>
                <a:gd name="csX65" fmla="*/ 1292394 w 1652218"/>
                <a:gd name="csY65" fmla="*/ 667529 h 1230394"/>
                <a:gd name="csX66" fmla="*/ 1383620 w 1652218"/>
                <a:gd name="csY66" fmla="*/ 667529 h 1230394"/>
                <a:gd name="csX67" fmla="*/ 1474871 w 1652218"/>
                <a:gd name="csY67" fmla="*/ 667529 h 1230394"/>
                <a:gd name="csX68" fmla="*/ 1482440 w 1652218"/>
                <a:gd name="csY68" fmla="*/ 673629 h 1230394"/>
                <a:gd name="csX69" fmla="*/ 1489986 w 1652218"/>
                <a:gd name="csY69" fmla="*/ 679752 h 1230394"/>
                <a:gd name="csX70" fmla="*/ 1489673 w 1652218"/>
                <a:gd name="csY70" fmla="*/ 691108 h 1230394"/>
                <a:gd name="csX71" fmla="*/ 1489335 w 1652218"/>
                <a:gd name="csY71" fmla="*/ 702438 h 1230394"/>
                <a:gd name="csX72" fmla="*/ 1482103 w 1652218"/>
                <a:gd name="csY72" fmla="*/ 708296 h 1230394"/>
                <a:gd name="csX73" fmla="*/ 1474871 w 1652218"/>
                <a:gd name="csY73" fmla="*/ 714155 h 1230394"/>
                <a:gd name="csX74" fmla="*/ 1383620 w 1652218"/>
                <a:gd name="csY74" fmla="*/ 714155 h 1230394"/>
                <a:gd name="csX75" fmla="*/ 1292370 w 1652218"/>
                <a:gd name="csY75" fmla="*/ 714155 h 1230394"/>
                <a:gd name="csX76" fmla="*/ 1292370 w 1652218"/>
                <a:gd name="csY76" fmla="*/ 882238 h 1230394"/>
                <a:gd name="csX77" fmla="*/ 1292370 w 1652218"/>
                <a:gd name="csY77" fmla="*/ 1050322 h 1230394"/>
                <a:gd name="csX78" fmla="*/ 1296107 w 1652218"/>
                <a:gd name="csY78" fmla="*/ 1067969 h 1230394"/>
                <a:gd name="csX79" fmla="*/ 1308354 w 1652218"/>
                <a:gd name="csY79" fmla="*/ 1103963 h 1230394"/>
                <a:gd name="csX80" fmla="*/ 1316912 w 1652218"/>
                <a:gd name="csY80" fmla="*/ 1122285 h 1230394"/>
                <a:gd name="csX81" fmla="*/ 1335476 w 1652218"/>
                <a:gd name="csY81" fmla="*/ 1140776 h 1230394"/>
                <a:gd name="csX82" fmla="*/ 1354015 w 1652218"/>
                <a:gd name="csY82" fmla="*/ 1159292 h 1230394"/>
                <a:gd name="csX83" fmla="*/ 1370674 w 1652218"/>
                <a:gd name="csY83" fmla="*/ 1167344 h 1230394"/>
                <a:gd name="csX84" fmla="*/ 1489601 w 1652218"/>
                <a:gd name="csY84" fmla="*/ 1180194 h 1230394"/>
                <a:gd name="csX85" fmla="*/ 729343 w 1652218"/>
                <a:gd name="csY85" fmla="*/ 1191573 h 1230394"/>
                <a:gd name="csX86" fmla="*/ 718518 w 1652218"/>
                <a:gd name="csY86" fmla="*/ 1184630 h 1230394"/>
                <a:gd name="csX87" fmla="*/ 712684 w 1652218"/>
                <a:gd name="csY87" fmla="*/ 1179543 h 1230394"/>
                <a:gd name="csX88" fmla="*/ 712684 w 1652218"/>
                <a:gd name="csY88" fmla="*/ 1168911 h 1230394"/>
                <a:gd name="csX89" fmla="*/ 712684 w 1652218"/>
                <a:gd name="csY89" fmla="*/ 1158279 h 1230394"/>
                <a:gd name="csX90" fmla="*/ 718784 w 1652218"/>
                <a:gd name="csY90" fmla="*/ 1152783 h 1230394"/>
                <a:gd name="csX91" fmla="*/ 724883 w 1652218"/>
                <a:gd name="csY91" fmla="*/ 1147262 h 1230394"/>
                <a:gd name="csX92" fmla="*/ 944823 w 1652218"/>
                <a:gd name="csY92" fmla="*/ 1147262 h 1230394"/>
                <a:gd name="csX93" fmla="*/ 1164740 w 1652218"/>
                <a:gd name="csY93" fmla="*/ 1147262 h 1230394"/>
                <a:gd name="csX94" fmla="*/ 1170261 w 1652218"/>
                <a:gd name="csY94" fmla="*/ 1153361 h 1230394"/>
                <a:gd name="csX95" fmla="*/ 1175782 w 1652218"/>
                <a:gd name="csY95" fmla="*/ 1159437 h 1230394"/>
                <a:gd name="csX96" fmla="*/ 1175782 w 1652218"/>
                <a:gd name="csY96" fmla="*/ 1169490 h 1230394"/>
                <a:gd name="csX97" fmla="*/ 1175782 w 1652218"/>
                <a:gd name="csY97" fmla="*/ 1179543 h 1230394"/>
                <a:gd name="csX98" fmla="*/ 1168766 w 1652218"/>
                <a:gd name="csY98" fmla="*/ 1185883 h 1230394"/>
                <a:gd name="csX99" fmla="*/ 1161751 w 1652218"/>
                <a:gd name="csY99" fmla="*/ 1192248 h 1230394"/>
                <a:gd name="csX100" fmla="*/ 948054 w 1652218"/>
                <a:gd name="csY100" fmla="*/ 1192851 h 1230394"/>
                <a:gd name="csX101" fmla="*/ 729343 w 1652218"/>
                <a:gd name="csY101" fmla="*/ 1191573 h 1230394"/>
                <a:gd name="csX102" fmla="*/ 561790 w 1652218"/>
                <a:gd name="csY102" fmla="*/ 1035857 h 1230394"/>
                <a:gd name="csX103" fmla="*/ 536138 w 1652218"/>
                <a:gd name="csY103" fmla="*/ 1022742 h 1230394"/>
                <a:gd name="csX104" fmla="*/ 523168 w 1652218"/>
                <a:gd name="csY104" fmla="*/ 1014160 h 1230394"/>
                <a:gd name="csX105" fmla="*/ 513983 w 1652218"/>
                <a:gd name="csY105" fmla="*/ 998489 h 1230394"/>
                <a:gd name="csX106" fmla="*/ 504798 w 1652218"/>
                <a:gd name="csY106" fmla="*/ 982818 h 1230394"/>
                <a:gd name="csX107" fmla="*/ 503399 w 1652218"/>
                <a:gd name="csY107" fmla="*/ 953479 h 1230394"/>
                <a:gd name="csX108" fmla="*/ 502001 w 1652218"/>
                <a:gd name="csY108" fmla="*/ 924139 h 1230394"/>
                <a:gd name="csX109" fmla="*/ 511065 w 1652218"/>
                <a:gd name="csY109" fmla="*/ 895016 h 1230394"/>
                <a:gd name="csX110" fmla="*/ 571144 w 1652218"/>
                <a:gd name="csY110" fmla="*/ 777198 h 1230394"/>
                <a:gd name="csX111" fmla="*/ 596072 w 1652218"/>
                <a:gd name="csY111" fmla="*/ 740288 h 1230394"/>
                <a:gd name="csX112" fmla="*/ 569504 w 1652218"/>
                <a:gd name="csY112" fmla="*/ 700534 h 1230394"/>
                <a:gd name="csX113" fmla="*/ 509619 w 1652218"/>
                <a:gd name="csY113" fmla="*/ 580667 h 1230394"/>
                <a:gd name="csX114" fmla="*/ 502797 w 1652218"/>
                <a:gd name="csY114" fmla="*/ 556052 h 1230394"/>
                <a:gd name="csX115" fmla="*/ 502797 w 1652218"/>
                <a:gd name="csY115" fmla="*/ 533053 h 1230394"/>
                <a:gd name="csX116" fmla="*/ 506726 w 1652218"/>
                <a:gd name="csY116" fmla="*/ 496963 h 1230394"/>
                <a:gd name="csX117" fmla="*/ 510632 w 1652218"/>
                <a:gd name="csY117" fmla="*/ 483896 h 1230394"/>
                <a:gd name="csX118" fmla="*/ 523265 w 1652218"/>
                <a:gd name="csY118" fmla="*/ 469552 h 1230394"/>
                <a:gd name="csX119" fmla="*/ 535874 w 1652218"/>
                <a:gd name="csY119" fmla="*/ 455231 h 1230394"/>
                <a:gd name="csX120" fmla="*/ 551809 w 1652218"/>
                <a:gd name="csY120" fmla="*/ 448457 h 1230394"/>
                <a:gd name="csX121" fmla="*/ 584428 w 1652218"/>
                <a:gd name="csY121" fmla="*/ 439513 h 1230394"/>
                <a:gd name="csX122" fmla="*/ 601086 w 1652218"/>
                <a:gd name="csY122" fmla="*/ 437343 h 1230394"/>
                <a:gd name="csX123" fmla="*/ 625774 w 1652218"/>
                <a:gd name="csY123" fmla="*/ 440886 h 1230394"/>
                <a:gd name="csX124" fmla="*/ 803958 w 1652218"/>
                <a:gd name="csY124" fmla="*/ 514296 h 1230394"/>
                <a:gd name="csX125" fmla="*/ 825969 w 1652218"/>
                <a:gd name="csY125" fmla="*/ 528183 h 1230394"/>
                <a:gd name="csX126" fmla="*/ 847353 w 1652218"/>
                <a:gd name="csY126" fmla="*/ 514682 h 1230394"/>
                <a:gd name="csX127" fmla="*/ 1026166 w 1652218"/>
                <a:gd name="csY127" fmla="*/ 440886 h 1230394"/>
                <a:gd name="csX128" fmla="*/ 1050852 w 1652218"/>
                <a:gd name="csY128" fmla="*/ 437343 h 1230394"/>
                <a:gd name="csX129" fmla="*/ 1067511 w 1652218"/>
                <a:gd name="csY129" fmla="*/ 439513 h 1230394"/>
                <a:gd name="csX130" fmla="*/ 1100106 w 1652218"/>
                <a:gd name="csY130" fmla="*/ 448457 h 1230394"/>
                <a:gd name="csX131" fmla="*/ 1116065 w 1652218"/>
                <a:gd name="csY131" fmla="*/ 455231 h 1230394"/>
                <a:gd name="csX132" fmla="*/ 1128674 w 1652218"/>
                <a:gd name="csY132" fmla="*/ 469552 h 1230394"/>
                <a:gd name="csX133" fmla="*/ 1141283 w 1652218"/>
                <a:gd name="csY133" fmla="*/ 483896 h 1230394"/>
                <a:gd name="csX134" fmla="*/ 1145212 w 1652218"/>
                <a:gd name="csY134" fmla="*/ 496963 h 1230394"/>
                <a:gd name="csX135" fmla="*/ 1149118 w 1652218"/>
                <a:gd name="csY135" fmla="*/ 533053 h 1230394"/>
                <a:gd name="csX136" fmla="*/ 1149118 w 1652218"/>
                <a:gd name="csY136" fmla="*/ 556052 h 1230394"/>
                <a:gd name="csX137" fmla="*/ 1142295 w 1652218"/>
                <a:gd name="csY137" fmla="*/ 580667 h 1230394"/>
                <a:gd name="csX138" fmla="*/ 1082410 w 1652218"/>
                <a:gd name="csY138" fmla="*/ 700534 h 1230394"/>
                <a:gd name="csX139" fmla="*/ 1055843 w 1652218"/>
                <a:gd name="csY139" fmla="*/ 740288 h 1230394"/>
                <a:gd name="csX140" fmla="*/ 1080771 w 1652218"/>
                <a:gd name="csY140" fmla="*/ 777174 h 1230394"/>
                <a:gd name="csX141" fmla="*/ 1139233 w 1652218"/>
                <a:gd name="csY141" fmla="*/ 890531 h 1230394"/>
                <a:gd name="csX142" fmla="*/ 1149118 w 1652218"/>
                <a:gd name="csY142" fmla="*/ 920040 h 1230394"/>
                <a:gd name="csX143" fmla="*/ 1148973 w 1652218"/>
                <a:gd name="csY143" fmla="*/ 946198 h 1230394"/>
                <a:gd name="csX144" fmla="*/ 1148829 w 1652218"/>
                <a:gd name="csY144" fmla="*/ 972355 h 1230394"/>
                <a:gd name="csX145" fmla="*/ 1144369 w 1652218"/>
                <a:gd name="csY145" fmla="*/ 984868 h 1230394"/>
                <a:gd name="csX146" fmla="*/ 1131591 w 1652218"/>
                <a:gd name="csY146" fmla="*/ 1008253 h 1230394"/>
                <a:gd name="csX147" fmla="*/ 1123274 w 1652218"/>
                <a:gd name="csY147" fmla="*/ 1019174 h 1230394"/>
                <a:gd name="csX148" fmla="*/ 1105385 w 1652218"/>
                <a:gd name="csY148" fmla="*/ 1028914 h 1230394"/>
                <a:gd name="csX149" fmla="*/ 1087497 w 1652218"/>
                <a:gd name="csY149" fmla="*/ 1038654 h 1230394"/>
                <a:gd name="csX150" fmla="*/ 1058977 w 1652218"/>
                <a:gd name="csY150" fmla="*/ 1040028 h 1230394"/>
                <a:gd name="csX151" fmla="*/ 1030481 w 1652218"/>
                <a:gd name="csY151" fmla="*/ 1041402 h 1230394"/>
                <a:gd name="csX152" fmla="*/ 1001189 w 1652218"/>
                <a:gd name="csY152" fmla="*/ 1034073 h 1230394"/>
                <a:gd name="csX153" fmla="*/ 841857 w 1652218"/>
                <a:gd name="csY153" fmla="*/ 961844 h 1230394"/>
                <a:gd name="csX154" fmla="*/ 792193 w 1652218"/>
                <a:gd name="csY154" fmla="*/ 972524 h 1230394"/>
                <a:gd name="csX155" fmla="*/ 647037 w 1652218"/>
                <a:gd name="csY155" fmla="*/ 1035206 h 1230394"/>
                <a:gd name="csX156" fmla="*/ 623097 w 1652218"/>
                <a:gd name="csY156" fmla="*/ 1040655 h 1230394"/>
                <a:gd name="csX157" fmla="*/ 598772 w 1652218"/>
                <a:gd name="csY157" fmla="*/ 1040510 h 1230394"/>
                <a:gd name="csX158" fmla="*/ 574447 w 1652218"/>
                <a:gd name="csY158" fmla="*/ 1040366 h 1230394"/>
                <a:gd name="csX159" fmla="*/ 653185 w 1652218"/>
                <a:gd name="csY159" fmla="*/ 985928 h 1230394"/>
                <a:gd name="csX160" fmla="*/ 782647 w 1652218"/>
                <a:gd name="csY160" fmla="*/ 923584 h 1230394"/>
                <a:gd name="csX161" fmla="*/ 750173 w 1652218"/>
                <a:gd name="csY161" fmla="*/ 895498 h 1230394"/>
                <a:gd name="csX162" fmla="*/ 671917 w 1652218"/>
                <a:gd name="csY162" fmla="*/ 823559 h 1230394"/>
                <a:gd name="csX163" fmla="*/ 626159 w 1652218"/>
                <a:gd name="csY163" fmla="*/ 777584 h 1230394"/>
                <a:gd name="csX164" fmla="*/ 609211 w 1652218"/>
                <a:gd name="csY164" fmla="*/ 801669 h 1230394"/>
                <a:gd name="csX165" fmla="*/ 574085 w 1652218"/>
                <a:gd name="csY165" fmla="*/ 862421 h 1230394"/>
                <a:gd name="csX166" fmla="*/ 555907 w 1652218"/>
                <a:gd name="csY166" fmla="*/ 899066 h 1230394"/>
                <a:gd name="csX167" fmla="*/ 550917 w 1652218"/>
                <a:gd name="csY167" fmla="*/ 923488 h 1230394"/>
                <a:gd name="csX168" fmla="*/ 545927 w 1652218"/>
                <a:gd name="csY168" fmla="*/ 947909 h 1230394"/>
                <a:gd name="csX169" fmla="*/ 548048 w 1652218"/>
                <a:gd name="csY169" fmla="*/ 959337 h 1230394"/>
                <a:gd name="csX170" fmla="*/ 601545 w 1652218"/>
                <a:gd name="csY170" fmla="*/ 993812 h 1230394"/>
                <a:gd name="csX171" fmla="*/ 625340 w 1652218"/>
                <a:gd name="csY171" fmla="*/ 994029 h 1230394"/>
                <a:gd name="csX172" fmla="*/ 1090607 w 1652218"/>
                <a:gd name="csY172" fmla="*/ 984241 h 1230394"/>
                <a:gd name="csX173" fmla="*/ 1099237 w 1652218"/>
                <a:gd name="csY173" fmla="*/ 976117 h 1230394"/>
                <a:gd name="csX174" fmla="*/ 1102758 w 1652218"/>
                <a:gd name="csY174" fmla="*/ 963026 h 1230394"/>
                <a:gd name="csX175" fmla="*/ 1106278 w 1652218"/>
                <a:gd name="csY175" fmla="*/ 949911 h 1230394"/>
                <a:gd name="csX176" fmla="*/ 1101167 w 1652218"/>
                <a:gd name="csY176" fmla="*/ 924501 h 1230394"/>
                <a:gd name="csX177" fmla="*/ 1096055 w 1652218"/>
                <a:gd name="csY177" fmla="*/ 899066 h 1230394"/>
                <a:gd name="csX178" fmla="*/ 1077878 w 1652218"/>
                <a:gd name="csY178" fmla="*/ 862421 h 1230394"/>
                <a:gd name="csX179" fmla="*/ 1042776 w 1652218"/>
                <a:gd name="csY179" fmla="*/ 801716 h 1230394"/>
                <a:gd name="csX180" fmla="*/ 1025828 w 1652218"/>
                <a:gd name="csY180" fmla="*/ 777680 h 1230394"/>
                <a:gd name="csX181" fmla="*/ 978382 w 1652218"/>
                <a:gd name="csY181" fmla="*/ 825150 h 1230394"/>
                <a:gd name="csX182" fmla="*/ 900103 w 1652218"/>
                <a:gd name="csY182" fmla="*/ 897065 h 1230394"/>
                <a:gd name="csX183" fmla="*/ 869292 w 1652218"/>
                <a:gd name="csY183" fmla="*/ 923608 h 1230394"/>
                <a:gd name="csX184" fmla="*/ 997549 w 1652218"/>
                <a:gd name="csY184" fmla="*/ 985905 h 1230394"/>
                <a:gd name="csX185" fmla="*/ 1024189 w 1652218"/>
                <a:gd name="csY185" fmla="*/ 993981 h 1230394"/>
                <a:gd name="csX186" fmla="*/ 1053070 w 1652218"/>
                <a:gd name="csY186" fmla="*/ 993161 h 1230394"/>
                <a:gd name="csX187" fmla="*/ 1081976 w 1652218"/>
                <a:gd name="csY187" fmla="*/ 992342 h 1230394"/>
                <a:gd name="csX188" fmla="*/ 844653 w 1652218"/>
                <a:gd name="csY188" fmla="*/ 881756 h 1230394"/>
                <a:gd name="csX189" fmla="*/ 956902 w 1652218"/>
                <a:gd name="csY189" fmla="*/ 781103 h 1230394"/>
                <a:gd name="csX190" fmla="*/ 996223 w 1652218"/>
                <a:gd name="csY190" fmla="*/ 740554 h 1230394"/>
                <a:gd name="csX191" fmla="*/ 973561 w 1652218"/>
                <a:gd name="csY191" fmla="*/ 715143 h 1230394"/>
                <a:gd name="csX192" fmla="*/ 853935 w 1652218"/>
                <a:gd name="csY192" fmla="*/ 605498 h 1230394"/>
                <a:gd name="csX193" fmla="*/ 825969 w 1652218"/>
                <a:gd name="csY193" fmla="*/ 583680 h 1230394"/>
                <a:gd name="csX194" fmla="*/ 798028 w 1652218"/>
                <a:gd name="csY194" fmla="*/ 605498 h 1230394"/>
                <a:gd name="csX195" fmla="*/ 676497 w 1652218"/>
                <a:gd name="csY195" fmla="*/ 717144 h 1230394"/>
                <a:gd name="csX196" fmla="*/ 655306 w 1652218"/>
                <a:gd name="csY196" fmla="*/ 741084 h 1230394"/>
                <a:gd name="csX197" fmla="*/ 708152 w 1652218"/>
                <a:gd name="csY197" fmla="*/ 793688 h 1230394"/>
                <a:gd name="csX198" fmla="*/ 760997 w 1652218"/>
                <a:gd name="csY198" fmla="*/ 846317 h 1230394"/>
                <a:gd name="csX199" fmla="*/ 792146 w 1652218"/>
                <a:gd name="csY199" fmla="*/ 870184 h 1230394"/>
                <a:gd name="csX200" fmla="*/ 844653 w 1652218"/>
                <a:gd name="csY200" fmla="*/ 881756 h 1230394"/>
                <a:gd name="csX201" fmla="*/ 809310 w 1652218"/>
                <a:gd name="csY201" fmla="*/ 827705 h 1230394"/>
                <a:gd name="csX202" fmla="*/ 759189 w 1652218"/>
                <a:gd name="csY202" fmla="*/ 798148 h 1230394"/>
                <a:gd name="csX203" fmla="*/ 745882 w 1652218"/>
                <a:gd name="csY203" fmla="*/ 783033 h 1230394"/>
                <a:gd name="csX204" fmla="*/ 740602 w 1652218"/>
                <a:gd name="csY204" fmla="*/ 764903 h 1230394"/>
                <a:gd name="csX205" fmla="*/ 735346 w 1652218"/>
                <a:gd name="csY205" fmla="*/ 746774 h 1230394"/>
                <a:gd name="csX206" fmla="*/ 737492 w 1652218"/>
                <a:gd name="csY206" fmla="*/ 729488 h 1230394"/>
                <a:gd name="csX207" fmla="*/ 739662 w 1652218"/>
                <a:gd name="csY207" fmla="*/ 712202 h 1230394"/>
                <a:gd name="csX208" fmla="*/ 749449 w 1652218"/>
                <a:gd name="csY208" fmla="*/ 695061 h 1230394"/>
                <a:gd name="csX209" fmla="*/ 759261 w 1652218"/>
                <a:gd name="csY209" fmla="*/ 677896 h 1230394"/>
                <a:gd name="csX210" fmla="*/ 773461 w 1652218"/>
                <a:gd name="csY210" fmla="*/ 668229 h 1230394"/>
                <a:gd name="csX211" fmla="*/ 826403 w 1652218"/>
                <a:gd name="csY211" fmla="*/ 650871 h 1230394"/>
                <a:gd name="csX212" fmla="*/ 842483 w 1652218"/>
                <a:gd name="csY212" fmla="*/ 650871 h 1230394"/>
                <a:gd name="csX213" fmla="*/ 856707 w 1652218"/>
                <a:gd name="csY213" fmla="*/ 656415 h 1230394"/>
                <a:gd name="csX214" fmla="*/ 882769 w 1652218"/>
                <a:gd name="csY214" fmla="*/ 671169 h 1230394"/>
                <a:gd name="csX215" fmla="*/ 894606 w 1652218"/>
                <a:gd name="csY215" fmla="*/ 680355 h 1230394"/>
                <a:gd name="csX216" fmla="*/ 903381 w 1652218"/>
                <a:gd name="csY216" fmla="*/ 696484 h 1230394"/>
                <a:gd name="csX217" fmla="*/ 912157 w 1652218"/>
                <a:gd name="csY217" fmla="*/ 712588 h 1230394"/>
                <a:gd name="csX218" fmla="*/ 914399 w 1652218"/>
                <a:gd name="csY218" fmla="*/ 729584 h 1230394"/>
                <a:gd name="csX219" fmla="*/ 916665 w 1652218"/>
                <a:gd name="csY219" fmla="*/ 746557 h 1230394"/>
                <a:gd name="csX220" fmla="*/ 911361 w 1652218"/>
                <a:gd name="csY220" fmla="*/ 764806 h 1230394"/>
                <a:gd name="csX221" fmla="*/ 906057 w 1652218"/>
                <a:gd name="csY221" fmla="*/ 783033 h 1230394"/>
                <a:gd name="csX222" fmla="*/ 892726 w 1652218"/>
                <a:gd name="csY222" fmla="*/ 798172 h 1230394"/>
                <a:gd name="csX223" fmla="*/ 879418 w 1652218"/>
                <a:gd name="csY223" fmla="*/ 813313 h 1230394"/>
                <a:gd name="csX224" fmla="*/ 865170 w 1652218"/>
                <a:gd name="csY224" fmla="*/ 819918 h 1230394"/>
                <a:gd name="csX225" fmla="*/ 809310 w 1652218"/>
                <a:gd name="csY225" fmla="*/ 827705 h 1230394"/>
                <a:gd name="csX226" fmla="*/ 840242 w 1652218"/>
                <a:gd name="csY226" fmla="*/ 779561 h 1230394"/>
                <a:gd name="csX227" fmla="*/ 858588 w 1652218"/>
                <a:gd name="csY227" fmla="*/ 766711 h 1230394"/>
                <a:gd name="csX228" fmla="*/ 866206 w 1652218"/>
                <a:gd name="csY228" fmla="*/ 758418 h 1230394"/>
                <a:gd name="csX229" fmla="*/ 868063 w 1652218"/>
                <a:gd name="csY229" fmla="*/ 746966 h 1230394"/>
                <a:gd name="csX230" fmla="*/ 869943 w 1652218"/>
                <a:gd name="csY230" fmla="*/ 735490 h 1230394"/>
                <a:gd name="csX231" fmla="*/ 864808 w 1652218"/>
                <a:gd name="csY231" fmla="*/ 723244 h 1230394"/>
                <a:gd name="csX232" fmla="*/ 859673 w 1652218"/>
                <a:gd name="csY232" fmla="*/ 710972 h 1230394"/>
                <a:gd name="csX233" fmla="*/ 848655 w 1652218"/>
                <a:gd name="csY233" fmla="*/ 704246 h 1230394"/>
                <a:gd name="csX234" fmla="*/ 837638 w 1652218"/>
                <a:gd name="csY234" fmla="*/ 697520 h 1230394"/>
                <a:gd name="csX235" fmla="*/ 825969 w 1652218"/>
                <a:gd name="csY235" fmla="*/ 697520 h 1230394"/>
                <a:gd name="csX236" fmla="*/ 814301 w 1652218"/>
                <a:gd name="csY236" fmla="*/ 697520 h 1230394"/>
                <a:gd name="csX237" fmla="*/ 803283 w 1652218"/>
                <a:gd name="csY237" fmla="*/ 704246 h 1230394"/>
                <a:gd name="csX238" fmla="*/ 792242 w 1652218"/>
                <a:gd name="csY238" fmla="*/ 710972 h 1230394"/>
                <a:gd name="csX239" fmla="*/ 787131 w 1652218"/>
                <a:gd name="csY239" fmla="*/ 723244 h 1230394"/>
                <a:gd name="csX240" fmla="*/ 781996 w 1652218"/>
                <a:gd name="csY240" fmla="*/ 735490 h 1230394"/>
                <a:gd name="csX241" fmla="*/ 783876 w 1652218"/>
                <a:gd name="csY241" fmla="*/ 746966 h 1230394"/>
                <a:gd name="csX242" fmla="*/ 785732 w 1652218"/>
                <a:gd name="csY242" fmla="*/ 758418 h 1230394"/>
                <a:gd name="csX243" fmla="*/ 793351 w 1652218"/>
                <a:gd name="csY243" fmla="*/ 766711 h 1230394"/>
                <a:gd name="csX244" fmla="*/ 840242 w 1652218"/>
                <a:gd name="csY244" fmla="*/ 779561 h 1230394"/>
                <a:gd name="csX245" fmla="*/ 677486 w 1652218"/>
                <a:gd name="csY245" fmla="*/ 651449 h 1230394"/>
                <a:gd name="csX246" fmla="*/ 754343 w 1652218"/>
                <a:gd name="csY246" fmla="*/ 580980 h 1230394"/>
                <a:gd name="csX247" fmla="*/ 752680 w 1652218"/>
                <a:gd name="csY247" fmla="*/ 537175 h 1230394"/>
                <a:gd name="csX248" fmla="*/ 573024 w 1652218"/>
                <a:gd name="csY248" fmla="*/ 489561 h 1230394"/>
                <a:gd name="csX249" fmla="*/ 559837 w 1652218"/>
                <a:gd name="csY249" fmla="*/ 494841 h 1230394"/>
                <a:gd name="csX250" fmla="*/ 553882 w 1652218"/>
                <a:gd name="csY250" fmla="*/ 503713 h 1230394"/>
                <a:gd name="csX251" fmla="*/ 547928 w 1652218"/>
                <a:gd name="csY251" fmla="*/ 512609 h 1230394"/>
                <a:gd name="csX252" fmla="*/ 548120 w 1652218"/>
                <a:gd name="csY252" fmla="*/ 532595 h 1230394"/>
                <a:gd name="csX253" fmla="*/ 548313 w 1652218"/>
                <a:gd name="csY253" fmla="*/ 552581 h 1230394"/>
                <a:gd name="csX254" fmla="*/ 555907 w 1652218"/>
                <a:gd name="csY254" fmla="*/ 575893 h 1230394"/>
                <a:gd name="csX255" fmla="*/ 625870 w 1652218"/>
                <a:gd name="csY255" fmla="*/ 700823 h 1230394"/>
                <a:gd name="csX256" fmla="*/ 677510 w 1652218"/>
                <a:gd name="csY256" fmla="*/ 651449 h 1230394"/>
                <a:gd name="csX257" fmla="*/ 1042824 w 1652218"/>
                <a:gd name="csY257" fmla="*/ 678329 h 1230394"/>
                <a:gd name="csX258" fmla="*/ 1092921 w 1652218"/>
                <a:gd name="csY258" fmla="*/ 583680 h 1230394"/>
                <a:gd name="csX259" fmla="*/ 1103071 w 1652218"/>
                <a:gd name="csY259" fmla="*/ 555908 h 1230394"/>
                <a:gd name="csX260" fmla="*/ 1103433 w 1652218"/>
                <a:gd name="csY260" fmla="*/ 534258 h 1230394"/>
                <a:gd name="csX261" fmla="*/ 1103770 w 1652218"/>
                <a:gd name="csY261" fmla="*/ 512609 h 1230394"/>
                <a:gd name="csX262" fmla="*/ 1097936 w 1652218"/>
                <a:gd name="csY262" fmla="*/ 503713 h 1230394"/>
                <a:gd name="csX263" fmla="*/ 1092102 w 1652218"/>
                <a:gd name="csY263" fmla="*/ 494841 h 1230394"/>
                <a:gd name="csX264" fmla="*/ 1078890 w 1652218"/>
                <a:gd name="csY264" fmla="*/ 489561 h 1230394"/>
                <a:gd name="csX265" fmla="*/ 899259 w 1652218"/>
                <a:gd name="csY265" fmla="*/ 537175 h 1230394"/>
                <a:gd name="csX266" fmla="*/ 897595 w 1652218"/>
                <a:gd name="csY266" fmla="*/ 580980 h 1230394"/>
                <a:gd name="csX267" fmla="*/ 974212 w 1652218"/>
                <a:gd name="csY267" fmla="*/ 651377 h 1230394"/>
                <a:gd name="csX268" fmla="*/ 1042824 w 1652218"/>
                <a:gd name="csY268" fmla="*/ 678329 h 1230394"/>
                <a:gd name="csX269" fmla="*/ 158770 w 1652218"/>
                <a:gd name="csY269" fmla="*/ 760516 h 1230394"/>
                <a:gd name="csX270" fmla="*/ 21208 w 1652218"/>
                <a:gd name="csY270" fmla="*/ 659188 h 1230394"/>
                <a:gd name="csX271" fmla="*/ 9660 w 1652218"/>
                <a:gd name="csY271" fmla="*/ 635875 h 1230394"/>
                <a:gd name="csX272" fmla="*/ 4766 w 1652218"/>
                <a:gd name="csY272" fmla="*/ 612538 h 1230394"/>
                <a:gd name="csX273" fmla="*/ -152 w 1652218"/>
                <a:gd name="csY273" fmla="*/ 589225 h 1230394"/>
                <a:gd name="csX274" fmla="*/ -152 w 1652218"/>
                <a:gd name="csY274" fmla="*/ 381002 h 1230394"/>
                <a:gd name="csX275" fmla="*/ -152 w 1652218"/>
                <a:gd name="csY275" fmla="*/ 172777 h 1230394"/>
                <a:gd name="csX276" fmla="*/ 4766 w 1652218"/>
                <a:gd name="csY276" fmla="*/ 149465 h 1230394"/>
                <a:gd name="csX277" fmla="*/ 9660 w 1652218"/>
                <a:gd name="csY277" fmla="*/ 126152 h 1230394"/>
                <a:gd name="csX278" fmla="*/ 21690 w 1652218"/>
                <a:gd name="csY278" fmla="*/ 101682 h 1230394"/>
                <a:gd name="csX279" fmla="*/ 33744 w 1652218"/>
                <a:gd name="csY279" fmla="*/ 77212 h 1230394"/>
                <a:gd name="csX280" fmla="*/ 54212 w 1652218"/>
                <a:gd name="csY280" fmla="*/ 56430 h 1230394"/>
                <a:gd name="csX281" fmla="*/ 74704 w 1652218"/>
                <a:gd name="csY281" fmla="*/ 35649 h 1230394"/>
                <a:gd name="csX282" fmla="*/ 96354 w 1652218"/>
                <a:gd name="csY282" fmla="*/ 23691 h 1230394"/>
                <a:gd name="csX283" fmla="*/ 138013 w 1652218"/>
                <a:gd name="csY283" fmla="*/ 5827 h 1230394"/>
                <a:gd name="csX284" fmla="*/ 157999 w 1652218"/>
                <a:gd name="csY284" fmla="*/ -80 h 1230394"/>
                <a:gd name="csX285" fmla="*/ 202961 w 1652218"/>
                <a:gd name="csY285" fmla="*/ -128 h 1230394"/>
                <a:gd name="csX286" fmla="*/ 247947 w 1652218"/>
                <a:gd name="csY286" fmla="*/ -176 h 1230394"/>
                <a:gd name="csX287" fmla="*/ 271260 w 1652218"/>
                <a:gd name="csY287" fmla="*/ 7442 h 1230394"/>
                <a:gd name="csX288" fmla="*/ 396744 w 1652218"/>
                <a:gd name="csY288" fmla="*/ 131118 h 1230394"/>
                <a:gd name="csX289" fmla="*/ 404531 w 1652218"/>
                <a:gd name="csY289" fmla="*/ 152767 h 1230394"/>
                <a:gd name="csX290" fmla="*/ 405519 w 1652218"/>
                <a:gd name="csY290" fmla="*/ 368489 h 1230394"/>
                <a:gd name="csX291" fmla="*/ 406508 w 1652218"/>
                <a:gd name="csY291" fmla="*/ 584211 h 1230394"/>
                <a:gd name="csX292" fmla="*/ 441489 w 1652218"/>
                <a:gd name="csY292" fmla="*/ 584211 h 1230394"/>
                <a:gd name="csX293" fmla="*/ 476494 w 1652218"/>
                <a:gd name="csY293" fmla="*/ 584211 h 1230394"/>
                <a:gd name="csX294" fmla="*/ 485920 w 1652218"/>
                <a:gd name="csY294" fmla="*/ 589105 h 1230394"/>
                <a:gd name="csX295" fmla="*/ 495372 w 1652218"/>
                <a:gd name="csY295" fmla="*/ 593974 h 1230394"/>
                <a:gd name="csX296" fmla="*/ 497638 w 1652218"/>
                <a:gd name="csY296" fmla="*/ 603015 h 1230394"/>
                <a:gd name="csX297" fmla="*/ 499904 w 1652218"/>
                <a:gd name="csY297" fmla="*/ 612031 h 1230394"/>
                <a:gd name="csX298" fmla="*/ 493491 w 1652218"/>
                <a:gd name="csY298" fmla="*/ 620614 h 1230394"/>
                <a:gd name="csX299" fmla="*/ 487102 w 1652218"/>
                <a:gd name="csY299" fmla="*/ 629197 h 1230394"/>
                <a:gd name="csX300" fmla="*/ 442478 w 1652218"/>
                <a:gd name="csY300" fmla="*/ 630210 h 1230394"/>
                <a:gd name="csX301" fmla="*/ 397853 w 1652218"/>
                <a:gd name="csY301" fmla="*/ 631222 h 1230394"/>
                <a:gd name="csX302" fmla="*/ 384786 w 1652218"/>
                <a:gd name="csY302" fmla="*/ 658151 h 1230394"/>
                <a:gd name="csX303" fmla="*/ 371743 w 1652218"/>
                <a:gd name="csY303" fmla="*/ 685056 h 1230394"/>
                <a:gd name="csX304" fmla="*/ 349540 w 1652218"/>
                <a:gd name="csY304" fmla="*/ 707260 h 1230394"/>
                <a:gd name="csX305" fmla="*/ 327360 w 1652218"/>
                <a:gd name="csY305" fmla="*/ 729463 h 1230394"/>
                <a:gd name="csX306" fmla="*/ 301829 w 1652218"/>
                <a:gd name="csY306" fmla="*/ 742048 h 1230394"/>
                <a:gd name="csX307" fmla="*/ 276322 w 1652218"/>
                <a:gd name="csY307" fmla="*/ 754657 h 1230394"/>
                <a:gd name="csX308" fmla="*/ 250478 w 1652218"/>
                <a:gd name="csY308" fmla="*/ 759262 h 1230394"/>
                <a:gd name="csX309" fmla="*/ 158770 w 1652218"/>
                <a:gd name="csY309" fmla="*/ 760491 h 1230394"/>
                <a:gd name="csX310" fmla="*/ 241510 w 1652218"/>
                <a:gd name="csY310" fmla="*/ 713842 h 1230394"/>
                <a:gd name="csX311" fmla="*/ 346213 w 1652218"/>
                <a:gd name="csY311" fmla="*/ 633078 h 1230394"/>
                <a:gd name="csX312" fmla="*/ 254601 w 1652218"/>
                <a:gd name="csY312" fmla="*/ 630885 h 1230394"/>
                <a:gd name="csX313" fmla="*/ 162989 w 1652218"/>
                <a:gd name="csY313" fmla="*/ 630885 h 1230394"/>
                <a:gd name="csX314" fmla="*/ 156335 w 1652218"/>
                <a:gd name="csY314" fmla="*/ 624206 h 1230394"/>
                <a:gd name="csX315" fmla="*/ 149657 w 1652218"/>
                <a:gd name="csY315" fmla="*/ 617552 h 1230394"/>
                <a:gd name="csX316" fmla="*/ 149657 w 1652218"/>
                <a:gd name="csY316" fmla="*/ 607789 h 1230394"/>
                <a:gd name="csX317" fmla="*/ 149657 w 1652218"/>
                <a:gd name="csY317" fmla="*/ 598049 h 1230394"/>
                <a:gd name="csX318" fmla="*/ 158433 w 1652218"/>
                <a:gd name="csY318" fmla="*/ 591130 h 1230394"/>
                <a:gd name="csX319" fmla="*/ 167208 w 1652218"/>
                <a:gd name="csY319" fmla="*/ 584235 h 1230394"/>
                <a:gd name="csX320" fmla="*/ 263376 w 1652218"/>
                <a:gd name="csY320" fmla="*/ 584235 h 1230394"/>
                <a:gd name="csX321" fmla="*/ 359545 w 1652218"/>
                <a:gd name="csY321" fmla="*/ 584235 h 1230394"/>
                <a:gd name="csX322" fmla="*/ 359545 w 1652218"/>
                <a:gd name="csY322" fmla="*/ 381170 h 1230394"/>
                <a:gd name="csX323" fmla="*/ 359545 w 1652218"/>
                <a:gd name="csY323" fmla="*/ 178105 h 1230394"/>
                <a:gd name="csX324" fmla="*/ 355832 w 1652218"/>
                <a:gd name="csY324" fmla="*/ 160458 h 1230394"/>
                <a:gd name="csX325" fmla="*/ 343561 w 1652218"/>
                <a:gd name="csY325" fmla="*/ 124488 h 1230394"/>
                <a:gd name="csX326" fmla="*/ 335003 w 1652218"/>
                <a:gd name="csY326" fmla="*/ 106166 h 1230394"/>
                <a:gd name="csX327" fmla="*/ 316463 w 1652218"/>
                <a:gd name="csY327" fmla="*/ 87602 h 1230394"/>
                <a:gd name="csX328" fmla="*/ 297924 w 1652218"/>
                <a:gd name="csY328" fmla="*/ 69063 h 1230394"/>
                <a:gd name="csX329" fmla="*/ 279601 w 1652218"/>
                <a:gd name="csY329" fmla="*/ 60432 h 1230394"/>
                <a:gd name="csX330" fmla="*/ 155998 w 1652218"/>
                <a:gd name="csY330" fmla="*/ 49824 h 1230394"/>
                <a:gd name="csX331" fmla="*/ 132709 w 1652218"/>
                <a:gd name="csY331" fmla="*/ 55128 h 1230394"/>
                <a:gd name="csX332" fmla="*/ 112120 w 1652218"/>
                <a:gd name="csY332" fmla="*/ 68967 h 1230394"/>
                <a:gd name="csX333" fmla="*/ 91556 w 1652218"/>
                <a:gd name="csY333" fmla="*/ 82829 h 1230394"/>
                <a:gd name="csX334" fmla="*/ 77646 w 1652218"/>
                <a:gd name="csY334" fmla="*/ 100018 h 1230394"/>
                <a:gd name="csX335" fmla="*/ 55900 w 1652218"/>
                <a:gd name="csY335" fmla="*/ 136663 h 1230394"/>
                <a:gd name="csX336" fmla="*/ 48041 w 1652218"/>
                <a:gd name="csY336" fmla="*/ 156119 h 1230394"/>
                <a:gd name="csX337" fmla="*/ 48041 w 1652218"/>
                <a:gd name="csY337" fmla="*/ 381002 h 1230394"/>
                <a:gd name="csX338" fmla="*/ 48041 w 1652218"/>
                <a:gd name="csY338" fmla="*/ 605884 h 1230394"/>
                <a:gd name="csX339" fmla="*/ 55900 w 1652218"/>
                <a:gd name="csY339" fmla="*/ 625364 h 1230394"/>
                <a:gd name="csX340" fmla="*/ 77646 w 1652218"/>
                <a:gd name="csY340" fmla="*/ 662009 h 1230394"/>
                <a:gd name="csX341" fmla="*/ 91556 w 1652218"/>
                <a:gd name="csY341" fmla="*/ 679173 h 1230394"/>
                <a:gd name="csX342" fmla="*/ 112217 w 1652218"/>
                <a:gd name="csY342" fmla="*/ 693085 h 1230394"/>
                <a:gd name="csX343" fmla="*/ 132878 w 1652218"/>
                <a:gd name="csY343" fmla="*/ 707019 h 1230394"/>
                <a:gd name="csX344" fmla="*/ 153756 w 1652218"/>
                <a:gd name="csY344" fmla="*/ 711961 h 1230394"/>
                <a:gd name="csX345" fmla="*/ 241510 w 1652218"/>
                <a:gd name="csY345" fmla="*/ 713842 h 1230394"/>
                <a:gd name="csX346" fmla="*/ 509475 w 1652218"/>
                <a:gd name="csY346" fmla="*/ 154455 h 1230394"/>
                <a:gd name="csX347" fmla="*/ 502797 w 1652218"/>
                <a:gd name="csY347" fmla="*/ 147801 h 1230394"/>
                <a:gd name="csX348" fmla="*/ 502797 w 1652218"/>
                <a:gd name="csY348" fmla="*/ 136326 h 1230394"/>
                <a:gd name="csX349" fmla="*/ 502797 w 1652218"/>
                <a:gd name="csY349" fmla="*/ 124850 h 1230394"/>
                <a:gd name="csX350" fmla="*/ 510222 w 1652218"/>
                <a:gd name="csY350" fmla="*/ 119666 h 1230394"/>
                <a:gd name="csX351" fmla="*/ 517623 w 1652218"/>
                <a:gd name="csY351" fmla="*/ 114483 h 1230394"/>
                <a:gd name="csX352" fmla="*/ 735081 w 1652218"/>
                <a:gd name="csY352" fmla="*/ 114483 h 1230394"/>
                <a:gd name="csX353" fmla="*/ 952563 w 1652218"/>
                <a:gd name="csY353" fmla="*/ 114483 h 1230394"/>
                <a:gd name="csX354" fmla="*/ 959216 w 1652218"/>
                <a:gd name="csY354" fmla="*/ 121137 h 1230394"/>
                <a:gd name="csX355" fmla="*/ 965895 w 1652218"/>
                <a:gd name="csY355" fmla="*/ 127815 h 1230394"/>
                <a:gd name="csX356" fmla="*/ 965895 w 1652218"/>
                <a:gd name="csY356" fmla="*/ 137796 h 1230394"/>
                <a:gd name="csX357" fmla="*/ 965895 w 1652218"/>
                <a:gd name="csY357" fmla="*/ 147801 h 1230394"/>
                <a:gd name="csX358" fmla="*/ 959216 w 1652218"/>
                <a:gd name="csY358" fmla="*/ 154455 h 1230394"/>
                <a:gd name="csX359" fmla="*/ 952563 w 1652218"/>
                <a:gd name="csY359" fmla="*/ 161133 h 1230394"/>
                <a:gd name="csX360" fmla="*/ 734358 w 1652218"/>
                <a:gd name="csY360" fmla="*/ 161133 h 1230394"/>
                <a:gd name="csX361" fmla="*/ 516129 w 1652218"/>
                <a:gd name="csY361" fmla="*/ 161133 h 1230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</a:cxnLst>
              <a:rect l="l" t="t" r="r" b="b"/>
              <a:pathLst>
                <a:path w="1652218" h="1230394">
                  <a:moveTo>
                    <a:pt x="1407946" y="1227302"/>
                  </a:moveTo>
                  <a:cubicBezTo>
                    <a:pt x="1399146" y="1225710"/>
                    <a:pt x="1383403" y="1221708"/>
                    <a:pt x="1372964" y="1218454"/>
                  </a:cubicBezTo>
                  <a:lnTo>
                    <a:pt x="1354015" y="1212499"/>
                  </a:lnTo>
                  <a:lnTo>
                    <a:pt x="1329039" y="1195599"/>
                  </a:lnTo>
                  <a:lnTo>
                    <a:pt x="1304039" y="1178675"/>
                  </a:lnTo>
                  <a:lnTo>
                    <a:pt x="1286584" y="1155531"/>
                  </a:lnTo>
                  <a:lnTo>
                    <a:pt x="1269153" y="1132387"/>
                  </a:lnTo>
                  <a:lnTo>
                    <a:pt x="1260740" y="1111388"/>
                  </a:lnTo>
                  <a:cubicBezTo>
                    <a:pt x="1256135" y="1099865"/>
                    <a:pt x="1250879" y="1080337"/>
                    <a:pt x="1249119" y="1068041"/>
                  </a:cubicBezTo>
                  <a:lnTo>
                    <a:pt x="1245865" y="1045645"/>
                  </a:lnTo>
                  <a:lnTo>
                    <a:pt x="1245792" y="879900"/>
                  </a:lnTo>
                  <a:lnTo>
                    <a:pt x="1245720" y="714155"/>
                  </a:lnTo>
                  <a:lnTo>
                    <a:pt x="1190536" y="714155"/>
                  </a:lnTo>
                  <a:lnTo>
                    <a:pt x="1135352" y="714155"/>
                  </a:lnTo>
                  <a:lnTo>
                    <a:pt x="1128071" y="710322"/>
                  </a:lnTo>
                  <a:cubicBezTo>
                    <a:pt x="1118452" y="705283"/>
                    <a:pt x="1115921" y="701040"/>
                    <a:pt x="1115849" y="689998"/>
                  </a:cubicBezTo>
                  <a:lnTo>
                    <a:pt x="1115800" y="680837"/>
                  </a:lnTo>
                  <a:lnTo>
                    <a:pt x="1122454" y="674183"/>
                  </a:lnTo>
                  <a:lnTo>
                    <a:pt x="1129132" y="667529"/>
                  </a:lnTo>
                  <a:lnTo>
                    <a:pt x="1186992" y="667529"/>
                  </a:lnTo>
                  <a:lnTo>
                    <a:pt x="1244876" y="667529"/>
                  </a:lnTo>
                  <a:lnTo>
                    <a:pt x="1247118" y="643373"/>
                  </a:lnTo>
                  <a:cubicBezTo>
                    <a:pt x="1251361" y="597808"/>
                    <a:pt x="1265272" y="563526"/>
                    <a:pt x="1293069" y="530160"/>
                  </a:cubicBezTo>
                  <a:lnTo>
                    <a:pt x="1306184" y="514417"/>
                  </a:lnTo>
                  <a:lnTo>
                    <a:pt x="1330268" y="498313"/>
                  </a:lnTo>
                  <a:lnTo>
                    <a:pt x="1354352" y="482208"/>
                  </a:lnTo>
                  <a:lnTo>
                    <a:pt x="1379160" y="474180"/>
                  </a:lnTo>
                  <a:lnTo>
                    <a:pt x="1403992" y="466128"/>
                  </a:lnTo>
                  <a:lnTo>
                    <a:pt x="1448954" y="466225"/>
                  </a:lnTo>
                  <a:lnTo>
                    <a:pt x="1493940" y="466321"/>
                  </a:lnTo>
                  <a:lnTo>
                    <a:pt x="1513926" y="472227"/>
                  </a:lnTo>
                  <a:cubicBezTo>
                    <a:pt x="1524919" y="475482"/>
                    <a:pt x="1543652" y="483534"/>
                    <a:pt x="1555561" y="490092"/>
                  </a:cubicBezTo>
                  <a:lnTo>
                    <a:pt x="1577210" y="502050"/>
                  </a:lnTo>
                  <a:lnTo>
                    <a:pt x="1597703" y="522831"/>
                  </a:lnTo>
                  <a:lnTo>
                    <a:pt x="1618194" y="543612"/>
                  </a:lnTo>
                  <a:lnTo>
                    <a:pt x="1630225" y="568082"/>
                  </a:lnTo>
                  <a:lnTo>
                    <a:pt x="1642279" y="592552"/>
                  </a:lnTo>
                  <a:lnTo>
                    <a:pt x="1647172" y="615865"/>
                  </a:lnTo>
                  <a:lnTo>
                    <a:pt x="1652066" y="639202"/>
                  </a:lnTo>
                  <a:lnTo>
                    <a:pt x="1652066" y="847426"/>
                  </a:lnTo>
                  <a:lnTo>
                    <a:pt x="1652066" y="1055650"/>
                  </a:lnTo>
                  <a:lnTo>
                    <a:pt x="1647172" y="1078963"/>
                  </a:lnTo>
                  <a:lnTo>
                    <a:pt x="1642279" y="1102276"/>
                  </a:lnTo>
                  <a:lnTo>
                    <a:pt x="1630225" y="1126745"/>
                  </a:lnTo>
                  <a:lnTo>
                    <a:pt x="1618194" y="1151216"/>
                  </a:lnTo>
                  <a:lnTo>
                    <a:pt x="1597703" y="1171997"/>
                  </a:lnTo>
                  <a:cubicBezTo>
                    <a:pt x="1574101" y="1195960"/>
                    <a:pt x="1554934" y="1207967"/>
                    <a:pt x="1522147" y="1219370"/>
                  </a:cubicBezTo>
                  <a:lnTo>
                    <a:pt x="1498883" y="1227470"/>
                  </a:lnTo>
                  <a:lnTo>
                    <a:pt x="1461418" y="1228845"/>
                  </a:lnTo>
                  <a:lnTo>
                    <a:pt x="1423977" y="1230219"/>
                  </a:lnTo>
                  <a:close/>
                  <a:moveTo>
                    <a:pt x="1489625" y="1180194"/>
                  </a:moveTo>
                  <a:cubicBezTo>
                    <a:pt x="1543772" y="1168814"/>
                    <a:pt x="1586829" y="1128216"/>
                    <a:pt x="1600403" y="1075756"/>
                  </a:cubicBezTo>
                  <a:lnTo>
                    <a:pt x="1605537" y="1055915"/>
                  </a:lnTo>
                  <a:lnTo>
                    <a:pt x="1605537" y="847426"/>
                  </a:lnTo>
                  <a:lnTo>
                    <a:pt x="1605537" y="638937"/>
                  </a:lnTo>
                  <a:lnTo>
                    <a:pt x="1600379" y="619072"/>
                  </a:lnTo>
                  <a:cubicBezTo>
                    <a:pt x="1591072" y="583343"/>
                    <a:pt x="1570098" y="554726"/>
                    <a:pt x="1537914" y="533896"/>
                  </a:cubicBezTo>
                  <a:lnTo>
                    <a:pt x="1518603" y="521384"/>
                  </a:lnTo>
                  <a:lnTo>
                    <a:pt x="1495628" y="516177"/>
                  </a:lnTo>
                  <a:lnTo>
                    <a:pt x="1472628" y="510945"/>
                  </a:lnTo>
                  <a:lnTo>
                    <a:pt x="1449316" y="510945"/>
                  </a:lnTo>
                  <a:cubicBezTo>
                    <a:pt x="1389189" y="510945"/>
                    <a:pt x="1344444" y="533487"/>
                    <a:pt x="1315393" y="578449"/>
                  </a:cubicBezTo>
                  <a:lnTo>
                    <a:pt x="1302833" y="597880"/>
                  </a:lnTo>
                  <a:lnTo>
                    <a:pt x="1297601" y="620856"/>
                  </a:lnTo>
                  <a:cubicBezTo>
                    <a:pt x="1294732" y="633513"/>
                    <a:pt x="1292394" y="649183"/>
                    <a:pt x="1292394" y="655692"/>
                  </a:cubicBezTo>
                  <a:lnTo>
                    <a:pt x="1292394" y="667529"/>
                  </a:lnTo>
                  <a:lnTo>
                    <a:pt x="1383620" y="667529"/>
                  </a:lnTo>
                  <a:lnTo>
                    <a:pt x="1474871" y="667529"/>
                  </a:lnTo>
                  <a:lnTo>
                    <a:pt x="1482440" y="673629"/>
                  </a:lnTo>
                  <a:lnTo>
                    <a:pt x="1489986" y="679752"/>
                  </a:lnTo>
                  <a:lnTo>
                    <a:pt x="1489673" y="691108"/>
                  </a:lnTo>
                  <a:lnTo>
                    <a:pt x="1489335" y="702438"/>
                  </a:lnTo>
                  <a:lnTo>
                    <a:pt x="1482103" y="708296"/>
                  </a:lnTo>
                  <a:lnTo>
                    <a:pt x="1474871" y="714155"/>
                  </a:lnTo>
                  <a:lnTo>
                    <a:pt x="1383620" y="714155"/>
                  </a:lnTo>
                  <a:lnTo>
                    <a:pt x="1292370" y="714155"/>
                  </a:lnTo>
                  <a:lnTo>
                    <a:pt x="1292370" y="882238"/>
                  </a:lnTo>
                  <a:lnTo>
                    <a:pt x="1292370" y="1050322"/>
                  </a:lnTo>
                  <a:lnTo>
                    <a:pt x="1296107" y="1067969"/>
                  </a:lnTo>
                  <a:cubicBezTo>
                    <a:pt x="1298132" y="1077685"/>
                    <a:pt x="1303652" y="1093886"/>
                    <a:pt x="1308354" y="1103963"/>
                  </a:cubicBezTo>
                  <a:lnTo>
                    <a:pt x="1316912" y="1122285"/>
                  </a:lnTo>
                  <a:lnTo>
                    <a:pt x="1335476" y="1140776"/>
                  </a:lnTo>
                  <a:lnTo>
                    <a:pt x="1354015" y="1159292"/>
                  </a:lnTo>
                  <a:lnTo>
                    <a:pt x="1370674" y="1167344"/>
                  </a:lnTo>
                  <a:cubicBezTo>
                    <a:pt x="1402473" y="1182701"/>
                    <a:pt x="1452136" y="1188077"/>
                    <a:pt x="1489601" y="1180194"/>
                  </a:cubicBezTo>
                  <a:close/>
                  <a:moveTo>
                    <a:pt x="729343" y="1191573"/>
                  </a:moveTo>
                  <a:cubicBezTo>
                    <a:pt x="726594" y="1190536"/>
                    <a:pt x="721725" y="1187426"/>
                    <a:pt x="718518" y="1184630"/>
                  </a:cubicBezTo>
                  <a:lnTo>
                    <a:pt x="712684" y="1179543"/>
                  </a:lnTo>
                  <a:lnTo>
                    <a:pt x="712684" y="1168911"/>
                  </a:lnTo>
                  <a:lnTo>
                    <a:pt x="712684" y="1158279"/>
                  </a:lnTo>
                  <a:lnTo>
                    <a:pt x="718784" y="1152783"/>
                  </a:lnTo>
                  <a:lnTo>
                    <a:pt x="724883" y="1147262"/>
                  </a:lnTo>
                  <a:lnTo>
                    <a:pt x="944823" y="1147262"/>
                  </a:lnTo>
                  <a:lnTo>
                    <a:pt x="1164740" y="1147262"/>
                  </a:lnTo>
                  <a:lnTo>
                    <a:pt x="1170261" y="1153361"/>
                  </a:lnTo>
                  <a:lnTo>
                    <a:pt x="1175782" y="1159437"/>
                  </a:lnTo>
                  <a:lnTo>
                    <a:pt x="1175782" y="1169490"/>
                  </a:lnTo>
                  <a:lnTo>
                    <a:pt x="1175782" y="1179543"/>
                  </a:lnTo>
                  <a:lnTo>
                    <a:pt x="1168766" y="1185883"/>
                  </a:lnTo>
                  <a:lnTo>
                    <a:pt x="1161751" y="1192248"/>
                  </a:lnTo>
                  <a:lnTo>
                    <a:pt x="948054" y="1192851"/>
                  </a:lnTo>
                  <a:cubicBezTo>
                    <a:pt x="830526" y="1193188"/>
                    <a:pt x="732092" y="1192609"/>
                    <a:pt x="729343" y="1191573"/>
                  </a:cubicBezTo>
                  <a:close/>
                  <a:moveTo>
                    <a:pt x="561790" y="1035857"/>
                  </a:moveTo>
                  <a:cubicBezTo>
                    <a:pt x="554822" y="1033374"/>
                    <a:pt x="543299" y="1027467"/>
                    <a:pt x="536138" y="1022742"/>
                  </a:cubicBezTo>
                  <a:lnTo>
                    <a:pt x="523168" y="1014160"/>
                  </a:lnTo>
                  <a:lnTo>
                    <a:pt x="513983" y="998489"/>
                  </a:lnTo>
                  <a:lnTo>
                    <a:pt x="504798" y="982818"/>
                  </a:lnTo>
                  <a:lnTo>
                    <a:pt x="503399" y="953479"/>
                  </a:lnTo>
                  <a:lnTo>
                    <a:pt x="502001" y="924139"/>
                  </a:lnTo>
                  <a:lnTo>
                    <a:pt x="511065" y="895016"/>
                  </a:lnTo>
                  <a:cubicBezTo>
                    <a:pt x="522927" y="856949"/>
                    <a:pt x="540454" y="822570"/>
                    <a:pt x="571144" y="777198"/>
                  </a:cubicBezTo>
                  <a:lnTo>
                    <a:pt x="596072" y="740288"/>
                  </a:lnTo>
                  <a:lnTo>
                    <a:pt x="569504" y="700534"/>
                  </a:lnTo>
                  <a:cubicBezTo>
                    <a:pt x="538791" y="654583"/>
                    <a:pt x="519311" y="615575"/>
                    <a:pt x="509619" y="580667"/>
                  </a:cubicBezTo>
                  <a:lnTo>
                    <a:pt x="502797" y="556052"/>
                  </a:lnTo>
                  <a:lnTo>
                    <a:pt x="502797" y="533053"/>
                  </a:lnTo>
                  <a:cubicBezTo>
                    <a:pt x="502797" y="520396"/>
                    <a:pt x="504556" y="504171"/>
                    <a:pt x="506726" y="496963"/>
                  </a:cubicBezTo>
                  <a:lnTo>
                    <a:pt x="510632" y="483896"/>
                  </a:lnTo>
                  <a:lnTo>
                    <a:pt x="523265" y="469552"/>
                  </a:lnTo>
                  <a:lnTo>
                    <a:pt x="535874" y="455231"/>
                  </a:lnTo>
                  <a:lnTo>
                    <a:pt x="551809" y="448457"/>
                  </a:lnTo>
                  <a:cubicBezTo>
                    <a:pt x="560584" y="444720"/>
                    <a:pt x="575267" y="440693"/>
                    <a:pt x="584428" y="439513"/>
                  </a:cubicBezTo>
                  <a:lnTo>
                    <a:pt x="601086" y="437343"/>
                  </a:lnTo>
                  <a:lnTo>
                    <a:pt x="625774" y="440886"/>
                  </a:lnTo>
                  <a:cubicBezTo>
                    <a:pt x="673074" y="447685"/>
                    <a:pt x="746146" y="477796"/>
                    <a:pt x="803958" y="514296"/>
                  </a:cubicBezTo>
                  <a:lnTo>
                    <a:pt x="825969" y="528183"/>
                  </a:lnTo>
                  <a:lnTo>
                    <a:pt x="847353" y="514682"/>
                  </a:lnTo>
                  <a:cubicBezTo>
                    <a:pt x="905165" y="478182"/>
                    <a:pt x="979130" y="447637"/>
                    <a:pt x="1026166" y="440886"/>
                  </a:cubicBezTo>
                  <a:lnTo>
                    <a:pt x="1050852" y="437343"/>
                  </a:lnTo>
                  <a:lnTo>
                    <a:pt x="1067511" y="439513"/>
                  </a:lnTo>
                  <a:cubicBezTo>
                    <a:pt x="1076673" y="440693"/>
                    <a:pt x="1091330" y="444720"/>
                    <a:pt x="1100106" y="448457"/>
                  </a:cubicBezTo>
                  <a:lnTo>
                    <a:pt x="1116065" y="455231"/>
                  </a:lnTo>
                  <a:lnTo>
                    <a:pt x="1128674" y="469552"/>
                  </a:lnTo>
                  <a:lnTo>
                    <a:pt x="1141283" y="483896"/>
                  </a:lnTo>
                  <a:lnTo>
                    <a:pt x="1145212" y="496963"/>
                  </a:lnTo>
                  <a:cubicBezTo>
                    <a:pt x="1147358" y="504171"/>
                    <a:pt x="1149118" y="520396"/>
                    <a:pt x="1149118" y="533053"/>
                  </a:cubicBezTo>
                  <a:lnTo>
                    <a:pt x="1149118" y="556052"/>
                  </a:lnTo>
                  <a:lnTo>
                    <a:pt x="1142295" y="580667"/>
                  </a:lnTo>
                  <a:cubicBezTo>
                    <a:pt x="1132628" y="615575"/>
                    <a:pt x="1113149" y="654583"/>
                    <a:pt x="1082410" y="700534"/>
                  </a:cubicBezTo>
                  <a:lnTo>
                    <a:pt x="1055843" y="740288"/>
                  </a:lnTo>
                  <a:lnTo>
                    <a:pt x="1080771" y="777174"/>
                  </a:lnTo>
                  <a:cubicBezTo>
                    <a:pt x="1110785" y="821558"/>
                    <a:pt x="1126070" y="851187"/>
                    <a:pt x="1139233" y="890531"/>
                  </a:cubicBezTo>
                  <a:lnTo>
                    <a:pt x="1149118" y="920040"/>
                  </a:lnTo>
                  <a:lnTo>
                    <a:pt x="1148973" y="946198"/>
                  </a:lnTo>
                  <a:lnTo>
                    <a:pt x="1148829" y="972355"/>
                  </a:lnTo>
                  <a:lnTo>
                    <a:pt x="1144369" y="984868"/>
                  </a:lnTo>
                  <a:cubicBezTo>
                    <a:pt x="1141934" y="991738"/>
                    <a:pt x="1136172" y="1002274"/>
                    <a:pt x="1131591" y="1008253"/>
                  </a:cubicBezTo>
                  <a:lnTo>
                    <a:pt x="1123274" y="1019174"/>
                  </a:lnTo>
                  <a:lnTo>
                    <a:pt x="1105385" y="1028914"/>
                  </a:lnTo>
                  <a:lnTo>
                    <a:pt x="1087497" y="1038654"/>
                  </a:lnTo>
                  <a:lnTo>
                    <a:pt x="1058977" y="1040028"/>
                  </a:lnTo>
                  <a:lnTo>
                    <a:pt x="1030481" y="1041402"/>
                  </a:lnTo>
                  <a:lnTo>
                    <a:pt x="1001189" y="1034073"/>
                  </a:lnTo>
                  <a:cubicBezTo>
                    <a:pt x="953864" y="1022211"/>
                    <a:pt x="896462" y="996199"/>
                    <a:pt x="841857" y="961844"/>
                  </a:cubicBezTo>
                  <a:cubicBezTo>
                    <a:pt x="825728" y="951695"/>
                    <a:pt x="828188" y="951164"/>
                    <a:pt x="792193" y="972524"/>
                  </a:cubicBezTo>
                  <a:cubicBezTo>
                    <a:pt x="737443" y="1005023"/>
                    <a:pt x="690288" y="1025370"/>
                    <a:pt x="647037" y="1035206"/>
                  </a:cubicBezTo>
                  <a:lnTo>
                    <a:pt x="623097" y="1040655"/>
                  </a:lnTo>
                  <a:lnTo>
                    <a:pt x="598772" y="1040510"/>
                  </a:lnTo>
                  <a:lnTo>
                    <a:pt x="574447" y="1040366"/>
                  </a:lnTo>
                  <a:close/>
                  <a:moveTo>
                    <a:pt x="653185" y="985928"/>
                  </a:moveTo>
                  <a:cubicBezTo>
                    <a:pt x="694072" y="974068"/>
                    <a:pt x="782598" y="931420"/>
                    <a:pt x="782647" y="923584"/>
                  </a:cubicBezTo>
                  <a:cubicBezTo>
                    <a:pt x="782647" y="922403"/>
                    <a:pt x="768037" y="909770"/>
                    <a:pt x="750173" y="895498"/>
                  </a:cubicBezTo>
                  <a:cubicBezTo>
                    <a:pt x="732308" y="881226"/>
                    <a:pt x="697086" y="848849"/>
                    <a:pt x="671917" y="823559"/>
                  </a:cubicBezTo>
                  <a:lnTo>
                    <a:pt x="626159" y="777584"/>
                  </a:lnTo>
                  <a:lnTo>
                    <a:pt x="609211" y="801669"/>
                  </a:lnTo>
                  <a:cubicBezTo>
                    <a:pt x="599881" y="814928"/>
                    <a:pt x="584066" y="842267"/>
                    <a:pt x="574085" y="862421"/>
                  </a:cubicBezTo>
                  <a:lnTo>
                    <a:pt x="555907" y="899066"/>
                  </a:lnTo>
                  <a:lnTo>
                    <a:pt x="550917" y="923488"/>
                  </a:lnTo>
                  <a:lnTo>
                    <a:pt x="545927" y="947909"/>
                  </a:lnTo>
                  <a:lnTo>
                    <a:pt x="548048" y="959337"/>
                  </a:lnTo>
                  <a:cubicBezTo>
                    <a:pt x="552822" y="984772"/>
                    <a:pt x="566347" y="993499"/>
                    <a:pt x="601545" y="993812"/>
                  </a:cubicBezTo>
                  <a:lnTo>
                    <a:pt x="625340" y="994029"/>
                  </a:lnTo>
                  <a:close/>
                  <a:moveTo>
                    <a:pt x="1090607" y="984241"/>
                  </a:moveTo>
                  <a:lnTo>
                    <a:pt x="1099237" y="976117"/>
                  </a:lnTo>
                  <a:lnTo>
                    <a:pt x="1102758" y="963026"/>
                  </a:lnTo>
                  <a:lnTo>
                    <a:pt x="1106278" y="949911"/>
                  </a:lnTo>
                  <a:lnTo>
                    <a:pt x="1101167" y="924501"/>
                  </a:lnTo>
                  <a:lnTo>
                    <a:pt x="1096055" y="899066"/>
                  </a:lnTo>
                  <a:lnTo>
                    <a:pt x="1077878" y="862421"/>
                  </a:lnTo>
                  <a:cubicBezTo>
                    <a:pt x="1067873" y="842267"/>
                    <a:pt x="1052082" y="814952"/>
                    <a:pt x="1042776" y="801716"/>
                  </a:cubicBezTo>
                  <a:lnTo>
                    <a:pt x="1025828" y="777680"/>
                  </a:lnTo>
                  <a:lnTo>
                    <a:pt x="978382" y="825150"/>
                  </a:lnTo>
                  <a:cubicBezTo>
                    <a:pt x="952273" y="851259"/>
                    <a:pt x="917051" y="883613"/>
                    <a:pt x="900103" y="897065"/>
                  </a:cubicBezTo>
                  <a:cubicBezTo>
                    <a:pt x="883155" y="910517"/>
                    <a:pt x="869292" y="922475"/>
                    <a:pt x="869292" y="923608"/>
                  </a:cubicBezTo>
                  <a:cubicBezTo>
                    <a:pt x="869341" y="931106"/>
                    <a:pt x="956830" y="973609"/>
                    <a:pt x="997549" y="985905"/>
                  </a:cubicBezTo>
                  <a:lnTo>
                    <a:pt x="1024189" y="993981"/>
                  </a:lnTo>
                  <a:lnTo>
                    <a:pt x="1053070" y="993161"/>
                  </a:lnTo>
                  <a:lnTo>
                    <a:pt x="1081976" y="992342"/>
                  </a:lnTo>
                  <a:close/>
                  <a:moveTo>
                    <a:pt x="844653" y="881756"/>
                  </a:moveTo>
                  <a:cubicBezTo>
                    <a:pt x="880092" y="855020"/>
                    <a:pt x="919389" y="819773"/>
                    <a:pt x="956902" y="781103"/>
                  </a:cubicBezTo>
                  <a:lnTo>
                    <a:pt x="996223" y="740554"/>
                  </a:lnTo>
                  <a:lnTo>
                    <a:pt x="973561" y="715143"/>
                  </a:lnTo>
                  <a:cubicBezTo>
                    <a:pt x="947090" y="685514"/>
                    <a:pt x="893689" y="636550"/>
                    <a:pt x="853935" y="605498"/>
                  </a:cubicBezTo>
                  <a:lnTo>
                    <a:pt x="825969" y="583680"/>
                  </a:lnTo>
                  <a:lnTo>
                    <a:pt x="798028" y="605498"/>
                  </a:lnTo>
                  <a:cubicBezTo>
                    <a:pt x="759382" y="635658"/>
                    <a:pt x="701859" y="688527"/>
                    <a:pt x="676497" y="717144"/>
                  </a:cubicBezTo>
                  <a:lnTo>
                    <a:pt x="655306" y="741084"/>
                  </a:lnTo>
                  <a:lnTo>
                    <a:pt x="708152" y="793688"/>
                  </a:lnTo>
                  <a:lnTo>
                    <a:pt x="760997" y="846317"/>
                  </a:lnTo>
                  <a:lnTo>
                    <a:pt x="792146" y="870184"/>
                  </a:lnTo>
                  <a:cubicBezTo>
                    <a:pt x="828669" y="898198"/>
                    <a:pt x="824185" y="897210"/>
                    <a:pt x="844653" y="881756"/>
                  </a:cubicBezTo>
                  <a:close/>
                  <a:moveTo>
                    <a:pt x="809310" y="827705"/>
                  </a:moveTo>
                  <a:cubicBezTo>
                    <a:pt x="789614" y="823679"/>
                    <a:pt x="773100" y="813963"/>
                    <a:pt x="759189" y="798148"/>
                  </a:cubicBezTo>
                  <a:lnTo>
                    <a:pt x="745882" y="783033"/>
                  </a:lnTo>
                  <a:lnTo>
                    <a:pt x="740602" y="764903"/>
                  </a:lnTo>
                  <a:lnTo>
                    <a:pt x="735346" y="746774"/>
                  </a:lnTo>
                  <a:lnTo>
                    <a:pt x="737492" y="729488"/>
                  </a:lnTo>
                  <a:lnTo>
                    <a:pt x="739662" y="712202"/>
                  </a:lnTo>
                  <a:lnTo>
                    <a:pt x="749449" y="695061"/>
                  </a:lnTo>
                  <a:lnTo>
                    <a:pt x="759261" y="677896"/>
                  </a:lnTo>
                  <a:lnTo>
                    <a:pt x="773461" y="668229"/>
                  </a:lnTo>
                  <a:cubicBezTo>
                    <a:pt x="791952" y="655668"/>
                    <a:pt x="806587" y="650871"/>
                    <a:pt x="826403" y="650871"/>
                  </a:cubicBezTo>
                  <a:lnTo>
                    <a:pt x="842483" y="650871"/>
                  </a:lnTo>
                  <a:lnTo>
                    <a:pt x="856707" y="656415"/>
                  </a:lnTo>
                  <a:cubicBezTo>
                    <a:pt x="864543" y="659477"/>
                    <a:pt x="876259" y="666107"/>
                    <a:pt x="882769" y="671169"/>
                  </a:cubicBezTo>
                  <a:lnTo>
                    <a:pt x="894606" y="680355"/>
                  </a:lnTo>
                  <a:lnTo>
                    <a:pt x="903381" y="696484"/>
                  </a:lnTo>
                  <a:lnTo>
                    <a:pt x="912157" y="712588"/>
                  </a:lnTo>
                  <a:lnTo>
                    <a:pt x="914399" y="729584"/>
                  </a:lnTo>
                  <a:lnTo>
                    <a:pt x="916665" y="746557"/>
                  </a:lnTo>
                  <a:lnTo>
                    <a:pt x="911361" y="764806"/>
                  </a:lnTo>
                  <a:lnTo>
                    <a:pt x="906057" y="783033"/>
                  </a:lnTo>
                  <a:lnTo>
                    <a:pt x="892726" y="798172"/>
                  </a:lnTo>
                  <a:lnTo>
                    <a:pt x="879418" y="813313"/>
                  </a:lnTo>
                  <a:lnTo>
                    <a:pt x="865170" y="819918"/>
                  </a:lnTo>
                  <a:cubicBezTo>
                    <a:pt x="848246" y="827802"/>
                    <a:pt x="825415" y="830984"/>
                    <a:pt x="809310" y="827705"/>
                  </a:cubicBezTo>
                  <a:close/>
                  <a:moveTo>
                    <a:pt x="840242" y="779561"/>
                  </a:moveTo>
                  <a:cubicBezTo>
                    <a:pt x="846124" y="777053"/>
                    <a:pt x="854393" y="771268"/>
                    <a:pt x="858588" y="766711"/>
                  </a:cubicBezTo>
                  <a:lnTo>
                    <a:pt x="866206" y="758418"/>
                  </a:lnTo>
                  <a:lnTo>
                    <a:pt x="868063" y="746966"/>
                  </a:lnTo>
                  <a:lnTo>
                    <a:pt x="869943" y="735490"/>
                  </a:lnTo>
                  <a:lnTo>
                    <a:pt x="864808" y="723244"/>
                  </a:lnTo>
                  <a:lnTo>
                    <a:pt x="859673" y="710972"/>
                  </a:lnTo>
                  <a:lnTo>
                    <a:pt x="848655" y="704246"/>
                  </a:lnTo>
                  <a:lnTo>
                    <a:pt x="837638" y="697520"/>
                  </a:lnTo>
                  <a:lnTo>
                    <a:pt x="825969" y="697520"/>
                  </a:lnTo>
                  <a:lnTo>
                    <a:pt x="814301" y="697520"/>
                  </a:lnTo>
                  <a:lnTo>
                    <a:pt x="803283" y="704246"/>
                  </a:lnTo>
                  <a:lnTo>
                    <a:pt x="792242" y="710972"/>
                  </a:lnTo>
                  <a:lnTo>
                    <a:pt x="787131" y="723244"/>
                  </a:lnTo>
                  <a:lnTo>
                    <a:pt x="781996" y="735490"/>
                  </a:lnTo>
                  <a:lnTo>
                    <a:pt x="783876" y="746966"/>
                  </a:lnTo>
                  <a:lnTo>
                    <a:pt x="785732" y="758418"/>
                  </a:lnTo>
                  <a:lnTo>
                    <a:pt x="793351" y="766711"/>
                  </a:lnTo>
                  <a:cubicBezTo>
                    <a:pt x="807864" y="782454"/>
                    <a:pt x="823438" y="786721"/>
                    <a:pt x="840242" y="779561"/>
                  </a:cubicBezTo>
                  <a:close/>
                  <a:moveTo>
                    <a:pt x="677486" y="651449"/>
                  </a:moveTo>
                  <a:cubicBezTo>
                    <a:pt x="705090" y="624279"/>
                    <a:pt x="739685" y="592577"/>
                    <a:pt x="754343" y="580980"/>
                  </a:cubicBezTo>
                  <a:cubicBezTo>
                    <a:pt x="787035" y="555160"/>
                    <a:pt x="787107" y="556896"/>
                    <a:pt x="752680" y="537175"/>
                  </a:cubicBezTo>
                  <a:cubicBezTo>
                    <a:pt x="678740" y="494817"/>
                    <a:pt x="607234" y="475868"/>
                    <a:pt x="573024" y="489561"/>
                  </a:cubicBezTo>
                  <a:lnTo>
                    <a:pt x="559837" y="494841"/>
                  </a:lnTo>
                  <a:lnTo>
                    <a:pt x="553882" y="503713"/>
                  </a:lnTo>
                  <a:lnTo>
                    <a:pt x="547928" y="512609"/>
                  </a:lnTo>
                  <a:lnTo>
                    <a:pt x="548120" y="532595"/>
                  </a:lnTo>
                  <a:lnTo>
                    <a:pt x="548313" y="552581"/>
                  </a:lnTo>
                  <a:lnTo>
                    <a:pt x="555907" y="575893"/>
                  </a:lnTo>
                  <a:cubicBezTo>
                    <a:pt x="566901" y="609621"/>
                    <a:pt x="617938" y="700727"/>
                    <a:pt x="625870" y="700823"/>
                  </a:cubicBezTo>
                  <a:cubicBezTo>
                    <a:pt x="626665" y="700823"/>
                    <a:pt x="649906" y="678619"/>
                    <a:pt x="677510" y="651449"/>
                  </a:cubicBezTo>
                  <a:close/>
                  <a:moveTo>
                    <a:pt x="1042824" y="678329"/>
                  </a:moveTo>
                  <a:cubicBezTo>
                    <a:pt x="1065582" y="644940"/>
                    <a:pt x="1081542" y="614756"/>
                    <a:pt x="1092921" y="583680"/>
                  </a:cubicBezTo>
                  <a:lnTo>
                    <a:pt x="1103071" y="555908"/>
                  </a:lnTo>
                  <a:lnTo>
                    <a:pt x="1103433" y="534258"/>
                  </a:lnTo>
                  <a:lnTo>
                    <a:pt x="1103770" y="512609"/>
                  </a:lnTo>
                  <a:lnTo>
                    <a:pt x="1097936" y="503713"/>
                  </a:lnTo>
                  <a:lnTo>
                    <a:pt x="1092102" y="494841"/>
                  </a:lnTo>
                  <a:lnTo>
                    <a:pt x="1078890" y="489561"/>
                  </a:lnTo>
                  <a:cubicBezTo>
                    <a:pt x="1044680" y="475868"/>
                    <a:pt x="973199" y="494817"/>
                    <a:pt x="899259" y="537175"/>
                  </a:cubicBezTo>
                  <a:cubicBezTo>
                    <a:pt x="864832" y="556896"/>
                    <a:pt x="864904" y="555160"/>
                    <a:pt x="897595" y="580980"/>
                  </a:cubicBezTo>
                  <a:cubicBezTo>
                    <a:pt x="912253" y="592552"/>
                    <a:pt x="946728" y="624231"/>
                    <a:pt x="974212" y="651377"/>
                  </a:cubicBezTo>
                  <a:cubicBezTo>
                    <a:pt x="1032988" y="709382"/>
                    <a:pt x="1024068" y="705885"/>
                    <a:pt x="1042824" y="678329"/>
                  </a:cubicBezTo>
                  <a:close/>
                  <a:moveTo>
                    <a:pt x="158770" y="760516"/>
                  </a:moveTo>
                  <a:cubicBezTo>
                    <a:pt x="101272" y="752102"/>
                    <a:pt x="47655" y="712588"/>
                    <a:pt x="21208" y="659188"/>
                  </a:cubicBezTo>
                  <a:lnTo>
                    <a:pt x="9660" y="635875"/>
                  </a:lnTo>
                  <a:lnTo>
                    <a:pt x="4766" y="612538"/>
                  </a:lnTo>
                  <a:lnTo>
                    <a:pt x="-152" y="589225"/>
                  </a:lnTo>
                  <a:lnTo>
                    <a:pt x="-152" y="381002"/>
                  </a:lnTo>
                  <a:lnTo>
                    <a:pt x="-152" y="172777"/>
                  </a:lnTo>
                  <a:lnTo>
                    <a:pt x="4766" y="149465"/>
                  </a:lnTo>
                  <a:lnTo>
                    <a:pt x="9660" y="126152"/>
                  </a:lnTo>
                  <a:lnTo>
                    <a:pt x="21690" y="101682"/>
                  </a:lnTo>
                  <a:lnTo>
                    <a:pt x="33744" y="77212"/>
                  </a:lnTo>
                  <a:lnTo>
                    <a:pt x="54212" y="56430"/>
                  </a:lnTo>
                  <a:lnTo>
                    <a:pt x="74704" y="35649"/>
                  </a:lnTo>
                  <a:lnTo>
                    <a:pt x="96354" y="23691"/>
                  </a:lnTo>
                  <a:cubicBezTo>
                    <a:pt x="108263" y="17110"/>
                    <a:pt x="127019" y="9082"/>
                    <a:pt x="138013" y="5827"/>
                  </a:cubicBezTo>
                  <a:lnTo>
                    <a:pt x="157999" y="-80"/>
                  </a:lnTo>
                  <a:lnTo>
                    <a:pt x="202961" y="-128"/>
                  </a:lnTo>
                  <a:lnTo>
                    <a:pt x="247947" y="-176"/>
                  </a:lnTo>
                  <a:lnTo>
                    <a:pt x="271260" y="7442"/>
                  </a:lnTo>
                  <a:cubicBezTo>
                    <a:pt x="332881" y="27597"/>
                    <a:pt x="374227" y="68340"/>
                    <a:pt x="396744" y="131118"/>
                  </a:cubicBezTo>
                  <a:lnTo>
                    <a:pt x="404531" y="152767"/>
                  </a:lnTo>
                  <a:lnTo>
                    <a:pt x="405519" y="368489"/>
                  </a:lnTo>
                  <a:lnTo>
                    <a:pt x="406508" y="584211"/>
                  </a:lnTo>
                  <a:lnTo>
                    <a:pt x="441489" y="584211"/>
                  </a:lnTo>
                  <a:lnTo>
                    <a:pt x="476494" y="584211"/>
                  </a:lnTo>
                  <a:lnTo>
                    <a:pt x="485920" y="589105"/>
                  </a:lnTo>
                  <a:lnTo>
                    <a:pt x="495372" y="593974"/>
                  </a:lnTo>
                  <a:lnTo>
                    <a:pt x="497638" y="603015"/>
                  </a:lnTo>
                  <a:lnTo>
                    <a:pt x="499904" y="612031"/>
                  </a:lnTo>
                  <a:lnTo>
                    <a:pt x="493491" y="620614"/>
                  </a:lnTo>
                  <a:lnTo>
                    <a:pt x="487102" y="629197"/>
                  </a:lnTo>
                  <a:lnTo>
                    <a:pt x="442478" y="630210"/>
                  </a:lnTo>
                  <a:lnTo>
                    <a:pt x="397853" y="631222"/>
                  </a:lnTo>
                  <a:lnTo>
                    <a:pt x="384786" y="658151"/>
                  </a:lnTo>
                  <a:lnTo>
                    <a:pt x="371743" y="685056"/>
                  </a:lnTo>
                  <a:lnTo>
                    <a:pt x="349540" y="707260"/>
                  </a:lnTo>
                  <a:lnTo>
                    <a:pt x="327360" y="729463"/>
                  </a:lnTo>
                  <a:lnTo>
                    <a:pt x="301829" y="742048"/>
                  </a:lnTo>
                  <a:lnTo>
                    <a:pt x="276322" y="754657"/>
                  </a:lnTo>
                  <a:lnTo>
                    <a:pt x="250478" y="759262"/>
                  </a:lnTo>
                  <a:cubicBezTo>
                    <a:pt x="221959" y="764349"/>
                    <a:pt x="188231" y="764806"/>
                    <a:pt x="158770" y="760491"/>
                  </a:cubicBezTo>
                  <a:close/>
                  <a:moveTo>
                    <a:pt x="241510" y="713842"/>
                  </a:moveTo>
                  <a:cubicBezTo>
                    <a:pt x="284930" y="705838"/>
                    <a:pt x="346213" y="658585"/>
                    <a:pt x="346213" y="633078"/>
                  </a:cubicBezTo>
                  <a:cubicBezTo>
                    <a:pt x="346213" y="631873"/>
                    <a:pt x="304988" y="630885"/>
                    <a:pt x="254601" y="630885"/>
                  </a:cubicBezTo>
                  <a:lnTo>
                    <a:pt x="162989" y="630885"/>
                  </a:lnTo>
                  <a:lnTo>
                    <a:pt x="156335" y="624206"/>
                  </a:lnTo>
                  <a:lnTo>
                    <a:pt x="149657" y="617552"/>
                  </a:lnTo>
                  <a:lnTo>
                    <a:pt x="149657" y="607789"/>
                  </a:lnTo>
                  <a:lnTo>
                    <a:pt x="149657" y="598049"/>
                  </a:lnTo>
                  <a:lnTo>
                    <a:pt x="158433" y="591130"/>
                  </a:lnTo>
                  <a:lnTo>
                    <a:pt x="167208" y="584235"/>
                  </a:lnTo>
                  <a:lnTo>
                    <a:pt x="263376" y="584235"/>
                  </a:lnTo>
                  <a:lnTo>
                    <a:pt x="359545" y="584235"/>
                  </a:lnTo>
                  <a:lnTo>
                    <a:pt x="359545" y="381170"/>
                  </a:lnTo>
                  <a:lnTo>
                    <a:pt x="359545" y="178105"/>
                  </a:lnTo>
                  <a:lnTo>
                    <a:pt x="355832" y="160458"/>
                  </a:lnTo>
                  <a:cubicBezTo>
                    <a:pt x="353783" y="150742"/>
                    <a:pt x="348262" y="134566"/>
                    <a:pt x="343561" y="124488"/>
                  </a:cubicBezTo>
                  <a:lnTo>
                    <a:pt x="335003" y="106166"/>
                  </a:lnTo>
                  <a:lnTo>
                    <a:pt x="316463" y="87602"/>
                  </a:lnTo>
                  <a:lnTo>
                    <a:pt x="297924" y="69063"/>
                  </a:lnTo>
                  <a:lnTo>
                    <a:pt x="279601" y="60432"/>
                  </a:lnTo>
                  <a:cubicBezTo>
                    <a:pt x="245223" y="44256"/>
                    <a:pt x="198236" y="40206"/>
                    <a:pt x="155998" y="49824"/>
                  </a:cubicBezTo>
                  <a:lnTo>
                    <a:pt x="132709" y="55128"/>
                  </a:lnTo>
                  <a:lnTo>
                    <a:pt x="112120" y="68967"/>
                  </a:lnTo>
                  <a:lnTo>
                    <a:pt x="91556" y="82829"/>
                  </a:lnTo>
                  <a:lnTo>
                    <a:pt x="77646" y="100018"/>
                  </a:lnTo>
                  <a:cubicBezTo>
                    <a:pt x="70003" y="109469"/>
                    <a:pt x="60215" y="125959"/>
                    <a:pt x="55900" y="136663"/>
                  </a:cubicBezTo>
                  <a:lnTo>
                    <a:pt x="48041" y="156119"/>
                  </a:lnTo>
                  <a:lnTo>
                    <a:pt x="48041" y="381002"/>
                  </a:lnTo>
                  <a:lnTo>
                    <a:pt x="48041" y="605884"/>
                  </a:lnTo>
                  <a:lnTo>
                    <a:pt x="55900" y="625364"/>
                  </a:lnTo>
                  <a:cubicBezTo>
                    <a:pt x="60215" y="636068"/>
                    <a:pt x="70003" y="652558"/>
                    <a:pt x="77646" y="662009"/>
                  </a:cubicBezTo>
                  <a:lnTo>
                    <a:pt x="91556" y="679173"/>
                  </a:lnTo>
                  <a:lnTo>
                    <a:pt x="112217" y="693085"/>
                  </a:lnTo>
                  <a:lnTo>
                    <a:pt x="132878" y="707019"/>
                  </a:lnTo>
                  <a:lnTo>
                    <a:pt x="153756" y="711961"/>
                  </a:lnTo>
                  <a:cubicBezTo>
                    <a:pt x="179166" y="717988"/>
                    <a:pt x="214918" y="718759"/>
                    <a:pt x="241510" y="713842"/>
                  </a:cubicBezTo>
                  <a:close/>
                  <a:moveTo>
                    <a:pt x="509475" y="154455"/>
                  </a:moveTo>
                  <a:lnTo>
                    <a:pt x="502797" y="147801"/>
                  </a:lnTo>
                  <a:lnTo>
                    <a:pt x="502797" y="136326"/>
                  </a:lnTo>
                  <a:lnTo>
                    <a:pt x="502797" y="124850"/>
                  </a:lnTo>
                  <a:lnTo>
                    <a:pt x="510222" y="119666"/>
                  </a:lnTo>
                  <a:lnTo>
                    <a:pt x="517623" y="114483"/>
                  </a:lnTo>
                  <a:lnTo>
                    <a:pt x="735081" y="114483"/>
                  </a:lnTo>
                  <a:lnTo>
                    <a:pt x="952563" y="114483"/>
                  </a:lnTo>
                  <a:lnTo>
                    <a:pt x="959216" y="121137"/>
                  </a:lnTo>
                  <a:lnTo>
                    <a:pt x="965895" y="127815"/>
                  </a:lnTo>
                  <a:lnTo>
                    <a:pt x="965895" y="137796"/>
                  </a:lnTo>
                  <a:lnTo>
                    <a:pt x="965895" y="147801"/>
                  </a:lnTo>
                  <a:lnTo>
                    <a:pt x="959216" y="154455"/>
                  </a:lnTo>
                  <a:lnTo>
                    <a:pt x="952563" y="161133"/>
                  </a:lnTo>
                  <a:lnTo>
                    <a:pt x="734358" y="161133"/>
                  </a:lnTo>
                  <a:lnTo>
                    <a:pt x="516129" y="161133"/>
                  </a:lnTo>
                  <a:close/>
                </a:path>
              </a:pathLst>
            </a:custGeom>
            <a:solidFill>
              <a:srgbClr val="030303"/>
            </a:solidFill>
            <a:ln w="1258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F2F5B40F-304A-7AB0-C741-2AC2DDB1A065}"/>
              </a:ext>
            </a:extLst>
          </p:cNvPr>
          <p:cNvGrpSpPr/>
          <p:nvPr/>
        </p:nvGrpSpPr>
        <p:grpSpPr>
          <a:xfrm flipV="1">
            <a:off x="9113145" y="3505601"/>
            <a:ext cx="622286" cy="464017"/>
            <a:chOff x="8362079" y="4816158"/>
            <a:chExt cx="1652219" cy="1232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5FF673F-B05C-F4EE-EE2A-508675FD318D}"/>
                </a:ext>
              </a:extLst>
            </p:cNvPr>
            <p:cNvSpPr/>
            <p:nvPr/>
          </p:nvSpPr>
          <p:spPr>
            <a:xfrm>
              <a:off x="8362206" y="4816158"/>
              <a:ext cx="1651802" cy="1232001"/>
            </a:xfrm>
            <a:custGeom>
              <a:avLst/>
              <a:gdLst>
                <a:gd name="csX0" fmla="*/ 1415563 w 1651802"/>
                <a:gd name="csY0" fmla="*/ 1229783 h 1232001"/>
                <a:gd name="csX1" fmla="*/ 1421950 w 1651802"/>
                <a:gd name="csY1" fmla="*/ 1230048 h 1232001"/>
                <a:gd name="csX2" fmla="*/ 1417587 w 1651802"/>
                <a:gd name="csY2" fmla="*/ 1231808 h 1232001"/>
                <a:gd name="csX3" fmla="*/ 1411198 w 1651802"/>
                <a:gd name="csY3" fmla="*/ 1231543 h 1232001"/>
                <a:gd name="csX4" fmla="*/ 1478654 w 1651802"/>
                <a:gd name="csY4" fmla="*/ 1229856 h 1232001"/>
                <a:gd name="csX5" fmla="*/ 1486995 w 1651802"/>
                <a:gd name="csY5" fmla="*/ 1229856 h 1232001"/>
                <a:gd name="csX6" fmla="*/ 1491166 w 1651802"/>
                <a:gd name="csY6" fmla="*/ 1231543 h 1232001"/>
                <a:gd name="csX7" fmla="*/ 1482825 w 1651802"/>
                <a:gd name="csY7" fmla="*/ 1231543 h 1232001"/>
                <a:gd name="csX8" fmla="*/ 1474508 w 1651802"/>
                <a:gd name="csY8" fmla="*/ 1231543 h 1232001"/>
                <a:gd name="csX9" fmla="*/ 1393985 w 1651802"/>
                <a:gd name="csY9" fmla="*/ 1226529 h 1232001"/>
                <a:gd name="csX10" fmla="*/ 1398422 w 1651802"/>
                <a:gd name="csY10" fmla="*/ 1226529 h 1232001"/>
                <a:gd name="csX11" fmla="*/ 1396203 w 1651802"/>
                <a:gd name="csY11" fmla="*/ 1228746 h 1232001"/>
                <a:gd name="csX12" fmla="*/ 1393985 w 1651802"/>
                <a:gd name="csY12" fmla="*/ 1226529 h 1232001"/>
                <a:gd name="csX13" fmla="*/ 1502810 w 1651802"/>
                <a:gd name="csY13" fmla="*/ 1227083 h 1232001"/>
                <a:gd name="csX14" fmla="*/ 1504474 w 1651802"/>
                <a:gd name="csY14" fmla="*/ 1225419 h 1232001"/>
                <a:gd name="csX15" fmla="*/ 1506137 w 1651802"/>
                <a:gd name="csY15" fmla="*/ 1227083 h 1232001"/>
                <a:gd name="csX16" fmla="*/ 1504474 w 1651802"/>
                <a:gd name="csY16" fmla="*/ 1228746 h 1232001"/>
                <a:gd name="csX17" fmla="*/ 1502810 w 1651802"/>
                <a:gd name="csY17" fmla="*/ 1227083 h 1232001"/>
                <a:gd name="csX18" fmla="*/ 1380654 w 1651802"/>
                <a:gd name="csY18" fmla="*/ 1223178 h 1232001"/>
                <a:gd name="csX19" fmla="*/ 1385114 w 1651802"/>
                <a:gd name="csY19" fmla="*/ 1223178 h 1232001"/>
                <a:gd name="csX20" fmla="*/ 1382871 w 1651802"/>
                <a:gd name="csY20" fmla="*/ 1225419 h 1232001"/>
                <a:gd name="csX21" fmla="*/ 1380654 w 1651802"/>
                <a:gd name="csY21" fmla="*/ 1223178 h 1232001"/>
                <a:gd name="csX22" fmla="*/ 1516143 w 1651802"/>
                <a:gd name="csY22" fmla="*/ 1223732 h 1232001"/>
                <a:gd name="csX23" fmla="*/ 1517806 w 1651802"/>
                <a:gd name="csY23" fmla="*/ 1222069 h 1232001"/>
                <a:gd name="csX24" fmla="*/ 1519470 w 1651802"/>
                <a:gd name="csY24" fmla="*/ 1223732 h 1232001"/>
                <a:gd name="csX25" fmla="*/ 1517806 w 1651802"/>
                <a:gd name="csY25" fmla="*/ 1225419 h 1232001"/>
                <a:gd name="csX26" fmla="*/ 1516143 w 1651802"/>
                <a:gd name="csY26" fmla="*/ 1223732 h 1232001"/>
                <a:gd name="csX27" fmla="*/ 1369563 w 1651802"/>
                <a:gd name="csY27" fmla="*/ 1220405 h 1232001"/>
                <a:gd name="csX28" fmla="*/ 1371226 w 1651802"/>
                <a:gd name="csY28" fmla="*/ 1218742 h 1232001"/>
                <a:gd name="csX29" fmla="*/ 1372890 w 1651802"/>
                <a:gd name="csY29" fmla="*/ 1220405 h 1232001"/>
                <a:gd name="csX30" fmla="*/ 1371226 w 1651802"/>
                <a:gd name="csY30" fmla="*/ 1222069 h 1232001"/>
                <a:gd name="csX31" fmla="*/ 1369563 w 1651802"/>
                <a:gd name="csY31" fmla="*/ 1220405 h 1232001"/>
                <a:gd name="csX32" fmla="*/ 1526147 w 1651802"/>
                <a:gd name="csY32" fmla="*/ 1220405 h 1232001"/>
                <a:gd name="csX33" fmla="*/ 1527811 w 1651802"/>
                <a:gd name="csY33" fmla="*/ 1218742 h 1232001"/>
                <a:gd name="csX34" fmla="*/ 1529474 w 1651802"/>
                <a:gd name="csY34" fmla="*/ 1220405 h 1232001"/>
                <a:gd name="csX35" fmla="*/ 1527811 w 1651802"/>
                <a:gd name="csY35" fmla="*/ 1222069 h 1232001"/>
                <a:gd name="csX36" fmla="*/ 1526147 w 1651802"/>
                <a:gd name="csY36" fmla="*/ 1220405 h 1232001"/>
                <a:gd name="csX37" fmla="*/ 1362886 w 1651802"/>
                <a:gd name="csY37" fmla="*/ 1217078 h 1232001"/>
                <a:gd name="csX38" fmla="*/ 1364549 w 1651802"/>
                <a:gd name="csY38" fmla="*/ 1215415 h 1232001"/>
                <a:gd name="csX39" fmla="*/ 1366213 w 1651802"/>
                <a:gd name="csY39" fmla="*/ 1217078 h 1232001"/>
                <a:gd name="csX40" fmla="*/ 1364549 w 1651802"/>
                <a:gd name="csY40" fmla="*/ 1218742 h 1232001"/>
                <a:gd name="csX41" fmla="*/ 1362886 w 1651802"/>
                <a:gd name="csY41" fmla="*/ 1217078 h 1232001"/>
                <a:gd name="csX42" fmla="*/ 1532801 w 1651802"/>
                <a:gd name="csY42" fmla="*/ 1217078 h 1232001"/>
                <a:gd name="csX43" fmla="*/ 1534465 w 1651802"/>
                <a:gd name="csY43" fmla="*/ 1215415 h 1232001"/>
                <a:gd name="csX44" fmla="*/ 1536128 w 1651802"/>
                <a:gd name="csY44" fmla="*/ 1217078 h 1232001"/>
                <a:gd name="csX45" fmla="*/ 1534465 w 1651802"/>
                <a:gd name="csY45" fmla="*/ 1218742 h 1232001"/>
                <a:gd name="csX46" fmla="*/ 1532801 w 1651802"/>
                <a:gd name="csY46" fmla="*/ 1217078 h 1232001"/>
                <a:gd name="csX47" fmla="*/ 1542806 w 1651802"/>
                <a:gd name="csY47" fmla="*/ 1213751 h 1232001"/>
                <a:gd name="csX48" fmla="*/ 1544470 w 1651802"/>
                <a:gd name="csY48" fmla="*/ 1212064 h 1232001"/>
                <a:gd name="csX49" fmla="*/ 1546133 w 1651802"/>
                <a:gd name="csY49" fmla="*/ 1213751 h 1232001"/>
                <a:gd name="csX50" fmla="*/ 1544470 w 1651802"/>
                <a:gd name="csY50" fmla="*/ 1215415 h 1232001"/>
                <a:gd name="csX51" fmla="*/ 1542806 w 1651802"/>
                <a:gd name="csY51" fmla="*/ 1213751 h 1232001"/>
                <a:gd name="csX52" fmla="*/ 1549460 w 1651802"/>
                <a:gd name="csY52" fmla="*/ 1210400 h 1232001"/>
                <a:gd name="csX53" fmla="*/ 1551124 w 1651802"/>
                <a:gd name="csY53" fmla="*/ 1208737 h 1232001"/>
                <a:gd name="csX54" fmla="*/ 1552786 w 1651802"/>
                <a:gd name="csY54" fmla="*/ 1210400 h 1232001"/>
                <a:gd name="csX55" fmla="*/ 1551124 w 1651802"/>
                <a:gd name="csY55" fmla="*/ 1212064 h 1232001"/>
                <a:gd name="csX56" fmla="*/ 1549460 w 1651802"/>
                <a:gd name="csY56" fmla="*/ 1210400 h 1232001"/>
                <a:gd name="csX57" fmla="*/ 1336245 w 1651802"/>
                <a:gd name="csY57" fmla="*/ 1203746 h 1232001"/>
                <a:gd name="csX58" fmla="*/ 1337909 w 1651802"/>
                <a:gd name="csY58" fmla="*/ 1202083 h 1232001"/>
                <a:gd name="csX59" fmla="*/ 1339572 w 1651802"/>
                <a:gd name="csY59" fmla="*/ 1203746 h 1232001"/>
                <a:gd name="csX60" fmla="*/ 1337909 w 1651802"/>
                <a:gd name="csY60" fmla="*/ 1205410 h 1232001"/>
                <a:gd name="csX61" fmla="*/ 1336245 w 1651802"/>
                <a:gd name="csY61" fmla="*/ 1203746 h 1232001"/>
                <a:gd name="csX62" fmla="*/ 1327590 w 1651802"/>
                <a:gd name="csY62" fmla="*/ 1198225 h 1232001"/>
                <a:gd name="csX63" fmla="*/ 1325203 w 1651802"/>
                <a:gd name="csY63" fmla="*/ 1194392 h 1232001"/>
                <a:gd name="csX64" fmla="*/ 1329062 w 1651802"/>
                <a:gd name="csY64" fmla="*/ 1196755 h 1232001"/>
                <a:gd name="csX65" fmla="*/ 1332918 w 1651802"/>
                <a:gd name="csY65" fmla="*/ 1200612 h 1232001"/>
                <a:gd name="csX66" fmla="*/ 1327590 w 1651802"/>
                <a:gd name="csY66" fmla="*/ 1198225 h 1232001"/>
                <a:gd name="csX67" fmla="*/ 1566119 w 1651802"/>
                <a:gd name="csY67" fmla="*/ 1200419 h 1232001"/>
                <a:gd name="csX68" fmla="*/ 1567782 w 1651802"/>
                <a:gd name="csY68" fmla="*/ 1198756 h 1232001"/>
                <a:gd name="csX69" fmla="*/ 1569446 w 1651802"/>
                <a:gd name="csY69" fmla="*/ 1200419 h 1232001"/>
                <a:gd name="csX70" fmla="*/ 1567782 w 1651802"/>
                <a:gd name="csY70" fmla="*/ 1202083 h 1232001"/>
                <a:gd name="csX71" fmla="*/ 1566119 w 1651802"/>
                <a:gd name="csY71" fmla="*/ 1200419 h 1232001"/>
                <a:gd name="csX72" fmla="*/ 727678 w 1651802"/>
                <a:gd name="csY72" fmla="*/ 1193187 h 1232001"/>
                <a:gd name="csX73" fmla="*/ 732115 w 1651802"/>
                <a:gd name="csY73" fmla="*/ 1193187 h 1232001"/>
                <a:gd name="csX74" fmla="*/ 729896 w 1651802"/>
                <a:gd name="csY74" fmla="*/ 1195404 h 1232001"/>
                <a:gd name="csX75" fmla="*/ 727678 w 1651802"/>
                <a:gd name="csY75" fmla="*/ 1193187 h 1232001"/>
                <a:gd name="csX76" fmla="*/ 1157459 w 1651802"/>
                <a:gd name="csY76" fmla="*/ 1193187 h 1232001"/>
                <a:gd name="csX77" fmla="*/ 1161894 w 1651802"/>
                <a:gd name="csY77" fmla="*/ 1193187 h 1232001"/>
                <a:gd name="csX78" fmla="*/ 1159676 w 1651802"/>
                <a:gd name="csY78" fmla="*/ 1195404 h 1232001"/>
                <a:gd name="csX79" fmla="*/ 1157459 w 1651802"/>
                <a:gd name="csY79" fmla="*/ 1193187 h 1232001"/>
                <a:gd name="csX80" fmla="*/ 716154 w 1651802"/>
                <a:gd name="csY80" fmla="*/ 1186243 h 1232001"/>
                <a:gd name="csX81" fmla="*/ 711573 w 1651802"/>
                <a:gd name="csY81" fmla="*/ 1180433 h 1232001"/>
                <a:gd name="csX82" fmla="*/ 717407 w 1651802"/>
                <a:gd name="csY82" fmla="*/ 1184989 h 1232001"/>
                <a:gd name="csX83" fmla="*/ 723242 w 1651802"/>
                <a:gd name="csY83" fmla="*/ 1190824 h 1232001"/>
                <a:gd name="csX84" fmla="*/ 716154 w 1651802"/>
                <a:gd name="csY84" fmla="*/ 1186243 h 1232001"/>
                <a:gd name="csX85" fmla="*/ 1166330 w 1651802"/>
                <a:gd name="csY85" fmla="*/ 1190824 h 1232001"/>
                <a:gd name="csX86" fmla="*/ 1172164 w 1651802"/>
                <a:gd name="csY86" fmla="*/ 1184989 h 1232001"/>
                <a:gd name="csX87" fmla="*/ 1177999 w 1651802"/>
                <a:gd name="csY87" fmla="*/ 1180433 h 1232001"/>
                <a:gd name="csX88" fmla="*/ 1173418 w 1651802"/>
                <a:gd name="csY88" fmla="*/ 1186243 h 1232001"/>
                <a:gd name="csX89" fmla="*/ 1166330 w 1651802"/>
                <a:gd name="csY89" fmla="*/ 1190824 h 1232001"/>
                <a:gd name="csX90" fmla="*/ 1314259 w 1651802"/>
                <a:gd name="csY90" fmla="*/ 1188244 h 1232001"/>
                <a:gd name="csX91" fmla="*/ 1311896 w 1651802"/>
                <a:gd name="csY91" fmla="*/ 1184387 h 1232001"/>
                <a:gd name="csX92" fmla="*/ 1315729 w 1651802"/>
                <a:gd name="csY92" fmla="*/ 1186774 h 1232001"/>
                <a:gd name="csX93" fmla="*/ 1318117 w 1651802"/>
                <a:gd name="csY93" fmla="*/ 1192078 h 1232001"/>
                <a:gd name="csX94" fmla="*/ 1314259 w 1651802"/>
                <a:gd name="csY94" fmla="*/ 1188244 h 1232001"/>
                <a:gd name="csX95" fmla="*/ 1579451 w 1651802"/>
                <a:gd name="csY95" fmla="*/ 1190414 h 1232001"/>
                <a:gd name="csX96" fmla="*/ 1581115 w 1651802"/>
                <a:gd name="csY96" fmla="*/ 1188751 h 1232001"/>
                <a:gd name="csX97" fmla="*/ 1582778 w 1651802"/>
                <a:gd name="csY97" fmla="*/ 1190414 h 1232001"/>
                <a:gd name="csX98" fmla="*/ 1581115 w 1651802"/>
                <a:gd name="csY98" fmla="*/ 1192078 h 1232001"/>
                <a:gd name="csX99" fmla="*/ 1579451 w 1651802"/>
                <a:gd name="csY99" fmla="*/ 1190414 h 1232001"/>
                <a:gd name="csX100" fmla="*/ 1406209 w 1651802"/>
                <a:gd name="csY100" fmla="*/ 1180891 h 1232001"/>
                <a:gd name="csX101" fmla="*/ 1371226 w 1651802"/>
                <a:gd name="csY101" fmla="*/ 1168862 h 1232001"/>
                <a:gd name="csX102" fmla="*/ 1354568 w 1651802"/>
                <a:gd name="csY102" fmla="*/ 1160809 h 1232001"/>
                <a:gd name="csX103" fmla="*/ 1336004 w 1651802"/>
                <a:gd name="csY103" fmla="*/ 1142294 h 1232001"/>
                <a:gd name="csX104" fmla="*/ 1317465 w 1651802"/>
                <a:gd name="csY104" fmla="*/ 1123778 h 1232001"/>
                <a:gd name="csX105" fmla="*/ 1308907 w 1651802"/>
                <a:gd name="csY105" fmla="*/ 1105456 h 1232001"/>
                <a:gd name="csX106" fmla="*/ 1296635 w 1651802"/>
                <a:gd name="csY106" fmla="*/ 1069487 h 1232001"/>
                <a:gd name="csX107" fmla="*/ 1292923 w 1651802"/>
                <a:gd name="csY107" fmla="*/ 1051839 h 1232001"/>
                <a:gd name="csX108" fmla="*/ 1292923 w 1651802"/>
                <a:gd name="csY108" fmla="*/ 883756 h 1232001"/>
                <a:gd name="csX109" fmla="*/ 1292923 w 1651802"/>
                <a:gd name="csY109" fmla="*/ 715672 h 1232001"/>
                <a:gd name="csX110" fmla="*/ 1384174 w 1651802"/>
                <a:gd name="csY110" fmla="*/ 715672 h 1232001"/>
                <a:gd name="csX111" fmla="*/ 1475423 w 1651802"/>
                <a:gd name="csY111" fmla="*/ 715672 h 1232001"/>
                <a:gd name="csX112" fmla="*/ 1482655 w 1651802"/>
                <a:gd name="csY112" fmla="*/ 709814 h 1232001"/>
                <a:gd name="csX113" fmla="*/ 1489889 w 1651802"/>
                <a:gd name="csY113" fmla="*/ 703955 h 1232001"/>
                <a:gd name="csX114" fmla="*/ 1490226 w 1651802"/>
                <a:gd name="csY114" fmla="*/ 692625 h 1232001"/>
                <a:gd name="csX115" fmla="*/ 1490539 w 1651802"/>
                <a:gd name="csY115" fmla="*/ 681270 h 1232001"/>
                <a:gd name="csX116" fmla="*/ 1482994 w 1651802"/>
                <a:gd name="csY116" fmla="*/ 675146 h 1232001"/>
                <a:gd name="csX117" fmla="*/ 1475423 w 1651802"/>
                <a:gd name="csY117" fmla="*/ 669023 h 1232001"/>
                <a:gd name="csX118" fmla="*/ 1384174 w 1651802"/>
                <a:gd name="csY118" fmla="*/ 669023 h 1232001"/>
                <a:gd name="csX119" fmla="*/ 1292923 w 1651802"/>
                <a:gd name="csY119" fmla="*/ 669023 h 1232001"/>
                <a:gd name="csX120" fmla="*/ 1292923 w 1651802"/>
                <a:gd name="csY120" fmla="*/ 657186 h 1232001"/>
                <a:gd name="csX121" fmla="*/ 1298155 w 1651802"/>
                <a:gd name="csY121" fmla="*/ 622373 h 1232001"/>
                <a:gd name="csX122" fmla="*/ 1303386 w 1651802"/>
                <a:gd name="csY122" fmla="*/ 599398 h 1232001"/>
                <a:gd name="csX123" fmla="*/ 1315946 w 1651802"/>
                <a:gd name="csY123" fmla="*/ 579966 h 1232001"/>
                <a:gd name="csX124" fmla="*/ 1449845 w 1651802"/>
                <a:gd name="csY124" fmla="*/ 512439 h 1232001"/>
                <a:gd name="csX125" fmla="*/ 1473181 w 1651802"/>
                <a:gd name="csY125" fmla="*/ 512439 h 1232001"/>
                <a:gd name="csX126" fmla="*/ 1496181 w 1651802"/>
                <a:gd name="csY126" fmla="*/ 517670 h 1232001"/>
                <a:gd name="csX127" fmla="*/ 1519156 w 1651802"/>
                <a:gd name="csY127" fmla="*/ 522902 h 1232001"/>
                <a:gd name="csX128" fmla="*/ 1538466 w 1651802"/>
                <a:gd name="csY128" fmla="*/ 535414 h 1232001"/>
                <a:gd name="csX129" fmla="*/ 1600931 w 1651802"/>
                <a:gd name="csY129" fmla="*/ 620589 h 1232001"/>
                <a:gd name="csX130" fmla="*/ 1606090 w 1651802"/>
                <a:gd name="csY130" fmla="*/ 640454 h 1232001"/>
                <a:gd name="csX131" fmla="*/ 1606090 w 1651802"/>
                <a:gd name="csY131" fmla="*/ 848943 h 1232001"/>
                <a:gd name="csX132" fmla="*/ 1606090 w 1651802"/>
                <a:gd name="csY132" fmla="*/ 1057432 h 1232001"/>
                <a:gd name="csX133" fmla="*/ 1600956 w 1651802"/>
                <a:gd name="csY133" fmla="*/ 1077274 h 1232001"/>
                <a:gd name="csX134" fmla="*/ 1406209 w 1651802"/>
                <a:gd name="csY134" fmla="*/ 1180891 h 1232001"/>
                <a:gd name="csX135" fmla="*/ 1176841 w 1651802"/>
                <a:gd name="csY135" fmla="*/ 1172092 h 1232001"/>
                <a:gd name="csX136" fmla="*/ 1176841 w 1651802"/>
                <a:gd name="csY136" fmla="*/ 1163775 h 1232001"/>
                <a:gd name="csX137" fmla="*/ 1178528 w 1651802"/>
                <a:gd name="csY137" fmla="*/ 1167921 h 1232001"/>
                <a:gd name="csX138" fmla="*/ 1178528 w 1651802"/>
                <a:gd name="csY138" fmla="*/ 1176262 h 1232001"/>
                <a:gd name="csX139" fmla="*/ 1176841 w 1651802"/>
                <a:gd name="csY139" fmla="*/ 1180433 h 1232001"/>
                <a:gd name="csX140" fmla="*/ 710175 w 1651802"/>
                <a:gd name="csY140" fmla="*/ 1170163 h 1232001"/>
                <a:gd name="csX141" fmla="*/ 710440 w 1651802"/>
                <a:gd name="csY141" fmla="*/ 1163775 h 1232001"/>
                <a:gd name="csX142" fmla="*/ 712176 w 1651802"/>
                <a:gd name="csY142" fmla="*/ 1168138 h 1232001"/>
                <a:gd name="csX143" fmla="*/ 711911 w 1651802"/>
                <a:gd name="csY143" fmla="*/ 1174527 h 1232001"/>
                <a:gd name="csX144" fmla="*/ 710175 w 1651802"/>
                <a:gd name="csY144" fmla="*/ 1170163 h 1232001"/>
                <a:gd name="csX145" fmla="*/ 1287619 w 1651802"/>
                <a:gd name="csY145" fmla="*/ 1161581 h 1232001"/>
                <a:gd name="csX146" fmla="*/ 1285233 w 1651802"/>
                <a:gd name="csY146" fmla="*/ 1157748 h 1232001"/>
                <a:gd name="csX147" fmla="*/ 1289089 w 1651802"/>
                <a:gd name="csY147" fmla="*/ 1160110 h 1232001"/>
                <a:gd name="csX148" fmla="*/ 1292923 w 1651802"/>
                <a:gd name="csY148" fmla="*/ 1163968 h 1232001"/>
                <a:gd name="csX149" fmla="*/ 1287619 w 1651802"/>
                <a:gd name="csY149" fmla="*/ 1161581 h 1232001"/>
                <a:gd name="csX150" fmla="*/ 1609417 w 1651802"/>
                <a:gd name="csY150" fmla="*/ 1160424 h 1232001"/>
                <a:gd name="csX151" fmla="*/ 1611081 w 1651802"/>
                <a:gd name="csY151" fmla="*/ 1158760 h 1232001"/>
                <a:gd name="csX152" fmla="*/ 1612769 w 1651802"/>
                <a:gd name="csY152" fmla="*/ 1160424 h 1232001"/>
                <a:gd name="csX153" fmla="*/ 1611081 w 1651802"/>
                <a:gd name="csY153" fmla="*/ 1162111 h 1232001"/>
                <a:gd name="csX154" fmla="*/ 1609417 w 1651802"/>
                <a:gd name="csY154" fmla="*/ 1160424 h 1232001"/>
                <a:gd name="csX155" fmla="*/ 716564 w 1651802"/>
                <a:gd name="csY155" fmla="*/ 1153770 h 1232001"/>
                <a:gd name="csX156" fmla="*/ 718227 w 1651802"/>
                <a:gd name="csY156" fmla="*/ 1152106 h 1232001"/>
                <a:gd name="csX157" fmla="*/ 719891 w 1651802"/>
                <a:gd name="csY157" fmla="*/ 1153770 h 1232001"/>
                <a:gd name="csX158" fmla="*/ 718227 w 1651802"/>
                <a:gd name="csY158" fmla="*/ 1155433 h 1232001"/>
                <a:gd name="csX159" fmla="*/ 716564 w 1651802"/>
                <a:gd name="csY159" fmla="*/ 1153770 h 1232001"/>
                <a:gd name="csX160" fmla="*/ 1169657 w 1651802"/>
                <a:gd name="csY160" fmla="*/ 1153770 h 1232001"/>
                <a:gd name="csX161" fmla="*/ 1171320 w 1651802"/>
                <a:gd name="csY161" fmla="*/ 1152106 h 1232001"/>
                <a:gd name="csX162" fmla="*/ 1172984 w 1651802"/>
                <a:gd name="csY162" fmla="*/ 1153770 h 1232001"/>
                <a:gd name="csX163" fmla="*/ 1171320 w 1651802"/>
                <a:gd name="csY163" fmla="*/ 1155433 h 1232001"/>
                <a:gd name="csX164" fmla="*/ 1169657 w 1651802"/>
                <a:gd name="csY164" fmla="*/ 1153770 h 1232001"/>
                <a:gd name="csX165" fmla="*/ 1277614 w 1651802"/>
                <a:gd name="csY165" fmla="*/ 1148249 h 1232001"/>
                <a:gd name="csX166" fmla="*/ 1275252 w 1651802"/>
                <a:gd name="csY166" fmla="*/ 1144416 h 1232001"/>
                <a:gd name="csX167" fmla="*/ 1279085 w 1651802"/>
                <a:gd name="csY167" fmla="*/ 1146802 h 1232001"/>
                <a:gd name="csX168" fmla="*/ 1281472 w 1651802"/>
                <a:gd name="csY168" fmla="*/ 1152106 h 1232001"/>
                <a:gd name="csX169" fmla="*/ 1277614 w 1651802"/>
                <a:gd name="csY169" fmla="*/ 1148249 h 1232001"/>
                <a:gd name="csX170" fmla="*/ 839010 w 1651802"/>
                <a:gd name="csY170" fmla="*/ 1146272 h 1232001"/>
                <a:gd name="csX171" fmla="*/ 1053889 w 1651802"/>
                <a:gd name="csY171" fmla="*/ 1146272 h 1232001"/>
                <a:gd name="csX172" fmla="*/ 946437 w 1651802"/>
                <a:gd name="csY172" fmla="*/ 1147212 h 1232001"/>
                <a:gd name="csX173" fmla="*/ 839010 w 1651802"/>
                <a:gd name="csY173" fmla="*/ 1146272 h 1232001"/>
                <a:gd name="csX174" fmla="*/ 1619423 w 1651802"/>
                <a:gd name="csY174" fmla="*/ 1147116 h 1232001"/>
                <a:gd name="csX175" fmla="*/ 1621086 w 1651802"/>
                <a:gd name="csY175" fmla="*/ 1145452 h 1232001"/>
                <a:gd name="csX176" fmla="*/ 1622750 w 1651802"/>
                <a:gd name="csY176" fmla="*/ 1147116 h 1232001"/>
                <a:gd name="csX177" fmla="*/ 1621086 w 1651802"/>
                <a:gd name="csY177" fmla="*/ 1148779 h 1232001"/>
                <a:gd name="csX178" fmla="*/ 1619423 w 1651802"/>
                <a:gd name="csY178" fmla="*/ 1147116 h 1232001"/>
                <a:gd name="csX179" fmla="*/ 1272937 w 1651802"/>
                <a:gd name="csY179" fmla="*/ 1140437 h 1232001"/>
                <a:gd name="csX180" fmla="*/ 1274600 w 1651802"/>
                <a:gd name="csY180" fmla="*/ 1138774 h 1232001"/>
                <a:gd name="csX181" fmla="*/ 1276264 w 1651802"/>
                <a:gd name="csY181" fmla="*/ 1140437 h 1232001"/>
                <a:gd name="csX182" fmla="*/ 1274600 w 1651802"/>
                <a:gd name="csY182" fmla="*/ 1142125 h 1232001"/>
                <a:gd name="csX183" fmla="*/ 1272937 w 1651802"/>
                <a:gd name="csY183" fmla="*/ 1140437 h 1232001"/>
                <a:gd name="csX184" fmla="*/ 1626077 w 1651802"/>
                <a:gd name="csY184" fmla="*/ 1137110 h 1232001"/>
                <a:gd name="csX185" fmla="*/ 1627740 w 1651802"/>
                <a:gd name="csY185" fmla="*/ 1135447 h 1232001"/>
                <a:gd name="csX186" fmla="*/ 1629427 w 1651802"/>
                <a:gd name="csY186" fmla="*/ 1137110 h 1232001"/>
                <a:gd name="csX187" fmla="*/ 1627740 w 1651802"/>
                <a:gd name="csY187" fmla="*/ 1138774 h 1232001"/>
                <a:gd name="csX188" fmla="*/ 1626077 w 1651802"/>
                <a:gd name="csY188" fmla="*/ 1137110 h 1232001"/>
                <a:gd name="csX189" fmla="*/ 1266283 w 1651802"/>
                <a:gd name="csY189" fmla="*/ 1130457 h 1232001"/>
                <a:gd name="csX190" fmla="*/ 1267946 w 1651802"/>
                <a:gd name="csY190" fmla="*/ 1128793 h 1232001"/>
                <a:gd name="csX191" fmla="*/ 1269610 w 1651802"/>
                <a:gd name="csY191" fmla="*/ 1130457 h 1232001"/>
                <a:gd name="csX192" fmla="*/ 1267946 w 1651802"/>
                <a:gd name="csY192" fmla="*/ 1132120 h 1232001"/>
                <a:gd name="csX193" fmla="*/ 1266283 w 1651802"/>
                <a:gd name="csY193" fmla="*/ 1130457 h 1232001"/>
                <a:gd name="csX194" fmla="*/ 1629427 w 1651802"/>
                <a:gd name="csY194" fmla="*/ 1130457 h 1232001"/>
                <a:gd name="csX195" fmla="*/ 1631092 w 1651802"/>
                <a:gd name="csY195" fmla="*/ 1128793 h 1232001"/>
                <a:gd name="csX196" fmla="*/ 1632754 w 1651802"/>
                <a:gd name="csY196" fmla="*/ 1130457 h 1232001"/>
                <a:gd name="csX197" fmla="*/ 1631092 w 1651802"/>
                <a:gd name="csY197" fmla="*/ 1132120 h 1232001"/>
                <a:gd name="csX198" fmla="*/ 1629427 w 1651802"/>
                <a:gd name="csY198" fmla="*/ 1130457 h 1232001"/>
                <a:gd name="csX199" fmla="*/ 1632754 w 1651802"/>
                <a:gd name="csY199" fmla="*/ 1123778 h 1232001"/>
                <a:gd name="csX200" fmla="*/ 1634419 w 1651802"/>
                <a:gd name="csY200" fmla="*/ 1122115 h 1232001"/>
                <a:gd name="csX201" fmla="*/ 1636081 w 1651802"/>
                <a:gd name="csY201" fmla="*/ 1123778 h 1232001"/>
                <a:gd name="csX202" fmla="*/ 1634419 w 1651802"/>
                <a:gd name="csY202" fmla="*/ 1125466 h 1232001"/>
                <a:gd name="csX203" fmla="*/ 1632754 w 1651802"/>
                <a:gd name="csY203" fmla="*/ 1123778 h 1232001"/>
                <a:gd name="csX204" fmla="*/ 1636081 w 1651802"/>
                <a:gd name="csY204" fmla="*/ 1117124 h 1232001"/>
                <a:gd name="csX205" fmla="*/ 1637746 w 1651802"/>
                <a:gd name="csY205" fmla="*/ 1115461 h 1232001"/>
                <a:gd name="csX206" fmla="*/ 1639408 w 1651802"/>
                <a:gd name="csY206" fmla="*/ 1117124 h 1232001"/>
                <a:gd name="csX207" fmla="*/ 1637746 w 1651802"/>
                <a:gd name="csY207" fmla="*/ 1118788 h 1232001"/>
                <a:gd name="csX208" fmla="*/ 1636081 w 1651802"/>
                <a:gd name="csY208" fmla="*/ 1117124 h 1232001"/>
                <a:gd name="csX209" fmla="*/ 1259606 w 1651802"/>
                <a:gd name="csY209" fmla="*/ 1113797 h 1232001"/>
                <a:gd name="csX210" fmla="*/ 1261269 w 1651802"/>
                <a:gd name="csY210" fmla="*/ 1112135 h 1232001"/>
                <a:gd name="csX211" fmla="*/ 1262956 w 1651802"/>
                <a:gd name="csY211" fmla="*/ 1113797 h 1232001"/>
                <a:gd name="csX212" fmla="*/ 1261269 w 1651802"/>
                <a:gd name="csY212" fmla="*/ 1115461 h 1232001"/>
                <a:gd name="csX213" fmla="*/ 1259606 w 1651802"/>
                <a:gd name="csY213" fmla="*/ 1113797 h 1232001"/>
                <a:gd name="csX214" fmla="*/ 1256279 w 1651802"/>
                <a:gd name="csY214" fmla="*/ 1107120 h 1232001"/>
                <a:gd name="csX215" fmla="*/ 1257942 w 1651802"/>
                <a:gd name="csY215" fmla="*/ 1105456 h 1232001"/>
                <a:gd name="csX216" fmla="*/ 1259606 w 1651802"/>
                <a:gd name="csY216" fmla="*/ 1107120 h 1232001"/>
                <a:gd name="csX217" fmla="*/ 1257942 w 1651802"/>
                <a:gd name="csY217" fmla="*/ 1108808 h 1232001"/>
                <a:gd name="csX218" fmla="*/ 1256279 w 1651802"/>
                <a:gd name="csY218" fmla="*/ 1107120 h 1232001"/>
                <a:gd name="csX219" fmla="*/ 1639408 w 1651802"/>
                <a:gd name="csY219" fmla="*/ 1107120 h 1232001"/>
                <a:gd name="csX220" fmla="*/ 1641072 w 1651802"/>
                <a:gd name="csY220" fmla="*/ 1105456 h 1232001"/>
                <a:gd name="csX221" fmla="*/ 1642735 w 1651802"/>
                <a:gd name="csY221" fmla="*/ 1107120 h 1232001"/>
                <a:gd name="csX222" fmla="*/ 1641072 w 1651802"/>
                <a:gd name="csY222" fmla="*/ 1108808 h 1232001"/>
                <a:gd name="csX223" fmla="*/ 1639408 w 1651802"/>
                <a:gd name="csY223" fmla="*/ 1107120 h 1232001"/>
                <a:gd name="csX224" fmla="*/ 1252952 w 1651802"/>
                <a:gd name="csY224" fmla="*/ 1097139 h 1232001"/>
                <a:gd name="csX225" fmla="*/ 1254615 w 1651802"/>
                <a:gd name="csY225" fmla="*/ 1095476 h 1232001"/>
                <a:gd name="csX226" fmla="*/ 1256279 w 1651802"/>
                <a:gd name="csY226" fmla="*/ 1097139 h 1232001"/>
                <a:gd name="csX227" fmla="*/ 1254615 w 1651802"/>
                <a:gd name="csY227" fmla="*/ 1098803 h 1232001"/>
                <a:gd name="csX228" fmla="*/ 1252952 w 1651802"/>
                <a:gd name="csY228" fmla="*/ 1097139 h 1232001"/>
                <a:gd name="csX229" fmla="*/ 1642735 w 1651802"/>
                <a:gd name="csY229" fmla="*/ 1097139 h 1232001"/>
                <a:gd name="csX230" fmla="*/ 1644399 w 1651802"/>
                <a:gd name="csY230" fmla="*/ 1095476 h 1232001"/>
                <a:gd name="csX231" fmla="*/ 1646062 w 1651802"/>
                <a:gd name="csY231" fmla="*/ 1097139 h 1232001"/>
                <a:gd name="csX232" fmla="*/ 1644399 w 1651802"/>
                <a:gd name="csY232" fmla="*/ 1098803 h 1232001"/>
                <a:gd name="csX233" fmla="*/ 1642735 w 1651802"/>
                <a:gd name="csY233" fmla="*/ 1097139 h 1232001"/>
                <a:gd name="csX234" fmla="*/ 1646062 w 1651802"/>
                <a:gd name="csY234" fmla="*/ 1085470 h 1232001"/>
                <a:gd name="csX235" fmla="*/ 1648305 w 1651802"/>
                <a:gd name="csY235" fmla="*/ 1083252 h 1232001"/>
                <a:gd name="csX236" fmla="*/ 1648305 w 1651802"/>
                <a:gd name="csY236" fmla="*/ 1087689 h 1232001"/>
                <a:gd name="csX237" fmla="*/ 1646062 w 1651802"/>
                <a:gd name="csY237" fmla="*/ 1085470 h 1232001"/>
                <a:gd name="csX238" fmla="*/ 1249625 w 1651802"/>
                <a:gd name="csY238" fmla="*/ 1083807 h 1232001"/>
                <a:gd name="csX239" fmla="*/ 1251288 w 1651802"/>
                <a:gd name="csY239" fmla="*/ 1082143 h 1232001"/>
                <a:gd name="csX240" fmla="*/ 1252952 w 1651802"/>
                <a:gd name="csY240" fmla="*/ 1083807 h 1232001"/>
                <a:gd name="csX241" fmla="*/ 1251288 w 1651802"/>
                <a:gd name="csY241" fmla="*/ 1085470 h 1232001"/>
                <a:gd name="csX242" fmla="*/ 1249625 w 1651802"/>
                <a:gd name="csY242" fmla="*/ 1083807 h 1232001"/>
                <a:gd name="csX243" fmla="*/ 1649679 w 1651802"/>
                <a:gd name="csY243" fmla="*/ 1066883 h 1232001"/>
                <a:gd name="csX244" fmla="*/ 1649919 w 1651802"/>
                <a:gd name="csY244" fmla="*/ 1060494 h 1232001"/>
                <a:gd name="csX245" fmla="*/ 1651680 w 1651802"/>
                <a:gd name="csY245" fmla="*/ 1064857 h 1232001"/>
                <a:gd name="csX246" fmla="*/ 1651414 w 1651802"/>
                <a:gd name="csY246" fmla="*/ 1071247 h 1232001"/>
                <a:gd name="csX247" fmla="*/ 1649679 w 1651802"/>
                <a:gd name="csY247" fmla="*/ 1066883 h 1232001"/>
                <a:gd name="csX248" fmla="*/ 1246804 w 1651802"/>
                <a:gd name="csY248" fmla="*/ 1062157 h 1232001"/>
                <a:gd name="csX249" fmla="*/ 1246804 w 1651802"/>
                <a:gd name="csY249" fmla="*/ 1053840 h 1232001"/>
                <a:gd name="csX250" fmla="*/ 1248492 w 1651802"/>
                <a:gd name="csY250" fmla="*/ 1057987 h 1232001"/>
                <a:gd name="csX251" fmla="*/ 1248492 w 1651802"/>
                <a:gd name="csY251" fmla="*/ 1066328 h 1232001"/>
                <a:gd name="csX252" fmla="*/ 1246804 w 1651802"/>
                <a:gd name="csY252" fmla="*/ 1070499 h 1232001"/>
                <a:gd name="csX253" fmla="*/ 595805 w 1651802"/>
                <a:gd name="csY253" fmla="*/ 1043305 h 1232001"/>
                <a:gd name="csX254" fmla="*/ 604123 w 1651802"/>
                <a:gd name="csY254" fmla="*/ 1043305 h 1232001"/>
                <a:gd name="csX255" fmla="*/ 608293 w 1651802"/>
                <a:gd name="csY255" fmla="*/ 1044968 h 1232001"/>
                <a:gd name="csX256" fmla="*/ 599976 w 1651802"/>
                <a:gd name="csY256" fmla="*/ 1044968 h 1232001"/>
                <a:gd name="csX257" fmla="*/ 591634 w 1651802"/>
                <a:gd name="csY257" fmla="*/ 1044968 h 1232001"/>
                <a:gd name="csX258" fmla="*/ 1048897 w 1651802"/>
                <a:gd name="csY258" fmla="*/ 1043305 h 1232001"/>
                <a:gd name="csX259" fmla="*/ 1057216 w 1651802"/>
                <a:gd name="csY259" fmla="*/ 1043305 h 1232001"/>
                <a:gd name="csX260" fmla="*/ 1061386 w 1651802"/>
                <a:gd name="csY260" fmla="*/ 1044968 h 1232001"/>
                <a:gd name="csX261" fmla="*/ 1053069 w 1651802"/>
                <a:gd name="csY261" fmla="*/ 1044968 h 1232001"/>
                <a:gd name="csX262" fmla="*/ 1044727 w 1651802"/>
                <a:gd name="csY262" fmla="*/ 1044968 h 1232001"/>
                <a:gd name="csX263" fmla="*/ 569985 w 1651802"/>
                <a:gd name="csY263" fmla="*/ 1040508 h 1232001"/>
                <a:gd name="csX264" fmla="*/ 571649 w 1651802"/>
                <a:gd name="csY264" fmla="*/ 1038845 h 1232001"/>
                <a:gd name="csX265" fmla="*/ 573312 w 1651802"/>
                <a:gd name="csY265" fmla="*/ 1040508 h 1232001"/>
                <a:gd name="csX266" fmla="*/ 571649 w 1651802"/>
                <a:gd name="csY266" fmla="*/ 1042172 h 1232001"/>
                <a:gd name="csX267" fmla="*/ 569985 w 1651802"/>
                <a:gd name="csY267" fmla="*/ 1040508 h 1232001"/>
                <a:gd name="csX268" fmla="*/ 631052 w 1651802"/>
                <a:gd name="csY268" fmla="*/ 1039954 h 1232001"/>
                <a:gd name="csX269" fmla="*/ 635512 w 1651802"/>
                <a:gd name="csY269" fmla="*/ 1039954 h 1232001"/>
                <a:gd name="csX270" fmla="*/ 633294 w 1651802"/>
                <a:gd name="csY270" fmla="*/ 1042172 h 1232001"/>
                <a:gd name="csX271" fmla="*/ 631052 w 1651802"/>
                <a:gd name="csY271" fmla="*/ 1039954 h 1232001"/>
                <a:gd name="csX272" fmla="*/ 1017533 w 1651802"/>
                <a:gd name="csY272" fmla="*/ 1039954 h 1232001"/>
                <a:gd name="csX273" fmla="*/ 1021968 w 1651802"/>
                <a:gd name="csY273" fmla="*/ 1039954 h 1232001"/>
                <a:gd name="csX274" fmla="*/ 1019751 w 1651802"/>
                <a:gd name="csY274" fmla="*/ 1042172 h 1232001"/>
                <a:gd name="csX275" fmla="*/ 1017533 w 1651802"/>
                <a:gd name="csY275" fmla="*/ 1039954 h 1232001"/>
                <a:gd name="csX276" fmla="*/ 1079708 w 1651802"/>
                <a:gd name="csY276" fmla="*/ 1040508 h 1232001"/>
                <a:gd name="csX277" fmla="*/ 1081373 w 1651802"/>
                <a:gd name="csY277" fmla="*/ 1038845 h 1232001"/>
                <a:gd name="csX278" fmla="*/ 1083035 w 1651802"/>
                <a:gd name="csY278" fmla="*/ 1040508 h 1232001"/>
                <a:gd name="csX279" fmla="*/ 1081373 w 1651802"/>
                <a:gd name="csY279" fmla="*/ 1042172 h 1232001"/>
                <a:gd name="csX280" fmla="*/ 1079708 w 1651802"/>
                <a:gd name="csY280" fmla="*/ 1040508 h 1232001"/>
                <a:gd name="csX281" fmla="*/ 556654 w 1651802"/>
                <a:gd name="csY281" fmla="*/ 1037182 h 1232001"/>
                <a:gd name="csX282" fmla="*/ 558316 w 1651802"/>
                <a:gd name="csY282" fmla="*/ 1035518 h 1232001"/>
                <a:gd name="csX283" fmla="*/ 559980 w 1651802"/>
                <a:gd name="csY283" fmla="*/ 1037182 h 1232001"/>
                <a:gd name="csX284" fmla="*/ 558316 w 1651802"/>
                <a:gd name="csY284" fmla="*/ 1038845 h 1232001"/>
                <a:gd name="csX285" fmla="*/ 556654 w 1651802"/>
                <a:gd name="csY285" fmla="*/ 1037182 h 1232001"/>
                <a:gd name="csX286" fmla="*/ 646602 w 1651802"/>
                <a:gd name="csY286" fmla="*/ 1037182 h 1232001"/>
                <a:gd name="csX287" fmla="*/ 648265 w 1651802"/>
                <a:gd name="csY287" fmla="*/ 1035518 h 1232001"/>
                <a:gd name="csX288" fmla="*/ 649953 w 1651802"/>
                <a:gd name="csY288" fmla="*/ 1037182 h 1232001"/>
                <a:gd name="csX289" fmla="*/ 648265 w 1651802"/>
                <a:gd name="csY289" fmla="*/ 1038845 h 1232001"/>
                <a:gd name="csX290" fmla="*/ 646602 w 1651802"/>
                <a:gd name="csY290" fmla="*/ 1037182 h 1232001"/>
                <a:gd name="csX291" fmla="*/ 1003092 w 1651802"/>
                <a:gd name="csY291" fmla="*/ 1037182 h 1232001"/>
                <a:gd name="csX292" fmla="*/ 1004755 w 1651802"/>
                <a:gd name="csY292" fmla="*/ 1035518 h 1232001"/>
                <a:gd name="csX293" fmla="*/ 1006419 w 1651802"/>
                <a:gd name="csY293" fmla="*/ 1037182 h 1232001"/>
                <a:gd name="csX294" fmla="*/ 1004755 w 1651802"/>
                <a:gd name="csY294" fmla="*/ 1038845 h 1232001"/>
                <a:gd name="csX295" fmla="*/ 1003092 w 1651802"/>
                <a:gd name="csY295" fmla="*/ 1037182 h 1232001"/>
                <a:gd name="csX296" fmla="*/ 1093040 w 1651802"/>
                <a:gd name="csY296" fmla="*/ 1037182 h 1232001"/>
                <a:gd name="csX297" fmla="*/ 1094704 w 1651802"/>
                <a:gd name="csY297" fmla="*/ 1035518 h 1232001"/>
                <a:gd name="csX298" fmla="*/ 1096367 w 1651802"/>
                <a:gd name="csY298" fmla="*/ 1037182 h 1232001"/>
                <a:gd name="csX299" fmla="*/ 1094704 w 1651802"/>
                <a:gd name="csY299" fmla="*/ 1038845 h 1232001"/>
                <a:gd name="csX300" fmla="*/ 1093040 w 1651802"/>
                <a:gd name="csY300" fmla="*/ 1037182 h 1232001"/>
                <a:gd name="csX301" fmla="*/ 550000 w 1651802"/>
                <a:gd name="csY301" fmla="*/ 1033830 h 1232001"/>
                <a:gd name="csX302" fmla="*/ 551662 w 1651802"/>
                <a:gd name="csY302" fmla="*/ 1032167 h 1232001"/>
                <a:gd name="csX303" fmla="*/ 553327 w 1651802"/>
                <a:gd name="csY303" fmla="*/ 1033830 h 1232001"/>
                <a:gd name="csX304" fmla="*/ 551662 w 1651802"/>
                <a:gd name="csY304" fmla="*/ 1035518 h 1232001"/>
                <a:gd name="csX305" fmla="*/ 550000 w 1651802"/>
                <a:gd name="csY305" fmla="*/ 1033830 h 1232001"/>
                <a:gd name="csX306" fmla="*/ 659934 w 1651802"/>
                <a:gd name="csY306" fmla="*/ 1033830 h 1232001"/>
                <a:gd name="csX307" fmla="*/ 661596 w 1651802"/>
                <a:gd name="csY307" fmla="*/ 1032167 h 1232001"/>
                <a:gd name="csX308" fmla="*/ 663261 w 1651802"/>
                <a:gd name="csY308" fmla="*/ 1033830 h 1232001"/>
                <a:gd name="csX309" fmla="*/ 661596 w 1651802"/>
                <a:gd name="csY309" fmla="*/ 1035518 h 1232001"/>
                <a:gd name="csX310" fmla="*/ 659934 w 1651802"/>
                <a:gd name="csY310" fmla="*/ 1033830 h 1232001"/>
                <a:gd name="csX311" fmla="*/ 989760 w 1651802"/>
                <a:gd name="csY311" fmla="*/ 1033830 h 1232001"/>
                <a:gd name="csX312" fmla="*/ 991424 w 1651802"/>
                <a:gd name="csY312" fmla="*/ 1032167 h 1232001"/>
                <a:gd name="csX313" fmla="*/ 993086 w 1651802"/>
                <a:gd name="csY313" fmla="*/ 1033830 h 1232001"/>
                <a:gd name="csX314" fmla="*/ 991424 w 1651802"/>
                <a:gd name="csY314" fmla="*/ 1035518 h 1232001"/>
                <a:gd name="csX315" fmla="*/ 989760 w 1651802"/>
                <a:gd name="csY315" fmla="*/ 1033830 h 1232001"/>
                <a:gd name="csX316" fmla="*/ 1099694 w 1651802"/>
                <a:gd name="csY316" fmla="*/ 1033830 h 1232001"/>
                <a:gd name="csX317" fmla="*/ 1101358 w 1651802"/>
                <a:gd name="csY317" fmla="*/ 1032167 h 1232001"/>
                <a:gd name="csX318" fmla="*/ 1103021 w 1651802"/>
                <a:gd name="csY318" fmla="*/ 1033830 h 1232001"/>
                <a:gd name="csX319" fmla="*/ 1101358 w 1651802"/>
                <a:gd name="csY319" fmla="*/ 1035518 h 1232001"/>
                <a:gd name="csX320" fmla="*/ 1099694 w 1651802"/>
                <a:gd name="csY320" fmla="*/ 1033830 h 1232001"/>
                <a:gd name="csX321" fmla="*/ 543322 w 1651802"/>
                <a:gd name="csY321" fmla="*/ 1030503 h 1232001"/>
                <a:gd name="csX322" fmla="*/ 544985 w 1651802"/>
                <a:gd name="csY322" fmla="*/ 1028840 h 1232001"/>
                <a:gd name="csX323" fmla="*/ 546673 w 1651802"/>
                <a:gd name="csY323" fmla="*/ 1030503 h 1232001"/>
                <a:gd name="csX324" fmla="*/ 544985 w 1651802"/>
                <a:gd name="csY324" fmla="*/ 1032167 h 1232001"/>
                <a:gd name="csX325" fmla="*/ 543322 w 1651802"/>
                <a:gd name="csY325" fmla="*/ 1030503 h 1232001"/>
                <a:gd name="csX326" fmla="*/ 673265 w 1651802"/>
                <a:gd name="csY326" fmla="*/ 1030503 h 1232001"/>
                <a:gd name="csX327" fmla="*/ 674929 w 1651802"/>
                <a:gd name="csY327" fmla="*/ 1028840 h 1232001"/>
                <a:gd name="csX328" fmla="*/ 676592 w 1651802"/>
                <a:gd name="csY328" fmla="*/ 1030503 h 1232001"/>
                <a:gd name="csX329" fmla="*/ 674929 w 1651802"/>
                <a:gd name="csY329" fmla="*/ 1032167 h 1232001"/>
                <a:gd name="csX330" fmla="*/ 673265 w 1651802"/>
                <a:gd name="csY330" fmla="*/ 1030503 h 1232001"/>
                <a:gd name="csX331" fmla="*/ 979755 w 1651802"/>
                <a:gd name="csY331" fmla="*/ 1030503 h 1232001"/>
                <a:gd name="csX332" fmla="*/ 981419 w 1651802"/>
                <a:gd name="csY332" fmla="*/ 1028840 h 1232001"/>
                <a:gd name="csX333" fmla="*/ 983106 w 1651802"/>
                <a:gd name="csY333" fmla="*/ 1030503 h 1232001"/>
                <a:gd name="csX334" fmla="*/ 981419 w 1651802"/>
                <a:gd name="csY334" fmla="*/ 1032167 h 1232001"/>
                <a:gd name="csX335" fmla="*/ 979755 w 1651802"/>
                <a:gd name="csY335" fmla="*/ 1030503 h 1232001"/>
                <a:gd name="csX336" fmla="*/ 1106373 w 1651802"/>
                <a:gd name="csY336" fmla="*/ 1030503 h 1232001"/>
                <a:gd name="csX337" fmla="*/ 1108035 w 1651802"/>
                <a:gd name="csY337" fmla="*/ 1028840 h 1232001"/>
                <a:gd name="csX338" fmla="*/ 1109700 w 1651802"/>
                <a:gd name="csY338" fmla="*/ 1030503 h 1232001"/>
                <a:gd name="csX339" fmla="*/ 1108035 w 1651802"/>
                <a:gd name="csY339" fmla="*/ 1032167 h 1232001"/>
                <a:gd name="csX340" fmla="*/ 1106373 w 1651802"/>
                <a:gd name="csY340" fmla="*/ 1030503 h 1232001"/>
                <a:gd name="csX341" fmla="*/ 534691 w 1651802"/>
                <a:gd name="csY341" fmla="*/ 1025007 h 1232001"/>
                <a:gd name="csX342" fmla="*/ 532304 w 1651802"/>
                <a:gd name="csY342" fmla="*/ 1021149 h 1232001"/>
                <a:gd name="csX343" fmla="*/ 536161 w 1651802"/>
                <a:gd name="csY343" fmla="*/ 1023536 h 1232001"/>
                <a:gd name="csX344" fmla="*/ 538524 w 1651802"/>
                <a:gd name="csY344" fmla="*/ 1028840 h 1232001"/>
                <a:gd name="csX345" fmla="*/ 534691 w 1651802"/>
                <a:gd name="csY345" fmla="*/ 1025007 h 1232001"/>
                <a:gd name="csX346" fmla="*/ 683246 w 1651802"/>
                <a:gd name="csY346" fmla="*/ 1027176 h 1232001"/>
                <a:gd name="csX347" fmla="*/ 684934 w 1651802"/>
                <a:gd name="csY347" fmla="*/ 1025513 h 1232001"/>
                <a:gd name="csX348" fmla="*/ 686598 w 1651802"/>
                <a:gd name="csY348" fmla="*/ 1027176 h 1232001"/>
                <a:gd name="csX349" fmla="*/ 684934 w 1651802"/>
                <a:gd name="csY349" fmla="*/ 1028840 h 1232001"/>
                <a:gd name="csX350" fmla="*/ 683246 w 1651802"/>
                <a:gd name="csY350" fmla="*/ 1027176 h 1232001"/>
                <a:gd name="csX351" fmla="*/ 966447 w 1651802"/>
                <a:gd name="csY351" fmla="*/ 1027176 h 1232001"/>
                <a:gd name="csX352" fmla="*/ 968111 w 1651802"/>
                <a:gd name="csY352" fmla="*/ 1025513 h 1232001"/>
                <a:gd name="csX353" fmla="*/ 969774 w 1651802"/>
                <a:gd name="csY353" fmla="*/ 1027176 h 1232001"/>
                <a:gd name="csX354" fmla="*/ 968111 w 1651802"/>
                <a:gd name="csY354" fmla="*/ 1028840 h 1232001"/>
                <a:gd name="csX355" fmla="*/ 966447 w 1651802"/>
                <a:gd name="csY355" fmla="*/ 1027176 h 1232001"/>
                <a:gd name="csX356" fmla="*/ 1114689 w 1651802"/>
                <a:gd name="csY356" fmla="*/ 1025513 h 1232001"/>
                <a:gd name="csX357" fmla="*/ 1118427 w 1651802"/>
                <a:gd name="csY357" fmla="*/ 1022186 h 1232001"/>
                <a:gd name="csX358" fmla="*/ 1118016 w 1651802"/>
                <a:gd name="csY358" fmla="*/ 1025513 h 1232001"/>
                <a:gd name="csX359" fmla="*/ 1114304 w 1651802"/>
                <a:gd name="csY359" fmla="*/ 1028840 h 1232001"/>
                <a:gd name="csX360" fmla="*/ 1114689 w 1651802"/>
                <a:gd name="csY360" fmla="*/ 1025513 h 1232001"/>
                <a:gd name="csX361" fmla="*/ 689925 w 1651802"/>
                <a:gd name="csY361" fmla="*/ 1023849 h 1232001"/>
                <a:gd name="csX362" fmla="*/ 691588 w 1651802"/>
                <a:gd name="csY362" fmla="*/ 1022186 h 1232001"/>
                <a:gd name="csX363" fmla="*/ 693252 w 1651802"/>
                <a:gd name="csY363" fmla="*/ 1023849 h 1232001"/>
                <a:gd name="csX364" fmla="*/ 691588 w 1651802"/>
                <a:gd name="csY364" fmla="*/ 1025513 h 1232001"/>
                <a:gd name="csX365" fmla="*/ 689925 w 1651802"/>
                <a:gd name="csY365" fmla="*/ 1023849 h 1232001"/>
                <a:gd name="csX366" fmla="*/ 959770 w 1651802"/>
                <a:gd name="csY366" fmla="*/ 1023849 h 1232001"/>
                <a:gd name="csX367" fmla="*/ 961432 w 1651802"/>
                <a:gd name="csY367" fmla="*/ 1022186 h 1232001"/>
                <a:gd name="csX368" fmla="*/ 963097 w 1651802"/>
                <a:gd name="csY368" fmla="*/ 1023849 h 1232001"/>
                <a:gd name="csX369" fmla="*/ 961432 w 1651802"/>
                <a:gd name="csY369" fmla="*/ 1025513 h 1232001"/>
                <a:gd name="csX370" fmla="*/ 959770 w 1651802"/>
                <a:gd name="csY370" fmla="*/ 1023849 h 1232001"/>
                <a:gd name="csX371" fmla="*/ 699906 w 1651802"/>
                <a:gd name="csY371" fmla="*/ 1020522 h 1232001"/>
                <a:gd name="csX372" fmla="*/ 701569 w 1651802"/>
                <a:gd name="csY372" fmla="*/ 1018859 h 1232001"/>
                <a:gd name="csX373" fmla="*/ 703256 w 1651802"/>
                <a:gd name="csY373" fmla="*/ 1020522 h 1232001"/>
                <a:gd name="csX374" fmla="*/ 701569 w 1651802"/>
                <a:gd name="csY374" fmla="*/ 1022186 h 1232001"/>
                <a:gd name="csX375" fmla="*/ 699906 w 1651802"/>
                <a:gd name="csY375" fmla="*/ 1020522 h 1232001"/>
                <a:gd name="csX376" fmla="*/ 949789 w 1651802"/>
                <a:gd name="csY376" fmla="*/ 1020522 h 1232001"/>
                <a:gd name="csX377" fmla="*/ 951452 w 1651802"/>
                <a:gd name="csY377" fmla="*/ 1018859 h 1232001"/>
                <a:gd name="csX378" fmla="*/ 953116 w 1651802"/>
                <a:gd name="csY378" fmla="*/ 1020522 h 1232001"/>
                <a:gd name="csX379" fmla="*/ 951452 w 1651802"/>
                <a:gd name="csY379" fmla="*/ 1022186 h 1232001"/>
                <a:gd name="csX380" fmla="*/ 949789 w 1651802"/>
                <a:gd name="csY380" fmla="*/ 1020522 h 1232001"/>
                <a:gd name="csX381" fmla="*/ 709910 w 1651802"/>
                <a:gd name="csY381" fmla="*/ 1017171 h 1232001"/>
                <a:gd name="csX382" fmla="*/ 711573 w 1651802"/>
                <a:gd name="csY382" fmla="*/ 1015508 h 1232001"/>
                <a:gd name="csX383" fmla="*/ 713237 w 1651802"/>
                <a:gd name="csY383" fmla="*/ 1017171 h 1232001"/>
                <a:gd name="csX384" fmla="*/ 711573 w 1651802"/>
                <a:gd name="csY384" fmla="*/ 1018859 h 1232001"/>
                <a:gd name="csX385" fmla="*/ 709910 w 1651802"/>
                <a:gd name="csY385" fmla="*/ 1017171 h 1232001"/>
                <a:gd name="csX386" fmla="*/ 943110 w 1651802"/>
                <a:gd name="csY386" fmla="*/ 1017171 h 1232001"/>
                <a:gd name="csX387" fmla="*/ 944774 w 1651802"/>
                <a:gd name="csY387" fmla="*/ 1015508 h 1232001"/>
                <a:gd name="csX388" fmla="*/ 946437 w 1651802"/>
                <a:gd name="csY388" fmla="*/ 1017171 h 1232001"/>
                <a:gd name="csX389" fmla="*/ 944774 w 1651802"/>
                <a:gd name="csY389" fmla="*/ 1018859 h 1232001"/>
                <a:gd name="csX390" fmla="*/ 943110 w 1651802"/>
                <a:gd name="csY390" fmla="*/ 1017171 h 1232001"/>
                <a:gd name="csX391" fmla="*/ 716564 w 1651802"/>
                <a:gd name="csY391" fmla="*/ 1013844 h 1232001"/>
                <a:gd name="csX392" fmla="*/ 718227 w 1651802"/>
                <a:gd name="csY392" fmla="*/ 1012181 h 1232001"/>
                <a:gd name="csX393" fmla="*/ 719891 w 1651802"/>
                <a:gd name="csY393" fmla="*/ 1013844 h 1232001"/>
                <a:gd name="csX394" fmla="*/ 718227 w 1651802"/>
                <a:gd name="csY394" fmla="*/ 1015508 h 1232001"/>
                <a:gd name="csX395" fmla="*/ 716564 w 1651802"/>
                <a:gd name="csY395" fmla="*/ 1013844 h 1232001"/>
                <a:gd name="csX396" fmla="*/ 933129 w 1651802"/>
                <a:gd name="csY396" fmla="*/ 1013844 h 1232001"/>
                <a:gd name="csX397" fmla="*/ 934793 w 1651802"/>
                <a:gd name="csY397" fmla="*/ 1012181 h 1232001"/>
                <a:gd name="csX398" fmla="*/ 936456 w 1651802"/>
                <a:gd name="csY398" fmla="*/ 1013844 h 1232001"/>
                <a:gd name="csX399" fmla="*/ 934793 w 1651802"/>
                <a:gd name="csY399" fmla="*/ 1015508 h 1232001"/>
                <a:gd name="csX400" fmla="*/ 933129 w 1651802"/>
                <a:gd name="csY400" fmla="*/ 1013844 h 1232001"/>
                <a:gd name="csX401" fmla="*/ 723242 w 1651802"/>
                <a:gd name="csY401" fmla="*/ 1010517 h 1232001"/>
                <a:gd name="csX402" fmla="*/ 724906 w 1651802"/>
                <a:gd name="csY402" fmla="*/ 1008854 h 1232001"/>
                <a:gd name="csX403" fmla="*/ 726569 w 1651802"/>
                <a:gd name="csY403" fmla="*/ 1010517 h 1232001"/>
                <a:gd name="csX404" fmla="*/ 724906 w 1651802"/>
                <a:gd name="csY404" fmla="*/ 1012181 h 1232001"/>
                <a:gd name="csX405" fmla="*/ 723242 w 1651802"/>
                <a:gd name="csY405" fmla="*/ 1010517 h 1232001"/>
                <a:gd name="csX406" fmla="*/ 926452 w 1651802"/>
                <a:gd name="csY406" fmla="*/ 1010517 h 1232001"/>
                <a:gd name="csX407" fmla="*/ 928116 w 1651802"/>
                <a:gd name="csY407" fmla="*/ 1008854 h 1232001"/>
                <a:gd name="csX408" fmla="*/ 929778 w 1651802"/>
                <a:gd name="csY408" fmla="*/ 1010517 h 1232001"/>
                <a:gd name="csX409" fmla="*/ 928116 w 1651802"/>
                <a:gd name="csY409" fmla="*/ 1012181 h 1232001"/>
                <a:gd name="csX410" fmla="*/ 926452 w 1651802"/>
                <a:gd name="csY410" fmla="*/ 1010517 h 1232001"/>
                <a:gd name="csX411" fmla="*/ 516681 w 1651802"/>
                <a:gd name="csY411" fmla="*/ 1007190 h 1232001"/>
                <a:gd name="csX412" fmla="*/ 518346 w 1651802"/>
                <a:gd name="csY412" fmla="*/ 1005527 h 1232001"/>
                <a:gd name="csX413" fmla="*/ 520008 w 1651802"/>
                <a:gd name="csY413" fmla="*/ 1007190 h 1232001"/>
                <a:gd name="csX414" fmla="*/ 518346 w 1651802"/>
                <a:gd name="csY414" fmla="*/ 1008854 h 1232001"/>
                <a:gd name="csX415" fmla="*/ 516681 w 1651802"/>
                <a:gd name="csY415" fmla="*/ 1007190 h 1232001"/>
                <a:gd name="csX416" fmla="*/ 729896 w 1651802"/>
                <a:gd name="csY416" fmla="*/ 1007190 h 1232001"/>
                <a:gd name="csX417" fmla="*/ 731560 w 1651802"/>
                <a:gd name="csY417" fmla="*/ 1005527 h 1232001"/>
                <a:gd name="csX418" fmla="*/ 733223 w 1651802"/>
                <a:gd name="csY418" fmla="*/ 1007190 h 1232001"/>
                <a:gd name="csX419" fmla="*/ 731560 w 1651802"/>
                <a:gd name="csY419" fmla="*/ 1008854 h 1232001"/>
                <a:gd name="csX420" fmla="*/ 729896 w 1651802"/>
                <a:gd name="csY420" fmla="*/ 1007190 h 1232001"/>
                <a:gd name="csX421" fmla="*/ 919798 w 1651802"/>
                <a:gd name="csY421" fmla="*/ 1007190 h 1232001"/>
                <a:gd name="csX422" fmla="*/ 921462 w 1651802"/>
                <a:gd name="csY422" fmla="*/ 1005527 h 1232001"/>
                <a:gd name="csX423" fmla="*/ 923125 w 1651802"/>
                <a:gd name="csY423" fmla="*/ 1007190 h 1232001"/>
                <a:gd name="csX424" fmla="*/ 921462 w 1651802"/>
                <a:gd name="csY424" fmla="*/ 1008854 h 1232001"/>
                <a:gd name="csX425" fmla="*/ 919798 w 1651802"/>
                <a:gd name="csY425" fmla="*/ 1007190 h 1232001"/>
                <a:gd name="csX426" fmla="*/ 1133012 w 1651802"/>
                <a:gd name="csY426" fmla="*/ 1007190 h 1232001"/>
                <a:gd name="csX427" fmla="*/ 1134676 w 1651802"/>
                <a:gd name="csY427" fmla="*/ 1005527 h 1232001"/>
                <a:gd name="csX428" fmla="*/ 1136339 w 1651802"/>
                <a:gd name="csY428" fmla="*/ 1007190 h 1232001"/>
                <a:gd name="csX429" fmla="*/ 1134676 w 1651802"/>
                <a:gd name="csY429" fmla="*/ 1008854 h 1232001"/>
                <a:gd name="csX430" fmla="*/ 1133012 w 1651802"/>
                <a:gd name="csY430" fmla="*/ 1007190 h 1232001"/>
                <a:gd name="csX431" fmla="*/ 510004 w 1651802"/>
                <a:gd name="csY431" fmla="*/ 997186 h 1232001"/>
                <a:gd name="csX432" fmla="*/ 511692 w 1651802"/>
                <a:gd name="csY432" fmla="*/ 995522 h 1232001"/>
                <a:gd name="csX433" fmla="*/ 513354 w 1651802"/>
                <a:gd name="csY433" fmla="*/ 997186 h 1232001"/>
                <a:gd name="csX434" fmla="*/ 511692 w 1651802"/>
                <a:gd name="csY434" fmla="*/ 998849 h 1232001"/>
                <a:gd name="csX435" fmla="*/ 510004 w 1651802"/>
                <a:gd name="csY435" fmla="*/ 997186 h 1232001"/>
                <a:gd name="csX436" fmla="*/ 1139666 w 1651802"/>
                <a:gd name="csY436" fmla="*/ 997186 h 1232001"/>
                <a:gd name="csX437" fmla="*/ 1141354 w 1651802"/>
                <a:gd name="csY437" fmla="*/ 995522 h 1232001"/>
                <a:gd name="csX438" fmla="*/ 1143018 w 1651802"/>
                <a:gd name="csY438" fmla="*/ 997186 h 1232001"/>
                <a:gd name="csX439" fmla="*/ 1141354 w 1651802"/>
                <a:gd name="csY439" fmla="*/ 998849 h 1232001"/>
                <a:gd name="csX440" fmla="*/ 1139666 w 1651802"/>
                <a:gd name="csY440" fmla="*/ 997186 h 1232001"/>
                <a:gd name="csX441" fmla="*/ 576639 w 1651802"/>
                <a:gd name="csY441" fmla="*/ 993859 h 1232001"/>
                <a:gd name="csX442" fmla="*/ 578303 w 1651802"/>
                <a:gd name="csY442" fmla="*/ 992195 h 1232001"/>
                <a:gd name="csX443" fmla="*/ 579991 w 1651802"/>
                <a:gd name="csY443" fmla="*/ 993859 h 1232001"/>
                <a:gd name="csX444" fmla="*/ 578303 w 1651802"/>
                <a:gd name="csY444" fmla="*/ 995522 h 1232001"/>
                <a:gd name="csX445" fmla="*/ 576639 w 1651802"/>
                <a:gd name="csY445" fmla="*/ 993859 h 1232001"/>
                <a:gd name="csX446" fmla="*/ 624398 w 1651802"/>
                <a:gd name="csY446" fmla="*/ 993304 h 1232001"/>
                <a:gd name="csX447" fmla="*/ 628834 w 1651802"/>
                <a:gd name="csY447" fmla="*/ 993304 h 1232001"/>
                <a:gd name="csX448" fmla="*/ 626615 w 1651802"/>
                <a:gd name="csY448" fmla="*/ 995522 h 1232001"/>
                <a:gd name="csX449" fmla="*/ 624398 w 1651802"/>
                <a:gd name="csY449" fmla="*/ 993304 h 1232001"/>
                <a:gd name="csX450" fmla="*/ 756560 w 1651802"/>
                <a:gd name="csY450" fmla="*/ 993859 h 1232001"/>
                <a:gd name="csX451" fmla="*/ 758223 w 1651802"/>
                <a:gd name="csY451" fmla="*/ 992195 h 1232001"/>
                <a:gd name="csX452" fmla="*/ 759887 w 1651802"/>
                <a:gd name="csY452" fmla="*/ 993859 h 1232001"/>
                <a:gd name="csX453" fmla="*/ 758223 w 1651802"/>
                <a:gd name="csY453" fmla="*/ 995522 h 1232001"/>
                <a:gd name="csX454" fmla="*/ 756560 w 1651802"/>
                <a:gd name="csY454" fmla="*/ 993859 h 1232001"/>
                <a:gd name="csX455" fmla="*/ 893133 w 1651802"/>
                <a:gd name="csY455" fmla="*/ 993859 h 1232001"/>
                <a:gd name="csX456" fmla="*/ 894798 w 1651802"/>
                <a:gd name="csY456" fmla="*/ 992195 h 1232001"/>
                <a:gd name="csX457" fmla="*/ 896485 w 1651802"/>
                <a:gd name="csY457" fmla="*/ 993859 h 1232001"/>
                <a:gd name="csX458" fmla="*/ 894798 w 1651802"/>
                <a:gd name="csY458" fmla="*/ 995522 h 1232001"/>
                <a:gd name="csX459" fmla="*/ 893133 w 1651802"/>
                <a:gd name="csY459" fmla="*/ 993859 h 1232001"/>
                <a:gd name="csX460" fmla="*/ 1024187 w 1651802"/>
                <a:gd name="csY460" fmla="*/ 993304 h 1232001"/>
                <a:gd name="csX461" fmla="*/ 1028622 w 1651802"/>
                <a:gd name="csY461" fmla="*/ 993304 h 1232001"/>
                <a:gd name="csX462" fmla="*/ 1026405 w 1651802"/>
                <a:gd name="csY462" fmla="*/ 995522 h 1232001"/>
                <a:gd name="csX463" fmla="*/ 1024187 w 1651802"/>
                <a:gd name="csY463" fmla="*/ 993304 h 1232001"/>
                <a:gd name="csX464" fmla="*/ 1073054 w 1651802"/>
                <a:gd name="csY464" fmla="*/ 993859 h 1232001"/>
                <a:gd name="csX465" fmla="*/ 1074719 w 1651802"/>
                <a:gd name="csY465" fmla="*/ 992195 h 1232001"/>
                <a:gd name="csX466" fmla="*/ 1076381 w 1651802"/>
                <a:gd name="csY466" fmla="*/ 993859 h 1232001"/>
                <a:gd name="csX467" fmla="*/ 1074719 w 1651802"/>
                <a:gd name="csY467" fmla="*/ 995522 h 1232001"/>
                <a:gd name="csX468" fmla="*/ 1073054 w 1651802"/>
                <a:gd name="csY468" fmla="*/ 993859 h 1232001"/>
                <a:gd name="csX469" fmla="*/ 506677 w 1651802"/>
                <a:gd name="csY469" fmla="*/ 990532 h 1232001"/>
                <a:gd name="csX470" fmla="*/ 508340 w 1651802"/>
                <a:gd name="csY470" fmla="*/ 988868 h 1232001"/>
                <a:gd name="csX471" fmla="*/ 510004 w 1651802"/>
                <a:gd name="csY471" fmla="*/ 990532 h 1232001"/>
                <a:gd name="csX472" fmla="*/ 508340 w 1651802"/>
                <a:gd name="csY472" fmla="*/ 992195 h 1232001"/>
                <a:gd name="csX473" fmla="*/ 506677 w 1651802"/>
                <a:gd name="csY473" fmla="*/ 990532 h 1232001"/>
                <a:gd name="csX474" fmla="*/ 566658 w 1651802"/>
                <a:gd name="csY474" fmla="*/ 990532 h 1232001"/>
                <a:gd name="csX475" fmla="*/ 568322 w 1651802"/>
                <a:gd name="csY475" fmla="*/ 988868 h 1232001"/>
                <a:gd name="csX476" fmla="*/ 569985 w 1651802"/>
                <a:gd name="csY476" fmla="*/ 990532 h 1232001"/>
                <a:gd name="csX477" fmla="*/ 568322 w 1651802"/>
                <a:gd name="csY477" fmla="*/ 992195 h 1232001"/>
                <a:gd name="csX478" fmla="*/ 566658 w 1651802"/>
                <a:gd name="csY478" fmla="*/ 990532 h 1232001"/>
                <a:gd name="csX479" fmla="*/ 639948 w 1651802"/>
                <a:gd name="csY479" fmla="*/ 990532 h 1232001"/>
                <a:gd name="csX480" fmla="*/ 641611 w 1651802"/>
                <a:gd name="csY480" fmla="*/ 988868 h 1232001"/>
                <a:gd name="csX481" fmla="*/ 643275 w 1651802"/>
                <a:gd name="csY481" fmla="*/ 990532 h 1232001"/>
                <a:gd name="csX482" fmla="*/ 641611 w 1651802"/>
                <a:gd name="csY482" fmla="*/ 992195 h 1232001"/>
                <a:gd name="csX483" fmla="*/ 639948 w 1651802"/>
                <a:gd name="csY483" fmla="*/ 990532 h 1232001"/>
                <a:gd name="csX484" fmla="*/ 763214 w 1651802"/>
                <a:gd name="csY484" fmla="*/ 990532 h 1232001"/>
                <a:gd name="csX485" fmla="*/ 764877 w 1651802"/>
                <a:gd name="csY485" fmla="*/ 988868 h 1232001"/>
                <a:gd name="csX486" fmla="*/ 766541 w 1651802"/>
                <a:gd name="csY486" fmla="*/ 990532 h 1232001"/>
                <a:gd name="csX487" fmla="*/ 764877 w 1651802"/>
                <a:gd name="csY487" fmla="*/ 992195 h 1232001"/>
                <a:gd name="csX488" fmla="*/ 763214 w 1651802"/>
                <a:gd name="csY488" fmla="*/ 990532 h 1232001"/>
                <a:gd name="csX489" fmla="*/ 886479 w 1651802"/>
                <a:gd name="csY489" fmla="*/ 990532 h 1232001"/>
                <a:gd name="csX490" fmla="*/ 888144 w 1651802"/>
                <a:gd name="csY490" fmla="*/ 988868 h 1232001"/>
                <a:gd name="csX491" fmla="*/ 889806 w 1651802"/>
                <a:gd name="csY491" fmla="*/ 990532 h 1232001"/>
                <a:gd name="csX492" fmla="*/ 888144 w 1651802"/>
                <a:gd name="csY492" fmla="*/ 992195 h 1232001"/>
                <a:gd name="csX493" fmla="*/ 886479 w 1651802"/>
                <a:gd name="csY493" fmla="*/ 990532 h 1232001"/>
                <a:gd name="csX494" fmla="*/ 1009746 w 1651802"/>
                <a:gd name="csY494" fmla="*/ 990532 h 1232001"/>
                <a:gd name="csX495" fmla="*/ 1011409 w 1651802"/>
                <a:gd name="csY495" fmla="*/ 988868 h 1232001"/>
                <a:gd name="csX496" fmla="*/ 1013073 w 1651802"/>
                <a:gd name="csY496" fmla="*/ 990532 h 1232001"/>
                <a:gd name="csX497" fmla="*/ 1011409 w 1651802"/>
                <a:gd name="csY497" fmla="*/ 992195 h 1232001"/>
                <a:gd name="csX498" fmla="*/ 1009746 w 1651802"/>
                <a:gd name="csY498" fmla="*/ 990532 h 1232001"/>
                <a:gd name="csX499" fmla="*/ 1083035 w 1651802"/>
                <a:gd name="csY499" fmla="*/ 990532 h 1232001"/>
                <a:gd name="csX500" fmla="*/ 1084699 w 1651802"/>
                <a:gd name="csY500" fmla="*/ 988868 h 1232001"/>
                <a:gd name="csX501" fmla="*/ 1086362 w 1651802"/>
                <a:gd name="csY501" fmla="*/ 990532 h 1232001"/>
                <a:gd name="csX502" fmla="*/ 1084699 w 1651802"/>
                <a:gd name="csY502" fmla="*/ 992195 h 1232001"/>
                <a:gd name="csX503" fmla="*/ 1083035 w 1651802"/>
                <a:gd name="csY503" fmla="*/ 990532 h 1232001"/>
                <a:gd name="csX504" fmla="*/ 1143018 w 1651802"/>
                <a:gd name="csY504" fmla="*/ 990532 h 1232001"/>
                <a:gd name="csX505" fmla="*/ 1144681 w 1651802"/>
                <a:gd name="csY505" fmla="*/ 988868 h 1232001"/>
                <a:gd name="csX506" fmla="*/ 1146345 w 1651802"/>
                <a:gd name="csY506" fmla="*/ 990532 h 1232001"/>
                <a:gd name="csX507" fmla="*/ 1144681 w 1651802"/>
                <a:gd name="csY507" fmla="*/ 992195 h 1232001"/>
                <a:gd name="csX508" fmla="*/ 1143018 w 1651802"/>
                <a:gd name="csY508" fmla="*/ 990532 h 1232001"/>
                <a:gd name="csX509" fmla="*/ 653280 w 1651802"/>
                <a:gd name="csY509" fmla="*/ 987205 h 1232001"/>
                <a:gd name="csX510" fmla="*/ 654942 w 1651802"/>
                <a:gd name="csY510" fmla="*/ 985541 h 1232001"/>
                <a:gd name="csX511" fmla="*/ 656607 w 1651802"/>
                <a:gd name="csY511" fmla="*/ 987205 h 1232001"/>
                <a:gd name="csX512" fmla="*/ 654942 w 1651802"/>
                <a:gd name="csY512" fmla="*/ 988868 h 1232001"/>
                <a:gd name="csX513" fmla="*/ 653280 w 1651802"/>
                <a:gd name="csY513" fmla="*/ 987205 h 1232001"/>
                <a:gd name="csX514" fmla="*/ 769868 w 1651802"/>
                <a:gd name="csY514" fmla="*/ 987205 h 1232001"/>
                <a:gd name="csX515" fmla="*/ 771531 w 1651802"/>
                <a:gd name="csY515" fmla="*/ 985541 h 1232001"/>
                <a:gd name="csX516" fmla="*/ 773218 w 1651802"/>
                <a:gd name="csY516" fmla="*/ 987205 h 1232001"/>
                <a:gd name="csX517" fmla="*/ 771531 w 1651802"/>
                <a:gd name="csY517" fmla="*/ 988868 h 1232001"/>
                <a:gd name="csX518" fmla="*/ 769868 w 1651802"/>
                <a:gd name="csY518" fmla="*/ 987205 h 1232001"/>
                <a:gd name="csX519" fmla="*/ 879825 w 1651802"/>
                <a:gd name="csY519" fmla="*/ 987205 h 1232001"/>
                <a:gd name="csX520" fmla="*/ 881490 w 1651802"/>
                <a:gd name="csY520" fmla="*/ 985541 h 1232001"/>
                <a:gd name="csX521" fmla="*/ 883152 w 1651802"/>
                <a:gd name="csY521" fmla="*/ 987205 h 1232001"/>
                <a:gd name="csX522" fmla="*/ 881490 w 1651802"/>
                <a:gd name="csY522" fmla="*/ 988868 h 1232001"/>
                <a:gd name="csX523" fmla="*/ 879825 w 1651802"/>
                <a:gd name="csY523" fmla="*/ 987205 h 1232001"/>
                <a:gd name="csX524" fmla="*/ 996413 w 1651802"/>
                <a:gd name="csY524" fmla="*/ 987205 h 1232001"/>
                <a:gd name="csX525" fmla="*/ 998078 w 1651802"/>
                <a:gd name="csY525" fmla="*/ 985541 h 1232001"/>
                <a:gd name="csX526" fmla="*/ 999765 w 1651802"/>
                <a:gd name="csY526" fmla="*/ 987205 h 1232001"/>
                <a:gd name="csX527" fmla="*/ 998078 w 1651802"/>
                <a:gd name="csY527" fmla="*/ 988868 h 1232001"/>
                <a:gd name="csX528" fmla="*/ 996413 w 1651802"/>
                <a:gd name="csY528" fmla="*/ 987205 h 1232001"/>
                <a:gd name="csX529" fmla="*/ 663261 w 1651802"/>
                <a:gd name="csY529" fmla="*/ 983878 h 1232001"/>
                <a:gd name="csX530" fmla="*/ 664923 w 1651802"/>
                <a:gd name="csY530" fmla="*/ 982190 h 1232001"/>
                <a:gd name="csX531" fmla="*/ 666588 w 1651802"/>
                <a:gd name="csY531" fmla="*/ 983878 h 1232001"/>
                <a:gd name="csX532" fmla="*/ 664923 w 1651802"/>
                <a:gd name="csY532" fmla="*/ 985541 h 1232001"/>
                <a:gd name="csX533" fmla="*/ 663261 w 1651802"/>
                <a:gd name="csY533" fmla="*/ 983878 h 1232001"/>
                <a:gd name="csX534" fmla="*/ 776545 w 1651802"/>
                <a:gd name="csY534" fmla="*/ 983878 h 1232001"/>
                <a:gd name="csX535" fmla="*/ 778209 w 1651802"/>
                <a:gd name="csY535" fmla="*/ 982190 h 1232001"/>
                <a:gd name="csX536" fmla="*/ 779872 w 1651802"/>
                <a:gd name="csY536" fmla="*/ 983878 h 1232001"/>
                <a:gd name="csX537" fmla="*/ 778209 w 1651802"/>
                <a:gd name="csY537" fmla="*/ 985541 h 1232001"/>
                <a:gd name="csX538" fmla="*/ 776545 w 1651802"/>
                <a:gd name="csY538" fmla="*/ 983878 h 1232001"/>
                <a:gd name="csX539" fmla="*/ 873148 w 1651802"/>
                <a:gd name="csY539" fmla="*/ 983878 h 1232001"/>
                <a:gd name="csX540" fmla="*/ 874812 w 1651802"/>
                <a:gd name="csY540" fmla="*/ 982190 h 1232001"/>
                <a:gd name="csX541" fmla="*/ 876475 w 1651802"/>
                <a:gd name="csY541" fmla="*/ 983878 h 1232001"/>
                <a:gd name="csX542" fmla="*/ 874812 w 1651802"/>
                <a:gd name="csY542" fmla="*/ 985541 h 1232001"/>
                <a:gd name="csX543" fmla="*/ 873148 w 1651802"/>
                <a:gd name="csY543" fmla="*/ 983878 h 1232001"/>
                <a:gd name="csX544" fmla="*/ 986433 w 1651802"/>
                <a:gd name="csY544" fmla="*/ 983878 h 1232001"/>
                <a:gd name="csX545" fmla="*/ 988097 w 1651802"/>
                <a:gd name="csY545" fmla="*/ 982190 h 1232001"/>
                <a:gd name="csX546" fmla="*/ 989760 w 1651802"/>
                <a:gd name="csY546" fmla="*/ 983878 h 1232001"/>
                <a:gd name="csX547" fmla="*/ 988097 w 1651802"/>
                <a:gd name="csY547" fmla="*/ 985541 h 1232001"/>
                <a:gd name="csX548" fmla="*/ 986433 w 1651802"/>
                <a:gd name="csY548" fmla="*/ 983878 h 1232001"/>
                <a:gd name="csX549" fmla="*/ 503350 w 1651802"/>
                <a:gd name="csY549" fmla="*/ 978863 h 1232001"/>
                <a:gd name="csX550" fmla="*/ 505567 w 1651802"/>
                <a:gd name="csY550" fmla="*/ 976645 h 1232001"/>
                <a:gd name="csX551" fmla="*/ 505567 w 1651802"/>
                <a:gd name="csY551" fmla="*/ 981081 h 1232001"/>
                <a:gd name="csX552" fmla="*/ 503350 w 1651802"/>
                <a:gd name="csY552" fmla="*/ 978863 h 1232001"/>
                <a:gd name="csX553" fmla="*/ 673265 w 1651802"/>
                <a:gd name="csY553" fmla="*/ 980527 h 1232001"/>
                <a:gd name="csX554" fmla="*/ 674929 w 1651802"/>
                <a:gd name="csY554" fmla="*/ 978863 h 1232001"/>
                <a:gd name="csX555" fmla="*/ 676592 w 1651802"/>
                <a:gd name="csY555" fmla="*/ 980527 h 1232001"/>
                <a:gd name="csX556" fmla="*/ 674929 w 1651802"/>
                <a:gd name="csY556" fmla="*/ 982190 h 1232001"/>
                <a:gd name="csX557" fmla="*/ 673265 w 1651802"/>
                <a:gd name="csY557" fmla="*/ 980527 h 1232001"/>
                <a:gd name="csX558" fmla="*/ 976428 w 1651802"/>
                <a:gd name="csY558" fmla="*/ 980527 h 1232001"/>
                <a:gd name="csX559" fmla="*/ 978092 w 1651802"/>
                <a:gd name="csY559" fmla="*/ 978863 h 1232001"/>
                <a:gd name="csX560" fmla="*/ 979755 w 1651802"/>
                <a:gd name="csY560" fmla="*/ 980527 h 1232001"/>
                <a:gd name="csX561" fmla="*/ 978092 w 1651802"/>
                <a:gd name="csY561" fmla="*/ 982190 h 1232001"/>
                <a:gd name="csX562" fmla="*/ 976428 w 1651802"/>
                <a:gd name="csY562" fmla="*/ 980527 h 1232001"/>
                <a:gd name="csX563" fmla="*/ 1146345 w 1651802"/>
                <a:gd name="csY563" fmla="*/ 978863 h 1232001"/>
                <a:gd name="csX564" fmla="*/ 1148562 w 1651802"/>
                <a:gd name="csY564" fmla="*/ 976645 h 1232001"/>
                <a:gd name="csX565" fmla="*/ 1148562 w 1651802"/>
                <a:gd name="csY565" fmla="*/ 981081 h 1232001"/>
                <a:gd name="csX566" fmla="*/ 1146345 w 1651802"/>
                <a:gd name="csY566" fmla="*/ 978863 h 1232001"/>
                <a:gd name="csX567" fmla="*/ 553327 w 1651802"/>
                <a:gd name="csY567" fmla="*/ 977200 h 1232001"/>
                <a:gd name="csX568" fmla="*/ 554989 w 1651802"/>
                <a:gd name="csY568" fmla="*/ 975536 h 1232001"/>
                <a:gd name="csX569" fmla="*/ 556654 w 1651802"/>
                <a:gd name="csY569" fmla="*/ 977200 h 1232001"/>
                <a:gd name="csX570" fmla="*/ 554989 w 1651802"/>
                <a:gd name="csY570" fmla="*/ 978863 h 1232001"/>
                <a:gd name="csX571" fmla="*/ 553327 w 1651802"/>
                <a:gd name="csY571" fmla="*/ 977200 h 1232001"/>
                <a:gd name="csX572" fmla="*/ 683246 w 1651802"/>
                <a:gd name="csY572" fmla="*/ 977200 h 1232001"/>
                <a:gd name="csX573" fmla="*/ 684934 w 1651802"/>
                <a:gd name="csY573" fmla="*/ 975536 h 1232001"/>
                <a:gd name="csX574" fmla="*/ 686598 w 1651802"/>
                <a:gd name="csY574" fmla="*/ 977200 h 1232001"/>
                <a:gd name="csX575" fmla="*/ 684934 w 1651802"/>
                <a:gd name="csY575" fmla="*/ 978863 h 1232001"/>
                <a:gd name="csX576" fmla="*/ 683246 w 1651802"/>
                <a:gd name="csY576" fmla="*/ 977200 h 1232001"/>
                <a:gd name="csX577" fmla="*/ 786526 w 1651802"/>
                <a:gd name="csY577" fmla="*/ 977200 h 1232001"/>
                <a:gd name="csX578" fmla="*/ 788190 w 1651802"/>
                <a:gd name="csY578" fmla="*/ 975536 h 1232001"/>
                <a:gd name="csX579" fmla="*/ 789878 w 1651802"/>
                <a:gd name="csY579" fmla="*/ 977200 h 1232001"/>
                <a:gd name="csX580" fmla="*/ 788190 w 1651802"/>
                <a:gd name="csY580" fmla="*/ 978863 h 1232001"/>
                <a:gd name="csX581" fmla="*/ 786526 w 1651802"/>
                <a:gd name="csY581" fmla="*/ 977200 h 1232001"/>
                <a:gd name="csX582" fmla="*/ 863167 w 1651802"/>
                <a:gd name="csY582" fmla="*/ 977200 h 1232001"/>
                <a:gd name="csX583" fmla="*/ 864831 w 1651802"/>
                <a:gd name="csY583" fmla="*/ 975536 h 1232001"/>
                <a:gd name="csX584" fmla="*/ 866494 w 1651802"/>
                <a:gd name="csY584" fmla="*/ 977200 h 1232001"/>
                <a:gd name="csX585" fmla="*/ 864831 w 1651802"/>
                <a:gd name="csY585" fmla="*/ 978863 h 1232001"/>
                <a:gd name="csX586" fmla="*/ 863167 w 1651802"/>
                <a:gd name="csY586" fmla="*/ 977200 h 1232001"/>
                <a:gd name="csX587" fmla="*/ 966447 w 1651802"/>
                <a:gd name="csY587" fmla="*/ 977200 h 1232001"/>
                <a:gd name="csX588" fmla="*/ 968111 w 1651802"/>
                <a:gd name="csY588" fmla="*/ 975536 h 1232001"/>
                <a:gd name="csX589" fmla="*/ 969774 w 1651802"/>
                <a:gd name="csY589" fmla="*/ 977200 h 1232001"/>
                <a:gd name="csX590" fmla="*/ 968111 w 1651802"/>
                <a:gd name="csY590" fmla="*/ 978863 h 1232001"/>
                <a:gd name="csX591" fmla="*/ 966447 w 1651802"/>
                <a:gd name="csY591" fmla="*/ 977200 h 1232001"/>
                <a:gd name="csX592" fmla="*/ 1096367 w 1651802"/>
                <a:gd name="csY592" fmla="*/ 977200 h 1232001"/>
                <a:gd name="csX593" fmla="*/ 1098031 w 1651802"/>
                <a:gd name="csY593" fmla="*/ 975536 h 1232001"/>
                <a:gd name="csX594" fmla="*/ 1099694 w 1651802"/>
                <a:gd name="csY594" fmla="*/ 977200 h 1232001"/>
                <a:gd name="csX595" fmla="*/ 1098031 w 1651802"/>
                <a:gd name="csY595" fmla="*/ 978863 h 1232001"/>
                <a:gd name="csX596" fmla="*/ 1096367 w 1651802"/>
                <a:gd name="csY596" fmla="*/ 977200 h 1232001"/>
                <a:gd name="csX597" fmla="*/ 689925 w 1651802"/>
                <a:gd name="csY597" fmla="*/ 973873 h 1232001"/>
                <a:gd name="csX598" fmla="*/ 691588 w 1651802"/>
                <a:gd name="csY598" fmla="*/ 972209 h 1232001"/>
                <a:gd name="csX599" fmla="*/ 693252 w 1651802"/>
                <a:gd name="csY599" fmla="*/ 973873 h 1232001"/>
                <a:gd name="csX600" fmla="*/ 691588 w 1651802"/>
                <a:gd name="csY600" fmla="*/ 975536 h 1232001"/>
                <a:gd name="csX601" fmla="*/ 689925 w 1651802"/>
                <a:gd name="csY601" fmla="*/ 973873 h 1232001"/>
                <a:gd name="csX602" fmla="*/ 793205 w 1651802"/>
                <a:gd name="csY602" fmla="*/ 973873 h 1232001"/>
                <a:gd name="csX603" fmla="*/ 794868 w 1651802"/>
                <a:gd name="csY603" fmla="*/ 972209 h 1232001"/>
                <a:gd name="csX604" fmla="*/ 796532 w 1651802"/>
                <a:gd name="csY604" fmla="*/ 973873 h 1232001"/>
                <a:gd name="csX605" fmla="*/ 794868 w 1651802"/>
                <a:gd name="csY605" fmla="*/ 975536 h 1232001"/>
                <a:gd name="csX606" fmla="*/ 793205 w 1651802"/>
                <a:gd name="csY606" fmla="*/ 973873 h 1232001"/>
                <a:gd name="csX607" fmla="*/ 856490 w 1651802"/>
                <a:gd name="csY607" fmla="*/ 973873 h 1232001"/>
                <a:gd name="csX608" fmla="*/ 858152 w 1651802"/>
                <a:gd name="csY608" fmla="*/ 972209 h 1232001"/>
                <a:gd name="csX609" fmla="*/ 859840 w 1651802"/>
                <a:gd name="csY609" fmla="*/ 973873 h 1232001"/>
                <a:gd name="csX610" fmla="*/ 858152 w 1651802"/>
                <a:gd name="csY610" fmla="*/ 975536 h 1232001"/>
                <a:gd name="csX611" fmla="*/ 856490 w 1651802"/>
                <a:gd name="csY611" fmla="*/ 973873 h 1232001"/>
                <a:gd name="csX612" fmla="*/ 959770 w 1651802"/>
                <a:gd name="csY612" fmla="*/ 973873 h 1232001"/>
                <a:gd name="csX613" fmla="*/ 961432 w 1651802"/>
                <a:gd name="csY613" fmla="*/ 972209 h 1232001"/>
                <a:gd name="csX614" fmla="*/ 963097 w 1651802"/>
                <a:gd name="csY614" fmla="*/ 973873 h 1232001"/>
                <a:gd name="csX615" fmla="*/ 961432 w 1651802"/>
                <a:gd name="csY615" fmla="*/ 975536 h 1232001"/>
                <a:gd name="csX616" fmla="*/ 959770 w 1651802"/>
                <a:gd name="csY616" fmla="*/ 973873 h 1232001"/>
                <a:gd name="csX617" fmla="*/ 550000 w 1651802"/>
                <a:gd name="csY617" fmla="*/ 970546 h 1232001"/>
                <a:gd name="csX618" fmla="*/ 551662 w 1651802"/>
                <a:gd name="csY618" fmla="*/ 968882 h 1232001"/>
                <a:gd name="csX619" fmla="*/ 553327 w 1651802"/>
                <a:gd name="csY619" fmla="*/ 970546 h 1232001"/>
                <a:gd name="csX620" fmla="*/ 551662 w 1651802"/>
                <a:gd name="csY620" fmla="*/ 972209 h 1232001"/>
                <a:gd name="csX621" fmla="*/ 550000 w 1651802"/>
                <a:gd name="csY621" fmla="*/ 970546 h 1232001"/>
                <a:gd name="csX622" fmla="*/ 1099694 w 1651802"/>
                <a:gd name="csY622" fmla="*/ 970546 h 1232001"/>
                <a:gd name="csX623" fmla="*/ 1101358 w 1651802"/>
                <a:gd name="csY623" fmla="*/ 968882 h 1232001"/>
                <a:gd name="csX624" fmla="*/ 1103021 w 1651802"/>
                <a:gd name="csY624" fmla="*/ 970546 h 1232001"/>
                <a:gd name="csX625" fmla="*/ 1101358 w 1651802"/>
                <a:gd name="csY625" fmla="*/ 972209 h 1232001"/>
                <a:gd name="csX626" fmla="*/ 1099694 w 1651802"/>
                <a:gd name="csY626" fmla="*/ 970546 h 1232001"/>
                <a:gd name="csX627" fmla="*/ 706583 w 1651802"/>
                <a:gd name="csY627" fmla="*/ 967219 h 1232001"/>
                <a:gd name="csX628" fmla="*/ 708246 w 1651802"/>
                <a:gd name="csY628" fmla="*/ 965555 h 1232001"/>
                <a:gd name="csX629" fmla="*/ 709910 w 1651802"/>
                <a:gd name="csY629" fmla="*/ 967219 h 1232001"/>
                <a:gd name="csX630" fmla="*/ 708246 w 1651802"/>
                <a:gd name="csY630" fmla="*/ 968882 h 1232001"/>
                <a:gd name="csX631" fmla="*/ 706583 w 1651802"/>
                <a:gd name="csY631" fmla="*/ 967219 h 1232001"/>
                <a:gd name="csX632" fmla="*/ 803186 w 1651802"/>
                <a:gd name="csY632" fmla="*/ 967219 h 1232001"/>
                <a:gd name="csX633" fmla="*/ 804849 w 1651802"/>
                <a:gd name="csY633" fmla="*/ 965555 h 1232001"/>
                <a:gd name="csX634" fmla="*/ 806513 w 1651802"/>
                <a:gd name="csY634" fmla="*/ 967219 h 1232001"/>
                <a:gd name="csX635" fmla="*/ 804849 w 1651802"/>
                <a:gd name="csY635" fmla="*/ 968882 h 1232001"/>
                <a:gd name="csX636" fmla="*/ 803186 w 1651802"/>
                <a:gd name="csY636" fmla="*/ 967219 h 1232001"/>
                <a:gd name="csX637" fmla="*/ 846509 w 1651802"/>
                <a:gd name="csY637" fmla="*/ 967219 h 1232001"/>
                <a:gd name="csX638" fmla="*/ 848171 w 1651802"/>
                <a:gd name="csY638" fmla="*/ 965555 h 1232001"/>
                <a:gd name="csX639" fmla="*/ 849836 w 1651802"/>
                <a:gd name="csY639" fmla="*/ 967219 h 1232001"/>
                <a:gd name="csX640" fmla="*/ 848171 w 1651802"/>
                <a:gd name="csY640" fmla="*/ 968882 h 1232001"/>
                <a:gd name="csX641" fmla="*/ 846509 w 1651802"/>
                <a:gd name="csY641" fmla="*/ 967219 h 1232001"/>
                <a:gd name="csX642" fmla="*/ 943110 w 1651802"/>
                <a:gd name="csY642" fmla="*/ 967219 h 1232001"/>
                <a:gd name="csX643" fmla="*/ 944774 w 1651802"/>
                <a:gd name="csY643" fmla="*/ 965555 h 1232001"/>
                <a:gd name="csX644" fmla="*/ 946437 w 1651802"/>
                <a:gd name="csY644" fmla="*/ 967219 h 1232001"/>
                <a:gd name="csX645" fmla="*/ 944774 w 1651802"/>
                <a:gd name="csY645" fmla="*/ 968882 h 1232001"/>
                <a:gd name="csX646" fmla="*/ 943110 w 1651802"/>
                <a:gd name="csY646" fmla="*/ 967219 h 1232001"/>
                <a:gd name="csX647" fmla="*/ 500963 w 1651802"/>
                <a:gd name="csY647" fmla="*/ 950560 h 1232001"/>
                <a:gd name="csX648" fmla="*/ 501012 w 1651802"/>
                <a:gd name="csY648" fmla="*/ 933901 h 1232001"/>
                <a:gd name="csX649" fmla="*/ 502410 w 1651802"/>
                <a:gd name="csY649" fmla="*/ 943110 h 1232001"/>
                <a:gd name="csX650" fmla="*/ 502361 w 1651802"/>
                <a:gd name="csY650" fmla="*/ 959770 h 1232001"/>
                <a:gd name="csX651" fmla="*/ 500963 w 1651802"/>
                <a:gd name="csY651" fmla="*/ 950560 h 1232001"/>
                <a:gd name="csX652" fmla="*/ 713237 w 1651802"/>
                <a:gd name="csY652" fmla="*/ 963868 h 1232001"/>
                <a:gd name="csX653" fmla="*/ 714900 w 1651802"/>
                <a:gd name="csY653" fmla="*/ 962204 h 1232001"/>
                <a:gd name="csX654" fmla="*/ 716564 w 1651802"/>
                <a:gd name="csY654" fmla="*/ 963868 h 1232001"/>
                <a:gd name="csX655" fmla="*/ 714900 w 1651802"/>
                <a:gd name="csY655" fmla="*/ 965555 h 1232001"/>
                <a:gd name="csX656" fmla="*/ 713237 w 1651802"/>
                <a:gd name="csY656" fmla="*/ 963868 h 1232001"/>
                <a:gd name="csX657" fmla="*/ 809863 w 1651802"/>
                <a:gd name="csY657" fmla="*/ 963868 h 1232001"/>
                <a:gd name="csX658" fmla="*/ 811528 w 1651802"/>
                <a:gd name="csY658" fmla="*/ 962204 h 1232001"/>
                <a:gd name="csX659" fmla="*/ 813190 w 1651802"/>
                <a:gd name="csY659" fmla="*/ 963868 h 1232001"/>
                <a:gd name="csX660" fmla="*/ 811528 w 1651802"/>
                <a:gd name="csY660" fmla="*/ 965555 h 1232001"/>
                <a:gd name="csX661" fmla="*/ 809863 w 1651802"/>
                <a:gd name="csY661" fmla="*/ 963868 h 1232001"/>
                <a:gd name="csX662" fmla="*/ 839830 w 1651802"/>
                <a:gd name="csY662" fmla="*/ 963868 h 1232001"/>
                <a:gd name="csX663" fmla="*/ 841494 w 1651802"/>
                <a:gd name="csY663" fmla="*/ 962204 h 1232001"/>
                <a:gd name="csX664" fmla="*/ 843182 w 1651802"/>
                <a:gd name="csY664" fmla="*/ 963868 h 1232001"/>
                <a:gd name="csX665" fmla="*/ 841494 w 1651802"/>
                <a:gd name="csY665" fmla="*/ 965555 h 1232001"/>
                <a:gd name="csX666" fmla="*/ 839830 w 1651802"/>
                <a:gd name="csY666" fmla="*/ 963868 h 1232001"/>
                <a:gd name="csX667" fmla="*/ 936456 w 1651802"/>
                <a:gd name="csY667" fmla="*/ 963868 h 1232001"/>
                <a:gd name="csX668" fmla="*/ 938120 w 1651802"/>
                <a:gd name="csY668" fmla="*/ 962204 h 1232001"/>
                <a:gd name="csX669" fmla="*/ 939783 w 1651802"/>
                <a:gd name="csY669" fmla="*/ 963868 h 1232001"/>
                <a:gd name="csX670" fmla="*/ 938120 w 1651802"/>
                <a:gd name="csY670" fmla="*/ 965555 h 1232001"/>
                <a:gd name="csX671" fmla="*/ 936456 w 1651802"/>
                <a:gd name="csY671" fmla="*/ 963868 h 1232001"/>
                <a:gd name="csX672" fmla="*/ 1150636 w 1651802"/>
                <a:gd name="csY672" fmla="*/ 950560 h 1232001"/>
                <a:gd name="csX673" fmla="*/ 1150684 w 1651802"/>
                <a:gd name="csY673" fmla="*/ 933901 h 1232001"/>
                <a:gd name="csX674" fmla="*/ 1152058 w 1651802"/>
                <a:gd name="csY674" fmla="*/ 943110 h 1232001"/>
                <a:gd name="csX675" fmla="*/ 1152010 w 1651802"/>
                <a:gd name="csY675" fmla="*/ 959770 h 1232001"/>
                <a:gd name="csX676" fmla="*/ 1150636 w 1651802"/>
                <a:gd name="csY676" fmla="*/ 950560 h 1232001"/>
                <a:gd name="csX677" fmla="*/ 719891 w 1651802"/>
                <a:gd name="csY677" fmla="*/ 960541 h 1232001"/>
                <a:gd name="csX678" fmla="*/ 721579 w 1651802"/>
                <a:gd name="csY678" fmla="*/ 958877 h 1232001"/>
                <a:gd name="csX679" fmla="*/ 723242 w 1651802"/>
                <a:gd name="csY679" fmla="*/ 960541 h 1232001"/>
                <a:gd name="csX680" fmla="*/ 721579 w 1651802"/>
                <a:gd name="csY680" fmla="*/ 962204 h 1232001"/>
                <a:gd name="csX681" fmla="*/ 719891 w 1651802"/>
                <a:gd name="csY681" fmla="*/ 960541 h 1232001"/>
                <a:gd name="csX682" fmla="*/ 929778 w 1651802"/>
                <a:gd name="csY682" fmla="*/ 960541 h 1232001"/>
                <a:gd name="csX683" fmla="*/ 931466 w 1651802"/>
                <a:gd name="csY683" fmla="*/ 958877 h 1232001"/>
                <a:gd name="csX684" fmla="*/ 933129 w 1651802"/>
                <a:gd name="csY684" fmla="*/ 960541 h 1232001"/>
                <a:gd name="csX685" fmla="*/ 931466 w 1651802"/>
                <a:gd name="csY685" fmla="*/ 962204 h 1232001"/>
                <a:gd name="csX686" fmla="*/ 929778 w 1651802"/>
                <a:gd name="csY686" fmla="*/ 960541 h 1232001"/>
                <a:gd name="csX687" fmla="*/ 547323 w 1651802"/>
                <a:gd name="csY687" fmla="*/ 950560 h 1232001"/>
                <a:gd name="csX688" fmla="*/ 547444 w 1651802"/>
                <a:gd name="csY688" fmla="*/ 940555 h 1232001"/>
                <a:gd name="csX689" fmla="*/ 548962 w 1651802"/>
                <a:gd name="csY689" fmla="*/ 946462 h 1232001"/>
                <a:gd name="csX690" fmla="*/ 548842 w 1651802"/>
                <a:gd name="csY690" fmla="*/ 956443 h 1232001"/>
                <a:gd name="csX691" fmla="*/ 547323 w 1651802"/>
                <a:gd name="csY691" fmla="*/ 950560 h 1232001"/>
                <a:gd name="csX692" fmla="*/ 726569 w 1651802"/>
                <a:gd name="csY692" fmla="*/ 957214 h 1232001"/>
                <a:gd name="csX693" fmla="*/ 728233 w 1651802"/>
                <a:gd name="csY693" fmla="*/ 955550 h 1232001"/>
                <a:gd name="csX694" fmla="*/ 729896 w 1651802"/>
                <a:gd name="csY694" fmla="*/ 957214 h 1232001"/>
                <a:gd name="csX695" fmla="*/ 728233 w 1651802"/>
                <a:gd name="csY695" fmla="*/ 958877 h 1232001"/>
                <a:gd name="csX696" fmla="*/ 726569 w 1651802"/>
                <a:gd name="csY696" fmla="*/ 957214 h 1232001"/>
                <a:gd name="csX697" fmla="*/ 819844 w 1651802"/>
                <a:gd name="csY697" fmla="*/ 957214 h 1232001"/>
                <a:gd name="csX698" fmla="*/ 821507 w 1651802"/>
                <a:gd name="csY698" fmla="*/ 955550 h 1232001"/>
                <a:gd name="csX699" fmla="*/ 823171 w 1651802"/>
                <a:gd name="csY699" fmla="*/ 957214 h 1232001"/>
                <a:gd name="csX700" fmla="*/ 821507 w 1651802"/>
                <a:gd name="csY700" fmla="*/ 958877 h 1232001"/>
                <a:gd name="csX701" fmla="*/ 819844 w 1651802"/>
                <a:gd name="csY701" fmla="*/ 957214 h 1232001"/>
                <a:gd name="csX702" fmla="*/ 829849 w 1651802"/>
                <a:gd name="csY702" fmla="*/ 957214 h 1232001"/>
                <a:gd name="csX703" fmla="*/ 831513 w 1651802"/>
                <a:gd name="csY703" fmla="*/ 955550 h 1232001"/>
                <a:gd name="csX704" fmla="*/ 833176 w 1651802"/>
                <a:gd name="csY704" fmla="*/ 957214 h 1232001"/>
                <a:gd name="csX705" fmla="*/ 831513 w 1651802"/>
                <a:gd name="csY705" fmla="*/ 958877 h 1232001"/>
                <a:gd name="csX706" fmla="*/ 829849 w 1651802"/>
                <a:gd name="csY706" fmla="*/ 957214 h 1232001"/>
                <a:gd name="csX707" fmla="*/ 923125 w 1651802"/>
                <a:gd name="csY707" fmla="*/ 957214 h 1232001"/>
                <a:gd name="csX708" fmla="*/ 924789 w 1651802"/>
                <a:gd name="csY708" fmla="*/ 955550 h 1232001"/>
                <a:gd name="csX709" fmla="*/ 926452 w 1651802"/>
                <a:gd name="csY709" fmla="*/ 957214 h 1232001"/>
                <a:gd name="csX710" fmla="*/ 924789 w 1651802"/>
                <a:gd name="csY710" fmla="*/ 958877 h 1232001"/>
                <a:gd name="csX711" fmla="*/ 923125 w 1651802"/>
                <a:gd name="csY711" fmla="*/ 957214 h 1232001"/>
                <a:gd name="csX712" fmla="*/ 1103672 w 1651802"/>
                <a:gd name="csY712" fmla="*/ 950560 h 1232001"/>
                <a:gd name="csX713" fmla="*/ 1103793 w 1651802"/>
                <a:gd name="csY713" fmla="*/ 940555 h 1232001"/>
                <a:gd name="csX714" fmla="*/ 1105335 w 1651802"/>
                <a:gd name="csY714" fmla="*/ 946462 h 1232001"/>
                <a:gd name="csX715" fmla="*/ 1105215 w 1651802"/>
                <a:gd name="csY715" fmla="*/ 956443 h 1232001"/>
                <a:gd name="csX716" fmla="*/ 1103672 w 1651802"/>
                <a:gd name="csY716" fmla="*/ 950560 h 1232001"/>
                <a:gd name="csX717" fmla="*/ 733223 w 1651802"/>
                <a:gd name="csY717" fmla="*/ 953887 h 1232001"/>
                <a:gd name="csX718" fmla="*/ 734887 w 1651802"/>
                <a:gd name="csY718" fmla="*/ 952223 h 1232001"/>
                <a:gd name="csX719" fmla="*/ 736550 w 1651802"/>
                <a:gd name="csY719" fmla="*/ 953887 h 1232001"/>
                <a:gd name="csX720" fmla="*/ 734887 w 1651802"/>
                <a:gd name="csY720" fmla="*/ 955550 h 1232001"/>
                <a:gd name="csX721" fmla="*/ 733223 w 1651802"/>
                <a:gd name="csY721" fmla="*/ 953887 h 1232001"/>
                <a:gd name="csX722" fmla="*/ 916471 w 1651802"/>
                <a:gd name="csY722" fmla="*/ 953887 h 1232001"/>
                <a:gd name="csX723" fmla="*/ 918135 w 1651802"/>
                <a:gd name="csY723" fmla="*/ 952223 h 1232001"/>
                <a:gd name="csX724" fmla="*/ 919798 w 1651802"/>
                <a:gd name="csY724" fmla="*/ 953887 h 1232001"/>
                <a:gd name="csX725" fmla="*/ 918135 w 1651802"/>
                <a:gd name="csY725" fmla="*/ 955550 h 1232001"/>
                <a:gd name="csX726" fmla="*/ 916471 w 1651802"/>
                <a:gd name="csY726" fmla="*/ 953887 h 1232001"/>
                <a:gd name="csX727" fmla="*/ 739902 w 1651802"/>
                <a:gd name="csY727" fmla="*/ 950560 h 1232001"/>
                <a:gd name="csX728" fmla="*/ 741564 w 1651802"/>
                <a:gd name="csY728" fmla="*/ 948896 h 1232001"/>
                <a:gd name="csX729" fmla="*/ 743228 w 1651802"/>
                <a:gd name="csY729" fmla="*/ 950560 h 1232001"/>
                <a:gd name="csX730" fmla="*/ 741564 w 1651802"/>
                <a:gd name="csY730" fmla="*/ 952223 h 1232001"/>
                <a:gd name="csX731" fmla="*/ 739902 w 1651802"/>
                <a:gd name="csY731" fmla="*/ 950560 h 1232001"/>
                <a:gd name="csX732" fmla="*/ 909793 w 1651802"/>
                <a:gd name="csY732" fmla="*/ 950560 h 1232001"/>
                <a:gd name="csX733" fmla="*/ 911456 w 1651802"/>
                <a:gd name="csY733" fmla="*/ 948896 h 1232001"/>
                <a:gd name="csX734" fmla="*/ 913144 w 1651802"/>
                <a:gd name="csY734" fmla="*/ 950560 h 1232001"/>
                <a:gd name="csX735" fmla="*/ 911456 w 1651802"/>
                <a:gd name="csY735" fmla="*/ 952223 h 1232001"/>
                <a:gd name="csX736" fmla="*/ 909793 w 1651802"/>
                <a:gd name="csY736" fmla="*/ 950560 h 1232001"/>
                <a:gd name="csX737" fmla="*/ 746555 w 1651802"/>
                <a:gd name="csY737" fmla="*/ 947209 h 1232001"/>
                <a:gd name="csX738" fmla="*/ 748218 w 1651802"/>
                <a:gd name="csY738" fmla="*/ 945546 h 1232001"/>
                <a:gd name="csX739" fmla="*/ 749882 w 1651802"/>
                <a:gd name="csY739" fmla="*/ 947209 h 1232001"/>
                <a:gd name="csX740" fmla="*/ 748218 w 1651802"/>
                <a:gd name="csY740" fmla="*/ 948896 h 1232001"/>
                <a:gd name="csX741" fmla="*/ 746555 w 1651802"/>
                <a:gd name="csY741" fmla="*/ 947209 h 1232001"/>
                <a:gd name="csX742" fmla="*/ 903139 w 1651802"/>
                <a:gd name="csY742" fmla="*/ 947209 h 1232001"/>
                <a:gd name="csX743" fmla="*/ 904802 w 1651802"/>
                <a:gd name="csY743" fmla="*/ 945546 h 1232001"/>
                <a:gd name="csX744" fmla="*/ 906466 w 1651802"/>
                <a:gd name="csY744" fmla="*/ 947209 h 1232001"/>
                <a:gd name="csX745" fmla="*/ 904802 w 1651802"/>
                <a:gd name="csY745" fmla="*/ 948896 h 1232001"/>
                <a:gd name="csX746" fmla="*/ 903139 w 1651802"/>
                <a:gd name="csY746" fmla="*/ 947209 h 1232001"/>
                <a:gd name="csX747" fmla="*/ 756560 w 1651802"/>
                <a:gd name="csY747" fmla="*/ 940555 h 1232001"/>
                <a:gd name="csX748" fmla="*/ 758223 w 1651802"/>
                <a:gd name="csY748" fmla="*/ 938892 h 1232001"/>
                <a:gd name="csX749" fmla="*/ 759887 w 1651802"/>
                <a:gd name="csY749" fmla="*/ 940555 h 1232001"/>
                <a:gd name="csX750" fmla="*/ 758223 w 1651802"/>
                <a:gd name="csY750" fmla="*/ 942219 h 1232001"/>
                <a:gd name="csX751" fmla="*/ 756560 w 1651802"/>
                <a:gd name="csY751" fmla="*/ 940555 h 1232001"/>
                <a:gd name="csX752" fmla="*/ 893133 w 1651802"/>
                <a:gd name="csY752" fmla="*/ 940555 h 1232001"/>
                <a:gd name="csX753" fmla="*/ 894798 w 1651802"/>
                <a:gd name="csY753" fmla="*/ 938892 h 1232001"/>
                <a:gd name="csX754" fmla="*/ 896485 w 1651802"/>
                <a:gd name="csY754" fmla="*/ 940555 h 1232001"/>
                <a:gd name="csX755" fmla="*/ 894798 w 1651802"/>
                <a:gd name="csY755" fmla="*/ 942219 h 1232001"/>
                <a:gd name="csX756" fmla="*/ 893133 w 1651802"/>
                <a:gd name="csY756" fmla="*/ 940555 h 1232001"/>
                <a:gd name="csX757" fmla="*/ 763214 w 1651802"/>
                <a:gd name="csY757" fmla="*/ 937228 h 1232001"/>
                <a:gd name="csX758" fmla="*/ 764877 w 1651802"/>
                <a:gd name="csY758" fmla="*/ 935565 h 1232001"/>
                <a:gd name="csX759" fmla="*/ 766541 w 1651802"/>
                <a:gd name="csY759" fmla="*/ 937228 h 1232001"/>
                <a:gd name="csX760" fmla="*/ 764877 w 1651802"/>
                <a:gd name="csY760" fmla="*/ 938892 h 1232001"/>
                <a:gd name="csX761" fmla="*/ 763214 w 1651802"/>
                <a:gd name="csY761" fmla="*/ 937228 h 1232001"/>
                <a:gd name="csX762" fmla="*/ 886479 w 1651802"/>
                <a:gd name="csY762" fmla="*/ 937228 h 1232001"/>
                <a:gd name="csX763" fmla="*/ 888144 w 1651802"/>
                <a:gd name="csY763" fmla="*/ 935565 h 1232001"/>
                <a:gd name="csX764" fmla="*/ 889806 w 1651802"/>
                <a:gd name="csY764" fmla="*/ 937228 h 1232001"/>
                <a:gd name="csX765" fmla="*/ 888144 w 1651802"/>
                <a:gd name="csY765" fmla="*/ 938892 h 1232001"/>
                <a:gd name="csX766" fmla="*/ 886479 w 1651802"/>
                <a:gd name="csY766" fmla="*/ 937228 h 1232001"/>
                <a:gd name="csX767" fmla="*/ 773218 w 1651802"/>
                <a:gd name="csY767" fmla="*/ 930574 h 1232001"/>
                <a:gd name="csX768" fmla="*/ 774883 w 1651802"/>
                <a:gd name="csY768" fmla="*/ 928887 h 1232001"/>
                <a:gd name="csX769" fmla="*/ 776545 w 1651802"/>
                <a:gd name="csY769" fmla="*/ 930574 h 1232001"/>
                <a:gd name="csX770" fmla="*/ 774883 w 1651802"/>
                <a:gd name="csY770" fmla="*/ 932238 h 1232001"/>
                <a:gd name="csX771" fmla="*/ 773218 w 1651802"/>
                <a:gd name="csY771" fmla="*/ 930574 h 1232001"/>
                <a:gd name="csX772" fmla="*/ 550000 w 1651802"/>
                <a:gd name="csY772" fmla="*/ 925560 h 1232001"/>
                <a:gd name="csX773" fmla="*/ 552217 w 1651802"/>
                <a:gd name="csY773" fmla="*/ 923341 h 1232001"/>
                <a:gd name="csX774" fmla="*/ 552217 w 1651802"/>
                <a:gd name="csY774" fmla="*/ 927778 h 1232001"/>
                <a:gd name="csX775" fmla="*/ 550000 w 1651802"/>
                <a:gd name="csY775" fmla="*/ 925560 h 1232001"/>
                <a:gd name="csX776" fmla="*/ 779872 w 1651802"/>
                <a:gd name="csY776" fmla="*/ 927223 h 1232001"/>
                <a:gd name="csX777" fmla="*/ 781536 w 1651802"/>
                <a:gd name="csY777" fmla="*/ 925560 h 1232001"/>
                <a:gd name="csX778" fmla="*/ 783199 w 1651802"/>
                <a:gd name="csY778" fmla="*/ 927223 h 1232001"/>
                <a:gd name="csX779" fmla="*/ 781536 w 1651802"/>
                <a:gd name="csY779" fmla="*/ 928887 h 1232001"/>
                <a:gd name="csX780" fmla="*/ 779872 w 1651802"/>
                <a:gd name="csY780" fmla="*/ 927223 h 1232001"/>
                <a:gd name="csX781" fmla="*/ 869821 w 1651802"/>
                <a:gd name="csY781" fmla="*/ 927223 h 1232001"/>
                <a:gd name="csX782" fmla="*/ 871485 w 1651802"/>
                <a:gd name="csY782" fmla="*/ 925560 h 1232001"/>
                <a:gd name="csX783" fmla="*/ 873148 w 1651802"/>
                <a:gd name="csY783" fmla="*/ 927223 h 1232001"/>
                <a:gd name="csX784" fmla="*/ 871485 w 1651802"/>
                <a:gd name="csY784" fmla="*/ 928887 h 1232001"/>
                <a:gd name="csX785" fmla="*/ 869821 w 1651802"/>
                <a:gd name="csY785" fmla="*/ 927223 h 1232001"/>
                <a:gd name="csX786" fmla="*/ 1099694 w 1651802"/>
                <a:gd name="csY786" fmla="*/ 925560 h 1232001"/>
                <a:gd name="csX787" fmla="*/ 1101913 w 1651802"/>
                <a:gd name="csY787" fmla="*/ 923341 h 1232001"/>
                <a:gd name="csX788" fmla="*/ 1101913 w 1651802"/>
                <a:gd name="csY788" fmla="*/ 927778 h 1232001"/>
                <a:gd name="csX789" fmla="*/ 1099694 w 1651802"/>
                <a:gd name="csY789" fmla="*/ 925560 h 1232001"/>
                <a:gd name="csX790" fmla="*/ 503350 w 1651802"/>
                <a:gd name="csY790" fmla="*/ 917242 h 1232001"/>
                <a:gd name="csX791" fmla="*/ 505013 w 1651802"/>
                <a:gd name="csY791" fmla="*/ 915579 h 1232001"/>
                <a:gd name="csX792" fmla="*/ 506677 w 1651802"/>
                <a:gd name="csY792" fmla="*/ 917242 h 1232001"/>
                <a:gd name="csX793" fmla="*/ 505013 w 1651802"/>
                <a:gd name="csY793" fmla="*/ 918906 h 1232001"/>
                <a:gd name="csX794" fmla="*/ 503350 w 1651802"/>
                <a:gd name="csY794" fmla="*/ 917242 h 1232001"/>
                <a:gd name="csX795" fmla="*/ 771217 w 1651802"/>
                <a:gd name="csY795" fmla="*/ 915048 h 1232001"/>
                <a:gd name="csX796" fmla="*/ 768855 w 1651802"/>
                <a:gd name="csY796" fmla="*/ 911215 h 1232001"/>
                <a:gd name="csX797" fmla="*/ 772689 w 1651802"/>
                <a:gd name="csY797" fmla="*/ 913578 h 1232001"/>
                <a:gd name="csX798" fmla="*/ 776545 w 1651802"/>
                <a:gd name="csY798" fmla="*/ 917435 h 1232001"/>
                <a:gd name="csX799" fmla="*/ 771217 w 1651802"/>
                <a:gd name="csY799" fmla="*/ 915048 h 1232001"/>
                <a:gd name="csX800" fmla="*/ 878163 w 1651802"/>
                <a:gd name="csY800" fmla="*/ 915579 h 1232001"/>
                <a:gd name="csX801" fmla="*/ 881875 w 1651802"/>
                <a:gd name="csY801" fmla="*/ 912252 h 1232001"/>
                <a:gd name="csX802" fmla="*/ 881490 w 1651802"/>
                <a:gd name="csY802" fmla="*/ 915579 h 1232001"/>
                <a:gd name="csX803" fmla="*/ 877752 w 1651802"/>
                <a:gd name="csY803" fmla="*/ 918906 h 1232001"/>
                <a:gd name="csX804" fmla="*/ 878163 w 1651802"/>
                <a:gd name="csY804" fmla="*/ 915579 h 1232001"/>
                <a:gd name="csX805" fmla="*/ 1146345 w 1651802"/>
                <a:gd name="csY805" fmla="*/ 917242 h 1232001"/>
                <a:gd name="csX806" fmla="*/ 1148008 w 1651802"/>
                <a:gd name="csY806" fmla="*/ 915579 h 1232001"/>
                <a:gd name="csX807" fmla="*/ 1149670 w 1651802"/>
                <a:gd name="csY807" fmla="*/ 917242 h 1232001"/>
                <a:gd name="csX808" fmla="*/ 1148008 w 1651802"/>
                <a:gd name="csY808" fmla="*/ 918906 h 1232001"/>
                <a:gd name="csX809" fmla="*/ 1146345 w 1651802"/>
                <a:gd name="csY809" fmla="*/ 917242 h 1232001"/>
                <a:gd name="csX810" fmla="*/ 553327 w 1651802"/>
                <a:gd name="csY810" fmla="*/ 910564 h 1232001"/>
                <a:gd name="csX811" fmla="*/ 554989 w 1651802"/>
                <a:gd name="csY811" fmla="*/ 908901 h 1232001"/>
                <a:gd name="csX812" fmla="*/ 556654 w 1651802"/>
                <a:gd name="csY812" fmla="*/ 910564 h 1232001"/>
                <a:gd name="csX813" fmla="*/ 554989 w 1651802"/>
                <a:gd name="csY813" fmla="*/ 912252 h 1232001"/>
                <a:gd name="csX814" fmla="*/ 553327 w 1651802"/>
                <a:gd name="csY814" fmla="*/ 910564 h 1232001"/>
                <a:gd name="csX815" fmla="*/ 1096367 w 1651802"/>
                <a:gd name="csY815" fmla="*/ 910564 h 1232001"/>
                <a:gd name="csX816" fmla="*/ 1098031 w 1651802"/>
                <a:gd name="csY816" fmla="*/ 908901 h 1232001"/>
                <a:gd name="csX817" fmla="*/ 1099694 w 1651802"/>
                <a:gd name="csY817" fmla="*/ 910564 h 1232001"/>
                <a:gd name="csX818" fmla="*/ 1098031 w 1651802"/>
                <a:gd name="csY818" fmla="*/ 912252 h 1232001"/>
                <a:gd name="csX819" fmla="*/ 1096367 w 1651802"/>
                <a:gd name="csY819" fmla="*/ 910564 h 1232001"/>
                <a:gd name="csX820" fmla="*/ 506677 w 1651802"/>
                <a:gd name="csY820" fmla="*/ 903910 h 1232001"/>
                <a:gd name="csX821" fmla="*/ 508340 w 1651802"/>
                <a:gd name="csY821" fmla="*/ 902247 h 1232001"/>
                <a:gd name="csX822" fmla="*/ 510004 w 1651802"/>
                <a:gd name="csY822" fmla="*/ 903910 h 1232001"/>
                <a:gd name="csX823" fmla="*/ 508340 w 1651802"/>
                <a:gd name="csY823" fmla="*/ 905574 h 1232001"/>
                <a:gd name="csX824" fmla="*/ 506677 w 1651802"/>
                <a:gd name="csY824" fmla="*/ 903910 h 1232001"/>
                <a:gd name="csX825" fmla="*/ 754559 w 1651802"/>
                <a:gd name="csY825" fmla="*/ 901740 h 1232001"/>
                <a:gd name="csX826" fmla="*/ 752196 w 1651802"/>
                <a:gd name="csY826" fmla="*/ 897883 h 1232001"/>
                <a:gd name="csX827" fmla="*/ 756030 w 1651802"/>
                <a:gd name="csY827" fmla="*/ 900270 h 1232001"/>
                <a:gd name="csX828" fmla="*/ 758417 w 1651802"/>
                <a:gd name="csY828" fmla="*/ 905574 h 1232001"/>
                <a:gd name="csX829" fmla="*/ 754559 w 1651802"/>
                <a:gd name="csY829" fmla="*/ 901740 h 1232001"/>
                <a:gd name="csX830" fmla="*/ 893133 w 1651802"/>
                <a:gd name="csY830" fmla="*/ 903910 h 1232001"/>
                <a:gd name="csX831" fmla="*/ 894798 w 1651802"/>
                <a:gd name="csY831" fmla="*/ 902247 h 1232001"/>
                <a:gd name="csX832" fmla="*/ 896485 w 1651802"/>
                <a:gd name="csY832" fmla="*/ 903910 h 1232001"/>
                <a:gd name="csX833" fmla="*/ 894798 w 1651802"/>
                <a:gd name="csY833" fmla="*/ 905574 h 1232001"/>
                <a:gd name="csX834" fmla="*/ 893133 w 1651802"/>
                <a:gd name="csY834" fmla="*/ 903910 h 1232001"/>
                <a:gd name="csX835" fmla="*/ 1143018 w 1651802"/>
                <a:gd name="csY835" fmla="*/ 903910 h 1232001"/>
                <a:gd name="csX836" fmla="*/ 1144681 w 1651802"/>
                <a:gd name="csY836" fmla="*/ 902247 h 1232001"/>
                <a:gd name="csX837" fmla="*/ 1146345 w 1651802"/>
                <a:gd name="csY837" fmla="*/ 903910 h 1232001"/>
                <a:gd name="csX838" fmla="*/ 1144681 w 1651802"/>
                <a:gd name="csY838" fmla="*/ 905574 h 1232001"/>
                <a:gd name="csX839" fmla="*/ 1143018 w 1651802"/>
                <a:gd name="csY839" fmla="*/ 903910 h 1232001"/>
                <a:gd name="csX840" fmla="*/ 556654 w 1651802"/>
                <a:gd name="csY840" fmla="*/ 900583 h 1232001"/>
                <a:gd name="csX841" fmla="*/ 558316 w 1651802"/>
                <a:gd name="csY841" fmla="*/ 898920 h 1232001"/>
                <a:gd name="csX842" fmla="*/ 559980 w 1651802"/>
                <a:gd name="csY842" fmla="*/ 900583 h 1232001"/>
                <a:gd name="csX843" fmla="*/ 558316 w 1651802"/>
                <a:gd name="csY843" fmla="*/ 902247 h 1232001"/>
                <a:gd name="csX844" fmla="*/ 556654 w 1651802"/>
                <a:gd name="csY844" fmla="*/ 900583 h 1232001"/>
                <a:gd name="csX845" fmla="*/ 1093040 w 1651802"/>
                <a:gd name="csY845" fmla="*/ 900583 h 1232001"/>
                <a:gd name="csX846" fmla="*/ 1094704 w 1651802"/>
                <a:gd name="csY846" fmla="*/ 898920 h 1232001"/>
                <a:gd name="csX847" fmla="*/ 1096367 w 1651802"/>
                <a:gd name="csY847" fmla="*/ 900583 h 1232001"/>
                <a:gd name="csX848" fmla="*/ 1094704 w 1651802"/>
                <a:gd name="csY848" fmla="*/ 902247 h 1232001"/>
                <a:gd name="csX849" fmla="*/ 1093040 w 1651802"/>
                <a:gd name="csY849" fmla="*/ 900583 h 1232001"/>
                <a:gd name="csX850" fmla="*/ 510004 w 1651802"/>
                <a:gd name="csY850" fmla="*/ 892242 h 1232001"/>
                <a:gd name="csX851" fmla="*/ 512246 w 1651802"/>
                <a:gd name="csY851" fmla="*/ 890024 h 1232001"/>
                <a:gd name="csX852" fmla="*/ 512246 w 1651802"/>
                <a:gd name="csY852" fmla="*/ 894484 h 1232001"/>
                <a:gd name="csX853" fmla="*/ 510004 w 1651802"/>
                <a:gd name="csY853" fmla="*/ 892242 h 1232001"/>
                <a:gd name="csX854" fmla="*/ 1139666 w 1651802"/>
                <a:gd name="csY854" fmla="*/ 892242 h 1232001"/>
                <a:gd name="csX855" fmla="*/ 1141908 w 1651802"/>
                <a:gd name="csY855" fmla="*/ 890024 h 1232001"/>
                <a:gd name="csX856" fmla="*/ 1141908 w 1651802"/>
                <a:gd name="csY856" fmla="*/ 894484 h 1232001"/>
                <a:gd name="csX857" fmla="*/ 1139666 w 1651802"/>
                <a:gd name="csY857" fmla="*/ 892242 h 1232001"/>
                <a:gd name="csX858" fmla="*/ 559980 w 1651802"/>
                <a:gd name="csY858" fmla="*/ 890579 h 1232001"/>
                <a:gd name="csX859" fmla="*/ 561643 w 1651802"/>
                <a:gd name="csY859" fmla="*/ 888915 h 1232001"/>
                <a:gd name="csX860" fmla="*/ 563331 w 1651802"/>
                <a:gd name="csY860" fmla="*/ 890579 h 1232001"/>
                <a:gd name="csX861" fmla="*/ 561643 w 1651802"/>
                <a:gd name="csY861" fmla="*/ 892242 h 1232001"/>
                <a:gd name="csX862" fmla="*/ 559980 w 1651802"/>
                <a:gd name="csY862" fmla="*/ 890579 h 1232001"/>
                <a:gd name="csX863" fmla="*/ 737900 w 1651802"/>
                <a:gd name="csY863" fmla="*/ 888408 h 1232001"/>
                <a:gd name="csX864" fmla="*/ 735537 w 1651802"/>
                <a:gd name="csY864" fmla="*/ 884552 h 1232001"/>
                <a:gd name="csX865" fmla="*/ 739370 w 1651802"/>
                <a:gd name="csY865" fmla="*/ 886938 h 1232001"/>
                <a:gd name="csX866" fmla="*/ 741757 w 1651802"/>
                <a:gd name="csY866" fmla="*/ 892242 h 1232001"/>
                <a:gd name="csX867" fmla="*/ 737900 w 1651802"/>
                <a:gd name="csY867" fmla="*/ 888408 h 1232001"/>
                <a:gd name="csX868" fmla="*/ 816517 w 1651802"/>
                <a:gd name="csY868" fmla="*/ 890579 h 1232001"/>
                <a:gd name="csX869" fmla="*/ 818180 w 1651802"/>
                <a:gd name="csY869" fmla="*/ 888915 h 1232001"/>
                <a:gd name="csX870" fmla="*/ 819844 w 1651802"/>
                <a:gd name="csY870" fmla="*/ 890579 h 1232001"/>
                <a:gd name="csX871" fmla="*/ 818180 w 1651802"/>
                <a:gd name="csY871" fmla="*/ 892242 h 1232001"/>
                <a:gd name="csX872" fmla="*/ 816517 w 1651802"/>
                <a:gd name="csY872" fmla="*/ 890579 h 1232001"/>
                <a:gd name="csX873" fmla="*/ 833176 w 1651802"/>
                <a:gd name="csY873" fmla="*/ 890579 h 1232001"/>
                <a:gd name="csX874" fmla="*/ 834840 w 1651802"/>
                <a:gd name="csY874" fmla="*/ 888915 h 1232001"/>
                <a:gd name="csX875" fmla="*/ 836503 w 1651802"/>
                <a:gd name="csY875" fmla="*/ 890579 h 1232001"/>
                <a:gd name="csX876" fmla="*/ 834840 w 1651802"/>
                <a:gd name="csY876" fmla="*/ 892242 h 1232001"/>
                <a:gd name="csX877" fmla="*/ 833176 w 1651802"/>
                <a:gd name="csY877" fmla="*/ 890579 h 1232001"/>
                <a:gd name="csX878" fmla="*/ 911456 w 1651802"/>
                <a:gd name="csY878" fmla="*/ 888915 h 1232001"/>
                <a:gd name="csX879" fmla="*/ 915193 w 1651802"/>
                <a:gd name="csY879" fmla="*/ 885588 h 1232001"/>
                <a:gd name="csX880" fmla="*/ 914808 w 1651802"/>
                <a:gd name="csY880" fmla="*/ 888915 h 1232001"/>
                <a:gd name="csX881" fmla="*/ 911070 w 1651802"/>
                <a:gd name="csY881" fmla="*/ 892242 h 1232001"/>
                <a:gd name="csX882" fmla="*/ 911456 w 1651802"/>
                <a:gd name="csY882" fmla="*/ 888915 h 1232001"/>
                <a:gd name="csX883" fmla="*/ 1089713 w 1651802"/>
                <a:gd name="csY883" fmla="*/ 890579 h 1232001"/>
                <a:gd name="csX884" fmla="*/ 1091377 w 1651802"/>
                <a:gd name="csY884" fmla="*/ 888915 h 1232001"/>
                <a:gd name="csX885" fmla="*/ 1093040 w 1651802"/>
                <a:gd name="csY885" fmla="*/ 890579 h 1232001"/>
                <a:gd name="csX886" fmla="*/ 1091377 w 1651802"/>
                <a:gd name="csY886" fmla="*/ 892242 h 1232001"/>
                <a:gd name="csX887" fmla="*/ 1089713 w 1651802"/>
                <a:gd name="csY887" fmla="*/ 890579 h 1232001"/>
                <a:gd name="csX888" fmla="*/ 513354 w 1651802"/>
                <a:gd name="csY888" fmla="*/ 883925 h 1232001"/>
                <a:gd name="csX889" fmla="*/ 515019 w 1651802"/>
                <a:gd name="csY889" fmla="*/ 882261 h 1232001"/>
                <a:gd name="csX890" fmla="*/ 516681 w 1651802"/>
                <a:gd name="csY890" fmla="*/ 883925 h 1232001"/>
                <a:gd name="csX891" fmla="*/ 515019 w 1651802"/>
                <a:gd name="csY891" fmla="*/ 885588 h 1232001"/>
                <a:gd name="csX892" fmla="*/ 513354 w 1651802"/>
                <a:gd name="csY892" fmla="*/ 883925 h 1232001"/>
                <a:gd name="csX893" fmla="*/ 563331 w 1651802"/>
                <a:gd name="csY893" fmla="*/ 883925 h 1232001"/>
                <a:gd name="csX894" fmla="*/ 564995 w 1651802"/>
                <a:gd name="csY894" fmla="*/ 882261 h 1232001"/>
                <a:gd name="csX895" fmla="*/ 566658 w 1651802"/>
                <a:gd name="csY895" fmla="*/ 883925 h 1232001"/>
                <a:gd name="csX896" fmla="*/ 564995 w 1651802"/>
                <a:gd name="csY896" fmla="*/ 885588 h 1232001"/>
                <a:gd name="csX897" fmla="*/ 563331 w 1651802"/>
                <a:gd name="csY897" fmla="*/ 883925 h 1232001"/>
                <a:gd name="csX898" fmla="*/ 1086362 w 1651802"/>
                <a:gd name="csY898" fmla="*/ 883925 h 1232001"/>
                <a:gd name="csX899" fmla="*/ 1088050 w 1651802"/>
                <a:gd name="csY899" fmla="*/ 882261 h 1232001"/>
                <a:gd name="csX900" fmla="*/ 1089713 w 1651802"/>
                <a:gd name="csY900" fmla="*/ 883925 h 1232001"/>
                <a:gd name="csX901" fmla="*/ 1088050 w 1651802"/>
                <a:gd name="csY901" fmla="*/ 885588 h 1232001"/>
                <a:gd name="csX902" fmla="*/ 1086362 w 1651802"/>
                <a:gd name="csY902" fmla="*/ 883925 h 1232001"/>
                <a:gd name="csX903" fmla="*/ 1136339 w 1651802"/>
                <a:gd name="csY903" fmla="*/ 883925 h 1232001"/>
                <a:gd name="csX904" fmla="*/ 1138003 w 1651802"/>
                <a:gd name="csY904" fmla="*/ 882261 h 1232001"/>
                <a:gd name="csX905" fmla="*/ 1139666 w 1651802"/>
                <a:gd name="csY905" fmla="*/ 883925 h 1232001"/>
                <a:gd name="csX906" fmla="*/ 1138003 w 1651802"/>
                <a:gd name="csY906" fmla="*/ 885588 h 1232001"/>
                <a:gd name="csX907" fmla="*/ 1136339 w 1651802"/>
                <a:gd name="csY907" fmla="*/ 883925 h 1232001"/>
                <a:gd name="csX908" fmla="*/ 803186 w 1651802"/>
                <a:gd name="csY908" fmla="*/ 880598 h 1232001"/>
                <a:gd name="csX909" fmla="*/ 804849 w 1651802"/>
                <a:gd name="csY909" fmla="*/ 878934 h 1232001"/>
                <a:gd name="csX910" fmla="*/ 806513 w 1651802"/>
                <a:gd name="csY910" fmla="*/ 880598 h 1232001"/>
                <a:gd name="csX911" fmla="*/ 804849 w 1651802"/>
                <a:gd name="csY911" fmla="*/ 882261 h 1232001"/>
                <a:gd name="csX912" fmla="*/ 803186 w 1651802"/>
                <a:gd name="csY912" fmla="*/ 880598 h 1232001"/>
                <a:gd name="csX913" fmla="*/ 846509 w 1651802"/>
                <a:gd name="csY913" fmla="*/ 880598 h 1232001"/>
                <a:gd name="csX914" fmla="*/ 848171 w 1651802"/>
                <a:gd name="csY914" fmla="*/ 878934 h 1232001"/>
                <a:gd name="csX915" fmla="*/ 849836 w 1651802"/>
                <a:gd name="csY915" fmla="*/ 880598 h 1232001"/>
                <a:gd name="csX916" fmla="*/ 848171 w 1651802"/>
                <a:gd name="csY916" fmla="*/ 882261 h 1232001"/>
                <a:gd name="csX917" fmla="*/ 846509 w 1651802"/>
                <a:gd name="csY917" fmla="*/ 880598 h 1232001"/>
                <a:gd name="csX918" fmla="*/ 566658 w 1651802"/>
                <a:gd name="csY918" fmla="*/ 877271 h 1232001"/>
                <a:gd name="csX919" fmla="*/ 568322 w 1651802"/>
                <a:gd name="csY919" fmla="*/ 875583 h 1232001"/>
                <a:gd name="csX920" fmla="*/ 569985 w 1651802"/>
                <a:gd name="csY920" fmla="*/ 877271 h 1232001"/>
                <a:gd name="csX921" fmla="*/ 568322 w 1651802"/>
                <a:gd name="csY921" fmla="*/ 878934 h 1232001"/>
                <a:gd name="csX922" fmla="*/ 566658 w 1651802"/>
                <a:gd name="csY922" fmla="*/ 877271 h 1232001"/>
                <a:gd name="csX923" fmla="*/ 1083035 w 1651802"/>
                <a:gd name="csY923" fmla="*/ 877271 h 1232001"/>
                <a:gd name="csX924" fmla="*/ 1084699 w 1651802"/>
                <a:gd name="csY924" fmla="*/ 875583 h 1232001"/>
                <a:gd name="csX925" fmla="*/ 1086362 w 1651802"/>
                <a:gd name="csY925" fmla="*/ 877271 h 1232001"/>
                <a:gd name="csX926" fmla="*/ 1084699 w 1651802"/>
                <a:gd name="csY926" fmla="*/ 878934 h 1232001"/>
                <a:gd name="csX927" fmla="*/ 1083035 w 1651802"/>
                <a:gd name="csY927" fmla="*/ 877271 h 1232001"/>
                <a:gd name="csX928" fmla="*/ 516681 w 1651802"/>
                <a:gd name="csY928" fmla="*/ 873920 h 1232001"/>
                <a:gd name="csX929" fmla="*/ 518346 w 1651802"/>
                <a:gd name="csY929" fmla="*/ 872256 h 1232001"/>
                <a:gd name="csX930" fmla="*/ 520008 w 1651802"/>
                <a:gd name="csY930" fmla="*/ 873920 h 1232001"/>
                <a:gd name="csX931" fmla="*/ 518346 w 1651802"/>
                <a:gd name="csY931" fmla="*/ 875583 h 1232001"/>
                <a:gd name="csX932" fmla="*/ 516681 w 1651802"/>
                <a:gd name="csY932" fmla="*/ 873920 h 1232001"/>
                <a:gd name="csX933" fmla="*/ 1133012 w 1651802"/>
                <a:gd name="csY933" fmla="*/ 873920 h 1232001"/>
                <a:gd name="csX934" fmla="*/ 1134676 w 1651802"/>
                <a:gd name="csY934" fmla="*/ 872256 h 1232001"/>
                <a:gd name="csX935" fmla="*/ 1136339 w 1651802"/>
                <a:gd name="csY935" fmla="*/ 873920 h 1232001"/>
                <a:gd name="csX936" fmla="*/ 1134676 w 1651802"/>
                <a:gd name="csY936" fmla="*/ 875583 h 1232001"/>
                <a:gd name="csX937" fmla="*/ 1133012 w 1651802"/>
                <a:gd name="csY937" fmla="*/ 873920 h 1232001"/>
                <a:gd name="csX938" fmla="*/ 711260 w 1651802"/>
                <a:gd name="csY938" fmla="*/ 864758 h 1232001"/>
                <a:gd name="csX939" fmla="*/ 704919 w 1651802"/>
                <a:gd name="csY939" fmla="*/ 857260 h 1232001"/>
                <a:gd name="csX940" fmla="*/ 712418 w 1651802"/>
                <a:gd name="csY940" fmla="*/ 863625 h 1232001"/>
                <a:gd name="csX941" fmla="*/ 718758 w 1651802"/>
                <a:gd name="csY941" fmla="*/ 872256 h 1232001"/>
                <a:gd name="csX942" fmla="*/ 711260 w 1651802"/>
                <a:gd name="csY942" fmla="*/ 864758 h 1232001"/>
                <a:gd name="csX943" fmla="*/ 787877 w 1651802"/>
                <a:gd name="csY943" fmla="*/ 868423 h 1232001"/>
                <a:gd name="csX944" fmla="*/ 785514 w 1651802"/>
                <a:gd name="csY944" fmla="*/ 864566 h 1232001"/>
                <a:gd name="csX945" fmla="*/ 789347 w 1651802"/>
                <a:gd name="csY945" fmla="*/ 866952 h 1232001"/>
                <a:gd name="csX946" fmla="*/ 793205 w 1651802"/>
                <a:gd name="csY946" fmla="*/ 870785 h 1232001"/>
                <a:gd name="csX947" fmla="*/ 787877 w 1651802"/>
                <a:gd name="csY947" fmla="*/ 868423 h 1232001"/>
                <a:gd name="csX948" fmla="*/ 861504 w 1651802"/>
                <a:gd name="csY948" fmla="*/ 868929 h 1232001"/>
                <a:gd name="csX949" fmla="*/ 865217 w 1651802"/>
                <a:gd name="csY949" fmla="*/ 865602 h 1232001"/>
                <a:gd name="csX950" fmla="*/ 864831 w 1651802"/>
                <a:gd name="csY950" fmla="*/ 868929 h 1232001"/>
                <a:gd name="csX951" fmla="*/ 861094 w 1651802"/>
                <a:gd name="csY951" fmla="*/ 872256 h 1232001"/>
                <a:gd name="csX952" fmla="*/ 861504 w 1651802"/>
                <a:gd name="csY952" fmla="*/ 868929 h 1232001"/>
                <a:gd name="csX953" fmla="*/ 938120 w 1651802"/>
                <a:gd name="csY953" fmla="*/ 865602 h 1232001"/>
                <a:gd name="csX954" fmla="*/ 945810 w 1651802"/>
                <a:gd name="csY954" fmla="*/ 858948 h 1232001"/>
                <a:gd name="csX955" fmla="*/ 941447 w 1651802"/>
                <a:gd name="csY955" fmla="*/ 865602 h 1232001"/>
                <a:gd name="csX956" fmla="*/ 933756 w 1651802"/>
                <a:gd name="csY956" fmla="*/ 872256 h 1232001"/>
                <a:gd name="csX957" fmla="*/ 938120 w 1651802"/>
                <a:gd name="csY957" fmla="*/ 865602 h 1232001"/>
                <a:gd name="csX958" fmla="*/ 1129685 w 1651802"/>
                <a:gd name="csY958" fmla="*/ 867266 h 1232001"/>
                <a:gd name="csX959" fmla="*/ 1131349 w 1651802"/>
                <a:gd name="csY959" fmla="*/ 865602 h 1232001"/>
                <a:gd name="csX960" fmla="*/ 1133012 w 1651802"/>
                <a:gd name="csY960" fmla="*/ 867266 h 1232001"/>
                <a:gd name="csX961" fmla="*/ 1131349 w 1651802"/>
                <a:gd name="csY961" fmla="*/ 868929 h 1232001"/>
                <a:gd name="csX962" fmla="*/ 1129685 w 1651802"/>
                <a:gd name="csY962" fmla="*/ 867266 h 1232001"/>
                <a:gd name="csX963" fmla="*/ 523335 w 1651802"/>
                <a:gd name="csY963" fmla="*/ 857260 h 1232001"/>
                <a:gd name="csX964" fmla="*/ 525000 w 1651802"/>
                <a:gd name="csY964" fmla="*/ 855597 h 1232001"/>
                <a:gd name="csX965" fmla="*/ 526662 w 1651802"/>
                <a:gd name="csY965" fmla="*/ 857260 h 1232001"/>
                <a:gd name="csX966" fmla="*/ 525000 w 1651802"/>
                <a:gd name="csY966" fmla="*/ 858948 h 1232001"/>
                <a:gd name="csX967" fmla="*/ 523335 w 1651802"/>
                <a:gd name="csY967" fmla="*/ 857260 h 1232001"/>
                <a:gd name="csX968" fmla="*/ 769457 w 1651802"/>
                <a:gd name="csY968" fmla="*/ 853114 h 1232001"/>
                <a:gd name="csX969" fmla="*/ 764877 w 1651802"/>
                <a:gd name="csY969" fmla="*/ 847280 h 1232001"/>
                <a:gd name="csX970" fmla="*/ 770711 w 1651802"/>
                <a:gd name="csY970" fmla="*/ 851860 h 1232001"/>
                <a:gd name="csX971" fmla="*/ 775292 w 1651802"/>
                <a:gd name="csY971" fmla="*/ 858948 h 1232001"/>
                <a:gd name="csX972" fmla="*/ 769457 w 1651802"/>
                <a:gd name="csY972" fmla="*/ 853114 h 1232001"/>
                <a:gd name="csX973" fmla="*/ 1126358 w 1651802"/>
                <a:gd name="csY973" fmla="*/ 857260 h 1232001"/>
                <a:gd name="csX974" fmla="*/ 1128022 w 1651802"/>
                <a:gd name="csY974" fmla="*/ 855597 h 1232001"/>
                <a:gd name="csX975" fmla="*/ 1129685 w 1651802"/>
                <a:gd name="csY975" fmla="*/ 857260 h 1232001"/>
                <a:gd name="csX976" fmla="*/ 1128022 w 1651802"/>
                <a:gd name="csY976" fmla="*/ 858948 h 1232001"/>
                <a:gd name="csX977" fmla="*/ 1126358 w 1651802"/>
                <a:gd name="csY977" fmla="*/ 857260 h 1232001"/>
                <a:gd name="csX978" fmla="*/ 881490 w 1651802"/>
                <a:gd name="csY978" fmla="*/ 852270 h 1232001"/>
                <a:gd name="csX979" fmla="*/ 885202 w 1651802"/>
                <a:gd name="csY979" fmla="*/ 848943 h 1232001"/>
                <a:gd name="csX980" fmla="*/ 884817 w 1651802"/>
                <a:gd name="csY980" fmla="*/ 852270 h 1232001"/>
                <a:gd name="csX981" fmla="*/ 881079 w 1651802"/>
                <a:gd name="csY981" fmla="*/ 855597 h 1232001"/>
                <a:gd name="csX982" fmla="*/ 881490 w 1651802"/>
                <a:gd name="csY982" fmla="*/ 852270 h 1232001"/>
                <a:gd name="csX983" fmla="*/ 526662 w 1651802"/>
                <a:gd name="csY983" fmla="*/ 850607 h 1232001"/>
                <a:gd name="csX984" fmla="*/ 528350 w 1651802"/>
                <a:gd name="csY984" fmla="*/ 848943 h 1232001"/>
                <a:gd name="csX985" fmla="*/ 530014 w 1651802"/>
                <a:gd name="csY985" fmla="*/ 850607 h 1232001"/>
                <a:gd name="csX986" fmla="*/ 528350 w 1651802"/>
                <a:gd name="csY986" fmla="*/ 852270 h 1232001"/>
                <a:gd name="csX987" fmla="*/ 526662 w 1651802"/>
                <a:gd name="csY987" fmla="*/ 850607 h 1232001"/>
                <a:gd name="csX988" fmla="*/ 1069727 w 1651802"/>
                <a:gd name="csY988" fmla="*/ 850607 h 1232001"/>
                <a:gd name="csX989" fmla="*/ 1071392 w 1651802"/>
                <a:gd name="csY989" fmla="*/ 848943 h 1232001"/>
                <a:gd name="csX990" fmla="*/ 1073054 w 1651802"/>
                <a:gd name="csY990" fmla="*/ 850607 h 1232001"/>
                <a:gd name="csX991" fmla="*/ 1071392 w 1651802"/>
                <a:gd name="csY991" fmla="*/ 852270 h 1232001"/>
                <a:gd name="csX992" fmla="*/ 1069727 w 1651802"/>
                <a:gd name="csY992" fmla="*/ 850607 h 1232001"/>
                <a:gd name="csX993" fmla="*/ 1123031 w 1651802"/>
                <a:gd name="csY993" fmla="*/ 850607 h 1232001"/>
                <a:gd name="csX994" fmla="*/ 1124695 w 1651802"/>
                <a:gd name="csY994" fmla="*/ 848943 h 1232001"/>
                <a:gd name="csX995" fmla="*/ 1126358 w 1651802"/>
                <a:gd name="csY995" fmla="*/ 850607 h 1232001"/>
                <a:gd name="csX996" fmla="*/ 1124695 w 1651802"/>
                <a:gd name="csY996" fmla="*/ 852270 h 1232001"/>
                <a:gd name="csX997" fmla="*/ 1123031 w 1651802"/>
                <a:gd name="csY997" fmla="*/ 850607 h 1232001"/>
                <a:gd name="csX998" fmla="*/ 530014 w 1651802"/>
                <a:gd name="csY998" fmla="*/ 843953 h 1232001"/>
                <a:gd name="csX999" fmla="*/ 531677 w 1651802"/>
                <a:gd name="csY999" fmla="*/ 842289 h 1232001"/>
                <a:gd name="csX1000" fmla="*/ 533341 w 1651802"/>
                <a:gd name="csY1000" fmla="*/ 843953 h 1232001"/>
                <a:gd name="csX1001" fmla="*/ 531677 w 1651802"/>
                <a:gd name="csY1001" fmla="*/ 845616 h 1232001"/>
                <a:gd name="csX1002" fmla="*/ 530014 w 1651802"/>
                <a:gd name="csY1002" fmla="*/ 843953 h 1232001"/>
                <a:gd name="csX1003" fmla="*/ 583318 w 1651802"/>
                <a:gd name="csY1003" fmla="*/ 843953 h 1232001"/>
                <a:gd name="csX1004" fmla="*/ 584981 w 1651802"/>
                <a:gd name="csY1004" fmla="*/ 842289 h 1232001"/>
                <a:gd name="csX1005" fmla="*/ 586645 w 1651802"/>
                <a:gd name="csY1005" fmla="*/ 843953 h 1232001"/>
                <a:gd name="csX1006" fmla="*/ 584981 w 1651802"/>
                <a:gd name="csY1006" fmla="*/ 845616 h 1232001"/>
                <a:gd name="csX1007" fmla="*/ 583318 w 1651802"/>
                <a:gd name="csY1007" fmla="*/ 843953 h 1232001"/>
                <a:gd name="csX1008" fmla="*/ 1066377 w 1651802"/>
                <a:gd name="csY1008" fmla="*/ 843953 h 1232001"/>
                <a:gd name="csX1009" fmla="*/ 1068040 w 1651802"/>
                <a:gd name="csY1009" fmla="*/ 842289 h 1232001"/>
                <a:gd name="csX1010" fmla="*/ 1069727 w 1651802"/>
                <a:gd name="csY1010" fmla="*/ 843953 h 1232001"/>
                <a:gd name="csX1011" fmla="*/ 1068040 w 1651802"/>
                <a:gd name="csY1011" fmla="*/ 845616 h 1232001"/>
                <a:gd name="csX1012" fmla="*/ 1066377 w 1651802"/>
                <a:gd name="csY1012" fmla="*/ 843953 h 1232001"/>
                <a:gd name="csX1013" fmla="*/ 1119680 w 1651802"/>
                <a:gd name="csY1013" fmla="*/ 843953 h 1232001"/>
                <a:gd name="csX1014" fmla="*/ 1121343 w 1651802"/>
                <a:gd name="csY1014" fmla="*/ 842289 h 1232001"/>
                <a:gd name="csX1015" fmla="*/ 1123031 w 1651802"/>
                <a:gd name="csY1015" fmla="*/ 843953 h 1232001"/>
                <a:gd name="csX1016" fmla="*/ 1121343 w 1651802"/>
                <a:gd name="csY1016" fmla="*/ 845616 h 1232001"/>
                <a:gd name="csX1017" fmla="*/ 1119680 w 1651802"/>
                <a:gd name="csY1017" fmla="*/ 843953 h 1232001"/>
                <a:gd name="csX1018" fmla="*/ 533341 w 1651802"/>
                <a:gd name="csY1018" fmla="*/ 837275 h 1232001"/>
                <a:gd name="csX1019" fmla="*/ 535004 w 1651802"/>
                <a:gd name="csY1019" fmla="*/ 835612 h 1232001"/>
                <a:gd name="csX1020" fmla="*/ 536668 w 1651802"/>
                <a:gd name="csY1020" fmla="*/ 837275 h 1232001"/>
                <a:gd name="csX1021" fmla="*/ 535004 w 1651802"/>
                <a:gd name="csY1021" fmla="*/ 838939 h 1232001"/>
                <a:gd name="csX1022" fmla="*/ 533341 w 1651802"/>
                <a:gd name="csY1022" fmla="*/ 837275 h 1232001"/>
                <a:gd name="csX1023" fmla="*/ 586645 w 1651802"/>
                <a:gd name="csY1023" fmla="*/ 837275 h 1232001"/>
                <a:gd name="csX1024" fmla="*/ 588308 w 1651802"/>
                <a:gd name="csY1024" fmla="*/ 835612 h 1232001"/>
                <a:gd name="csX1025" fmla="*/ 589972 w 1651802"/>
                <a:gd name="csY1025" fmla="*/ 837275 h 1232001"/>
                <a:gd name="csX1026" fmla="*/ 588308 w 1651802"/>
                <a:gd name="csY1026" fmla="*/ 838939 h 1232001"/>
                <a:gd name="csX1027" fmla="*/ 586645 w 1651802"/>
                <a:gd name="csY1027" fmla="*/ 837275 h 1232001"/>
                <a:gd name="csX1028" fmla="*/ 742962 w 1651802"/>
                <a:gd name="csY1028" fmla="*/ 829777 h 1232001"/>
                <a:gd name="csX1029" fmla="*/ 734887 w 1651802"/>
                <a:gd name="csY1029" fmla="*/ 820616 h 1232001"/>
                <a:gd name="csX1030" fmla="*/ 744048 w 1651802"/>
                <a:gd name="csY1030" fmla="*/ 828692 h 1232001"/>
                <a:gd name="csX1031" fmla="*/ 752123 w 1651802"/>
                <a:gd name="csY1031" fmla="*/ 838939 h 1232001"/>
                <a:gd name="csX1032" fmla="*/ 742962 w 1651802"/>
                <a:gd name="csY1032" fmla="*/ 829777 h 1232001"/>
                <a:gd name="csX1033" fmla="*/ 906466 w 1651802"/>
                <a:gd name="csY1033" fmla="*/ 830621 h 1232001"/>
                <a:gd name="csX1034" fmla="*/ 915964 w 1651802"/>
                <a:gd name="csY1034" fmla="*/ 822279 h 1232001"/>
                <a:gd name="csX1035" fmla="*/ 909793 w 1651802"/>
                <a:gd name="csY1035" fmla="*/ 830621 h 1232001"/>
                <a:gd name="csX1036" fmla="*/ 900318 w 1651802"/>
                <a:gd name="csY1036" fmla="*/ 838939 h 1232001"/>
                <a:gd name="csX1037" fmla="*/ 906466 w 1651802"/>
                <a:gd name="csY1037" fmla="*/ 830621 h 1232001"/>
                <a:gd name="csX1038" fmla="*/ 1063050 w 1651802"/>
                <a:gd name="csY1038" fmla="*/ 837275 h 1232001"/>
                <a:gd name="csX1039" fmla="*/ 1064713 w 1651802"/>
                <a:gd name="csY1039" fmla="*/ 835612 h 1232001"/>
                <a:gd name="csX1040" fmla="*/ 1066377 w 1651802"/>
                <a:gd name="csY1040" fmla="*/ 837275 h 1232001"/>
                <a:gd name="csX1041" fmla="*/ 1064713 w 1651802"/>
                <a:gd name="csY1041" fmla="*/ 838939 h 1232001"/>
                <a:gd name="csX1042" fmla="*/ 1063050 w 1651802"/>
                <a:gd name="csY1042" fmla="*/ 837275 h 1232001"/>
                <a:gd name="csX1043" fmla="*/ 1116354 w 1651802"/>
                <a:gd name="csY1043" fmla="*/ 837275 h 1232001"/>
                <a:gd name="csX1044" fmla="*/ 1118016 w 1651802"/>
                <a:gd name="csY1044" fmla="*/ 835612 h 1232001"/>
                <a:gd name="csX1045" fmla="*/ 1119680 w 1651802"/>
                <a:gd name="csY1045" fmla="*/ 837275 h 1232001"/>
                <a:gd name="csX1046" fmla="*/ 1118016 w 1651802"/>
                <a:gd name="csY1046" fmla="*/ 838939 h 1232001"/>
                <a:gd name="csX1047" fmla="*/ 1116354 w 1651802"/>
                <a:gd name="csY1047" fmla="*/ 837275 h 1232001"/>
                <a:gd name="csX1048" fmla="*/ 536668 w 1651802"/>
                <a:gd name="csY1048" fmla="*/ 830621 h 1232001"/>
                <a:gd name="csX1049" fmla="*/ 538331 w 1651802"/>
                <a:gd name="csY1049" fmla="*/ 828958 h 1232001"/>
                <a:gd name="csX1050" fmla="*/ 539995 w 1651802"/>
                <a:gd name="csY1050" fmla="*/ 830621 h 1232001"/>
                <a:gd name="csX1051" fmla="*/ 538331 w 1651802"/>
                <a:gd name="csY1051" fmla="*/ 832285 h 1232001"/>
                <a:gd name="csX1052" fmla="*/ 536668 w 1651802"/>
                <a:gd name="csY1052" fmla="*/ 830621 h 1232001"/>
                <a:gd name="csX1053" fmla="*/ 812564 w 1651802"/>
                <a:gd name="csY1053" fmla="*/ 830018 h 1232001"/>
                <a:gd name="csX1054" fmla="*/ 818953 w 1651802"/>
                <a:gd name="csY1054" fmla="*/ 830259 h 1232001"/>
                <a:gd name="csX1055" fmla="*/ 814565 w 1651802"/>
                <a:gd name="csY1055" fmla="*/ 832019 h 1232001"/>
                <a:gd name="csX1056" fmla="*/ 808201 w 1651802"/>
                <a:gd name="csY1056" fmla="*/ 831754 h 1232001"/>
                <a:gd name="csX1057" fmla="*/ 835876 w 1651802"/>
                <a:gd name="csY1057" fmla="*/ 830018 h 1232001"/>
                <a:gd name="csX1058" fmla="*/ 842265 w 1651802"/>
                <a:gd name="csY1058" fmla="*/ 830259 h 1232001"/>
                <a:gd name="csX1059" fmla="*/ 837902 w 1651802"/>
                <a:gd name="csY1059" fmla="*/ 832019 h 1232001"/>
                <a:gd name="csX1060" fmla="*/ 831513 w 1651802"/>
                <a:gd name="csY1060" fmla="*/ 831754 h 1232001"/>
                <a:gd name="csX1061" fmla="*/ 1113027 w 1651802"/>
                <a:gd name="csY1061" fmla="*/ 830621 h 1232001"/>
                <a:gd name="csX1062" fmla="*/ 1114689 w 1651802"/>
                <a:gd name="csY1062" fmla="*/ 828958 h 1232001"/>
                <a:gd name="csX1063" fmla="*/ 1116354 w 1651802"/>
                <a:gd name="csY1063" fmla="*/ 830621 h 1232001"/>
                <a:gd name="csX1064" fmla="*/ 1114689 w 1651802"/>
                <a:gd name="csY1064" fmla="*/ 832285 h 1232001"/>
                <a:gd name="csX1065" fmla="*/ 1113027 w 1651802"/>
                <a:gd name="csY1065" fmla="*/ 830621 h 1232001"/>
                <a:gd name="csX1066" fmla="*/ 593299 w 1651802"/>
                <a:gd name="csY1066" fmla="*/ 827294 h 1232001"/>
                <a:gd name="csX1067" fmla="*/ 594961 w 1651802"/>
                <a:gd name="csY1067" fmla="*/ 825631 h 1232001"/>
                <a:gd name="csX1068" fmla="*/ 596626 w 1651802"/>
                <a:gd name="csY1068" fmla="*/ 827294 h 1232001"/>
                <a:gd name="csX1069" fmla="*/ 594961 w 1651802"/>
                <a:gd name="csY1069" fmla="*/ 828958 h 1232001"/>
                <a:gd name="csX1070" fmla="*/ 593299 w 1651802"/>
                <a:gd name="csY1070" fmla="*/ 827294 h 1232001"/>
                <a:gd name="csX1071" fmla="*/ 796532 w 1651802"/>
                <a:gd name="csY1071" fmla="*/ 827294 h 1232001"/>
                <a:gd name="csX1072" fmla="*/ 798195 w 1651802"/>
                <a:gd name="csY1072" fmla="*/ 825631 h 1232001"/>
                <a:gd name="csX1073" fmla="*/ 799859 w 1651802"/>
                <a:gd name="csY1073" fmla="*/ 827294 h 1232001"/>
                <a:gd name="csX1074" fmla="*/ 798195 w 1651802"/>
                <a:gd name="csY1074" fmla="*/ 828958 h 1232001"/>
                <a:gd name="csX1075" fmla="*/ 796532 w 1651802"/>
                <a:gd name="csY1075" fmla="*/ 827294 h 1232001"/>
                <a:gd name="csX1076" fmla="*/ 853163 w 1651802"/>
                <a:gd name="csY1076" fmla="*/ 827294 h 1232001"/>
                <a:gd name="csX1077" fmla="*/ 854825 w 1651802"/>
                <a:gd name="csY1077" fmla="*/ 825631 h 1232001"/>
                <a:gd name="csX1078" fmla="*/ 856490 w 1651802"/>
                <a:gd name="csY1078" fmla="*/ 827294 h 1232001"/>
                <a:gd name="csX1079" fmla="*/ 854825 w 1651802"/>
                <a:gd name="csY1079" fmla="*/ 828958 h 1232001"/>
                <a:gd name="csX1080" fmla="*/ 853163 w 1651802"/>
                <a:gd name="csY1080" fmla="*/ 827294 h 1232001"/>
                <a:gd name="csX1081" fmla="*/ 1056396 w 1651802"/>
                <a:gd name="csY1081" fmla="*/ 827294 h 1232001"/>
                <a:gd name="csX1082" fmla="*/ 1058059 w 1651802"/>
                <a:gd name="csY1082" fmla="*/ 825631 h 1232001"/>
                <a:gd name="csX1083" fmla="*/ 1059723 w 1651802"/>
                <a:gd name="csY1083" fmla="*/ 827294 h 1232001"/>
                <a:gd name="csX1084" fmla="*/ 1058059 w 1651802"/>
                <a:gd name="csY1084" fmla="*/ 828958 h 1232001"/>
                <a:gd name="csX1085" fmla="*/ 1056396 w 1651802"/>
                <a:gd name="csY1085" fmla="*/ 827294 h 1232001"/>
                <a:gd name="csX1086" fmla="*/ 789853 w 1651802"/>
                <a:gd name="csY1086" fmla="*/ 823967 h 1232001"/>
                <a:gd name="csX1087" fmla="*/ 791541 w 1651802"/>
                <a:gd name="csY1087" fmla="*/ 822279 h 1232001"/>
                <a:gd name="csX1088" fmla="*/ 793205 w 1651802"/>
                <a:gd name="csY1088" fmla="*/ 823967 h 1232001"/>
                <a:gd name="csX1089" fmla="*/ 791541 w 1651802"/>
                <a:gd name="csY1089" fmla="*/ 825631 h 1232001"/>
                <a:gd name="csX1090" fmla="*/ 789853 w 1651802"/>
                <a:gd name="csY1090" fmla="*/ 823967 h 1232001"/>
                <a:gd name="csX1091" fmla="*/ 859840 w 1651802"/>
                <a:gd name="csY1091" fmla="*/ 823967 h 1232001"/>
                <a:gd name="csX1092" fmla="*/ 861504 w 1651802"/>
                <a:gd name="csY1092" fmla="*/ 822279 h 1232001"/>
                <a:gd name="csX1093" fmla="*/ 863167 w 1651802"/>
                <a:gd name="csY1093" fmla="*/ 823967 h 1232001"/>
                <a:gd name="csX1094" fmla="*/ 861504 w 1651802"/>
                <a:gd name="csY1094" fmla="*/ 825631 h 1232001"/>
                <a:gd name="csX1095" fmla="*/ 859840 w 1651802"/>
                <a:gd name="csY1095" fmla="*/ 823967 h 1232001"/>
                <a:gd name="csX1096" fmla="*/ 596626 w 1651802"/>
                <a:gd name="csY1096" fmla="*/ 820616 h 1232001"/>
                <a:gd name="csX1097" fmla="*/ 598312 w 1651802"/>
                <a:gd name="csY1097" fmla="*/ 818953 h 1232001"/>
                <a:gd name="csX1098" fmla="*/ 599976 w 1651802"/>
                <a:gd name="csY1098" fmla="*/ 820616 h 1232001"/>
                <a:gd name="csX1099" fmla="*/ 598312 w 1651802"/>
                <a:gd name="csY1099" fmla="*/ 822279 h 1232001"/>
                <a:gd name="csX1100" fmla="*/ 596626 w 1651802"/>
                <a:gd name="csY1100" fmla="*/ 820616 h 1232001"/>
                <a:gd name="csX1101" fmla="*/ 1053069 w 1651802"/>
                <a:gd name="csY1101" fmla="*/ 820616 h 1232001"/>
                <a:gd name="csX1102" fmla="*/ 1054732 w 1651802"/>
                <a:gd name="csY1102" fmla="*/ 818953 h 1232001"/>
                <a:gd name="csX1103" fmla="*/ 1056396 w 1651802"/>
                <a:gd name="csY1103" fmla="*/ 820616 h 1232001"/>
                <a:gd name="csX1104" fmla="*/ 1054732 w 1651802"/>
                <a:gd name="csY1104" fmla="*/ 822279 h 1232001"/>
                <a:gd name="csX1105" fmla="*/ 1053069 w 1651802"/>
                <a:gd name="csY1105" fmla="*/ 820616 h 1232001"/>
                <a:gd name="csX1106" fmla="*/ 776545 w 1651802"/>
                <a:gd name="csY1106" fmla="*/ 817289 h 1232001"/>
                <a:gd name="csX1107" fmla="*/ 778209 w 1651802"/>
                <a:gd name="csY1107" fmla="*/ 815626 h 1232001"/>
                <a:gd name="csX1108" fmla="*/ 779872 w 1651802"/>
                <a:gd name="csY1108" fmla="*/ 817289 h 1232001"/>
                <a:gd name="csX1109" fmla="*/ 778209 w 1651802"/>
                <a:gd name="csY1109" fmla="*/ 818953 h 1232001"/>
                <a:gd name="csX1110" fmla="*/ 776545 w 1651802"/>
                <a:gd name="csY1110" fmla="*/ 817289 h 1232001"/>
                <a:gd name="csX1111" fmla="*/ 873148 w 1651802"/>
                <a:gd name="csY1111" fmla="*/ 817289 h 1232001"/>
                <a:gd name="csX1112" fmla="*/ 874812 w 1651802"/>
                <a:gd name="csY1112" fmla="*/ 815626 h 1232001"/>
                <a:gd name="csX1113" fmla="*/ 876475 w 1651802"/>
                <a:gd name="csY1113" fmla="*/ 817289 h 1232001"/>
                <a:gd name="csX1114" fmla="*/ 874812 w 1651802"/>
                <a:gd name="csY1114" fmla="*/ 818953 h 1232001"/>
                <a:gd name="csX1115" fmla="*/ 873148 w 1651802"/>
                <a:gd name="csY1115" fmla="*/ 817289 h 1232001"/>
                <a:gd name="csX1116" fmla="*/ 546673 w 1651802"/>
                <a:gd name="csY1116" fmla="*/ 813962 h 1232001"/>
                <a:gd name="csX1117" fmla="*/ 548335 w 1651802"/>
                <a:gd name="csY1117" fmla="*/ 812299 h 1232001"/>
                <a:gd name="csX1118" fmla="*/ 550000 w 1651802"/>
                <a:gd name="csY1118" fmla="*/ 813962 h 1232001"/>
                <a:gd name="csX1119" fmla="*/ 548335 w 1651802"/>
                <a:gd name="csY1119" fmla="*/ 815626 h 1232001"/>
                <a:gd name="csX1120" fmla="*/ 546673 w 1651802"/>
                <a:gd name="csY1120" fmla="*/ 813962 h 1232001"/>
                <a:gd name="csX1121" fmla="*/ 1103021 w 1651802"/>
                <a:gd name="csY1121" fmla="*/ 813962 h 1232001"/>
                <a:gd name="csX1122" fmla="*/ 1104685 w 1651802"/>
                <a:gd name="csY1122" fmla="*/ 812299 h 1232001"/>
                <a:gd name="csX1123" fmla="*/ 1106373 w 1651802"/>
                <a:gd name="csY1123" fmla="*/ 813962 h 1232001"/>
                <a:gd name="csX1124" fmla="*/ 1104685 w 1651802"/>
                <a:gd name="csY1124" fmla="*/ 815626 h 1232001"/>
                <a:gd name="csX1125" fmla="*/ 1103021 w 1651802"/>
                <a:gd name="csY1125" fmla="*/ 813962 h 1232001"/>
                <a:gd name="csX1126" fmla="*/ 603303 w 1651802"/>
                <a:gd name="csY1126" fmla="*/ 810635 h 1232001"/>
                <a:gd name="csX1127" fmla="*/ 604966 w 1651802"/>
                <a:gd name="csY1127" fmla="*/ 808972 h 1232001"/>
                <a:gd name="csX1128" fmla="*/ 606630 w 1651802"/>
                <a:gd name="csY1128" fmla="*/ 810635 h 1232001"/>
                <a:gd name="csX1129" fmla="*/ 604966 w 1651802"/>
                <a:gd name="csY1129" fmla="*/ 812299 h 1232001"/>
                <a:gd name="csX1130" fmla="*/ 603303 w 1651802"/>
                <a:gd name="csY1130" fmla="*/ 810635 h 1232001"/>
                <a:gd name="csX1131" fmla="*/ 761236 w 1651802"/>
                <a:gd name="csY1131" fmla="*/ 804801 h 1232001"/>
                <a:gd name="csX1132" fmla="*/ 754872 w 1651802"/>
                <a:gd name="csY1132" fmla="*/ 797303 h 1232001"/>
                <a:gd name="csX1133" fmla="*/ 762371 w 1651802"/>
                <a:gd name="csY1133" fmla="*/ 803643 h 1232001"/>
                <a:gd name="csX1134" fmla="*/ 768735 w 1651802"/>
                <a:gd name="csY1134" fmla="*/ 812299 h 1232001"/>
                <a:gd name="csX1135" fmla="*/ 761236 w 1651802"/>
                <a:gd name="csY1135" fmla="*/ 804801 h 1232001"/>
                <a:gd name="csX1136" fmla="*/ 888144 w 1651802"/>
                <a:gd name="csY1136" fmla="*/ 805645 h 1232001"/>
                <a:gd name="csX1137" fmla="*/ 895833 w 1651802"/>
                <a:gd name="csY1137" fmla="*/ 798966 h 1232001"/>
                <a:gd name="csX1138" fmla="*/ 891471 w 1651802"/>
                <a:gd name="csY1138" fmla="*/ 805645 h 1232001"/>
                <a:gd name="csX1139" fmla="*/ 883779 w 1651802"/>
                <a:gd name="csY1139" fmla="*/ 812299 h 1232001"/>
                <a:gd name="csX1140" fmla="*/ 888144 w 1651802"/>
                <a:gd name="csY1140" fmla="*/ 805645 h 1232001"/>
                <a:gd name="csX1141" fmla="*/ 1046390 w 1651802"/>
                <a:gd name="csY1141" fmla="*/ 810635 h 1232001"/>
                <a:gd name="csX1142" fmla="*/ 1048054 w 1651802"/>
                <a:gd name="csY1142" fmla="*/ 808972 h 1232001"/>
                <a:gd name="csX1143" fmla="*/ 1049717 w 1651802"/>
                <a:gd name="csY1143" fmla="*/ 810635 h 1232001"/>
                <a:gd name="csX1144" fmla="*/ 1048054 w 1651802"/>
                <a:gd name="csY1144" fmla="*/ 812299 h 1232001"/>
                <a:gd name="csX1145" fmla="*/ 1046390 w 1651802"/>
                <a:gd name="csY1145" fmla="*/ 810635 h 1232001"/>
                <a:gd name="csX1146" fmla="*/ 550000 w 1651802"/>
                <a:gd name="csY1146" fmla="*/ 807308 h 1232001"/>
                <a:gd name="csX1147" fmla="*/ 551662 w 1651802"/>
                <a:gd name="csY1147" fmla="*/ 805645 h 1232001"/>
                <a:gd name="csX1148" fmla="*/ 553327 w 1651802"/>
                <a:gd name="csY1148" fmla="*/ 807308 h 1232001"/>
                <a:gd name="csX1149" fmla="*/ 551662 w 1651802"/>
                <a:gd name="csY1149" fmla="*/ 808972 h 1232001"/>
                <a:gd name="csX1150" fmla="*/ 550000 w 1651802"/>
                <a:gd name="csY1150" fmla="*/ 807308 h 1232001"/>
                <a:gd name="csX1151" fmla="*/ 1099694 w 1651802"/>
                <a:gd name="csY1151" fmla="*/ 807308 h 1232001"/>
                <a:gd name="csX1152" fmla="*/ 1101358 w 1651802"/>
                <a:gd name="csY1152" fmla="*/ 805645 h 1232001"/>
                <a:gd name="csX1153" fmla="*/ 1103021 w 1651802"/>
                <a:gd name="csY1153" fmla="*/ 807308 h 1232001"/>
                <a:gd name="csX1154" fmla="*/ 1101358 w 1651802"/>
                <a:gd name="csY1154" fmla="*/ 808972 h 1232001"/>
                <a:gd name="csX1155" fmla="*/ 1099694 w 1651802"/>
                <a:gd name="csY1155" fmla="*/ 807308 h 1232001"/>
                <a:gd name="csX1156" fmla="*/ 609957 w 1651802"/>
                <a:gd name="csY1156" fmla="*/ 800630 h 1232001"/>
                <a:gd name="csX1157" fmla="*/ 611620 w 1651802"/>
                <a:gd name="csY1157" fmla="*/ 798966 h 1232001"/>
                <a:gd name="csX1158" fmla="*/ 613284 w 1651802"/>
                <a:gd name="csY1158" fmla="*/ 800630 h 1232001"/>
                <a:gd name="csX1159" fmla="*/ 611620 w 1651802"/>
                <a:gd name="csY1159" fmla="*/ 802293 h 1232001"/>
                <a:gd name="csX1160" fmla="*/ 609957 w 1651802"/>
                <a:gd name="csY1160" fmla="*/ 800630 h 1232001"/>
                <a:gd name="csX1161" fmla="*/ 1039736 w 1651802"/>
                <a:gd name="csY1161" fmla="*/ 800630 h 1232001"/>
                <a:gd name="csX1162" fmla="*/ 1041400 w 1651802"/>
                <a:gd name="csY1162" fmla="*/ 798966 h 1232001"/>
                <a:gd name="csX1163" fmla="*/ 1043063 w 1651802"/>
                <a:gd name="csY1163" fmla="*/ 800630 h 1232001"/>
                <a:gd name="csX1164" fmla="*/ 1041400 w 1651802"/>
                <a:gd name="csY1164" fmla="*/ 802293 h 1232001"/>
                <a:gd name="csX1165" fmla="*/ 1039736 w 1651802"/>
                <a:gd name="csY1165" fmla="*/ 800630 h 1232001"/>
                <a:gd name="csX1166" fmla="*/ 556654 w 1651802"/>
                <a:gd name="csY1166" fmla="*/ 797303 h 1232001"/>
                <a:gd name="csX1167" fmla="*/ 558316 w 1651802"/>
                <a:gd name="csY1167" fmla="*/ 795639 h 1232001"/>
                <a:gd name="csX1168" fmla="*/ 559980 w 1651802"/>
                <a:gd name="csY1168" fmla="*/ 797303 h 1232001"/>
                <a:gd name="csX1169" fmla="*/ 558316 w 1651802"/>
                <a:gd name="csY1169" fmla="*/ 798966 h 1232001"/>
                <a:gd name="csX1170" fmla="*/ 556654 w 1651802"/>
                <a:gd name="csY1170" fmla="*/ 797303 h 1232001"/>
                <a:gd name="csX1171" fmla="*/ 637971 w 1651802"/>
                <a:gd name="csY1171" fmla="*/ 791469 h 1232001"/>
                <a:gd name="csX1172" fmla="*/ 631607 w 1651802"/>
                <a:gd name="csY1172" fmla="*/ 783971 h 1232001"/>
                <a:gd name="csX1173" fmla="*/ 639104 w 1651802"/>
                <a:gd name="csY1173" fmla="*/ 790336 h 1232001"/>
                <a:gd name="csX1174" fmla="*/ 645469 w 1651802"/>
                <a:gd name="csY1174" fmla="*/ 798966 h 1232001"/>
                <a:gd name="csX1175" fmla="*/ 637971 w 1651802"/>
                <a:gd name="csY1175" fmla="*/ 791469 h 1232001"/>
                <a:gd name="csX1176" fmla="*/ 1011409 w 1651802"/>
                <a:gd name="csY1176" fmla="*/ 792312 h 1232001"/>
                <a:gd name="csX1177" fmla="*/ 1019100 w 1651802"/>
                <a:gd name="csY1177" fmla="*/ 785634 h 1232001"/>
                <a:gd name="csX1178" fmla="*/ 1014736 w 1651802"/>
                <a:gd name="csY1178" fmla="*/ 792312 h 1232001"/>
                <a:gd name="csX1179" fmla="*/ 1007046 w 1651802"/>
                <a:gd name="csY1179" fmla="*/ 798966 h 1232001"/>
                <a:gd name="csX1180" fmla="*/ 1011409 w 1651802"/>
                <a:gd name="csY1180" fmla="*/ 792312 h 1232001"/>
                <a:gd name="csX1181" fmla="*/ 1093040 w 1651802"/>
                <a:gd name="csY1181" fmla="*/ 797303 h 1232001"/>
                <a:gd name="csX1182" fmla="*/ 1094704 w 1651802"/>
                <a:gd name="csY1182" fmla="*/ 795639 h 1232001"/>
                <a:gd name="csX1183" fmla="*/ 1096367 w 1651802"/>
                <a:gd name="csY1183" fmla="*/ 797303 h 1232001"/>
                <a:gd name="csX1184" fmla="*/ 1094704 w 1651802"/>
                <a:gd name="csY1184" fmla="*/ 798966 h 1232001"/>
                <a:gd name="csX1185" fmla="*/ 1093040 w 1651802"/>
                <a:gd name="csY1185" fmla="*/ 797303 h 1232001"/>
                <a:gd name="csX1186" fmla="*/ 749882 w 1651802"/>
                <a:gd name="csY1186" fmla="*/ 790649 h 1232001"/>
                <a:gd name="csX1187" fmla="*/ 751545 w 1651802"/>
                <a:gd name="csY1187" fmla="*/ 788986 h 1232001"/>
                <a:gd name="csX1188" fmla="*/ 753209 w 1651802"/>
                <a:gd name="csY1188" fmla="*/ 790649 h 1232001"/>
                <a:gd name="csX1189" fmla="*/ 751545 w 1651802"/>
                <a:gd name="csY1189" fmla="*/ 792312 h 1232001"/>
                <a:gd name="csX1190" fmla="*/ 749882 w 1651802"/>
                <a:gd name="csY1190" fmla="*/ 790649 h 1232001"/>
                <a:gd name="csX1191" fmla="*/ 899812 w 1651802"/>
                <a:gd name="csY1191" fmla="*/ 790649 h 1232001"/>
                <a:gd name="csX1192" fmla="*/ 901475 w 1651802"/>
                <a:gd name="csY1192" fmla="*/ 788986 h 1232001"/>
                <a:gd name="csX1193" fmla="*/ 903139 w 1651802"/>
                <a:gd name="csY1193" fmla="*/ 790649 h 1232001"/>
                <a:gd name="csX1194" fmla="*/ 901475 w 1651802"/>
                <a:gd name="csY1194" fmla="*/ 792312 h 1232001"/>
                <a:gd name="csX1195" fmla="*/ 899812 w 1651802"/>
                <a:gd name="csY1195" fmla="*/ 790649 h 1232001"/>
                <a:gd name="csX1196" fmla="*/ 563331 w 1651802"/>
                <a:gd name="csY1196" fmla="*/ 787298 h 1232001"/>
                <a:gd name="csX1197" fmla="*/ 564995 w 1651802"/>
                <a:gd name="csY1197" fmla="*/ 785634 h 1232001"/>
                <a:gd name="csX1198" fmla="*/ 566658 w 1651802"/>
                <a:gd name="csY1198" fmla="*/ 787298 h 1232001"/>
                <a:gd name="csX1199" fmla="*/ 564995 w 1651802"/>
                <a:gd name="csY1199" fmla="*/ 788986 h 1232001"/>
                <a:gd name="csX1200" fmla="*/ 563331 w 1651802"/>
                <a:gd name="csY1200" fmla="*/ 787298 h 1232001"/>
                <a:gd name="csX1201" fmla="*/ 619962 w 1651802"/>
                <a:gd name="csY1201" fmla="*/ 787298 h 1232001"/>
                <a:gd name="csX1202" fmla="*/ 621626 w 1651802"/>
                <a:gd name="csY1202" fmla="*/ 785634 h 1232001"/>
                <a:gd name="csX1203" fmla="*/ 623288 w 1651802"/>
                <a:gd name="csY1203" fmla="*/ 787298 h 1232001"/>
                <a:gd name="csX1204" fmla="*/ 621626 w 1651802"/>
                <a:gd name="csY1204" fmla="*/ 788986 h 1232001"/>
                <a:gd name="csX1205" fmla="*/ 619962 w 1651802"/>
                <a:gd name="csY1205" fmla="*/ 787298 h 1232001"/>
                <a:gd name="csX1206" fmla="*/ 1029732 w 1651802"/>
                <a:gd name="csY1206" fmla="*/ 787298 h 1232001"/>
                <a:gd name="csX1207" fmla="*/ 1031396 w 1651802"/>
                <a:gd name="csY1207" fmla="*/ 785634 h 1232001"/>
                <a:gd name="csX1208" fmla="*/ 1033059 w 1651802"/>
                <a:gd name="csY1208" fmla="*/ 787298 h 1232001"/>
                <a:gd name="csX1209" fmla="*/ 1031396 w 1651802"/>
                <a:gd name="csY1209" fmla="*/ 788986 h 1232001"/>
                <a:gd name="csX1210" fmla="*/ 1029732 w 1651802"/>
                <a:gd name="csY1210" fmla="*/ 787298 h 1232001"/>
                <a:gd name="csX1211" fmla="*/ 1086362 w 1651802"/>
                <a:gd name="csY1211" fmla="*/ 787298 h 1232001"/>
                <a:gd name="csX1212" fmla="*/ 1088050 w 1651802"/>
                <a:gd name="csY1212" fmla="*/ 785634 h 1232001"/>
                <a:gd name="csX1213" fmla="*/ 1089713 w 1651802"/>
                <a:gd name="csY1213" fmla="*/ 787298 h 1232001"/>
                <a:gd name="csX1214" fmla="*/ 1088050 w 1651802"/>
                <a:gd name="csY1214" fmla="*/ 788986 h 1232001"/>
                <a:gd name="csX1215" fmla="*/ 1086362 w 1651802"/>
                <a:gd name="csY1215" fmla="*/ 787298 h 1232001"/>
                <a:gd name="csX1216" fmla="*/ 811528 w 1651802"/>
                <a:gd name="csY1216" fmla="*/ 780934 h 1232001"/>
                <a:gd name="csX1217" fmla="*/ 793904 w 1651802"/>
                <a:gd name="csY1217" fmla="*/ 768228 h 1232001"/>
                <a:gd name="csX1218" fmla="*/ 786261 w 1651802"/>
                <a:gd name="csY1218" fmla="*/ 759935 h 1232001"/>
                <a:gd name="csX1219" fmla="*/ 784406 w 1651802"/>
                <a:gd name="csY1219" fmla="*/ 748484 h 1232001"/>
                <a:gd name="csX1220" fmla="*/ 782549 w 1651802"/>
                <a:gd name="csY1220" fmla="*/ 737008 h 1232001"/>
                <a:gd name="csX1221" fmla="*/ 787659 w 1651802"/>
                <a:gd name="csY1221" fmla="*/ 724761 h 1232001"/>
                <a:gd name="csX1222" fmla="*/ 792795 w 1651802"/>
                <a:gd name="csY1222" fmla="*/ 712490 h 1232001"/>
                <a:gd name="csX1223" fmla="*/ 803813 w 1651802"/>
                <a:gd name="csY1223" fmla="*/ 705764 h 1232001"/>
                <a:gd name="csX1224" fmla="*/ 814855 w 1651802"/>
                <a:gd name="csY1224" fmla="*/ 699038 h 1232001"/>
                <a:gd name="csX1225" fmla="*/ 826522 w 1651802"/>
                <a:gd name="csY1225" fmla="*/ 699038 h 1232001"/>
                <a:gd name="csX1226" fmla="*/ 838167 w 1651802"/>
                <a:gd name="csY1226" fmla="*/ 699038 h 1232001"/>
                <a:gd name="csX1227" fmla="*/ 849209 w 1651802"/>
                <a:gd name="csY1227" fmla="*/ 705764 h 1232001"/>
                <a:gd name="csX1228" fmla="*/ 860226 w 1651802"/>
                <a:gd name="csY1228" fmla="*/ 712490 h 1232001"/>
                <a:gd name="csX1229" fmla="*/ 865361 w 1651802"/>
                <a:gd name="csY1229" fmla="*/ 724761 h 1232001"/>
                <a:gd name="csX1230" fmla="*/ 870471 w 1651802"/>
                <a:gd name="csY1230" fmla="*/ 737008 h 1232001"/>
                <a:gd name="csX1231" fmla="*/ 868616 w 1651802"/>
                <a:gd name="csY1231" fmla="*/ 748484 h 1232001"/>
                <a:gd name="csX1232" fmla="*/ 866759 w 1651802"/>
                <a:gd name="csY1232" fmla="*/ 759935 h 1232001"/>
                <a:gd name="csX1233" fmla="*/ 859118 w 1651802"/>
                <a:gd name="csY1233" fmla="*/ 768228 h 1232001"/>
                <a:gd name="csX1234" fmla="*/ 811528 w 1651802"/>
                <a:gd name="csY1234" fmla="*/ 780934 h 1232001"/>
                <a:gd name="csX1235" fmla="*/ 743228 w 1651802"/>
                <a:gd name="csY1235" fmla="*/ 780645 h 1232001"/>
                <a:gd name="csX1236" fmla="*/ 744891 w 1651802"/>
                <a:gd name="csY1236" fmla="*/ 778981 h 1232001"/>
                <a:gd name="csX1237" fmla="*/ 746555 w 1651802"/>
                <a:gd name="csY1237" fmla="*/ 780645 h 1232001"/>
                <a:gd name="csX1238" fmla="*/ 744891 w 1651802"/>
                <a:gd name="csY1238" fmla="*/ 782307 h 1232001"/>
                <a:gd name="csX1239" fmla="*/ 743228 w 1651802"/>
                <a:gd name="csY1239" fmla="*/ 780645 h 1232001"/>
                <a:gd name="csX1240" fmla="*/ 906466 w 1651802"/>
                <a:gd name="csY1240" fmla="*/ 780645 h 1232001"/>
                <a:gd name="csX1241" fmla="*/ 908129 w 1651802"/>
                <a:gd name="csY1241" fmla="*/ 778981 h 1232001"/>
                <a:gd name="csX1242" fmla="*/ 909793 w 1651802"/>
                <a:gd name="csY1242" fmla="*/ 780645 h 1232001"/>
                <a:gd name="csX1243" fmla="*/ 908129 w 1651802"/>
                <a:gd name="csY1243" fmla="*/ 782307 h 1232001"/>
                <a:gd name="csX1244" fmla="*/ 906466 w 1651802"/>
                <a:gd name="csY1244" fmla="*/ 780645 h 1232001"/>
                <a:gd name="csX1245" fmla="*/ 569985 w 1651802"/>
                <a:gd name="csY1245" fmla="*/ 777318 h 1232001"/>
                <a:gd name="csX1246" fmla="*/ 571649 w 1651802"/>
                <a:gd name="csY1246" fmla="*/ 775654 h 1232001"/>
                <a:gd name="csX1247" fmla="*/ 573312 w 1651802"/>
                <a:gd name="csY1247" fmla="*/ 777318 h 1232001"/>
                <a:gd name="csX1248" fmla="*/ 571649 w 1651802"/>
                <a:gd name="csY1248" fmla="*/ 778981 h 1232001"/>
                <a:gd name="csX1249" fmla="*/ 569985 w 1651802"/>
                <a:gd name="csY1249" fmla="*/ 777318 h 1232001"/>
                <a:gd name="csX1250" fmla="*/ 1079708 w 1651802"/>
                <a:gd name="csY1250" fmla="*/ 777318 h 1232001"/>
                <a:gd name="csX1251" fmla="*/ 1081373 w 1651802"/>
                <a:gd name="csY1251" fmla="*/ 775654 h 1232001"/>
                <a:gd name="csX1252" fmla="*/ 1083035 w 1651802"/>
                <a:gd name="csY1252" fmla="*/ 777318 h 1232001"/>
                <a:gd name="csX1253" fmla="*/ 1081373 w 1651802"/>
                <a:gd name="csY1253" fmla="*/ 778981 h 1232001"/>
                <a:gd name="csX1254" fmla="*/ 1079708 w 1651802"/>
                <a:gd name="csY1254" fmla="*/ 777318 h 1232001"/>
                <a:gd name="csX1255" fmla="*/ 739902 w 1651802"/>
                <a:gd name="csY1255" fmla="*/ 770639 h 1232001"/>
                <a:gd name="csX1256" fmla="*/ 741564 w 1651802"/>
                <a:gd name="csY1256" fmla="*/ 768976 h 1232001"/>
                <a:gd name="csX1257" fmla="*/ 743228 w 1651802"/>
                <a:gd name="csY1257" fmla="*/ 770639 h 1232001"/>
                <a:gd name="csX1258" fmla="*/ 741564 w 1651802"/>
                <a:gd name="csY1258" fmla="*/ 772327 h 1232001"/>
                <a:gd name="csX1259" fmla="*/ 739902 w 1651802"/>
                <a:gd name="csY1259" fmla="*/ 770639 h 1232001"/>
                <a:gd name="csX1260" fmla="*/ 909793 w 1651802"/>
                <a:gd name="csY1260" fmla="*/ 770639 h 1232001"/>
                <a:gd name="csX1261" fmla="*/ 911456 w 1651802"/>
                <a:gd name="csY1261" fmla="*/ 768976 h 1232001"/>
                <a:gd name="csX1262" fmla="*/ 913144 w 1651802"/>
                <a:gd name="csY1262" fmla="*/ 770639 h 1232001"/>
                <a:gd name="csX1263" fmla="*/ 911456 w 1651802"/>
                <a:gd name="csY1263" fmla="*/ 772327 h 1232001"/>
                <a:gd name="csX1264" fmla="*/ 909793 w 1651802"/>
                <a:gd name="csY1264" fmla="*/ 770639 h 1232001"/>
                <a:gd name="csX1265" fmla="*/ 576639 w 1651802"/>
                <a:gd name="csY1265" fmla="*/ 767312 h 1232001"/>
                <a:gd name="csX1266" fmla="*/ 578303 w 1651802"/>
                <a:gd name="csY1266" fmla="*/ 765649 h 1232001"/>
                <a:gd name="csX1267" fmla="*/ 579991 w 1651802"/>
                <a:gd name="csY1267" fmla="*/ 767312 h 1232001"/>
                <a:gd name="csX1268" fmla="*/ 578303 w 1651802"/>
                <a:gd name="csY1268" fmla="*/ 768976 h 1232001"/>
                <a:gd name="csX1269" fmla="*/ 576639 w 1651802"/>
                <a:gd name="csY1269" fmla="*/ 767312 h 1232001"/>
                <a:gd name="csX1270" fmla="*/ 1073054 w 1651802"/>
                <a:gd name="csY1270" fmla="*/ 767312 h 1232001"/>
                <a:gd name="csX1271" fmla="*/ 1074719 w 1651802"/>
                <a:gd name="csY1271" fmla="*/ 765649 h 1232001"/>
                <a:gd name="csX1272" fmla="*/ 1076381 w 1651802"/>
                <a:gd name="csY1272" fmla="*/ 767312 h 1232001"/>
                <a:gd name="csX1273" fmla="*/ 1074719 w 1651802"/>
                <a:gd name="csY1273" fmla="*/ 768976 h 1232001"/>
                <a:gd name="csX1274" fmla="*/ 1073054 w 1651802"/>
                <a:gd name="csY1274" fmla="*/ 767312 h 1232001"/>
                <a:gd name="csX1275" fmla="*/ 166026 w 1651802"/>
                <a:gd name="csY1275" fmla="*/ 763455 h 1232001"/>
                <a:gd name="csX1276" fmla="*/ 174367 w 1651802"/>
                <a:gd name="csY1276" fmla="*/ 763455 h 1232001"/>
                <a:gd name="csX1277" fmla="*/ 178537 w 1651802"/>
                <a:gd name="csY1277" fmla="*/ 765118 h 1232001"/>
                <a:gd name="csX1278" fmla="*/ 170196 w 1651802"/>
                <a:gd name="csY1278" fmla="*/ 765118 h 1232001"/>
                <a:gd name="csX1279" fmla="*/ 161879 w 1651802"/>
                <a:gd name="csY1279" fmla="*/ 765118 h 1232001"/>
                <a:gd name="csX1280" fmla="*/ 232661 w 1651802"/>
                <a:gd name="csY1280" fmla="*/ 763455 h 1232001"/>
                <a:gd name="csX1281" fmla="*/ 241002 w 1651802"/>
                <a:gd name="csY1281" fmla="*/ 763455 h 1232001"/>
                <a:gd name="csX1282" fmla="*/ 245149 w 1651802"/>
                <a:gd name="csY1282" fmla="*/ 765118 h 1232001"/>
                <a:gd name="csX1283" fmla="*/ 236831 w 1651802"/>
                <a:gd name="csY1283" fmla="*/ 765118 h 1232001"/>
                <a:gd name="csX1284" fmla="*/ 228490 w 1651802"/>
                <a:gd name="csY1284" fmla="*/ 765118 h 1232001"/>
                <a:gd name="csX1285" fmla="*/ 146883 w 1651802"/>
                <a:gd name="csY1285" fmla="*/ 760658 h 1232001"/>
                <a:gd name="csX1286" fmla="*/ 148547 w 1651802"/>
                <a:gd name="csY1286" fmla="*/ 758995 h 1232001"/>
                <a:gd name="csX1287" fmla="*/ 150210 w 1651802"/>
                <a:gd name="csY1287" fmla="*/ 760658 h 1232001"/>
                <a:gd name="csX1288" fmla="*/ 148547 w 1651802"/>
                <a:gd name="csY1288" fmla="*/ 762322 h 1232001"/>
                <a:gd name="csX1289" fmla="*/ 146883 w 1651802"/>
                <a:gd name="csY1289" fmla="*/ 760658 h 1232001"/>
                <a:gd name="csX1290" fmla="*/ 254599 w 1651802"/>
                <a:gd name="csY1290" fmla="*/ 760104 h 1232001"/>
                <a:gd name="csX1291" fmla="*/ 259036 w 1651802"/>
                <a:gd name="csY1291" fmla="*/ 760104 h 1232001"/>
                <a:gd name="csX1292" fmla="*/ 256817 w 1651802"/>
                <a:gd name="csY1292" fmla="*/ 762322 h 1232001"/>
                <a:gd name="csX1293" fmla="*/ 254599 w 1651802"/>
                <a:gd name="csY1293" fmla="*/ 760104 h 1232001"/>
                <a:gd name="csX1294" fmla="*/ 669504 w 1651802"/>
                <a:gd name="csY1294" fmla="*/ 756488 h 1232001"/>
                <a:gd name="csX1295" fmla="*/ 664923 w 1651802"/>
                <a:gd name="csY1295" fmla="*/ 750653 h 1232001"/>
                <a:gd name="csX1296" fmla="*/ 670758 w 1651802"/>
                <a:gd name="csY1296" fmla="*/ 755234 h 1232001"/>
                <a:gd name="csX1297" fmla="*/ 676592 w 1651802"/>
                <a:gd name="csY1297" fmla="*/ 761068 h 1232001"/>
                <a:gd name="csX1298" fmla="*/ 669504 w 1651802"/>
                <a:gd name="csY1298" fmla="*/ 756488 h 1232001"/>
                <a:gd name="csX1299" fmla="*/ 736550 w 1651802"/>
                <a:gd name="csY1299" fmla="*/ 758995 h 1232001"/>
                <a:gd name="csX1300" fmla="*/ 738792 w 1651802"/>
                <a:gd name="csY1300" fmla="*/ 756777 h 1232001"/>
                <a:gd name="csX1301" fmla="*/ 738792 w 1651802"/>
                <a:gd name="csY1301" fmla="*/ 761212 h 1232001"/>
                <a:gd name="csX1302" fmla="*/ 736550 w 1651802"/>
                <a:gd name="csY1302" fmla="*/ 758995 h 1232001"/>
                <a:gd name="csX1303" fmla="*/ 913144 w 1651802"/>
                <a:gd name="csY1303" fmla="*/ 758995 h 1232001"/>
                <a:gd name="csX1304" fmla="*/ 915361 w 1651802"/>
                <a:gd name="csY1304" fmla="*/ 756777 h 1232001"/>
                <a:gd name="csX1305" fmla="*/ 915361 w 1651802"/>
                <a:gd name="csY1305" fmla="*/ 761212 h 1232001"/>
                <a:gd name="csX1306" fmla="*/ 913144 w 1651802"/>
                <a:gd name="csY1306" fmla="*/ 758995 h 1232001"/>
                <a:gd name="csX1307" fmla="*/ 976428 w 1651802"/>
                <a:gd name="csY1307" fmla="*/ 761068 h 1232001"/>
                <a:gd name="csX1308" fmla="*/ 982262 w 1651802"/>
                <a:gd name="csY1308" fmla="*/ 755234 h 1232001"/>
                <a:gd name="csX1309" fmla="*/ 988097 w 1651802"/>
                <a:gd name="csY1309" fmla="*/ 750653 h 1232001"/>
                <a:gd name="csX1310" fmla="*/ 983516 w 1651802"/>
                <a:gd name="csY1310" fmla="*/ 756488 h 1232001"/>
                <a:gd name="csX1311" fmla="*/ 976428 w 1651802"/>
                <a:gd name="csY1311" fmla="*/ 761068 h 1232001"/>
                <a:gd name="csX1312" fmla="*/ 133551 w 1651802"/>
                <a:gd name="csY1312" fmla="*/ 757332 h 1232001"/>
                <a:gd name="csX1313" fmla="*/ 135215 w 1651802"/>
                <a:gd name="csY1313" fmla="*/ 755668 h 1232001"/>
                <a:gd name="csX1314" fmla="*/ 136878 w 1651802"/>
                <a:gd name="csY1314" fmla="*/ 757332 h 1232001"/>
                <a:gd name="csX1315" fmla="*/ 135215 w 1651802"/>
                <a:gd name="csY1315" fmla="*/ 758995 h 1232001"/>
                <a:gd name="csX1316" fmla="*/ 133551 w 1651802"/>
                <a:gd name="csY1316" fmla="*/ 757332 h 1232001"/>
                <a:gd name="csX1317" fmla="*/ 270150 w 1651802"/>
                <a:gd name="csY1317" fmla="*/ 757332 h 1232001"/>
                <a:gd name="csX1318" fmla="*/ 271813 w 1651802"/>
                <a:gd name="csY1318" fmla="*/ 755668 h 1232001"/>
                <a:gd name="csX1319" fmla="*/ 273477 w 1651802"/>
                <a:gd name="csY1319" fmla="*/ 757332 h 1232001"/>
                <a:gd name="csX1320" fmla="*/ 271813 w 1651802"/>
                <a:gd name="csY1320" fmla="*/ 758995 h 1232001"/>
                <a:gd name="csX1321" fmla="*/ 270150 w 1651802"/>
                <a:gd name="csY1321" fmla="*/ 757332 h 1232001"/>
                <a:gd name="csX1322" fmla="*/ 584981 w 1651802"/>
                <a:gd name="csY1322" fmla="*/ 755668 h 1232001"/>
                <a:gd name="csX1323" fmla="*/ 588693 w 1651802"/>
                <a:gd name="csY1323" fmla="*/ 752317 h 1232001"/>
                <a:gd name="csX1324" fmla="*/ 588308 w 1651802"/>
                <a:gd name="csY1324" fmla="*/ 755668 h 1232001"/>
                <a:gd name="csX1325" fmla="*/ 584595 w 1651802"/>
                <a:gd name="csY1325" fmla="*/ 758995 h 1232001"/>
                <a:gd name="csX1326" fmla="*/ 584981 w 1651802"/>
                <a:gd name="csY1326" fmla="*/ 755668 h 1232001"/>
                <a:gd name="csX1327" fmla="*/ 1064399 w 1651802"/>
                <a:gd name="csY1327" fmla="*/ 755138 h 1232001"/>
                <a:gd name="csX1328" fmla="*/ 1062013 w 1651802"/>
                <a:gd name="csY1328" fmla="*/ 751304 h 1232001"/>
                <a:gd name="csX1329" fmla="*/ 1065871 w 1651802"/>
                <a:gd name="csY1329" fmla="*/ 753667 h 1232001"/>
                <a:gd name="csX1330" fmla="*/ 1069727 w 1651802"/>
                <a:gd name="csY1330" fmla="*/ 757524 h 1232001"/>
                <a:gd name="csX1331" fmla="*/ 1064399 w 1651802"/>
                <a:gd name="csY1331" fmla="*/ 755138 h 1232001"/>
                <a:gd name="csX1332" fmla="*/ 123547 w 1651802"/>
                <a:gd name="csY1332" fmla="*/ 754005 h 1232001"/>
                <a:gd name="csX1333" fmla="*/ 125234 w 1651802"/>
                <a:gd name="csY1333" fmla="*/ 752317 h 1232001"/>
                <a:gd name="csX1334" fmla="*/ 126897 w 1651802"/>
                <a:gd name="csY1334" fmla="*/ 754005 h 1232001"/>
                <a:gd name="csX1335" fmla="*/ 125234 w 1651802"/>
                <a:gd name="csY1335" fmla="*/ 755668 h 1232001"/>
                <a:gd name="csX1336" fmla="*/ 123547 w 1651802"/>
                <a:gd name="csY1336" fmla="*/ 754005 h 1232001"/>
                <a:gd name="csX1337" fmla="*/ 280130 w 1651802"/>
                <a:gd name="csY1337" fmla="*/ 754005 h 1232001"/>
                <a:gd name="csX1338" fmla="*/ 281794 w 1651802"/>
                <a:gd name="csY1338" fmla="*/ 752317 h 1232001"/>
                <a:gd name="csX1339" fmla="*/ 283482 w 1651802"/>
                <a:gd name="csY1339" fmla="*/ 754005 h 1232001"/>
                <a:gd name="csX1340" fmla="*/ 281794 w 1651802"/>
                <a:gd name="csY1340" fmla="*/ 755668 h 1232001"/>
                <a:gd name="csX1341" fmla="*/ 280130 w 1651802"/>
                <a:gd name="csY1341" fmla="*/ 754005 h 1232001"/>
                <a:gd name="csX1342" fmla="*/ 286809 w 1651802"/>
                <a:gd name="csY1342" fmla="*/ 750653 h 1232001"/>
                <a:gd name="csX1343" fmla="*/ 288471 w 1651802"/>
                <a:gd name="csY1343" fmla="*/ 748990 h 1232001"/>
                <a:gd name="csX1344" fmla="*/ 290135 w 1651802"/>
                <a:gd name="csY1344" fmla="*/ 750653 h 1232001"/>
                <a:gd name="csX1345" fmla="*/ 288471 w 1651802"/>
                <a:gd name="csY1345" fmla="*/ 752317 h 1232001"/>
                <a:gd name="csX1346" fmla="*/ 286809 w 1651802"/>
                <a:gd name="csY1346" fmla="*/ 750653 h 1232001"/>
                <a:gd name="csX1347" fmla="*/ 296789 w 1651802"/>
                <a:gd name="csY1347" fmla="*/ 747326 h 1232001"/>
                <a:gd name="csX1348" fmla="*/ 298452 w 1651802"/>
                <a:gd name="csY1348" fmla="*/ 745663 h 1232001"/>
                <a:gd name="csX1349" fmla="*/ 300140 w 1651802"/>
                <a:gd name="csY1349" fmla="*/ 747326 h 1232001"/>
                <a:gd name="csX1350" fmla="*/ 298452 w 1651802"/>
                <a:gd name="csY1350" fmla="*/ 748990 h 1232001"/>
                <a:gd name="csX1351" fmla="*/ 296789 w 1651802"/>
                <a:gd name="csY1351" fmla="*/ 747326 h 1232001"/>
                <a:gd name="csX1352" fmla="*/ 100234 w 1651802"/>
                <a:gd name="csY1352" fmla="*/ 743999 h 1232001"/>
                <a:gd name="csX1353" fmla="*/ 101897 w 1651802"/>
                <a:gd name="csY1353" fmla="*/ 742336 h 1232001"/>
                <a:gd name="csX1354" fmla="*/ 103561 w 1651802"/>
                <a:gd name="csY1354" fmla="*/ 743999 h 1232001"/>
                <a:gd name="csX1355" fmla="*/ 101897 w 1651802"/>
                <a:gd name="csY1355" fmla="*/ 745663 h 1232001"/>
                <a:gd name="csX1356" fmla="*/ 100234 w 1651802"/>
                <a:gd name="csY1356" fmla="*/ 743999 h 1232001"/>
                <a:gd name="csX1357" fmla="*/ 303467 w 1651802"/>
                <a:gd name="csY1357" fmla="*/ 743999 h 1232001"/>
                <a:gd name="csX1358" fmla="*/ 305131 w 1651802"/>
                <a:gd name="csY1358" fmla="*/ 742336 h 1232001"/>
                <a:gd name="csX1359" fmla="*/ 306794 w 1651802"/>
                <a:gd name="csY1359" fmla="*/ 743999 h 1232001"/>
                <a:gd name="csX1360" fmla="*/ 305131 w 1651802"/>
                <a:gd name="csY1360" fmla="*/ 745663 h 1232001"/>
                <a:gd name="csX1361" fmla="*/ 303467 w 1651802"/>
                <a:gd name="csY1361" fmla="*/ 743999 h 1232001"/>
                <a:gd name="csX1362" fmla="*/ 593299 w 1651802"/>
                <a:gd name="csY1362" fmla="*/ 743999 h 1232001"/>
                <a:gd name="csX1363" fmla="*/ 594961 w 1651802"/>
                <a:gd name="csY1363" fmla="*/ 742336 h 1232001"/>
                <a:gd name="csX1364" fmla="*/ 596626 w 1651802"/>
                <a:gd name="csY1364" fmla="*/ 743999 h 1232001"/>
                <a:gd name="csX1365" fmla="*/ 594961 w 1651802"/>
                <a:gd name="csY1365" fmla="*/ 745663 h 1232001"/>
                <a:gd name="csX1366" fmla="*/ 593299 w 1651802"/>
                <a:gd name="csY1366" fmla="*/ 743999 h 1232001"/>
                <a:gd name="csX1367" fmla="*/ 1056396 w 1651802"/>
                <a:gd name="csY1367" fmla="*/ 743999 h 1232001"/>
                <a:gd name="csX1368" fmla="*/ 1058059 w 1651802"/>
                <a:gd name="csY1368" fmla="*/ 742336 h 1232001"/>
                <a:gd name="csX1369" fmla="*/ 1059723 w 1651802"/>
                <a:gd name="csY1369" fmla="*/ 743999 h 1232001"/>
                <a:gd name="csX1370" fmla="*/ 1058059 w 1651802"/>
                <a:gd name="csY1370" fmla="*/ 745663 h 1232001"/>
                <a:gd name="csX1371" fmla="*/ 1056396 w 1651802"/>
                <a:gd name="csY1371" fmla="*/ 743999 h 1232001"/>
                <a:gd name="csX1372" fmla="*/ 656607 w 1651802"/>
                <a:gd name="csY1372" fmla="*/ 741082 h 1232001"/>
                <a:gd name="csX1373" fmla="*/ 662441 w 1651802"/>
                <a:gd name="csY1373" fmla="*/ 735248 h 1232001"/>
                <a:gd name="csX1374" fmla="*/ 668275 w 1651802"/>
                <a:gd name="csY1374" fmla="*/ 730667 h 1232001"/>
                <a:gd name="csX1375" fmla="*/ 663695 w 1651802"/>
                <a:gd name="csY1375" fmla="*/ 736502 h 1232001"/>
                <a:gd name="csX1376" fmla="*/ 656607 w 1651802"/>
                <a:gd name="csY1376" fmla="*/ 741082 h 1232001"/>
                <a:gd name="csX1377" fmla="*/ 989327 w 1651802"/>
                <a:gd name="csY1377" fmla="*/ 736502 h 1232001"/>
                <a:gd name="csX1378" fmla="*/ 984770 w 1651802"/>
                <a:gd name="csY1378" fmla="*/ 730667 h 1232001"/>
                <a:gd name="csX1379" fmla="*/ 990579 w 1651802"/>
                <a:gd name="csY1379" fmla="*/ 735248 h 1232001"/>
                <a:gd name="csX1380" fmla="*/ 995160 w 1651802"/>
                <a:gd name="csY1380" fmla="*/ 742336 h 1232001"/>
                <a:gd name="csX1381" fmla="*/ 989327 w 1651802"/>
                <a:gd name="csY1381" fmla="*/ 736502 h 1232001"/>
                <a:gd name="csX1382" fmla="*/ 90253 w 1651802"/>
                <a:gd name="csY1382" fmla="*/ 737345 h 1232001"/>
                <a:gd name="csX1383" fmla="*/ 91916 w 1651802"/>
                <a:gd name="csY1383" fmla="*/ 735658 h 1232001"/>
                <a:gd name="csX1384" fmla="*/ 93580 w 1651802"/>
                <a:gd name="csY1384" fmla="*/ 737345 h 1232001"/>
                <a:gd name="csX1385" fmla="*/ 91916 w 1651802"/>
                <a:gd name="csY1385" fmla="*/ 739009 h 1232001"/>
                <a:gd name="csX1386" fmla="*/ 90253 w 1651802"/>
                <a:gd name="csY1386" fmla="*/ 737345 h 1232001"/>
                <a:gd name="csX1387" fmla="*/ 313448 w 1651802"/>
                <a:gd name="csY1387" fmla="*/ 737345 h 1232001"/>
                <a:gd name="csX1388" fmla="*/ 315111 w 1651802"/>
                <a:gd name="csY1388" fmla="*/ 735658 h 1232001"/>
                <a:gd name="csX1389" fmla="*/ 316775 w 1651802"/>
                <a:gd name="csY1389" fmla="*/ 737345 h 1232001"/>
                <a:gd name="csX1390" fmla="*/ 315111 w 1651802"/>
                <a:gd name="csY1390" fmla="*/ 739009 h 1232001"/>
                <a:gd name="csX1391" fmla="*/ 313448 w 1651802"/>
                <a:gd name="csY1391" fmla="*/ 737345 h 1232001"/>
                <a:gd name="csX1392" fmla="*/ 83575 w 1651802"/>
                <a:gd name="csY1392" fmla="*/ 733994 h 1232001"/>
                <a:gd name="csX1393" fmla="*/ 85238 w 1651802"/>
                <a:gd name="csY1393" fmla="*/ 732331 h 1232001"/>
                <a:gd name="csX1394" fmla="*/ 86902 w 1651802"/>
                <a:gd name="csY1394" fmla="*/ 733994 h 1232001"/>
                <a:gd name="csX1395" fmla="*/ 85238 w 1651802"/>
                <a:gd name="csY1395" fmla="*/ 735658 h 1232001"/>
                <a:gd name="csX1396" fmla="*/ 83575 w 1651802"/>
                <a:gd name="csY1396" fmla="*/ 733994 h 1232001"/>
                <a:gd name="csX1397" fmla="*/ 320126 w 1651802"/>
                <a:gd name="csY1397" fmla="*/ 733994 h 1232001"/>
                <a:gd name="csX1398" fmla="*/ 321790 w 1651802"/>
                <a:gd name="csY1398" fmla="*/ 732331 h 1232001"/>
                <a:gd name="csX1399" fmla="*/ 323453 w 1651802"/>
                <a:gd name="csY1399" fmla="*/ 733994 h 1232001"/>
                <a:gd name="csX1400" fmla="*/ 321790 w 1651802"/>
                <a:gd name="csY1400" fmla="*/ 735658 h 1232001"/>
                <a:gd name="csX1401" fmla="*/ 320126 w 1651802"/>
                <a:gd name="csY1401" fmla="*/ 733994 h 1232001"/>
                <a:gd name="csX1402" fmla="*/ 589972 w 1651802"/>
                <a:gd name="csY1402" fmla="*/ 733994 h 1232001"/>
                <a:gd name="csX1403" fmla="*/ 591634 w 1651802"/>
                <a:gd name="csY1403" fmla="*/ 732331 h 1232001"/>
                <a:gd name="csX1404" fmla="*/ 593299 w 1651802"/>
                <a:gd name="csY1404" fmla="*/ 733994 h 1232001"/>
                <a:gd name="csX1405" fmla="*/ 591634 w 1651802"/>
                <a:gd name="csY1405" fmla="*/ 735658 h 1232001"/>
                <a:gd name="csX1406" fmla="*/ 589972 w 1651802"/>
                <a:gd name="csY1406" fmla="*/ 733994 h 1232001"/>
                <a:gd name="csX1407" fmla="*/ 1059723 w 1651802"/>
                <a:gd name="csY1407" fmla="*/ 733994 h 1232001"/>
                <a:gd name="csX1408" fmla="*/ 1061386 w 1651802"/>
                <a:gd name="csY1408" fmla="*/ 732331 h 1232001"/>
                <a:gd name="csX1409" fmla="*/ 1063050 w 1651802"/>
                <a:gd name="csY1409" fmla="*/ 733994 h 1232001"/>
                <a:gd name="csX1410" fmla="*/ 1061386 w 1651802"/>
                <a:gd name="csY1410" fmla="*/ 735658 h 1232001"/>
                <a:gd name="csX1411" fmla="*/ 1059723 w 1651802"/>
                <a:gd name="csY1411" fmla="*/ 733994 h 1232001"/>
                <a:gd name="csX1412" fmla="*/ 736550 w 1651802"/>
                <a:gd name="csY1412" fmla="*/ 725677 h 1232001"/>
                <a:gd name="csX1413" fmla="*/ 738792 w 1651802"/>
                <a:gd name="csY1413" fmla="*/ 723459 h 1232001"/>
                <a:gd name="csX1414" fmla="*/ 738792 w 1651802"/>
                <a:gd name="csY1414" fmla="*/ 727895 h 1232001"/>
                <a:gd name="csX1415" fmla="*/ 736550 w 1651802"/>
                <a:gd name="csY1415" fmla="*/ 725677 h 1232001"/>
                <a:gd name="csX1416" fmla="*/ 913144 w 1651802"/>
                <a:gd name="csY1416" fmla="*/ 725677 h 1232001"/>
                <a:gd name="csX1417" fmla="*/ 915361 w 1651802"/>
                <a:gd name="csY1417" fmla="*/ 723459 h 1232001"/>
                <a:gd name="csX1418" fmla="*/ 915361 w 1651802"/>
                <a:gd name="csY1418" fmla="*/ 727895 h 1232001"/>
                <a:gd name="csX1419" fmla="*/ 913144 w 1651802"/>
                <a:gd name="csY1419" fmla="*/ 725677 h 1232001"/>
                <a:gd name="csX1420" fmla="*/ 70243 w 1651802"/>
                <a:gd name="csY1420" fmla="*/ 724013 h 1232001"/>
                <a:gd name="csX1421" fmla="*/ 71907 w 1651802"/>
                <a:gd name="csY1421" fmla="*/ 722350 h 1232001"/>
                <a:gd name="csX1422" fmla="*/ 73594 w 1651802"/>
                <a:gd name="csY1422" fmla="*/ 724013 h 1232001"/>
                <a:gd name="csX1423" fmla="*/ 71907 w 1651802"/>
                <a:gd name="csY1423" fmla="*/ 725677 h 1232001"/>
                <a:gd name="csX1424" fmla="*/ 70243 w 1651802"/>
                <a:gd name="csY1424" fmla="*/ 724013 h 1232001"/>
                <a:gd name="csX1425" fmla="*/ 335122 w 1651802"/>
                <a:gd name="csY1425" fmla="*/ 722350 h 1232001"/>
                <a:gd name="csX1426" fmla="*/ 338834 w 1651802"/>
                <a:gd name="csY1426" fmla="*/ 718999 h 1232001"/>
                <a:gd name="csX1427" fmla="*/ 338449 w 1651802"/>
                <a:gd name="csY1427" fmla="*/ 722350 h 1232001"/>
                <a:gd name="csX1428" fmla="*/ 334712 w 1651802"/>
                <a:gd name="csY1428" fmla="*/ 725677 h 1232001"/>
                <a:gd name="csX1429" fmla="*/ 335122 w 1651802"/>
                <a:gd name="csY1429" fmla="*/ 722350 h 1232001"/>
                <a:gd name="csX1430" fmla="*/ 579966 w 1651802"/>
                <a:gd name="csY1430" fmla="*/ 720686 h 1232001"/>
                <a:gd name="csX1431" fmla="*/ 581654 w 1651802"/>
                <a:gd name="csY1431" fmla="*/ 718999 h 1232001"/>
                <a:gd name="csX1432" fmla="*/ 583318 w 1651802"/>
                <a:gd name="csY1432" fmla="*/ 720686 h 1232001"/>
                <a:gd name="csX1433" fmla="*/ 581654 w 1651802"/>
                <a:gd name="csY1433" fmla="*/ 722350 h 1232001"/>
                <a:gd name="csX1434" fmla="*/ 579966 w 1651802"/>
                <a:gd name="csY1434" fmla="*/ 720686 h 1232001"/>
                <a:gd name="csX1435" fmla="*/ 1069727 w 1651802"/>
                <a:gd name="csY1435" fmla="*/ 720686 h 1232001"/>
                <a:gd name="csX1436" fmla="*/ 1071392 w 1651802"/>
                <a:gd name="csY1436" fmla="*/ 718999 h 1232001"/>
                <a:gd name="csX1437" fmla="*/ 1073054 w 1651802"/>
                <a:gd name="csY1437" fmla="*/ 720686 h 1232001"/>
                <a:gd name="csX1438" fmla="*/ 1071392 w 1651802"/>
                <a:gd name="csY1438" fmla="*/ 722350 h 1232001"/>
                <a:gd name="csX1439" fmla="*/ 1069727 w 1651802"/>
                <a:gd name="csY1439" fmla="*/ 720686 h 1232001"/>
                <a:gd name="csX1440" fmla="*/ 154309 w 1651802"/>
                <a:gd name="csY1440" fmla="*/ 713478 h 1232001"/>
                <a:gd name="csX1441" fmla="*/ 133431 w 1651802"/>
                <a:gd name="csY1441" fmla="*/ 708536 h 1232001"/>
                <a:gd name="csX1442" fmla="*/ 112770 w 1651802"/>
                <a:gd name="csY1442" fmla="*/ 694602 h 1232001"/>
                <a:gd name="csX1443" fmla="*/ 92085 w 1651802"/>
                <a:gd name="csY1443" fmla="*/ 680691 h 1232001"/>
                <a:gd name="csX1444" fmla="*/ 78199 w 1651802"/>
                <a:gd name="csY1444" fmla="*/ 663526 h 1232001"/>
                <a:gd name="csX1445" fmla="*/ 56453 w 1651802"/>
                <a:gd name="csY1445" fmla="*/ 626881 h 1232001"/>
                <a:gd name="csX1446" fmla="*/ 48594 w 1651802"/>
                <a:gd name="csY1446" fmla="*/ 607402 h 1232001"/>
                <a:gd name="csX1447" fmla="*/ 48594 w 1651802"/>
                <a:gd name="csY1447" fmla="*/ 382519 h 1232001"/>
                <a:gd name="csX1448" fmla="*/ 48594 w 1651802"/>
                <a:gd name="csY1448" fmla="*/ 157636 h 1232001"/>
                <a:gd name="csX1449" fmla="*/ 56453 w 1651802"/>
                <a:gd name="csY1449" fmla="*/ 138180 h 1232001"/>
                <a:gd name="csX1450" fmla="*/ 78199 w 1651802"/>
                <a:gd name="csY1450" fmla="*/ 101535 h 1232001"/>
                <a:gd name="csX1451" fmla="*/ 92085 w 1651802"/>
                <a:gd name="csY1451" fmla="*/ 84346 h 1232001"/>
                <a:gd name="csX1452" fmla="*/ 112673 w 1651802"/>
                <a:gd name="csY1452" fmla="*/ 70484 h 1232001"/>
                <a:gd name="csX1453" fmla="*/ 133262 w 1651802"/>
                <a:gd name="csY1453" fmla="*/ 56646 h 1232001"/>
                <a:gd name="csX1454" fmla="*/ 156551 w 1651802"/>
                <a:gd name="csY1454" fmla="*/ 51342 h 1232001"/>
                <a:gd name="csX1455" fmla="*/ 280130 w 1651802"/>
                <a:gd name="csY1455" fmla="*/ 61949 h 1232001"/>
                <a:gd name="csX1456" fmla="*/ 298452 w 1651802"/>
                <a:gd name="csY1456" fmla="*/ 70580 h 1232001"/>
                <a:gd name="csX1457" fmla="*/ 317016 w 1651802"/>
                <a:gd name="csY1457" fmla="*/ 89120 h 1232001"/>
                <a:gd name="csX1458" fmla="*/ 335555 w 1651802"/>
                <a:gd name="csY1458" fmla="*/ 107683 h 1232001"/>
                <a:gd name="csX1459" fmla="*/ 344114 w 1651802"/>
                <a:gd name="csY1459" fmla="*/ 126005 h 1232001"/>
                <a:gd name="csX1460" fmla="*/ 356385 w 1651802"/>
                <a:gd name="csY1460" fmla="*/ 161975 h 1232001"/>
                <a:gd name="csX1461" fmla="*/ 360098 w 1651802"/>
                <a:gd name="csY1461" fmla="*/ 179623 h 1232001"/>
                <a:gd name="csX1462" fmla="*/ 360098 w 1651802"/>
                <a:gd name="csY1462" fmla="*/ 382687 h 1232001"/>
                <a:gd name="csX1463" fmla="*/ 360098 w 1651802"/>
                <a:gd name="csY1463" fmla="*/ 585752 h 1232001"/>
                <a:gd name="csX1464" fmla="*/ 263930 w 1651802"/>
                <a:gd name="csY1464" fmla="*/ 585752 h 1232001"/>
                <a:gd name="csX1465" fmla="*/ 167761 w 1651802"/>
                <a:gd name="csY1465" fmla="*/ 585752 h 1232001"/>
                <a:gd name="csX1466" fmla="*/ 158986 w 1651802"/>
                <a:gd name="csY1466" fmla="*/ 592647 h 1232001"/>
                <a:gd name="csX1467" fmla="*/ 150210 w 1651802"/>
                <a:gd name="csY1467" fmla="*/ 599566 h 1232001"/>
                <a:gd name="csX1468" fmla="*/ 150210 w 1651802"/>
                <a:gd name="csY1468" fmla="*/ 609306 h 1232001"/>
                <a:gd name="csX1469" fmla="*/ 150210 w 1651802"/>
                <a:gd name="csY1469" fmla="*/ 619070 h 1232001"/>
                <a:gd name="csX1470" fmla="*/ 156864 w 1651802"/>
                <a:gd name="csY1470" fmla="*/ 625724 h 1232001"/>
                <a:gd name="csX1471" fmla="*/ 163542 w 1651802"/>
                <a:gd name="csY1471" fmla="*/ 632402 h 1232001"/>
                <a:gd name="csX1472" fmla="*/ 255154 w 1651802"/>
                <a:gd name="csY1472" fmla="*/ 632402 h 1232001"/>
                <a:gd name="csX1473" fmla="*/ 346766 w 1651802"/>
                <a:gd name="csY1473" fmla="*/ 634596 h 1232001"/>
                <a:gd name="csX1474" fmla="*/ 310989 w 1651802"/>
                <a:gd name="csY1474" fmla="*/ 682378 h 1232001"/>
                <a:gd name="csX1475" fmla="*/ 154309 w 1651802"/>
                <a:gd name="csY1475" fmla="*/ 713478 h 1232001"/>
                <a:gd name="csX1476" fmla="*/ 679919 w 1651802"/>
                <a:gd name="csY1476" fmla="*/ 714756 h 1232001"/>
                <a:gd name="csX1477" fmla="*/ 705740 w 1651802"/>
                <a:gd name="csY1477" fmla="*/ 688936 h 1232001"/>
                <a:gd name="csX1478" fmla="*/ 731560 w 1651802"/>
                <a:gd name="csY1478" fmla="*/ 664032 h 1232001"/>
                <a:gd name="csX1479" fmla="*/ 706655 w 1651802"/>
                <a:gd name="csY1479" fmla="*/ 689852 h 1232001"/>
                <a:gd name="csX1480" fmla="*/ 679919 w 1651802"/>
                <a:gd name="csY1480" fmla="*/ 714756 h 1232001"/>
                <a:gd name="csX1481" fmla="*/ 944702 w 1651802"/>
                <a:gd name="csY1481" fmla="*/ 688188 h 1232001"/>
                <a:gd name="csX1482" fmla="*/ 918135 w 1651802"/>
                <a:gd name="csY1482" fmla="*/ 660705 h 1232001"/>
                <a:gd name="csX1483" fmla="*/ 945617 w 1651802"/>
                <a:gd name="csY1483" fmla="*/ 687272 h 1232001"/>
                <a:gd name="csX1484" fmla="*/ 972184 w 1651802"/>
                <a:gd name="csY1484" fmla="*/ 715672 h 1232001"/>
                <a:gd name="csX1485" fmla="*/ 944702 w 1651802"/>
                <a:gd name="csY1485" fmla="*/ 688188 h 1232001"/>
                <a:gd name="csX1486" fmla="*/ 1129685 w 1651802"/>
                <a:gd name="csY1486" fmla="*/ 714009 h 1232001"/>
                <a:gd name="csX1487" fmla="*/ 1131349 w 1651802"/>
                <a:gd name="csY1487" fmla="*/ 712345 h 1232001"/>
                <a:gd name="csX1488" fmla="*/ 1133012 w 1651802"/>
                <a:gd name="csY1488" fmla="*/ 714009 h 1232001"/>
                <a:gd name="csX1489" fmla="*/ 1131349 w 1651802"/>
                <a:gd name="csY1489" fmla="*/ 715672 h 1232001"/>
                <a:gd name="csX1490" fmla="*/ 1129685 w 1651802"/>
                <a:gd name="csY1490" fmla="*/ 714009 h 1232001"/>
                <a:gd name="csX1491" fmla="*/ 573312 w 1651802"/>
                <a:gd name="csY1491" fmla="*/ 710682 h 1232001"/>
                <a:gd name="csX1492" fmla="*/ 574976 w 1651802"/>
                <a:gd name="csY1492" fmla="*/ 709018 h 1232001"/>
                <a:gd name="csX1493" fmla="*/ 576639 w 1651802"/>
                <a:gd name="csY1493" fmla="*/ 710682 h 1232001"/>
                <a:gd name="csX1494" fmla="*/ 574976 w 1651802"/>
                <a:gd name="csY1494" fmla="*/ 712345 h 1232001"/>
                <a:gd name="csX1495" fmla="*/ 573312 w 1651802"/>
                <a:gd name="csY1495" fmla="*/ 710682 h 1232001"/>
                <a:gd name="csX1496" fmla="*/ 739902 w 1651802"/>
                <a:gd name="csY1496" fmla="*/ 710682 h 1232001"/>
                <a:gd name="csX1497" fmla="*/ 741564 w 1651802"/>
                <a:gd name="csY1497" fmla="*/ 709018 h 1232001"/>
                <a:gd name="csX1498" fmla="*/ 743228 w 1651802"/>
                <a:gd name="csY1498" fmla="*/ 710682 h 1232001"/>
                <a:gd name="csX1499" fmla="*/ 741564 w 1651802"/>
                <a:gd name="csY1499" fmla="*/ 712345 h 1232001"/>
                <a:gd name="csX1500" fmla="*/ 739902 w 1651802"/>
                <a:gd name="csY1500" fmla="*/ 710682 h 1232001"/>
                <a:gd name="csX1501" fmla="*/ 909793 w 1651802"/>
                <a:gd name="csY1501" fmla="*/ 710682 h 1232001"/>
                <a:gd name="csX1502" fmla="*/ 911456 w 1651802"/>
                <a:gd name="csY1502" fmla="*/ 709018 h 1232001"/>
                <a:gd name="csX1503" fmla="*/ 913144 w 1651802"/>
                <a:gd name="csY1503" fmla="*/ 710682 h 1232001"/>
                <a:gd name="csX1504" fmla="*/ 911456 w 1651802"/>
                <a:gd name="csY1504" fmla="*/ 712345 h 1232001"/>
                <a:gd name="csX1505" fmla="*/ 909793 w 1651802"/>
                <a:gd name="csY1505" fmla="*/ 710682 h 1232001"/>
                <a:gd name="csX1506" fmla="*/ 1076381 w 1651802"/>
                <a:gd name="csY1506" fmla="*/ 710682 h 1232001"/>
                <a:gd name="csX1507" fmla="*/ 1078046 w 1651802"/>
                <a:gd name="csY1507" fmla="*/ 709018 h 1232001"/>
                <a:gd name="csX1508" fmla="*/ 1079708 w 1651802"/>
                <a:gd name="csY1508" fmla="*/ 710682 h 1232001"/>
                <a:gd name="csX1509" fmla="*/ 1078046 w 1651802"/>
                <a:gd name="csY1509" fmla="*/ 712345 h 1232001"/>
                <a:gd name="csX1510" fmla="*/ 1076381 w 1651802"/>
                <a:gd name="csY1510" fmla="*/ 710682 h 1232001"/>
                <a:gd name="csX1511" fmla="*/ 1123031 w 1651802"/>
                <a:gd name="csY1511" fmla="*/ 710682 h 1232001"/>
                <a:gd name="csX1512" fmla="*/ 1124695 w 1651802"/>
                <a:gd name="csY1512" fmla="*/ 709018 h 1232001"/>
                <a:gd name="csX1513" fmla="*/ 1126358 w 1651802"/>
                <a:gd name="csY1513" fmla="*/ 710682 h 1232001"/>
                <a:gd name="csX1514" fmla="*/ 1124695 w 1651802"/>
                <a:gd name="csY1514" fmla="*/ 712345 h 1232001"/>
                <a:gd name="csX1515" fmla="*/ 1123031 w 1651802"/>
                <a:gd name="csY1515" fmla="*/ 710682 h 1232001"/>
                <a:gd name="csX1516" fmla="*/ 743228 w 1651802"/>
                <a:gd name="csY1516" fmla="*/ 704028 h 1232001"/>
                <a:gd name="csX1517" fmla="*/ 744891 w 1651802"/>
                <a:gd name="csY1517" fmla="*/ 702364 h 1232001"/>
                <a:gd name="csX1518" fmla="*/ 746555 w 1651802"/>
                <a:gd name="csY1518" fmla="*/ 704028 h 1232001"/>
                <a:gd name="csX1519" fmla="*/ 744891 w 1651802"/>
                <a:gd name="csY1519" fmla="*/ 705691 h 1232001"/>
                <a:gd name="csX1520" fmla="*/ 743228 w 1651802"/>
                <a:gd name="csY1520" fmla="*/ 704028 h 1232001"/>
                <a:gd name="csX1521" fmla="*/ 906466 w 1651802"/>
                <a:gd name="csY1521" fmla="*/ 704028 h 1232001"/>
                <a:gd name="csX1522" fmla="*/ 908129 w 1651802"/>
                <a:gd name="csY1522" fmla="*/ 702364 h 1232001"/>
                <a:gd name="csX1523" fmla="*/ 909793 w 1651802"/>
                <a:gd name="csY1523" fmla="*/ 704028 h 1232001"/>
                <a:gd name="csX1524" fmla="*/ 908129 w 1651802"/>
                <a:gd name="csY1524" fmla="*/ 705691 h 1232001"/>
                <a:gd name="csX1525" fmla="*/ 906466 w 1651802"/>
                <a:gd name="csY1525" fmla="*/ 704028 h 1232001"/>
                <a:gd name="csX1526" fmla="*/ 1116354 w 1651802"/>
                <a:gd name="csY1526" fmla="*/ 704028 h 1232001"/>
                <a:gd name="csX1527" fmla="*/ 1118016 w 1651802"/>
                <a:gd name="csY1527" fmla="*/ 702364 h 1232001"/>
                <a:gd name="csX1528" fmla="*/ 1119680 w 1651802"/>
                <a:gd name="csY1528" fmla="*/ 704028 h 1232001"/>
                <a:gd name="csX1529" fmla="*/ 1118016 w 1651802"/>
                <a:gd name="csY1529" fmla="*/ 705691 h 1232001"/>
                <a:gd name="csX1530" fmla="*/ 1116354 w 1651802"/>
                <a:gd name="csY1530" fmla="*/ 704028 h 1232001"/>
                <a:gd name="csX1531" fmla="*/ 564657 w 1651802"/>
                <a:gd name="csY1531" fmla="*/ 698507 h 1232001"/>
                <a:gd name="csX1532" fmla="*/ 562295 w 1651802"/>
                <a:gd name="csY1532" fmla="*/ 694650 h 1232001"/>
                <a:gd name="csX1533" fmla="*/ 566128 w 1651802"/>
                <a:gd name="csY1533" fmla="*/ 697036 h 1232001"/>
                <a:gd name="csX1534" fmla="*/ 568515 w 1651802"/>
                <a:gd name="csY1534" fmla="*/ 702364 h 1232001"/>
                <a:gd name="csX1535" fmla="*/ 564657 w 1651802"/>
                <a:gd name="csY1535" fmla="*/ 698507 h 1232001"/>
                <a:gd name="csX1536" fmla="*/ 623288 w 1651802"/>
                <a:gd name="csY1536" fmla="*/ 700677 h 1232001"/>
                <a:gd name="csX1537" fmla="*/ 624953 w 1651802"/>
                <a:gd name="csY1537" fmla="*/ 699013 h 1232001"/>
                <a:gd name="csX1538" fmla="*/ 626615 w 1651802"/>
                <a:gd name="csY1538" fmla="*/ 700677 h 1232001"/>
                <a:gd name="csX1539" fmla="*/ 624953 w 1651802"/>
                <a:gd name="csY1539" fmla="*/ 702340 h 1232001"/>
                <a:gd name="csX1540" fmla="*/ 623288 w 1651802"/>
                <a:gd name="csY1540" fmla="*/ 700677 h 1232001"/>
                <a:gd name="csX1541" fmla="*/ 1026405 w 1651802"/>
                <a:gd name="csY1541" fmla="*/ 700677 h 1232001"/>
                <a:gd name="csX1542" fmla="*/ 1028069 w 1651802"/>
                <a:gd name="csY1542" fmla="*/ 699013 h 1232001"/>
                <a:gd name="csX1543" fmla="*/ 1029732 w 1651802"/>
                <a:gd name="csY1543" fmla="*/ 700677 h 1232001"/>
                <a:gd name="csX1544" fmla="*/ 1028069 w 1651802"/>
                <a:gd name="csY1544" fmla="*/ 702340 h 1232001"/>
                <a:gd name="csX1545" fmla="*/ 1026405 w 1651802"/>
                <a:gd name="csY1545" fmla="*/ 700677 h 1232001"/>
                <a:gd name="csX1546" fmla="*/ 1083035 w 1651802"/>
                <a:gd name="csY1546" fmla="*/ 700677 h 1232001"/>
                <a:gd name="csX1547" fmla="*/ 1084699 w 1651802"/>
                <a:gd name="csY1547" fmla="*/ 699013 h 1232001"/>
                <a:gd name="csX1548" fmla="*/ 1086362 w 1651802"/>
                <a:gd name="csY1548" fmla="*/ 700677 h 1232001"/>
                <a:gd name="csX1549" fmla="*/ 1084699 w 1651802"/>
                <a:gd name="csY1549" fmla="*/ 702340 h 1232001"/>
                <a:gd name="csX1550" fmla="*/ 1083035 w 1651802"/>
                <a:gd name="csY1550" fmla="*/ 700677 h 1232001"/>
                <a:gd name="csX1551" fmla="*/ 361761 w 1651802"/>
                <a:gd name="csY1551" fmla="*/ 695686 h 1232001"/>
                <a:gd name="csX1552" fmla="*/ 365498 w 1651802"/>
                <a:gd name="csY1552" fmla="*/ 692359 h 1232001"/>
                <a:gd name="csX1553" fmla="*/ 365088 w 1651802"/>
                <a:gd name="csY1553" fmla="*/ 695686 h 1232001"/>
                <a:gd name="csX1554" fmla="*/ 361376 w 1651802"/>
                <a:gd name="csY1554" fmla="*/ 699013 h 1232001"/>
                <a:gd name="csX1555" fmla="*/ 361761 w 1651802"/>
                <a:gd name="csY1555" fmla="*/ 695686 h 1232001"/>
                <a:gd name="csX1556" fmla="*/ 746555 w 1651802"/>
                <a:gd name="csY1556" fmla="*/ 697350 h 1232001"/>
                <a:gd name="csX1557" fmla="*/ 748218 w 1651802"/>
                <a:gd name="csY1557" fmla="*/ 695686 h 1232001"/>
                <a:gd name="csX1558" fmla="*/ 749882 w 1651802"/>
                <a:gd name="csY1558" fmla="*/ 697350 h 1232001"/>
                <a:gd name="csX1559" fmla="*/ 748218 w 1651802"/>
                <a:gd name="csY1559" fmla="*/ 699013 h 1232001"/>
                <a:gd name="csX1560" fmla="*/ 746555 w 1651802"/>
                <a:gd name="csY1560" fmla="*/ 697350 h 1232001"/>
                <a:gd name="csX1561" fmla="*/ 903139 w 1651802"/>
                <a:gd name="csY1561" fmla="*/ 697350 h 1232001"/>
                <a:gd name="csX1562" fmla="*/ 904802 w 1651802"/>
                <a:gd name="csY1562" fmla="*/ 695686 h 1232001"/>
                <a:gd name="csX1563" fmla="*/ 906466 w 1651802"/>
                <a:gd name="csY1563" fmla="*/ 697350 h 1232001"/>
                <a:gd name="csX1564" fmla="*/ 904802 w 1651802"/>
                <a:gd name="csY1564" fmla="*/ 699013 h 1232001"/>
                <a:gd name="csX1565" fmla="*/ 903139 w 1651802"/>
                <a:gd name="csY1565" fmla="*/ 697350 h 1232001"/>
                <a:gd name="csX1566" fmla="*/ 38275 w 1651802"/>
                <a:gd name="csY1566" fmla="*/ 691853 h 1232001"/>
                <a:gd name="csX1567" fmla="*/ 35913 w 1651802"/>
                <a:gd name="csY1567" fmla="*/ 687996 h 1232001"/>
                <a:gd name="csX1568" fmla="*/ 39746 w 1651802"/>
                <a:gd name="csY1568" fmla="*/ 690382 h 1232001"/>
                <a:gd name="csX1569" fmla="*/ 42132 w 1651802"/>
                <a:gd name="csY1569" fmla="*/ 695686 h 1232001"/>
                <a:gd name="csX1570" fmla="*/ 38275 w 1651802"/>
                <a:gd name="csY1570" fmla="*/ 691853 h 1232001"/>
                <a:gd name="csX1571" fmla="*/ 1113027 w 1651802"/>
                <a:gd name="csY1571" fmla="*/ 692359 h 1232001"/>
                <a:gd name="csX1572" fmla="*/ 1115244 w 1651802"/>
                <a:gd name="csY1572" fmla="*/ 690141 h 1232001"/>
                <a:gd name="csX1573" fmla="*/ 1115244 w 1651802"/>
                <a:gd name="csY1573" fmla="*/ 694578 h 1232001"/>
                <a:gd name="csX1574" fmla="*/ 1113027 w 1651802"/>
                <a:gd name="csY1574" fmla="*/ 692359 h 1232001"/>
                <a:gd name="csX1575" fmla="*/ 559980 w 1651802"/>
                <a:gd name="csY1575" fmla="*/ 690696 h 1232001"/>
                <a:gd name="csX1576" fmla="*/ 561643 w 1651802"/>
                <a:gd name="csY1576" fmla="*/ 689032 h 1232001"/>
                <a:gd name="csX1577" fmla="*/ 563331 w 1651802"/>
                <a:gd name="csY1577" fmla="*/ 690696 h 1232001"/>
                <a:gd name="csX1578" fmla="*/ 561643 w 1651802"/>
                <a:gd name="csY1578" fmla="*/ 692359 h 1232001"/>
                <a:gd name="csX1579" fmla="*/ 559980 w 1651802"/>
                <a:gd name="csY1579" fmla="*/ 690696 h 1232001"/>
                <a:gd name="csX1580" fmla="*/ 614633 w 1651802"/>
                <a:gd name="csY1580" fmla="*/ 688502 h 1232001"/>
                <a:gd name="csX1581" fmla="*/ 612272 w 1651802"/>
                <a:gd name="csY1581" fmla="*/ 684669 h 1232001"/>
                <a:gd name="csX1582" fmla="*/ 616105 w 1651802"/>
                <a:gd name="csY1582" fmla="*/ 687031 h 1232001"/>
                <a:gd name="csX1583" fmla="*/ 619962 w 1651802"/>
                <a:gd name="csY1583" fmla="*/ 690889 h 1232001"/>
                <a:gd name="csX1584" fmla="*/ 614633 w 1651802"/>
                <a:gd name="csY1584" fmla="*/ 688502 h 1232001"/>
                <a:gd name="csX1585" fmla="*/ 1034746 w 1651802"/>
                <a:gd name="csY1585" fmla="*/ 689032 h 1232001"/>
                <a:gd name="csX1586" fmla="*/ 1038459 w 1651802"/>
                <a:gd name="csY1586" fmla="*/ 685705 h 1232001"/>
                <a:gd name="csX1587" fmla="*/ 1038073 w 1651802"/>
                <a:gd name="csY1587" fmla="*/ 689032 h 1232001"/>
                <a:gd name="csX1588" fmla="*/ 1034336 w 1651802"/>
                <a:gd name="csY1588" fmla="*/ 692359 h 1232001"/>
                <a:gd name="csX1589" fmla="*/ 1034746 w 1651802"/>
                <a:gd name="csY1589" fmla="*/ 689032 h 1232001"/>
                <a:gd name="csX1590" fmla="*/ 1089713 w 1651802"/>
                <a:gd name="csY1590" fmla="*/ 690696 h 1232001"/>
                <a:gd name="csX1591" fmla="*/ 1091377 w 1651802"/>
                <a:gd name="csY1591" fmla="*/ 689032 h 1232001"/>
                <a:gd name="csX1592" fmla="*/ 1093040 w 1651802"/>
                <a:gd name="csY1592" fmla="*/ 690696 h 1232001"/>
                <a:gd name="csX1593" fmla="*/ 1091377 w 1651802"/>
                <a:gd name="csY1593" fmla="*/ 692359 h 1232001"/>
                <a:gd name="csX1594" fmla="*/ 1089713 w 1651802"/>
                <a:gd name="csY1594" fmla="*/ 690696 h 1232001"/>
                <a:gd name="csX1595" fmla="*/ 753209 w 1651802"/>
                <a:gd name="csY1595" fmla="*/ 687369 h 1232001"/>
                <a:gd name="csX1596" fmla="*/ 754872 w 1651802"/>
                <a:gd name="csY1596" fmla="*/ 685705 h 1232001"/>
                <a:gd name="csX1597" fmla="*/ 756560 w 1651802"/>
                <a:gd name="csY1597" fmla="*/ 687369 h 1232001"/>
                <a:gd name="csX1598" fmla="*/ 754872 w 1651802"/>
                <a:gd name="csY1598" fmla="*/ 689032 h 1232001"/>
                <a:gd name="csX1599" fmla="*/ 753209 w 1651802"/>
                <a:gd name="csY1599" fmla="*/ 687369 h 1232001"/>
                <a:gd name="csX1600" fmla="*/ 896485 w 1651802"/>
                <a:gd name="csY1600" fmla="*/ 687369 h 1232001"/>
                <a:gd name="csX1601" fmla="*/ 898148 w 1651802"/>
                <a:gd name="csY1601" fmla="*/ 685705 h 1232001"/>
                <a:gd name="csX1602" fmla="*/ 899812 w 1651802"/>
                <a:gd name="csY1602" fmla="*/ 687369 h 1232001"/>
                <a:gd name="csX1603" fmla="*/ 898148 w 1651802"/>
                <a:gd name="csY1603" fmla="*/ 689032 h 1232001"/>
                <a:gd name="csX1604" fmla="*/ 896485 w 1651802"/>
                <a:gd name="csY1604" fmla="*/ 687369 h 1232001"/>
                <a:gd name="csX1605" fmla="*/ 30271 w 1651802"/>
                <a:gd name="csY1605" fmla="*/ 680691 h 1232001"/>
                <a:gd name="csX1606" fmla="*/ 31934 w 1651802"/>
                <a:gd name="csY1606" fmla="*/ 679027 h 1232001"/>
                <a:gd name="csX1607" fmla="*/ 33598 w 1651802"/>
                <a:gd name="csY1607" fmla="*/ 680691 h 1232001"/>
                <a:gd name="csX1608" fmla="*/ 31934 w 1651802"/>
                <a:gd name="csY1608" fmla="*/ 682354 h 1232001"/>
                <a:gd name="csX1609" fmla="*/ 30271 w 1651802"/>
                <a:gd name="csY1609" fmla="*/ 680691 h 1232001"/>
                <a:gd name="csX1610" fmla="*/ 373430 w 1651802"/>
                <a:gd name="csY1610" fmla="*/ 680691 h 1232001"/>
                <a:gd name="csX1611" fmla="*/ 375093 w 1651802"/>
                <a:gd name="csY1611" fmla="*/ 679027 h 1232001"/>
                <a:gd name="csX1612" fmla="*/ 376757 w 1651802"/>
                <a:gd name="csY1612" fmla="*/ 680691 h 1232001"/>
                <a:gd name="csX1613" fmla="*/ 375093 w 1651802"/>
                <a:gd name="csY1613" fmla="*/ 682354 h 1232001"/>
                <a:gd name="csX1614" fmla="*/ 373430 w 1651802"/>
                <a:gd name="csY1614" fmla="*/ 680691 h 1232001"/>
                <a:gd name="csX1615" fmla="*/ 553327 w 1651802"/>
                <a:gd name="csY1615" fmla="*/ 680691 h 1232001"/>
                <a:gd name="csX1616" fmla="*/ 554989 w 1651802"/>
                <a:gd name="csY1616" fmla="*/ 679027 h 1232001"/>
                <a:gd name="csX1617" fmla="*/ 556654 w 1651802"/>
                <a:gd name="csY1617" fmla="*/ 680691 h 1232001"/>
                <a:gd name="csX1618" fmla="*/ 554989 w 1651802"/>
                <a:gd name="csY1618" fmla="*/ 682354 h 1232001"/>
                <a:gd name="csX1619" fmla="*/ 553327 w 1651802"/>
                <a:gd name="csY1619" fmla="*/ 680691 h 1232001"/>
                <a:gd name="csX1620" fmla="*/ 671602 w 1651802"/>
                <a:gd name="csY1620" fmla="*/ 655715 h 1232001"/>
                <a:gd name="csX1621" fmla="*/ 699760 w 1651802"/>
                <a:gd name="csY1621" fmla="*/ 629051 h 1232001"/>
                <a:gd name="csX1622" fmla="*/ 674929 w 1651802"/>
                <a:gd name="csY1622" fmla="*/ 655715 h 1232001"/>
                <a:gd name="csX1623" fmla="*/ 646770 w 1651802"/>
                <a:gd name="csY1623" fmla="*/ 682354 h 1232001"/>
                <a:gd name="csX1624" fmla="*/ 671602 w 1651802"/>
                <a:gd name="csY1624" fmla="*/ 655715 h 1232001"/>
                <a:gd name="csX1625" fmla="*/ 978019 w 1651802"/>
                <a:gd name="csY1625" fmla="*/ 654871 h 1232001"/>
                <a:gd name="csX1626" fmla="*/ 951452 w 1651802"/>
                <a:gd name="csY1626" fmla="*/ 627387 h 1232001"/>
                <a:gd name="csX1627" fmla="*/ 978935 w 1651802"/>
                <a:gd name="csY1627" fmla="*/ 653979 h 1232001"/>
                <a:gd name="csX1628" fmla="*/ 1005503 w 1651802"/>
                <a:gd name="csY1628" fmla="*/ 682354 h 1232001"/>
                <a:gd name="csX1629" fmla="*/ 978019 w 1651802"/>
                <a:gd name="csY1629" fmla="*/ 654871 h 1232001"/>
                <a:gd name="csX1630" fmla="*/ 1096367 w 1651802"/>
                <a:gd name="csY1630" fmla="*/ 680691 h 1232001"/>
                <a:gd name="csX1631" fmla="*/ 1098031 w 1651802"/>
                <a:gd name="csY1631" fmla="*/ 679027 h 1232001"/>
                <a:gd name="csX1632" fmla="*/ 1099694 w 1651802"/>
                <a:gd name="csY1632" fmla="*/ 680691 h 1232001"/>
                <a:gd name="csX1633" fmla="*/ 1098031 w 1651802"/>
                <a:gd name="csY1633" fmla="*/ 682354 h 1232001"/>
                <a:gd name="csX1634" fmla="*/ 1096367 w 1651802"/>
                <a:gd name="csY1634" fmla="*/ 680691 h 1232001"/>
                <a:gd name="csX1635" fmla="*/ 1116354 w 1651802"/>
                <a:gd name="csY1635" fmla="*/ 680691 h 1232001"/>
                <a:gd name="csX1636" fmla="*/ 1118016 w 1651802"/>
                <a:gd name="csY1636" fmla="*/ 679027 h 1232001"/>
                <a:gd name="csX1637" fmla="*/ 1119680 w 1651802"/>
                <a:gd name="csY1637" fmla="*/ 680691 h 1232001"/>
                <a:gd name="csX1638" fmla="*/ 1118016 w 1651802"/>
                <a:gd name="csY1638" fmla="*/ 682354 h 1232001"/>
                <a:gd name="csX1639" fmla="*/ 1116354 w 1651802"/>
                <a:gd name="csY1639" fmla="*/ 680691 h 1232001"/>
                <a:gd name="csX1640" fmla="*/ 606630 w 1651802"/>
                <a:gd name="csY1640" fmla="*/ 677364 h 1232001"/>
                <a:gd name="csX1641" fmla="*/ 608293 w 1651802"/>
                <a:gd name="csY1641" fmla="*/ 675700 h 1232001"/>
                <a:gd name="csX1642" fmla="*/ 609957 w 1651802"/>
                <a:gd name="csY1642" fmla="*/ 677364 h 1232001"/>
                <a:gd name="csX1643" fmla="*/ 608293 w 1651802"/>
                <a:gd name="csY1643" fmla="*/ 679027 h 1232001"/>
                <a:gd name="csX1644" fmla="*/ 606630 w 1651802"/>
                <a:gd name="csY1644" fmla="*/ 677364 h 1232001"/>
                <a:gd name="csX1645" fmla="*/ 1043063 w 1651802"/>
                <a:gd name="csY1645" fmla="*/ 677364 h 1232001"/>
                <a:gd name="csX1646" fmla="*/ 1044727 w 1651802"/>
                <a:gd name="csY1646" fmla="*/ 675700 h 1232001"/>
                <a:gd name="csX1647" fmla="*/ 1046390 w 1651802"/>
                <a:gd name="csY1647" fmla="*/ 677364 h 1232001"/>
                <a:gd name="csX1648" fmla="*/ 1044727 w 1651802"/>
                <a:gd name="csY1648" fmla="*/ 679027 h 1232001"/>
                <a:gd name="csX1649" fmla="*/ 1043063 w 1651802"/>
                <a:gd name="csY1649" fmla="*/ 677364 h 1232001"/>
                <a:gd name="csX1650" fmla="*/ 376757 w 1651802"/>
                <a:gd name="csY1650" fmla="*/ 674037 h 1232001"/>
                <a:gd name="csX1651" fmla="*/ 378420 w 1651802"/>
                <a:gd name="csY1651" fmla="*/ 672373 h 1232001"/>
                <a:gd name="csX1652" fmla="*/ 380084 w 1651802"/>
                <a:gd name="csY1652" fmla="*/ 674037 h 1232001"/>
                <a:gd name="csX1653" fmla="*/ 378420 w 1651802"/>
                <a:gd name="csY1653" fmla="*/ 675700 h 1232001"/>
                <a:gd name="csX1654" fmla="*/ 376757 w 1651802"/>
                <a:gd name="csY1654" fmla="*/ 674037 h 1232001"/>
                <a:gd name="csX1655" fmla="*/ 23617 w 1651802"/>
                <a:gd name="csY1655" fmla="*/ 670710 h 1232001"/>
                <a:gd name="csX1656" fmla="*/ 25281 w 1651802"/>
                <a:gd name="csY1656" fmla="*/ 669046 h 1232001"/>
                <a:gd name="csX1657" fmla="*/ 26944 w 1651802"/>
                <a:gd name="csY1657" fmla="*/ 670710 h 1232001"/>
                <a:gd name="csX1658" fmla="*/ 25281 w 1651802"/>
                <a:gd name="csY1658" fmla="*/ 672373 h 1232001"/>
                <a:gd name="csX1659" fmla="*/ 23617 w 1651802"/>
                <a:gd name="csY1659" fmla="*/ 670710 h 1232001"/>
                <a:gd name="csX1660" fmla="*/ 546673 w 1651802"/>
                <a:gd name="csY1660" fmla="*/ 670710 h 1232001"/>
                <a:gd name="csX1661" fmla="*/ 548335 w 1651802"/>
                <a:gd name="csY1661" fmla="*/ 669046 h 1232001"/>
                <a:gd name="csX1662" fmla="*/ 550000 w 1651802"/>
                <a:gd name="csY1662" fmla="*/ 670710 h 1232001"/>
                <a:gd name="csX1663" fmla="*/ 548335 w 1651802"/>
                <a:gd name="csY1663" fmla="*/ 672373 h 1232001"/>
                <a:gd name="csX1664" fmla="*/ 546673 w 1651802"/>
                <a:gd name="csY1664" fmla="*/ 670710 h 1232001"/>
                <a:gd name="csX1665" fmla="*/ 771531 w 1651802"/>
                <a:gd name="csY1665" fmla="*/ 669046 h 1232001"/>
                <a:gd name="csX1666" fmla="*/ 775268 w 1651802"/>
                <a:gd name="csY1666" fmla="*/ 665696 h 1232001"/>
                <a:gd name="csX1667" fmla="*/ 774883 w 1651802"/>
                <a:gd name="csY1667" fmla="*/ 669046 h 1232001"/>
                <a:gd name="csX1668" fmla="*/ 771145 w 1651802"/>
                <a:gd name="csY1668" fmla="*/ 672373 h 1232001"/>
                <a:gd name="csX1669" fmla="*/ 771531 w 1651802"/>
                <a:gd name="csY1669" fmla="*/ 669046 h 1232001"/>
                <a:gd name="csX1670" fmla="*/ 877826 w 1651802"/>
                <a:gd name="csY1670" fmla="*/ 668517 h 1232001"/>
                <a:gd name="csX1671" fmla="*/ 875463 w 1651802"/>
                <a:gd name="csY1671" fmla="*/ 664683 h 1232001"/>
                <a:gd name="csX1672" fmla="*/ 879296 w 1651802"/>
                <a:gd name="csY1672" fmla="*/ 667046 h 1232001"/>
                <a:gd name="csX1673" fmla="*/ 883152 w 1651802"/>
                <a:gd name="csY1673" fmla="*/ 670903 h 1232001"/>
                <a:gd name="csX1674" fmla="*/ 877826 w 1651802"/>
                <a:gd name="csY1674" fmla="*/ 668517 h 1232001"/>
                <a:gd name="csX1675" fmla="*/ 1103021 w 1651802"/>
                <a:gd name="csY1675" fmla="*/ 670710 h 1232001"/>
                <a:gd name="csX1676" fmla="*/ 1104685 w 1651802"/>
                <a:gd name="csY1676" fmla="*/ 669046 h 1232001"/>
                <a:gd name="csX1677" fmla="*/ 1106373 w 1651802"/>
                <a:gd name="csY1677" fmla="*/ 670710 h 1232001"/>
                <a:gd name="csX1678" fmla="*/ 1104685 w 1651802"/>
                <a:gd name="csY1678" fmla="*/ 672373 h 1232001"/>
                <a:gd name="csX1679" fmla="*/ 1103021 w 1651802"/>
                <a:gd name="csY1679" fmla="*/ 670710 h 1232001"/>
                <a:gd name="csX1680" fmla="*/ 1126358 w 1651802"/>
                <a:gd name="csY1680" fmla="*/ 670710 h 1232001"/>
                <a:gd name="csX1681" fmla="*/ 1128022 w 1651802"/>
                <a:gd name="csY1681" fmla="*/ 669046 h 1232001"/>
                <a:gd name="csX1682" fmla="*/ 1129685 w 1651802"/>
                <a:gd name="csY1682" fmla="*/ 670710 h 1232001"/>
                <a:gd name="csX1683" fmla="*/ 1128022 w 1651802"/>
                <a:gd name="csY1683" fmla="*/ 672373 h 1232001"/>
                <a:gd name="csX1684" fmla="*/ 1126358 w 1651802"/>
                <a:gd name="csY1684" fmla="*/ 670710 h 1232001"/>
                <a:gd name="csX1685" fmla="*/ 599976 w 1651802"/>
                <a:gd name="csY1685" fmla="*/ 667383 h 1232001"/>
                <a:gd name="csX1686" fmla="*/ 601639 w 1651802"/>
                <a:gd name="csY1686" fmla="*/ 665696 h 1232001"/>
                <a:gd name="csX1687" fmla="*/ 603303 w 1651802"/>
                <a:gd name="csY1687" fmla="*/ 667383 h 1232001"/>
                <a:gd name="csX1688" fmla="*/ 601639 w 1651802"/>
                <a:gd name="csY1688" fmla="*/ 669046 h 1232001"/>
                <a:gd name="csX1689" fmla="*/ 599976 w 1651802"/>
                <a:gd name="csY1689" fmla="*/ 667383 h 1232001"/>
                <a:gd name="csX1690" fmla="*/ 1049717 w 1651802"/>
                <a:gd name="csY1690" fmla="*/ 667383 h 1232001"/>
                <a:gd name="csX1691" fmla="*/ 1051381 w 1651802"/>
                <a:gd name="csY1691" fmla="*/ 665696 h 1232001"/>
                <a:gd name="csX1692" fmla="*/ 1053069 w 1651802"/>
                <a:gd name="csY1692" fmla="*/ 667383 h 1232001"/>
                <a:gd name="csX1693" fmla="*/ 1051381 w 1651802"/>
                <a:gd name="csY1693" fmla="*/ 669046 h 1232001"/>
                <a:gd name="csX1694" fmla="*/ 1049717 w 1651802"/>
                <a:gd name="csY1694" fmla="*/ 667383 h 1232001"/>
                <a:gd name="csX1695" fmla="*/ 20290 w 1651802"/>
                <a:gd name="csY1695" fmla="*/ 664032 h 1232001"/>
                <a:gd name="csX1696" fmla="*/ 21954 w 1651802"/>
                <a:gd name="csY1696" fmla="*/ 662369 h 1232001"/>
                <a:gd name="csX1697" fmla="*/ 23617 w 1651802"/>
                <a:gd name="csY1697" fmla="*/ 664032 h 1232001"/>
                <a:gd name="csX1698" fmla="*/ 21954 w 1651802"/>
                <a:gd name="csY1698" fmla="*/ 665696 h 1232001"/>
                <a:gd name="csX1699" fmla="*/ 20290 w 1651802"/>
                <a:gd name="csY1699" fmla="*/ 664032 h 1232001"/>
                <a:gd name="csX1700" fmla="*/ 383411 w 1651802"/>
                <a:gd name="csY1700" fmla="*/ 664032 h 1232001"/>
                <a:gd name="csX1701" fmla="*/ 385074 w 1651802"/>
                <a:gd name="csY1701" fmla="*/ 662369 h 1232001"/>
                <a:gd name="csX1702" fmla="*/ 386738 w 1651802"/>
                <a:gd name="csY1702" fmla="*/ 664032 h 1232001"/>
                <a:gd name="csX1703" fmla="*/ 385074 w 1651802"/>
                <a:gd name="csY1703" fmla="*/ 665696 h 1232001"/>
                <a:gd name="csX1704" fmla="*/ 383411 w 1651802"/>
                <a:gd name="csY1704" fmla="*/ 664032 h 1232001"/>
                <a:gd name="csX1705" fmla="*/ 543322 w 1651802"/>
                <a:gd name="csY1705" fmla="*/ 664032 h 1232001"/>
                <a:gd name="csX1706" fmla="*/ 544985 w 1651802"/>
                <a:gd name="csY1706" fmla="*/ 662369 h 1232001"/>
                <a:gd name="csX1707" fmla="*/ 546673 w 1651802"/>
                <a:gd name="csY1707" fmla="*/ 664032 h 1232001"/>
                <a:gd name="csX1708" fmla="*/ 544985 w 1651802"/>
                <a:gd name="csY1708" fmla="*/ 665696 h 1232001"/>
                <a:gd name="csX1709" fmla="*/ 543322 w 1651802"/>
                <a:gd name="csY1709" fmla="*/ 664032 h 1232001"/>
                <a:gd name="csX1710" fmla="*/ 779872 w 1651802"/>
                <a:gd name="csY1710" fmla="*/ 664032 h 1232001"/>
                <a:gd name="csX1711" fmla="*/ 781536 w 1651802"/>
                <a:gd name="csY1711" fmla="*/ 662369 h 1232001"/>
                <a:gd name="csX1712" fmla="*/ 783199 w 1651802"/>
                <a:gd name="csY1712" fmla="*/ 664032 h 1232001"/>
                <a:gd name="csX1713" fmla="*/ 781536 w 1651802"/>
                <a:gd name="csY1713" fmla="*/ 665696 h 1232001"/>
                <a:gd name="csX1714" fmla="*/ 779872 w 1651802"/>
                <a:gd name="csY1714" fmla="*/ 664032 h 1232001"/>
                <a:gd name="csX1715" fmla="*/ 1106373 w 1651802"/>
                <a:gd name="csY1715" fmla="*/ 664032 h 1232001"/>
                <a:gd name="csX1716" fmla="*/ 1108035 w 1651802"/>
                <a:gd name="csY1716" fmla="*/ 662369 h 1232001"/>
                <a:gd name="csX1717" fmla="*/ 1109700 w 1651802"/>
                <a:gd name="csY1717" fmla="*/ 664032 h 1232001"/>
                <a:gd name="csX1718" fmla="*/ 1108035 w 1651802"/>
                <a:gd name="csY1718" fmla="*/ 665696 h 1232001"/>
                <a:gd name="csX1719" fmla="*/ 1106373 w 1651802"/>
                <a:gd name="csY1719" fmla="*/ 664032 h 1232001"/>
                <a:gd name="csX1720" fmla="*/ 863167 w 1651802"/>
                <a:gd name="csY1720" fmla="*/ 660705 h 1232001"/>
                <a:gd name="csX1721" fmla="*/ 864831 w 1651802"/>
                <a:gd name="csY1721" fmla="*/ 659042 h 1232001"/>
                <a:gd name="csX1722" fmla="*/ 866494 w 1651802"/>
                <a:gd name="csY1722" fmla="*/ 660705 h 1232001"/>
                <a:gd name="csX1723" fmla="*/ 864831 w 1651802"/>
                <a:gd name="csY1723" fmla="*/ 662369 h 1232001"/>
                <a:gd name="csX1724" fmla="*/ 863167 w 1651802"/>
                <a:gd name="csY1724" fmla="*/ 660705 h 1232001"/>
                <a:gd name="csX1725" fmla="*/ 16940 w 1651802"/>
                <a:gd name="csY1725" fmla="*/ 657378 h 1232001"/>
                <a:gd name="csX1726" fmla="*/ 18603 w 1651802"/>
                <a:gd name="csY1726" fmla="*/ 655715 h 1232001"/>
                <a:gd name="csX1727" fmla="*/ 20290 w 1651802"/>
                <a:gd name="csY1727" fmla="*/ 657378 h 1232001"/>
                <a:gd name="csX1728" fmla="*/ 18603 w 1651802"/>
                <a:gd name="csY1728" fmla="*/ 659042 h 1232001"/>
                <a:gd name="csX1729" fmla="*/ 16940 w 1651802"/>
                <a:gd name="csY1729" fmla="*/ 657378 h 1232001"/>
                <a:gd name="csX1730" fmla="*/ 386738 w 1651802"/>
                <a:gd name="csY1730" fmla="*/ 657378 h 1232001"/>
                <a:gd name="csX1731" fmla="*/ 388425 w 1651802"/>
                <a:gd name="csY1731" fmla="*/ 655715 h 1232001"/>
                <a:gd name="csX1732" fmla="*/ 390089 w 1651802"/>
                <a:gd name="csY1732" fmla="*/ 657378 h 1232001"/>
                <a:gd name="csX1733" fmla="*/ 388425 w 1651802"/>
                <a:gd name="csY1733" fmla="*/ 659042 h 1232001"/>
                <a:gd name="csX1734" fmla="*/ 386738 w 1651802"/>
                <a:gd name="csY1734" fmla="*/ 657378 h 1232001"/>
                <a:gd name="csX1735" fmla="*/ 539995 w 1651802"/>
                <a:gd name="csY1735" fmla="*/ 657378 h 1232001"/>
                <a:gd name="csX1736" fmla="*/ 541658 w 1651802"/>
                <a:gd name="csY1736" fmla="*/ 655715 h 1232001"/>
                <a:gd name="csX1737" fmla="*/ 543322 w 1651802"/>
                <a:gd name="csY1737" fmla="*/ 657378 h 1232001"/>
                <a:gd name="csX1738" fmla="*/ 541658 w 1651802"/>
                <a:gd name="csY1738" fmla="*/ 659042 h 1232001"/>
                <a:gd name="csX1739" fmla="*/ 539995 w 1651802"/>
                <a:gd name="csY1739" fmla="*/ 657378 h 1232001"/>
                <a:gd name="csX1740" fmla="*/ 593299 w 1651802"/>
                <a:gd name="csY1740" fmla="*/ 657378 h 1232001"/>
                <a:gd name="csX1741" fmla="*/ 594961 w 1651802"/>
                <a:gd name="csY1741" fmla="*/ 655715 h 1232001"/>
                <a:gd name="csX1742" fmla="*/ 596626 w 1651802"/>
                <a:gd name="csY1742" fmla="*/ 657378 h 1232001"/>
                <a:gd name="csX1743" fmla="*/ 594961 w 1651802"/>
                <a:gd name="csY1743" fmla="*/ 659042 h 1232001"/>
                <a:gd name="csX1744" fmla="*/ 593299 w 1651802"/>
                <a:gd name="csY1744" fmla="*/ 657378 h 1232001"/>
                <a:gd name="csX1745" fmla="*/ 793205 w 1651802"/>
                <a:gd name="csY1745" fmla="*/ 657378 h 1232001"/>
                <a:gd name="csX1746" fmla="*/ 794868 w 1651802"/>
                <a:gd name="csY1746" fmla="*/ 655715 h 1232001"/>
                <a:gd name="csX1747" fmla="*/ 796532 w 1651802"/>
                <a:gd name="csY1747" fmla="*/ 657378 h 1232001"/>
                <a:gd name="csX1748" fmla="*/ 794868 w 1651802"/>
                <a:gd name="csY1748" fmla="*/ 659042 h 1232001"/>
                <a:gd name="csX1749" fmla="*/ 793205 w 1651802"/>
                <a:gd name="csY1749" fmla="*/ 657378 h 1232001"/>
                <a:gd name="csX1750" fmla="*/ 856490 w 1651802"/>
                <a:gd name="csY1750" fmla="*/ 657378 h 1232001"/>
                <a:gd name="csX1751" fmla="*/ 858152 w 1651802"/>
                <a:gd name="csY1751" fmla="*/ 655715 h 1232001"/>
                <a:gd name="csX1752" fmla="*/ 859840 w 1651802"/>
                <a:gd name="csY1752" fmla="*/ 657378 h 1232001"/>
                <a:gd name="csX1753" fmla="*/ 858152 w 1651802"/>
                <a:gd name="csY1753" fmla="*/ 659042 h 1232001"/>
                <a:gd name="csX1754" fmla="*/ 856490 w 1651802"/>
                <a:gd name="csY1754" fmla="*/ 657378 h 1232001"/>
                <a:gd name="csX1755" fmla="*/ 1056396 w 1651802"/>
                <a:gd name="csY1755" fmla="*/ 657378 h 1232001"/>
                <a:gd name="csX1756" fmla="*/ 1058059 w 1651802"/>
                <a:gd name="csY1756" fmla="*/ 655715 h 1232001"/>
                <a:gd name="csX1757" fmla="*/ 1059723 w 1651802"/>
                <a:gd name="csY1757" fmla="*/ 657378 h 1232001"/>
                <a:gd name="csX1758" fmla="*/ 1058059 w 1651802"/>
                <a:gd name="csY1758" fmla="*/ 659042 h 1232001"/>
                <a:gd name="csX1759" fmla="*/ 1056396 w 1651802"/>
                <a:gd name="csY1759" fmla="*/ 657378 h 1232001"/>
                <a:gd name="csX1760" fmla="*/ 1109700 w 1651802"/>
                <a:gd name="csY1760" fmla="*/ 657378 h 1232001"/>
                <a:gd name="csX1761" fmla="*/ 1111362 w 1651802"/>
                <a:gd name="csY1761" fmla="*/ 655715 h 1232001"/>
                <a:gd name="csX1762" fmla="*/ 1113027 w 1651802"/>
                <a:gd name="csY1762" fmla="*/ 657378 h 1232001"/>
                <a:gd name="csX1763" fmla="*/ 1111362 w 1651802"/>
                <a:gd name="csY1763" fmla="*/ 659042 h 1232001"/>
                <a:gd name="csX1764" fmla="*/ 1109700 w 1651802"/>
                <a:gd name="csY1764" fmla="*/ 657378 h 1232001"/>
                <a:gd name="csX1765" fmla="*/ 803186 w 1651802"/>
                <a:gd name="csY1765" fmla="*/ 654051 h 1232001"/>
                <a:gd name="csX1766" fmla="*/ 804849 w 1651802"/>
                <a:gd name="csY1766" fmla="*/ 652388 h 1232001"/>
                <a:gd name="csX1767" fmla="*/ 806513 w 1651802"/>
                <a:gd name="csY1767" fmla="*/ 654051 h 1232001"/>
                <a:gd name="csX1768" fmla="*/ 804849 w 1651802"/>
                <a:gd name="csY1768" fmla="*/ 655715 h 1232001"/>
                <a:gd name="csX1769" fmla="*/ 803186 w 1651802"/>
                <a:gd name="csY1769" fmla="*/ 654051 h 1232001"/>
                <a:gd name="csX1770" fmla="*/ 846509 w 1651802"/>
                <a:gd name="csY1770" fmla="*/ 654051 h 1232001"/>
                <a:gd name="csX1771" fmla="*/ 848171 w 1651802"/>
                <a:gd name="csY1771" fmla="*/ 652388 h 1232001"/>
                <a:gd name="csX1772" fmla="*/ 849836 w 1651802"/>
                <a:gd name="csY1772" fmla="*/ 654051 h 1232001"/>
                <a:gd name="csX1773" fmla="*/ 848171 w 1651802"/>
                <a:gd name="csY1773" fmla="*/ 655715 h 1232001"/>
                <a:gd name="csX1774" fmla="*/ 846509 w 1651802"/>
                <a:gd name="csY1774" fmla="*/ 654051 h 1232001"/>
                <a:gd name="csX1775" fmla="*/ 13613 w 1651802"/>
                <a:gd name="csY1775" fmla="*/ 650724 h 1232001"/>
                <a:gd name="csX1776" fmla="*/ 15276 w 1651802"/>
                <a:gd name="csY1776" fmla="*/ 649061 h 1232001"/>
                <a:gd name="csX1777" fmla="*/ 16940 w 1651802"/>
                <a:gd name="csY1777" fmla="*/ 650724 h 1232001"/>
                <a:gd name="csX1778" fmla="*/ 15276 w 1651802"/>
                <a:gd name="csY1778" fmla="*/ 652388 h 1232001"/>
                <a:gd name="csX1779" fmla="*/ 13613 w 1651802"/>
                <a:gd name="csY1779" fmla="*/ 650724 h 1232001"/>
                <a:gd name="csX1780" fmla="*/ 589972 w 1651802"/>
                <a:gd name="csY1780" fmla="*/ 650724 h 1232001"/>
                <a:gd name="csX1781" fmla="*/ 591634 w 1651802"/>
                <a:gd name="csY1781" fmla="*/ 649061 h 1232001"/>
                <a:gd name="csX1782" fmla="*/ 593299 w 1651802"/>
                <a:gd name="csY1782" fmla="*/ 650724 h 1232001"/>
                <a:gd name="csX1783" fmla="*/ 591634 w 1651802"/>
                <a:gd name="csY1783" fmla="*/ 652388 h 1232001"/>
                <a:gd name="csX1784" fmla="*/ 589972 w 1651802"/>
                <a:gd name="csY1784" fmla="*/ 650724 h 1232001"/>
                <a:gd name="csX1785" fmla="*/ 1059723 w 1651802"/>
                <a:gd name="csY1785" fmla="*/ 650724 h 1232001"/>
                <a:gd name="csX1786" fmla="*/ 1061386 w 1651802"/>
                <a:gd name="csY1786" fmla="*/ 649061 h 1232001"/>
                <a:gd name="csX1787" fmla="*/ 1063050 w 1651802"/>
                <a:gd name="csY1787" fmla="*/ 650724 h 1232001"/>
                <a:gd name="csX1788" fmla="*/ 1061386 w 1651802"/>
                <a:gd name="csY1788" fmla="*/ 652388 h 1232001"/>
                <a:gd name="csX1789" fmla="*/ 1059723 w 1651802"/>
                <a:gd name="csY1789" fmla="*/ 650724 h 1232001"/>
                <a:gd name="csX1790" fmla="*/ 753209 w 1651802"/>
                <a:gd name="csY1790" fmla="*/ 644456 h 1232001"/>
                <a:gd name="csX1791" fmla="*/ 759044 w 1651802"/>
                <a:gd name="csY1791" fmla="*/ 638622 h 1232001"/>
                <a:gd name="csX1792" fmla="*/ 764877 w 1651802"/>
                <a:gd name="csY1792" fmla="*/ 634065 h 1232001"/>
                <a:gd name="csX1793" fmla="*/ 760297 w 1651802"/>
                <a:gd name="csY1793" fmla="*/ 639900 h 1232001"/>
                <a:gd name="csX1794" fmla="*/ 753209 w 1651802"/>
                <a:gd name="csY1794" fmla="*/ 644456 h 1232001"/>
                <a:gd name="csX1795" fmla="*/ 892724 w 1651802"/>
                <a:gd name="csY1795" fmla="*/ 639900 h 1232001"/>
                <a:gd name="csX1796" fmla="*/ 888144 w 1651802"/>
                <a:gd name="csY1796" fmla="*/ 634065 h 1232001"/>
                <a:gd name="csX1797" fmla="*/ 893978 w 1651802"/>
                <a:gd name="csY1797" fmla="*/ 638622 h 1232001"/>
                <a:gd name="csX1798" fmla="*/ 898559 w 1651802"/>
                <a:gd name="csY1798" fmla="*/ 645710 h 1232001"/>
                <a:gd name="csX1799" fmla="*/ 892724 w 1651802"/>
                <a:gd name="csY1799" fmla="*/ 639900 h 1232001"/>
                <a:gd name="csX1800" fmla="*/ 10286 w 1651802"/>
                <a:gd name="csY1800" fmla="*/ 640719 h 1232001"/>
                <a:gd name="csX1801" fmla="*/ 11949 w 1651802"/>
                <a:gd name="csY1801" fmla="*/ 639056 h 1232001"/>
                <a:gd name="csX1802" fmla="*/ 13613 w 1651802"/>
                <a:gd name="csY1802" fmla="*/ 640719 h 1232001"/>
                <a:gd name="csX1803" fmla="*/ 11949 w 1651802"/>
                <a:gd name="csY1803" fmla="*/ 642383 h 1232001"/>
                <a:gd name="csX1804" fmla="*/ 10286 w 1651802"/>
                <a:gd name="csY1804" fmla="*/ 640719 h 1232001"/>
                <a:gd name="csX1805" fmla="*/ 393416 w 1651802"/>
                <a:gd name="csY1805" fmla="*/ 640719 h 1232001"/>
                <a:gd name="csX1806" fmla="*/ 395079 w 1651802"/>
                <a:gd name="csY1806" fmla="*/ 639056 h 1232001"/>
                <a:gd name="csX1807" fmla="*/ 396743 w 1651802"/>
                <a:gd name="csY1807" fmla="*/ 640719 h 1232001"/>
                <a:gd name="csX1808" fmla="*/ 395079 w 1651802"/>
                <a:gd name="csY1808" fmla="*/ 642383 h 1232001"/>
                <a:gd name="csX1809" fmla="*/ 393416 w 1651802"/>
                <a:gd name="csY1809" fmla="*/ 640719 h 1232001"/>
                <a:gd name="csX1810" fmla="*/ 1246804 w 1651802"/>
                <a:gd name="csY1810" fmla="*/ 635729 h 1232001"/>
                <a:gd name="csX1811" fmla="*/ 1246804 w 1651802"/>
                <a:gd name="csY1811" fmla="*/ 627387 h 1232001"/>
                <a:gd name="csX1812" fmla="*/ 1248492 w 1651802"/>
                <a:gd name="csY1812" fmla="*/ 631558 h 1232001"/>
                <a:gd name="csX1813" fmla="*/ 1248492 w 1651802"/>
                <a:gd name="csY1813" fmla="*/ 639875 h 1232001"/>
                <a:gd name="csX1814" fmla="*/ 1246804 w 1651802"/>
                <a:gd name="csY1814" fmla="*/ 644046 h 1232001"/>
                <a:gd name="csX1815" fmla="*/ 415909 w 1651802"/>
                <a:gd name="csY1815" fmla="*/ 633246 h 1232001"/>
                <a:gd name="csX1816" fmla="*/ 457543 w 1651802"/>
                <a:gd name="csY1816" fmla="*/ 633246 h 1232001"/>
                <a:gd name="csX1817" fmla="*/ 436714 w 1651802"/>
                <a:gd name="csY1817" fmla="*/ 634451 h 1232001"/>
                <a:gd name="csX1818" fmla="*/ 415909 w 1651802"/>
                <a:gd name="csY1818" fmla="*/ 633246 h 1232001"/>
                <a:gd name="csX1819" fmla="*/ 579966 w 1651802"/>
                <a:gd name="csY1819" fmla="*/ 634065 h 1232001"/>
                <a:gd name="csX1820" fmla="*/ 581654 w 1651802"/>
                <a:gd name="csY1820" fmla="*/ 632378 h 1232001"/>
                <a:gd name="csX1821" fmla="*/ 583318 w 1651802"/>
                <a:gd name="csY1821" fmla="*/ 634065 h 1232001"/>
                <a:gd name="csX1822" fmla="*/ 581654 w 1651802"/>
                <a:gd name="csY1822" fmla="*/ 635729 h 1232001"/>
                <a:gd name="csX1823" fmla="*/ 579966 w 1651802"/>
                <a:gd name="csY1823" fmla="*/ 634065 h 1232001"/>
                <a:gd name="csX1824" fmla="*/ 1069727 w 1651802"/>
                <a:gd name="csY1824" fmla="*/ 634065 h 1232001"/>
                <a:gd name="csX1825" fmla="*/ 1071392 w 1651802"/>
                <a:gd name="csY1825" fmla="*/ 632378 h 1232001"/>
                <a:gd name="csX1826" fmla="*/ 1073054 w 1651802"/>
                <a:gd name="csY1826" fmla="*/ 634065 h 1232001"/>
                <a:gd name="csX1827" fmla="*/ 1071392 w 1651802"/>
                <a:gd name="csY1827" fmla="*/ 635729 h 1232001"/>
                <a:gd name="csX1828" fmla="*/ 1069727 w 1651802"/>
                <a:gd name="csY1828" fmla="*/ 634065 h 1232001"/>
                <a:gd name="csX1829" fmla="*/ 1649679 w 1651802"/>
                <a:gd name="csY1829" fmla="*/ 630449 h 1232001"/>
                <a:gd name="csX1830" fmla="*/ 1649919 w 1651802"/>
                <a:gd name="csY1830" fmla="*/ 624060 h 1232001"/>
                <a:gd name="csX1831" fmla="*/ 1651680 w 1651802"/>
                <a:gd name="csY1831" fmla="*/ 628424 h 1232001"/>
                <a:gd name="csX1832" fmla="*/ 1651414 w 1651802"/>
                <a:gd name="csY1832" fmla="*/ 634813 h 1232001"/>
                <a:gd name="csX1833" fmla="*/ 1649679 w 1651802"/>
                <a:gd name="csY1833" fmla="*/ 630449 h 1232001"/>
                <a:gd name="csX1834" fmla="*/ 6959 w 1651802"/>
                <a:gd name="csY1834" fmla="*/ 630714 h 1232001"/>
                <a:gd name="csX1835" fmla="*/ 8622 w 1651802"/>
                <a:gd name="csY1835" fmla="*/ 629051 h 1232001"/>
                <a:gd name="csX1836" fmla="*/ 10286 w 1651802"/>
                <a:gd name="csY1836" fmla="*/ 630714 h 1232001"/>
                <a:gd name="csX1837" fmla="*/ 8622 w 1651802"/>
                <a:gd name="csY1837" fmla="*/ 632378 h 1232001"/>
                <a:gd name="csX1838" fmla="*/ 6959 w 1651802"/>
                <a:gd name="csY1838" fmla="*/ 630714 h 1232001"/>
                <a:gd name="csX1839" fmla="*/ 491681 w 1651802"/>
                <a:gd name="csY1839" fmla="*/ 625724 h 1232001"/>
                <a:gd name="csX1840" fmla="*/ 495419 w 1651802"/>
                <a:gd name="csY1840" fmla="*/ 622397 h 1232001"/>
                <a:gd name="csX1841" fmla="*/ 495032 w 1651802"/>
                <a:gd name="csY1841" fmla="*/ 625724 h 1232001"/>
                <a:gd name="csX1842" fmla="*/ 491296 w 1651802"/>
                <a:gd name="csY1842" fmla="*/ 629051 h 1232001"/>
                <a:gd name="csX1843" fmla="*/ 491681 w 1651802"/>
                <a:gd name="csY1843" fmla="*/ 625724 h 1232001"/>
                <a:gd name="csX1844" fmla="*/ 576639 w 1651802"/>
                <a:gd name="csY1844" fmla="*/ 627387 h 1232001"/>
                <a:gd name="csX1845" fmla="*/ 578303 w 1651802"/>
                <a:gd name="csY1845" fmla="*/ 625724 h 1232001"/>
                <a:gd name="csX1846" fmla="*/ 579991 w 1651802"/>
                <a:gd name="csY1846" fmla="*/ 627387 h 1232001"/>
                <a:gd name="csX1847" fmla="*/ 578303 w 1651802"/>
                <a:gd name="csY1847" fmla="*/ 629051 h 1232001"/>
                <a:gd name="csX1848" fmla="*/ 576639 w 1651802"/>
                <a:gd name="csY1848" fmla="*/ 627387 h 1232001"/>
                <a:gd name="csX1849" fmla="*/ 1073054 w 1651802"/>
                <a:gd name="csY1849" fmla="*/ 627387 h 1232001"/>
                <a:gd name="csX1850" fmla="*/ 1074719 w 1651802"/>
                <a:gd name="csY1850" fmla="*/ 625724 h 1232001"/>
                <a:gd name="csX1851" fmla="*/ 1076381 w 1651802"/>
                <a:gd name="csY1851" fmla="*/ 627387 h 1232001"/>
                <a:gd name="csX1852" fmla="*/ 1074719 w 1651802"/>
                <a:gd name="csY1852" fmla="*/ 629051 h 1232001"/>
                <a:gd name="csX1853" fmla="*/ 1073054 w 1651802"/>
                <a:gd name="csY1853" fmla="*/ 627387 h 1232001"/>
                <a:gd name="csX1854" fmla="*/ 523335 w 1651802"/>
                <a:gd name="csY1854" fmla="*/ 624060 h 1232001"/>
                <a:gd name="csX1855" fmla="*/ 525000 w 1651802"/>
                <a:gd name="csY1855" fmla="*/ 622397 h 1232001"/>
                <a:gd name="csX1856" fmla="*/ 526662 w 1651802"/>
                <a:gd name="csY1856" fmla="*/ 624060 h 1232001"/>
                <a:gd name="csX1857" fmla="*/ 525000 w 1651802"/>
                <a:gd name="csY1857" fmla="*/ 625724 h 1232001"/>
                <a:gd name="csX1858" fmla="*/ 523335 w 1651802"/>
                <a:gd name="csY1858" fmla="*/ 624060 h 1232001"/>
                <a:gd name="csX1859" fmla="*/ 778209 w 1651802"/>
                <a:gd name="csY1859" fmla="*/ 622397 h 1232001"/>
                <a:gd name="csX1860" fmla="*/ 781922 w 1651802"/>
                <a:gd name="csY1860" fmla="*/ 619070 h 1232001"/>
                <a:gd name="csX1861" fmla="*/ 781536 w 1651802"/>
                <a:gd name="csY1861" fmla="*/ 622397 h 1232001"/>
                <a:gd name="csX1862" fmla="*/ 777824 w 1651802"/>
                <a:gd name="csY1862" fmla="*/ 625724 h 1232001"/>
                <a:gd name="csX1863" fmla="*/ 778209 w 1651802"/>
                <a:gd name="csY1863" fmla="*/ 622397 h 1232001"/>
                <a:gd name="csX1864" fmla="*/ 871172 w 1651802"/>
                <a:gd name="csY1864" fmla="*/ 621890 h 1232001"/>
                <a:gd name="csX1865" fmla="*/ 868785 w 1651802"/>
                <a:gd name="csY1865" fmla="*/ 618033 h 1232001"/>
                <a:gd name="csX1866" fmla="*/ 872642 w 1651802"/>
                <a:gd name="csY1866" fmla="*/ 620420 h 1232001"/>
                <a:gd name="csX1867" fmla="*/ 876475 w 1651802"/>
                <a:gd name="csY1867" fmla="*/ 624253 h 1232001"/>
                <a:gd name="csX1868" fmla="*/ 871172 w 1651802"/>
                <a:gd name="csY1868" fmla="*/ 621890 h 1232001"/>
                <a:gd name="csX1869" fmla="*/ 1126358 w 1651802"/>
                <a:gd name="csY1869" fmla="*/ 624060 h 1232001"/>
                <a:gd name="csX1870" fmla="*/ 1128022 w 1651802"/>
                <a:gd name="csY1870" fmla="*/ 622397 h 1232001"/>
                <a:gd name="csX1871" fmla="*/ 1129685 w 1651802"/>
                <a:gd name="csY1871" fmla="*/ 624060 h 1232001"/>
                <a:gd name="csX1872" fmla="*/ 1128022 w 1651802"/>
                <a:gd name="csY1872" fmla="*/ 625724 h 1232001"/>
                <a:gd name="csX1873" fmla="*/ 1126358 w 1651802"/>
                <a:gd name="csY1873" fmla="*/ 624060 h 1232001"/>
                <a:gd name="csX1874" fmla="*/ 3632 w 1651802"/>
                <a:gd name="csY1874" fmla="*/ 619070 h 1232001"/>
                <a:gd name="csX1875" fmla="*/ 5849 w 1651802"/>
                <a:gd name="csY1875" fmla="*/ 616852 h 1232001"/>
                <a:gd name="csX1876" fmla="*/ 5849 w 1651802"/>
                <a:gd name="csY1876" fmla="*/ 621288 h 1232001"/>
                <a:gd name="csX1877" fmla="*/ 3632 w 1651802"/>
                <a:gd name="csY1877" fmla="*/ 619070 h 1232001"/>
                <a:gd name="csX1878" fmla="*/ 573312 w 1651802"/>
                <a:gd name="csY1878" fmla="*/ 620733 h 1232001"/>
                <a:gd name="csX1879" fmla="*/ 574976 w 1651802"/>
                <a:gd name="csY1879" fmla="*/ 619070 h 1232001"/>
                <a:gd name="csX1880" fmla="*/ 576639 w 1651802"/>
                <a:gd name="csY1880" fmla="*/ 620733 h 1232001"/>
                <a:gd name="csX1881" fmla="*/ 574976 w 1651802"/>
                <a:gd name="csY1881" fmla="*/ 622397 h 1232001"/>
                <a:gd name="csX1882" fmla="*/ 573312 w 1651802"/>
                <a:gd name="csY1882" fmla="*/ 620733 h 1232001"/>
                <a:gd name="csX1883" fmla="*/ 1076381 w 1651802"/>
                <a:gd name="csY1883" fmla="*/ 620733 h 1232001"/>
                <a:gd name="csX1884" fmla="*/ 1078046 w 1651802"/>
                <a:gd name="csY1884" fmla="*/ 619070 h 1232001"/>
                <a:gd name="csX1885" fmla="*/ 1079708 w 1651802"/>
                <a:gd name="csY1885" fmla="*/ 620733 h 1232001"/>
                <a:gd name="csX1886" fmla="*/ 1078046 w 1651802"/>
                <a:gd name="csY1886" fmla="*/ 622397 h 1232001"/>
                <a:gd name="csX1887" fmla="*/ 1076381 w 1651802"/>
                <a:gd name="csY1887" fmla="*/ 620733 h 1232001"/>
                <a:gd name="csX1888" fmla="*/ 496696 w 1651802"/>
                <a:gd name="csY1888" fmla="*/ 617406 h 1232001"/>
                <a:gd name="csX1889" fmla="*/ 498359 w 1651802"/>
                <a:gd name="csY1889" fmla="*/ 615719 h 1232001"/>
                <a:gd name="csX1890" fmla="*/ 500023 w 1651802"/>
                <a:gd name="csY1890" fmla="*/ 617406 h 1232001"/>
                <a:gd name="csX1891" fmla="*/ 498359 w 1651802"/>
                <a:gd name="csY1891" fmla="*/ 619070 h 1232001"/>
                <a:gd name="csX1892" fmla="*/ 496696 w 1651802"/>
                <a:gd name="csY1892" fmla="*/ 617406 h 1232001"/>
                <a:gd name="csX1893" fmla="*/ 520008 w 1651802"/>
                <a:gd name="csY1893" fmla="*/ 617406 h 1232001"/>
                <a:gd name="csX1894" fmla="*/ 521673 w 1651802"/>
                <a:gd name="csY1894" fmla="*/ 615719 h 1232001"/>
                <a:gd name="csX1895" fmla="*/ 523335 w 1651802"/>
                <a:gd name="csY1895" fmla="*/ 617406 h 1232001"/>
                <a:gd name="csX1896" fmla="*/ 521673 w 1651802"/>
                <a:gd name="csY1896" fmla="*/ 619070 h 1232001"/>
                <a:gd name="csX1897" fmla="*/ 520008 w 1651802"/>
                <a:gd name="csY1897" fmla="*/ 617406 h 1232001"/>
                <a:gd name="csX1898" fmla="*/ 1129685 w 1651802"/>
                <a:gd name="csY1898" fmla="*/ 617406 h 1232001"/>
                <a:gd name="csX1899" fmla="*/ 1131349 w 1651802"/>
                <a:gd name="csY1899" fmla="*/ 615719 h 1232001"/>
                <a:gd name="csX1900" fmla="*/ 1133012 w 1651802"/>
                <a:gd name="csY1900" fmla="*/ 617406 h 1232001"/>
                <a:gd name="csX1901" fmla="*/ 1131349 w 1651802"/>
                <a:gd name="csY1901" fmla="*/ 619070 h 1232001"/>
                <a:gd name="csX1902" fmla="*/ 1129685 w 1651802"/>
                <a:gd name="csY1902" fmla="*/ 617406 h 1232001"/>
                <a:gd name="csX1903" fmla="*/ 569985 w 1651802"/>
                <a:gd name="csY1903" fmla="*/ 614056 h 1232001"/>
                <a:gd name="csX1904" fmla="*/ 571649 w 1651802"/>
                <a:gd name="csY1904" fmla="*/ 612392 h 1232001"/>
                <a:gd name="csX1905" fmla="*/ 573312 w 1651802"/>
                <a:gd name="csY1905" fmla="*/ 614056 h 1232001"/>
                <a:gd name="csX1906" fmla="*/ 571649 w 1651802"/>
                <a:gd name="csY1906" fmla="*/ 615719 h 1232001"/>
                <a:gd name="csX1907" fmla="*/ 569985 w 1651802"/>
                <a:gd name="csY1907" fmla="*/ 614056 h 1232001"/>
                <a:gd name="csX1908" fmla="*/ 1079708 w 1651802"/>
                <a:gd name="csY1908" fmla="*/ 614056 h 1232001"/>
                <a:gd name="csX1909" fmla="*/ 1081373 w 1651802"/>
                <a:gd name="csY1909" fmla="*/ 612392 h 1232001"/>
                <a:gd name="csX1910" fmla="*/ 1083035 w 1651802"/>
                <a:gd name="csY1910" fmla="*/ 614056 h 1232001"/>
                <a:gd name="csX1911" fmla="*/ 1081373 w 1651802"/>
                <a:gd name="csY1911" fmla="*/ 615719 h 1232001"/>
                <a:gd name="csX1912" fmla="*/ 1079708 w 1651802"/>
                <a:gd name="csY1912" fmla="*/ 614056 h 1232001"/>
                <a:gd name="csX1913" fmla="*/ 1249625 w 1651802"/>
                <a:gd name="csY1913" fmla="*/ 614056 h 1232001"/>
                <a:gd name="csX1914" fmla="*/ 1251288 w 1651802"/>
                <a:gd name="csY1914" fmla="*/ 612392 h 1232001"/>
                <a:gd name="csX1915" fmla="*/ 1252952 w 1651802"/>
                <a:gd name="csY1915" fmla="*/ 614056 h 1232001"/>
                <a:gd name="csX1916" fmla="*/ 1251288 w 1651802"/>
                <a:gd name="csY1916" fmla="*/ 615719 h 1232001"/>
                <a:gd name="csX1917" fmla="*/ 1249625 w 1651802"/>
                <a:gd name="csY1917" fmla="*/ 614056 h 1232001"/>
                <a:gd name="csX1918" fmla="*/ 1646062 w 1651802"/>
                <a:gd name="csY1918" fmla="*/ 612392 h 1232001"/>
                <a:gd name="csX1919" fmla="*/ 1648305 w 1651802"/>
                <a:gd name="csY1919" fmla="*/ 610174 h 1232001"/>
                <a:gd name="csX1920" fmla="*/ 1648305 w 1651802"/>
                <a:gd name="csY1920" fmla="*/ 614610 h 1232001"/>
                <a:gd name="csX1921" fmla="*/ 1646062 w 1651802"/>
                <a:gd name="csY1921" fmla="*/ 612392 h 1232001"/>
                <a:gd name="csX1922" fmla="*/ 516681 w 1651802"/>
                <a:gd name="csY1922" fmla="*/ 610729 h 1232001"/>
                <a:gd name="csX1923" fmla="*/ 518346 w 1651802"/>
                <a:gd name="csY1923" fmla="*/ 609065 h 1232001"/>
                <a:gd name="csX1924" fmla="*/ 520008 w 1651802"/>
                <a:gd name="csY1924" fmla="*/ 610729 h 1232001"/>
                <a:gd name="csX1925" fmla="*/ 518346 w 1651802"/>
                <a:gd name="csY1925" fmla="*/ 612392 h 1232001"/>
                <a:gd name="csX1926" fmla="*/ 516681 w 1651802"/>
                <a:gd name="csY1926" fmla="*/ 610729 h 1232001"/>
                <a:gd name="csX1927" fmla="*/ 794868 w 1651802"/>
                <a:gd name="csY1927" fmla="*/ 609065 h 1232001"/>
                <a:gd name="csX1928" fmla="*/ 798580 w 1651802"/>
                <a:gd name="csY1928" fmla="*/ 605738 h 1232001"/>
                <a:gd name="csX1929" fmla="*/ 798195 w 1651802"/>
                <a:gd name="csY1929" fmla="*/ 609065 h 1232001"/>
                <a:gd name="csX1930" fmla="*/ 794482 w 1651802"/>
                <a:gd name="csY1930" fmla="*/ 612392 h 1232001"/>
                <a:gd name="csX1931" fmla="*/ 794868 w 1651802"/>
                <a:gd name="csY1931" fmla="*/ 609065 h 1232001"/>
                <a:gd name="csX1932" fmla="*/ 854512 w 1651802"/>
                <a:gd name="csY1932" fmla="*/ 608559 h 1232001"/>
                <a:gd name="csX1933" fmla="*/ 852125 w 1651802"/>
                <a:gd name="csY1933" fmla="*/ 604702 h 1232001"/>
                <a:gd name="csX1934" fmla="*/ 855983 w 1651802"/>
                <a:gd name="csY1934" fmla="*/ 607088 h 1232001"/>
                <a:gd name="csX1935" fmla="*/ 859840 w 1651802"/>
                <a:gd name="csY1935" fmla="*/ 610921 h 1232001"/>
                <a:gd name="csX1936" fmla="*/ 854512 w 1651802"/>
                <a:gd name="csY1936" fmla="*/ 608559 h 1232001"/>
                <a:gd name="csX1937" fmla="*/ 1133012 w 1651802"/>
                <a:gd name="csY1937" fmla="*/ 610729 h 1232001"/>
                <a:gd name="csX1938" fmla="*/ 1134676 w 1651802"/>
                <a:gd name="csY1938" fmla="*/ 609065 h 1232001"/>
                <a:gd name="csX1939" fmla="*/ 1136339 w 1651802"/>
                <a:gd name="csY1939" fmla="*/ 610729 h 1232001"/>
                <a:gd name="csX1940" fmla="*/ 1134676 w 1651802"/>
                <a:gd name="csY1940" fmla="*/ 612392 h 1232001"/>
                <a:gd name="csX1941" fmla="*/ 1133012 w 1651802"/>
                <a:gd name="csY1941" fmla="*/ 610729 h 1232001"/>
                <a:gd name="csX1942" fmla="*/ 566658 w 1651802"/>
                <a:gd name="csY1942" fmla="*/ 607402 h 1232001"/>
                <a:gd name="csX1943" fmla="*/ 568322 w 1651802"/>
                <a:gd name="csY1943" fmla="*/ 605738 h 1232001"/>
                <a:gd name="csX1944" fmla="*/ 569985 w 1651802"/>
                <a:gd name="csY1944" fmla="*/ 607402 h 1232001"/>
                <a:gd name="csX1945" fmla="*/ 568322 w 1651802"/>
                <a:gd name="csY1945" fmla="*/ 609065 h 1232001"/>
                <a:gd name="csX1946" fmla="*/ 566658 w 1651802"/>
                <a:gd name="csY1946" fmla="*/ 607402 h 1232001"/>
                <a:gd name="csX1947" fmla="*/ 723242 w 1651802"/>
                <a:gd name="csY1947" fmla="*/ 607812 h 1232001"/>
                <a:gd name="csX1948" fmla="*/ 729052 w 1651802"/>
                <a:gd name="csY1948" fmla="*/ 601977 h 1232001"/>
                <a:gd name="csX1949" fmla="*/ 734887 w 1651802"/>
                <a:gd name="csY1949" fmla="*/ 597397 h 1232001"/>
                <a:gd name="csX1950" fmla="*/ 730330 w 1651802"/>
                <a:gd name="csY1950" fmla="*/ 603231 h 1232001"/>
                <a:gd name="csX1951" fmla="*/ 723242 w 1651802"/>
                <a:gd name="csY1951" fmla="*/ 607812 h 1232001"/>
                <a:gd name="csX1952" fmla="*/ 922690 w 1651802"/>
                <a:gd name="csY1952" fmla="*/ 603231 h 1232001"/>
                <a:gd name="csX1953" fmla="*/ 918135 w 1651802"/>
                <a:gd name="csY1953" fmla="*/ 597397 h 1232001"/>
                <a:gd name="csX1954" fmla="*/ 923968 w 1651802"/>
                <a:gd name="csY1954" fmla="*/ 601977 h 1232001"/>
                <a:gd name="csX1955" fmla="*/ 929778 w 1651802"/>
                <a:gd name="csY1955" fmla="*/ 607812 h 1232001"/>
                <a:gd name="csX1956" fmla="*/ 922690 w 1651802"/>
                <a:gd name="csY1956" fmla="*/ 603231 h 1232001"/>
                <a:gd name="csX1957" fmla="*/ 1083035 w 1651802"/>
                <a:gd name="csY1957" fmla="*/ 607402 h 1232001"/>
                <a:gd name="csX1958" fmla="*/ 1084699 w 1651802"/>
                <a:gd name="csY1958" fmla="*/ 605738 h 1232001"/>
                <a:gd name="csX1959" fmla="*/ 1086362 w 1651802"/>
                <a:gd name="csY1959" fmla="*/ 607402 h 1232001"/>
                <a:gd name="csX1960" fmla="*/ 1084699 w 1651802"/>
                <a:gd name="csY1960" fmla="*/ 609065 h 1232001"/>
                <a:gd name="csX1961" fmla="*/ 1083035 w 1651802"/>
                <a:gd name="csY1961" fmla="*/ 607402 h 1232001"/>
                <a:gd name="csX1962" fmla="*/ 545 w 1651802"/>
                <a:gd name="csY1962" fmla="*/ 600458 h 1232001"/>
                <a:gd name="csX1963" fmla="*/ 811 w 1651802"/>
                <a:gd name="csY1963" fmla="*/ 594070 h 1232001"/>
                <a:gd name="csX1964" fmla="*/ 2571 w 1651802"/>
                <a:gd name="csY1964" fmla="*/ 598457 h 1232001"/>
                <a:gd name="csX1965" fmla="*/ 2305 w 1651802"/>
                <a:gd name="csY1965" fmla="*/ 604822 h 1232001"/>
                <a:gd name="csX1966" fmla="*/ 545 w 1651802"/>
                <a:gd name="csY1966" fmla="*/ 600458 h 1232001"/>
                <a:gd name="csX1967" fmla="*/ 496696 w 1651802"/>
                <a:gd name="csY1967" fmla="*/ 604075 h 1232001"/>
                <a:gd name="csX1968" fmla="*/ 498359 w 1651802"/>
                <a:gd name="csY1968" fmla="*/ 602411 h 1232001"/>
                <a:gd name="csX1969" fmla="*/ 500023 w 1651802"/>
                <a:gd name="csY1969" fmla="*/ 604075 h 1232001"/>
                <a:gd name="csX1970" fmla="*/ 498359 w 1651802"/>
                <a:gd name="csY1970" fmla="*/ 605738 h 1232001"/>
                <a:gd name="csX1971" fmla="*/ 496696 w 1651802"/>
                <a:gd name="csY1971" fmla="*/ 604075 h 1232001"/>
                <a:gd name="csX1972" fmla="*/ 513354 w 1651802"/>
                <a:gd name="csY1972" fmla="*/ 600748 h 1232001"/>
                <a:gd name="csX1973" fmla="*/ 515019 w 1651802"/>
                <a:gd name="csY1973" fmla="*/ 599060 h 1232001"/>
                <a:gd name="csX1974" fmla="*/ 516681 w 1651802"/>
                <a:gd name="csY1974" fmla="*/ 600748 h 1232001"/>
                <a:gd name="csX1975" fmla="*/ 515019 w 1651802"/>
                <a:gd name="csY1975" fmla="*/ 602411 h 1232001"/>
                <a:gd name="csX1976" fmla="*/ 513354 w 1651802"/>
                <a:gd name="csY1976" fmla="*/ 600748 h 1232001"/>
                <a:gd name="csX1977" fmla="*/ 563331 w 1651802"/>
                <a:gd name="csY1977" fmla="*/ 600748 h 1232001"/>
                <a:gd name="csX1978" fmla="*/ 564995 w 1651802"/>
                <a:gd name="csY1978" fmla="*/ 599060 h 1232001"/>
                <a:gd name="csX1979" fmla="*/ 566658 w 1651802"/>
                <a:gd name="csY1979" fmla="*/ 600748 h 1232001"/>
                <a:gd name="csX1980" fmla="*/ 564995 w 1651802"/>
                <a:gd name="csY1980" fmla="*/ 602411 h 1232001"/>
                <a:gd name="csX1981" fmla="*/ 563331 w 1651802"/>
                <a:gd name="csY1981" fmla="*/ 600748 h 1232001"/>
                <a:gd name="csX1982" fmla="*/ 1136339 w 1651802"/>
                <a:gd name="csY1982" fmla="*/ 600748 h 1232001"/>
                <a:gd name="csX1983" fmla="*/ 1138003 w 1651802"/>
                <a:gd name="csY1983" fmla="*/ 599060 h 1232001"/>
                <a:gd name="csX1984" fmla="*/ 1139666 w 1651802"/>
                <a:gd name="csY1984" fmla="*/ 600748 h 1232001"/>
                <a:gd name="csX1985" fmla="*/ 1138003 w 1651802"/>
                <a:gd name="csY1985" fmla="*/ 602411 h 1232001"/>
                <a:gd name="csX1986" fmla="*/ 1136339 w 1651802"/>
                <a:gd name="csY1986" fmla="*/ 600748 h 1232001"/>
                <a:gd name="csX1987" fmla="*/ 1252952 w 1651802"/>
                <a:gd name="csY1987" fmla="*/ 600748 h 1232001"/>
                <a:gd name="csX1988" fmla="*/ 1254615 w 1651802"/>
                <a:gd name="csY1988" fmla="*/ 599060 h 1232001"/>
                <a:gd name="csX1989" fmla="*/ 1256279 w 1651802"/>
                <a:gd name="csY1989" fmla="*/ 600748 h 1232001"/>
                <a:gd name="csX1990" fmla="*/ 1254615 w 1651802"/>
                <a:gd name="csY1990" fmla="*/ 602411 h 1232001"/>
                <a:gd name="csX1991" fmla="*/ 1252952 w 1651802"/>
                <a:gd name="csY1991" fmla="*/ 600748 h 1232001"/>
                <a:gd name="csX1992" fmla="*/ 1642735 w 1651802"/>
                <a:gd name="csY1992" fmla="*/ 600748 h 1232001"/>
                <a:gd name="csX1993" fmla="*/ 1644399 w 1651802"/>
                <a:gd name="csY1993" fmla="*/ 599060 h 1232001"/>
                <a:gd name="csX1994" fmla="*/ 1646062 w 1651802"/>
                <a:gd name="csY1994" fmla="*/ 600748 h 1232001"/>
                <a:gd name="csX1995" fmla="*/ 1644399 w 1651802"/>
                <a:gd name="csY1995" fmla="*/ 602411 h 1232001"/>
                <a:gd name="csX1996" fmla="*/ 1642735 w 1651802"/>
                <a:gd name="csY1996" fmla="*/ 600748 h 1232001"/>
                <a:gd name="csX1997" fmla="*/ 809863 w 1651802"/>
                <a:gd name="csY1997" fmla="*/ 597397 h 1232001"/>
                <a:gd name="csX1998" fmla="*/ 811528 w 1651802"/>
                <a:gd name="csY1998" fmla="*/ 595733 h 1232001"/>
                <a:gd name="csX1999" fmla="*/ 813190 w 1651802"/>
                <a:gd name="csY1999" fmla="*/ 597397 h 1232001"/>
                <a:gd name="csX2000" fmla="*/ 811528 w 1651802"/>
                <a:gd name="csY2000" fmla="*/ 599060 h 1232001"/>
                <a:gd name="csX2001" fmla="*/ 809863 w 1651802"/>
                <a:gd name="csY2001" fmla="*/ 597397 h 1232001"/>
                <a:gd name="csX2002" fmla="*/ 839830 w 1651802"/>
                <a:gd name="csY2002" fmla="*/ 597397 h 1232001"/>
                <a:gd name="csX2003" fmla="*/ 841494 w 1651802"/>
                <a:gd name="csY2003" fmla="*/ 595733 h 1232001"/>
                <a:gd name="csX2004" fmla="*/ 843182 w 1651802"/>
                <a:gd name="csY2004" fmla="*/ 597397 h 1232001"/>
                <a:gd name="csX2005" fmla="*/ 841494 w 1651802"/>
                <a:gd name="csY2005" fmla="*/ 599060 h 1232001"/>
                <a:gd name="csX2006" fmla="*/ 839830 w 1651802"/>
                <a:gd name="csY2006" fmla="*/ 597397 h 1232001"/>
                <a:gd name="csX2007" fmla="*/ 486690 w 1651802"/>
                <a:gd name="csY2007" fmla="*/ 590743 h 1232001"/>
                <a:gd name="csX2008" fmla="*/ 488354 w 1651802"/>
                <a:gd name="csY2008" fmla="*/ 589079 h 1232001"/>
                <a:gd name="csX2009" fmla="*/ 490017 w 1651802"/>
                <a:gd name="csY2009" fmla="*/ 590743 h 1232001"/>
                <a:gd name="csX2010" fmla="*/ 488354 w 1651802"/>
                <a:gd name="csY2010" fmla="*/ 592406 h 1232001"/>
                <a:gd name="csX2011" fmla="*/ 486690 w 1651802"/>
                <a:gd name="csY2011" fmla="*/ 590743 h 1232001"/>
                <a:gd name="csX2012" fmla="*/ 510004 w 1651802"/>
                <a:gd name="csY2012" fmla="*/ 590743 h 1232001"/>
                <a:gd name="csX2013" fmla="*/ 511692 w 1651802"/>
                <a:gd name="csY2013" fmla="*/ 589079 h 1232001"/>
                <a:gd name="csX2014" fmla="*/ 513354 w 1651802"/>
                <a:gd name="csY2014" fmla="*/ 590743 h 1232001"/>
                <a:gd name="csX2015" fmla="*/ 511692 w 1651802"/>
                <a:gd name="csY2015" fmla="*/ 592406 h 1232001"/>
                <a:gd name="csX2016" fmla="*/ 510004 w 1651802"/>
                <a:gd name="csY2016" fmla="*/ 590743 h 1232001"/>
                <a:gd name="csX2017" fmla="*/ 559980 w 1651802"/>
                <a:gd name="csY2017" fmla="*/ 590743 h 1232001"/>
                <a:gd name="csX2018" fmla="*/ 561643 w 1651802"/>
                <a:gd name="csY2018" fmla="*/ 589079 h 1232001"/>
                <a:gd name="csX2019" fmla="*/ 563331 w 1651802"/>
                <a:gd name="csY2019" fmla="*/ 590743 h 1232001"/>
                <a:gd name="csX2020" fmla="*/ 561643 w 1651802"/>
                <a:gd name="csY2020" fmla="*/ 592406 h 1232001"/>
                <a:gd name="csX2021" fmla="*/ 559980 w 1651802"/>
                <a:gd name="csY2021" fmla="*/ 590743 h 1232001"/>
                <a:gd name="csX2022" fmla="*/ 1089713 w 1651802"/>
                <a:gd name="csY2022" fmla="*/ 590743 h 1232001"/>
                <a:gd name="csX2023" fmla="*/ 1091377 w 1651802"/>
                <a:gd name="csY2023" fmla="*/ 589079 h 1232001"/>
                <a:gd name="csX2024" fmla="*/ 1093040 w 1651802"/>
                <a:gd name="csY2024" fmla="*/ 590743 h 1232001"/>
                <a:gd name="csX2025" fmla="*/ 1091377 w 1651802"/>
                <a:gd name="csY2025" fmla="*/ 592406 h 1232001"/>
                <a:gd name="csX2026" fmla="*/ 1089713 w 1651802"/>
                <a:gd name="csY2026" fmla="*/ 590743 h 1232001"/>
                <a:gd name="csX2027" fmla="*/ 1139666 w 1651802"/>
                <a:gd name="csY2027" fmla="*/ 590743 h 1232001"/>
                <a:gd name="csX2028" fmla="*/ 1141354 w 1651802"/>
                <a:gd name="csY2028" fmla="*/ 589079 h 1232001"/>
                <a:gd name="csX2029" fmla="*/ 1143018 w 1651802"/>
                <a:gd name="csY2029" fmla="*/ 590743 h 1232001"/>
                <a:gd name="csX2030" fmla="*/ 1141354 w 1651802"/>
                <a:gd name="csY2030" fmla="*/ 592406 h 1232001"/>
                <a:gd name="csX2031" fmla="*/ 1139666 w 1651802"/>
                <a:gd name="csY2031" fmla="*/ 590743 h 1232001"/>
                <a:gd name="csX2032" fmla="*/ 1256279 w 1651802"/>
                <a:gd name="csY2032" fmla="*/ 590743 h 1232001"/>
                <a:gd name="csX2033" fmla="*/ 1257942 w 1651802"/>
                <a:gd name="csY2033" fmla="*/ 589079 h 1232001"/>
                <a:gd name="csX2034" fmla="*/ 1259606 w 1651802"/>
                <a:gd name="csY2034" fmla="*/ 590743 h 1232001"/>
                <a:gd name="csX2035" fmla="*/ 1257942 w 1651802"/>
                <a:gd name="csY2035" fmla="*/ 592406 h 1232001"/>
                <a:gd name="csX2036" fmla="*/ 1256279 w 1651802"/>
                <a:gd name="csY2036" fmla="*/ 590743 h 1232001"/>
                <a:gd name="csX2037" fmla="*/ 1639408 w 1651802"/>
                <a:gd name="csY2037" fmla="*/ 590743 h 1232001"/>
                <a:gd name="csX2038" fmla="*/ 1641072 w 1651802"/>
                <a:gd name="csY2038" fmla="*/ 589079 h 1232001"/>
                <a:gd name="csX2039" fmla="*/ 1642735 w 1651802"/>
                <a:gd name="csY2039" fmla="*/ 590743 h 1232001"/>
                <a:gd name="csX2040" fmla="*/ 1641072 w 1651802"/>
                <a:gd name="csY2040" fmla="*/ 592406 h 1232001"/>
                <a:gd name="csX2041" fmla="*/ 1639408 w 1651802"/>
                <a:gd name="csY2041" fmla="*/ 590743 h 1232001"/>
                <a:gd name="csX2042" fmla="*/ 480038 w 1651802"/>
                <a:gd name="csY2042" fmla="*/ 587416 h 1232001"/>
                <a:gd name="csX2043" fmla="*/ 481700 w 1651802"/>
                <a:gd name="csY2043" fmla="*/ 585752 h 1232001"/>
                <a:gd name="csX2044" fmla="*/ 483365 w 1651802"/>
                <a:gd name="csY2044" fmla="*/ 587416 h 1232001"/>
                <a:gd name="csX2045" fmla="*/ 481700 w 1651802"/>
                <a:gd name="csY2045" fmla="*/ 589079 h 1232001"/>
                <a:gd name="csX2046" fmla="*/ 480038 w 1651802"/>
                <a:gd name="csY2046" fmla="*/ 587416 h 1232001"/>
                <a:gd name="csX2047" fmla="*/ 748218 w 1651802"/>
                <a:gd name="csY2047" fmla="*/ 585752 h 1232001"/>
                <a:gd name="csX2048" fmla="*/ 751956 w 1651802"/>
                <a:gd name="csY2048" fmla="*/ 582425 h 1232001"/>
                <a:gd name="csX2049" fmla="*/ 751545 w 1651802"/>
                <a:gd name="csY2049" fmla="*/ 585752 h 1232001"/>
                <a:gd name="csX2050" fmla="*/ 747833 w 1651802"/>
                <a:gd name="csY2050" fmla="*/ 589079 h 1232001"/>
                <a:gd name="csX2051" fmla="*/ 748218 w 1651802"/>
                <a:gd name="csY2051" fmla="*/ 585752 h 1232001"/>
                <a:gd name="csX2052" fmla="*/ 824281 w 1651802"/>
                <a:gd name="csY2052" fmla="*/ 586861 h 1232001"/>
                <a:gd name="csX2053" fmla="*/ 828741 w 1651802"/>
                <a:gd name="csY2053" fmla="*/ 586861 h 1232001"/>
                <a:gd name="csX2054" fmla="*/ 826522 w 1651802"/>
                <a:gd name="csY2054" fmla="*/ 589079 h 1232001"/>
                <a:gd name="csX2055" fmla="*/ 824304 w 1651802"/>
                <a:gd name="csY2055" fmla="*/ 586861 h 1232001"/>
                <a:gd name="csX2056" fmla="*/ 901162 w 1651802"/>
                <a:gd name="csY2056" fmla="*/ 585222 h 1232001"/>
                <a:gd name="csX2057" fmla="*/ 898775 w 1651802"/>
                <a:gd name="csY2057" fmla="*/ 581389 h 1232001"/>
                <a:gd name="csX2058" fmla="*/ 902633 w 1651802"/>
                <a:gd name="csY2058" fmla="*/ 583751 h 1232001"/>
                <a:gd name="csX2059" fmla="*/ 906466 w 1651802"/>
                <a:gd name="csY2059" fmla="*/ 587608 h 1232001"/>
                <a:gd name="csX2060" fmla="*/ 901162 w 1651802"/>
                <a:gd name="csY2060" fmla="*/ 585222 h 1232001"/>
                <a:gd name="csX2061" fmla="*/ 506677 w 1651802"/>
                <a:gd name="csY2061" fmla="*/ 579074 h 1232001"/>
                <a:gd name="csX2062" fmla="*/ 508894 w 1651802"/>
                <a:gd name="csY2062" fmla="*/ 576856 h 1232001"/>
                <a:gd name="csX2063" fmla="*/ 508894 w 1651802"/>
                <a:gd name="csY2063" fmla="*/ 581316 h 1232001"/>
                <a:gd name="csX2064" fmla="*/ 506677 w 1651802"/>
                <a:gd name="csY2064" fmla="*/ 579074 h 1232001"/>
                <a:gd name="csX2065" fmla="*/ 556654 w 1651802"/>
                <a:gd name="csY2065" fmla="*/ 580737 h 1232001"/>
                <a:gd name="csX2066" fmla="*/ 558316 w 1651802"/>
                <a:gd name="csY2066" fmla="*/ 579074 h 1232001"/>
                <a:gd name="csX2067" fmla="*/ 559980 w 1651802"/>
                <a:gd name="csY2067" fmla="*/ 580737 h 1232001"/>
                <a:gd name="csX2068" fmla="*/ 558316 w 1651802"/>
                <a:gd name="csY2068" fmla="*/ 582425 h 1232001"/>
                <a:gd name="csX2069" fmla="*/ 556654 w 1651802"/>
                <a:gd name="csY2069" fmla="*/ 580737 h 1232001"/>
                <a:gd name="csX2070" fmla="*/ 1093040 w 1651802"/>
                <a:gd name="csY2070" fmla="*/ 580737 h 1232001"/>
                <a:gd name="csX2071" fmla="*/ 1094704 w 1651802"/>
                <a:gd name="csY2071" fmla="*/ 579074 h 1232001"/>
                <a:gd name="csX2072" fmla="*/ 1096367 w 1651802"/>
                <a:gd name="csY2072" fmla="*/ 580737 h 1232001"/>
                <a:gd name="csX2073" fmla="*/ 1094704 w 1651802"/>
                <a:gd name="csY2073" fmla="*/ 582425 h 1232001"/>
                <a:gd name="csX2074" fmla="*/ 1093040 w 1651802"/>
                <a:gd name="csY2074" fmla="*/ 580737 h 1232001"/>
                <a:gd name="csX2075" fmla="*/ 1143018 w 1651802"/>
                <a:gd name="csY2075" fmla="*/ 579074 h 1232001"/>
                <a:gd name="csX2076" fmla="*/ 1145235 w 1651802"/>
                <a:gd name="csY2076" fmla="*/ 576856 h 1232001"/>
                <a:gd name="csX2077" fmla="*/ 1145235 w 1651802"/>
                <a:gd name="csY2077" fmla="*/ 581316 h 1232001"/>
                <a:gd name="csX2078" fmla="*/ 1143018 w 1651802"/>
                <a:gd name="csY2078" fmla="*/ 579074 h 1232001"/>
                <a:gd name="csX2079" fmla="*/ 1636081 w 1651802"/>
                <a:gd name="csY2079" fmla="*/ 580737 h 1232001"/>
                <a:gd name="csX2080" fmla="*/ 1637746 w 1651802"/>
                <a:gd name="csY2080" fmla="*/ 579074 h 1232001"/>
                <a:gd name="csX2081" fmla="*/ 1639408 w 1651802"/>
                <a:gd name="csY2081" fmla="*/ 580737 h 1232001"/>
                <a:gd name="csX2082" fmla="*/ 1637746 w 1651802"/>
                <a:gd name="csY2082" fmla="*/ 582425 h 1232001"/>
                <a:gd name="csX2083" fmla="*/ 1636081 w 1651802"/>
                <a:gd name="csY2083" fmla="*/ 580737 h 1232001"/>
                <a:gd name="csX2084" fmla="*/ 764877 w 1651802"/>
                <a:gd name="csY2084" fmla="*/ 572420 h 1232001"/>
                <a:gd name="csX2085" fmla="*/ 768614 w 1651802"/>
                <a:gd name="csY2085" fmla="*/ 569093 h 1232001"/>
                <a:gd name="csX2086" fmla="*/ 768204 w 1651802"/>
                <a:gd name="csY2086" fmla="*/ 572420 h 1232001"/>
                <a:gd name="csX2087" fmla="*/ 764491 w 1651802"/>
                <a:gd name="csY2087" fmla="*/ 575747 h 1232001"/>
                <a:gd name="csX2088" fmla="*/ 764877 w 1651802"/>
                <a:gd name="csY2088" fmla="*/ 572420 h 1232001"/>
                <a:gd name="csX2089" fmla="*/ 884503 w 1651802"/>
                <a:gd name="csY2089" fmla="*/ 571914 h 1232001"/>
                <a:gd name="csX2090" fmla="*/ 882116 w 1651802"/>
                <a:gd name="csY2090" fmla="*/ 568056 h 1232001"/>
                <a:gd name="csX2091" fmla="*/ 885973 w 1651802"/>
                <a:gd name="csY2091" fmla="*/ 570443 h 1232001"/>
                <a:gd name="csX2092" fmla="*/ 889806 w 1651802"/>
                <a:gd name="csY2092" fmla="*/ 574276 h 1232001"/>
                <a:gd name="csX2093" fmla="*/ 884503 w 1651802"/>
                <a:gd name="csY2093" fmla="*/ 571914 h 1232001"/>
                <a:gd name="csX2094" fmla="*/ 1262956 w 1651802"/>
                <a:gd name="csY2094" fmla="*/ 574083 h 1232001"/>
                <a:gd name="csX2095" fmla="*/ 1264619 w 1651802"/>
                <a:gd name="csY2095" fmla="*/ 572420 h 1232001"/>
                <a:gd name="csX2096" fmla="*/ 1266283 w 1651802"/>
                <a:gd name="csY2096" fmla="*/ 574083 h 1232001"/>
                <a:gd name="csX2097" fmla="*/ 1264619 w 1651802"/>
                <a:gd name="csY2097" fmla="*/ 575747 h 1232001"/>
                <a:gd name="csX2098" fmla="*/ 1262956 w 1651802"/>
                <a:gd name="csY2098" fmla="*/ 574083 h 1232001"/>
                <a:gd name="csX2099" fmla="*/ 1632754 w 1651802"/>
                <a:gd name="csY2099" fmla="*/ 574083 h 1232001"/>
                <a:gd name="csX2100" fmla="*/ 1634419 w 1651802"/>
                <a:gd name="csY2100" fmla="*/ 572420 h 1232001"/>
                <a:gd name="csX2101" fmla="*/ 1636081 w 1651802"/>
                <a:gd name="csY2101" fmla="*/ 574083 h 1232001"/>
                <a:gd name="csX2102" fmla="*/ 1634419 w 1651802"/>
                <a:gd name="csY2102" fmla="*/ 575747 h 1232001"/>
                <a:gd name="csX2103" fmla="*/ 1632754 w 1651802"/>
                <a:gd name="csY2103" fmla="*/ 574083 h 1232001"/>
                <a:gd name="csX2104" fmla="*/ 553327 w 1651802"/>
                <a:gd name="csY2104" fmla="*/ 570757 h 1232001"/>
                <a:gd name="csX2105" fmla="*/ 554989 w 1651802"/>
                <a:gd name="csY2105" fmla="*/ 569093 h 1232001"/>
                <a:gd name="csX2106" fmla="*/ 556654 w 1651802"/>
                <a:gd name="csY2106" fmla="*/ 570757 h 1232001"/>
                <a:gd name="csX2107" fmla="*/ 554989 w 1651802"/>
                <a:gd name="csY2107" fmla="*/ 572420 h 1232001"/>
                <a:gd name="csX2108" fmla="*/ 553327 w 1651802"/>
                <a:gd name="csY2108" fmla="*/ 570757 h 1232001"/>
                <a:gd name="csX2109" fmla="*/ 1096367 w 1651802"/>
                <a:gd name="csY2109" fmla="*/ 570757 h 1232001"/>
                <a:gd name="csX2110" fmla="*/ 1098031 w 1651802"/>
                <a:gd name="csY2110" fmla="*/ 569093 h 1232001"/>
                <a:gd name="csX2111" fmla="*/ 1099694 w 1651802"/>
                <a:gd name="csY2111" fmla="*/ 570757 h 1232001"/>
                <a:gd name="csX2112" fmla="*/ 1098031 w 1651802"/>
                <a:gd name="csY2112" fmla="*/ 572420 h 1232001"/>
                <a:gd name="csX2113" fmla="*/ 1096367 w 1651802"/>
                <a:gd name="csY2113" fmla="*/ 570757 h 1232001"/>
                <a:gd name="csX2114" fmla="*/ 503350 w 1651802"/>
                <a:gd name="csY2114" fmla="*/ 565766 h 1232001"/>
                <a:gd name="csX2115" fmla="*/ 505567 w 1651802"/>
                <a:gd name="csY2115" fmla="*/ 563549 h 1232001"/>
                <a:gd name="csX2116" fmla="*/ 505567 w 1651802"/>
                <a:gd name="csY2116" fmla="*/ 567984 h 1232001"/>
                <a:gd name="csX2117" fmla="*/ 503350 w 1651802"/>
                <a:gd name="csY2117" fmla="*/ 565766 h 1232001"/>
                <a:gd name="csX2118" fmla="*/ 1146345 w 1651802"/>
                <a:gd name="csY2118" fmla="*/ 565766 h 1232001"/>
                <a:gd name="csX2119" fmla="*/ 1148562 w 1651802"/>
                <a:gd name="csY2119" fmla="*/ 563549 h 1232001"/>
                <a:gd name="csX2120" fmla="*/ 1148562 w 1651802"/>
                <a:gd name="csY2120" fmla="*/ 567984 h 1232001"/>
                <a:gd name="csX2121" fmla="*/ 1146345 w 1651802"/>
                <a:gd name="csY2121" fmla="*/ 565766 h 1232001"/>
                <a:gd name="csX2122" fmla="*/ 1266283 w 1651802"/>
                <a:gd name="csY2122" fmla="*/ 567430 h 1232001"/>
                <a:gd name="csX2123" fmla="*/ 1267946 w 1651802"/>
                <a:gd name="csY2123" fmla="*/ 565766 h 1232001"/>
                <a:gd name="csX2124" fmla="*/ 1269610 w 1651802"/>
                <a:gd name="csY2124" fmla="*/ 567430 h 1232001"/>
                <a:gd name="csX2125" fmla="*/ 1267946 w 1651802"/>
                <a:gd name="csY2125" fmla="*/ 569093 h 1232001"/>
                <a:gd name="csX2126" fmla="*/ 1266283 w 1651802"/>
                <a:gd name="csY2126" fmla="*/ 567430 h 1232001"/>
                <a:gd name="csX2127" fmla="*/ 1629427 w 1651802"/>
                <a:gd name="csY2127" fmla="*/ 567430 h 1232001"/>
                <a:gd name="csX2128" fmla="*/ 1631092 w 1651802"/>
                <a:gd name="csY2128" fmla="*/ 565766 h 1232001"/>
                <a:gd name="csX2129" fmla="*/ 1632754 w 1651802"/>
                <a:gd name="csY2129" fmla="*/ 567430 h 1232001"/>
                <a:gd name="csX2130" fmla="*/ 1631092 w 1651802"/>
                <a:gd name="csY2130" fmla="*/ 569093 h 1232001"/>
                <a:gd name="csX2131" fmla="*/ 1629427 w 1651802"/>
                <a:gd name="csY2131" fmla="*/ 567430 h 1232001"/>
                <a:gd name="csX2132" fmla="*/ 778209 w 1651802"/>
                <a:gd name="csY2132" fmla="*/ 562439 h 1232001"/>
                <a:gd name="csX2133" fmla="*/ 781922 w 1651802"/>
                <a:gd name="csY2133" fmla="*/ 559089 h 1232001"/>
                <a:gd name="csX2134" fmla="*/ 781536 w 1651802"/>
                <a:gd name="csY2134" fmla="*/ 562439 h 1232001"/>
                <a:gd name="csX2135" fmla="*/ 777824 w 1651802"/>
                <a:gd name="csY2135" fmla="*/ 565766 h 1232001"/>
                <a:gd name="csX2136" fmla="*/ 778209 w 1651802"/>
                <a:gd name="csY2136" fmla="*/ 562439 h 1232001"/>
                <a:gd name="csX2137" fmla="*/ 871172 w 1651802"/>
                <a:gd name="csY2137" fmla="*/ 561909 h 1232001"/>
                <a:gd name="csX2138" fmla="*/ 868785 w 1651802"/>
                <a:gd name="csY2138" fmla="*/ 558076 h 1232001"/>
                <a:gd name="csX2139" fmla="*/ 872642 w 1651802"/>
                <a:gd name="csY2139" fmla="*/ 560439 h 1232001"/>
                <a:gd name="csX2140" fmla="*/ 875028 w 1651802"/>
                <a:gd name="csY2140" fmla="*/ 565766 h 1232001"/>
                <a:gd name="csX2141" fmla="*/ 871172 w 1651802"/>
                <a:gd name="csY2141" fmla="*/ 561909 h 1232001"/>
                <a:gd name="csX2142" fmla="*/ 550000 w 1651802"/>
                <a:gd name="csY2142" fmla="*/ 559089 h 1232001"/>
                <a:gd name="csX2143" fmla="*/ 552217 w 1651802"/>
                <a:gd name="csY2143" fmla="*/ 556870 h 1232001"/>
                <a:gd name="csX2144" fmla="*/ 552217 w 1651802"/>
                <a:gd name="csY2144" fmla="*/ 561306 h 1232001"/>
                <a:gd name="csX2145" fmla="*/ 550000 w 1651802"/>
                <a:gd name="csY2145" fmla="*/ 559089 h 1232001"/>
                <a:gd name="csX2146" fmla="*/ 1099694 w 1651802"/>
                <a:gd name="csY2146" fmla="*/ 559089 h 1232001"/>
                <a:gd name="csX2147" fmla="*/ 1101913 w 1651802"/>
                <a:gd name="csY2147" fmla="*/ 556870 h 1232001"/>
                <a:gd name="csX2148" fmla="*/ 1101913 w 1651802"/>
                <a:gd name="csY2148" fmla="*/ 561306 h 1232001"/>
                <a:gd name="csX2149" fmla="*/ 1099694 w 1651802"/>
                <a:gd name="csY2149" fmla="*/ 559089 h 1232001"/>
                <a:gd name="csX2150" fmla="*/ 1626077 w 1651802"/>
                <a:gd name="csY2150" fmla="*/ 560752 h 1232001"/>
                <a:gd name="csX2151" fmla="*/ 1627740 w 1651802"/>
                <a:gd name="csY2151" fmla="*/ 559089 h 1232001"/>
                <a:gd name="csX2152" fmla="*/ 1629427 w 1651802"/>
                <a:gd name="csY2152" fmla="*/ 560752 h 1232001"/>
                <a:gd name="csX2153" fmla="*/ 1627740 w 1651802"/>
                <a:gd name="csY2153" fmla="*/ 562439 h 1232001"/>
                <a:gd name="csX2154" fmla="*/ 1626077 w 1651802"/>
                <a:gd name="csY2154" fmla="*/ 560752 h 1232001"/>
                <a:gd name="csX2155" fmla="*/ 1272937 w 1651802"/>
                <a:gd name="csY2155" fmla="*/ 557425 h 1232001"/>
                <a:gd name="csX2156" fmla="*/ 1274600 w 1651802"/>
                <a:gd name="csY2156" fmla="*/ 555762 h 1232001"/>
                <a:gd name="csX2157" fmla="*/ 1276264 w 1651802"/>
                <a:gd name="csY2157" fmla="*/ 557425 h 1232001"/>
                <a:gd name="csX2158" fmla="*/ 1274600 w 1651802"/>
                <a:gd name="csY2158" fmla="*/ 559089 h 1232001"/>
                <a:gd name="csX2159" fmla="*/ 1272937 w 1651802"/>
                <a:gd name="csY2159" fmla="*/ 557425 h 1232001"/>
                <a:gd name="csX2160" fmla="*/ 776545 w 1651802"/>
                <a:gd name="csY2160" fmla="*/ 554098 h 1232001"/>
                <a:gd name="csX2161" fmla="*/ 778209 w 1651802"/>
                <a:gd name="csY2161" fmla="*/ 552435 h 1232001"/>
                <a:gd name="csX2162" fmla="*/ 779872 w 1651802"/>
                <a:gd name="csY2162" fmla="*/ 554098 h 1232001"/>
                <a:gd name="csX2163" fmla="*/ 778209 w 1651802"/>
                <a:gd name="csY2163" fmla="*/ 555762 h 1232001"/>
                <a:gd name="csX2164" fmla="*/ 776545 w 1651802"/>
                <a:gd name="csY2164" fmla="*/ 554098 h 1232001"/>
                <a:gd name="csX2165" fmla="*/ 873148 w 1651802"/>
                <a:gd name="csY2165" fmla="*/ 554098 h 1232001"/>
                <a:gd name="csX2166" fmla="*/ 874812 w 1651802"/>
                <a:gd name="csY2166" fmla="*/ 552435 h 1232001"/>
                <a:gd name="csX2167" fmla="*/ 876475 w 1651802"/>
                <a:gd name="csY2167" fmla="*/ 554098 h 1232001"/>
                <a:gd name="csX2168" fmla="*/ 874812 w 1651802"/>
                <a:gd name="csY2168" fmla="*/ 555762 h 1232001"/>
                <a:gd name="csX2169" fmla="*/ 873148 w 1651802"/>
                <a:gd name="csY2169" fmla="*/ 554098 h 1232001"/>
                <a:gd name="csX2170" fmla="*/ 1276264 w 1651802"/>
                <a:gd name="csY2170" fmla="*/ 550771 h 1232001"/>
                <a:gd name="csX2171" fmla="*/ 1277927 w 1651802"/>
                <a:gd name="csY2171" fmla="*/ 549108 h 1232001"/>
                <a:gd name="csX2172" fmla="*/ 1279591 w 1651802"/>
                <a:gd name="csY2172" fmla="*/ 550771 h 1232001"/>
                <a:gd name="csX2173" fmla="*/ 1277927 w 1651802"/>
                <a:gd name="csY2173" fmla="*/ 552435 h 1232001"/>
                <a:gd name="csX2174" fmla="*/ 1276264 w 1651802"/>
                <a:gd name="csY2174" fmla="*/ 550771 h 1232001"/>
                <a:gd name="csX2175" fmla="*/ 1619423 w 1651802"/>
                <a:gd name="csY2175" fmla="*/ 550771 h 1232001"/>
                <a:gd name="csX2176" fmla="*/ 1621086 w 1651802"/>
                <a:gd name="csY2176" fmla="*/ 549108 h 1232001"/>
                <a:gd name="csX2177" fmla="*/ 1622750 w 1651802"/>
                <a:gd name="csY2177" fmla="*/ 550771 h 1232001"/>
                <a:gd name="csX2178" fmla="*/ 1621086 w 1651802"/>
                <a:gd name="csY2178" fmla="*/ 552435 h 1232001"/>
                <a:gd name="csX2179" fmla="*/ 1619423 w 1651802"/>
                <a:gd name="csY2179" fmla="*/ 550771 h 1232001"/>
                <a:gd name="csX2180" fmla="*/ 500963 w 1651802"/>
                <a:gd name="csY2180" fmla="*/ 534112 h 1232001"/>
                <a:gd name="csX2181" fmla="*/ 501012 w 1651802"/>
                <a:gd name="csY2181" fmla="*/ 517453 h 1232001"/>
                <a:gd name="csX2182" fmla="*/ 502410 w 1651802"/>
                <a:gd name="csY2182" fmla="*/ 526663 h 1232001"/>
                <a:gd name="csX2183" fmla="*/ 502361 w 1651802"/>
                <a:gd name="csY2183" fmla="*/ 543321 h 1232001"/>
                <a:gd name="csX2184" fmla="*/ 500963 w 1651802"/>
                <a:gd name="csY2184" fmla="*/ 534112 h 1232001"/>
                <a:gd name="csX2185" fmla="*/ 766541 w 1651802"/>
                <a:gd name="csY2185" fmla="*/ 547444 h 1232001"/>
                <a:gd name="csX2186" fmla="*/ 768204 w 1651802"/>
                <a:gd name="csY2186" fmla="*/ 545781 h 1232001"/>
                <a:gd name="csX2187" fmla="*/ 769868 w 1651802"/>
                <a:gd name="csY2187" fmla="*/ 547444 h 1232001"/>
                <a:gd name="csX2188" fmla="*/ 768204 w 1651802"/>
                <a:gd name="csY2188" fmla="*/ 549108 h 1232001"/>
                <a:gd name="csX2189" fmla="*/ 766541 w 1651802"/>
                <a:gd name="csY2189" fmla="*/ 547444 h 1232001"/>
                <a:gd name="csX2190" fmla="*/ 883152 w 1651802"/>
                <a:gd name="csY2190" fmla="*/ 547444 h 1232001"/>
                <a:gd name="csX2191" fmla="*/ 884817 w 1651802"/>
                <a:gd name="csY2191" fmla="*/ 545781 h 1232001"/>
                <a:gd name="csX2192" fmla="*/ 886479 w 1651802"/>
                <a:gd name="csY2192" fmla="*/ 547444 h 1232001"/>
                <a:gd name="csX2193" fmla="*/ 884817 w 1651802"/>
                <a:gd name="csY2193" fmla="*/ 549108 h 1232001"/>
                <a:gd name="csX2194" fmla="*/ 883152 w 1651802"/>
                <a:gd name="csY2194" fmla="*/ 547444 h 1232001"/>
                <a:gd name="csX2195" fmla="*/ 1150636 w 1651802"/>
                <a:gd name="csY2195" fmla="*/ 534112 h 1232001"/>
                <a:gd name="csX2196" fmla="*/ 1150684 w 1651802"/>
                <a:gd name="csY2196" fmla="*/ 517453 h 1232001"/>
                <a:gd name="csX2197" fmla="*/ 1152058 w 1651802"/>
                <a:gd name="csY2197" fmla="*/ 526663 h 1232001"/>
                <a:gd name="csX2198" fmla="*/ 1152010 w 1651802"/>
                <a:gd name="csY2198" fmla="*/ 543321 h 1232001"/>
                <a:gd name="csX2199" fmla="*/ 1150636 w 1651802"/>
                <a:gd name="csY2199" fmla="*/ 534112 h 1232001"/>
                <a:gd name="csX2200" fmla="*/ 759887 w 1651802"/>
                <a:gd name="csY2200" fmla="*/ 544093 h 1232001"/>
                <a:gd name="csX2201" fmla="*/ 761550 w 1651802"/>
                <a:gd name="csY2201" fmla="*/ 542429 h 1232001"/>
                <a:gd name="csX2202" fmla="*/ 763214 w 1651802"/>
                <a:gd name="csY2202" fmla="*/ 544093 h 1232001"/>
                <a:gd name="csX2203" fmla="*/ 761550 w 1651802"/>
                <a:gd name="csY2203" fmla="*/ 545781 h 1232001"/>
                <a:gd name="csX2204" fmla="*/ 759887 w 1651802"/>
                <a:gd name="csY2204" fmla="*/ 544093 h 1232001"/>
                <a:gd name="csX2205" fmla="*/ 889806 w 1651802"/>
                <a:gd name="csY2205" fmla="*/ 544093 h 1232001"/>
                <a:gd name="csX2206" fmla="*/ 891471 w 1651802"/>
                <a:gd name="csY2206" fmla="*/ 542429 h 1232001"/>
                <a:gd name="csX2207" fmla="*/ 893133 w 1651802"/>
                <a:gd name="csY2207" fmla="*/ 544093 h 1232001"/>
                <a:gd name="csX2208" fmla="*/ 891471 w 1651802"/>
                <a:gd name="csY2208" fmla="*/ 545781 h 1232001"/>
                <a:gd name="csX2209" fmla="*/ 889806 w 1651802"/>
                <a:gd name="csY2209" fmla="*/ 544093 h 1232001"/>
                <a:gd name="csX2210" fmla="*/ 547444 w 1651802"/>
                <a:gd name="csY2210" fmla="*/ 532449 h 1232001"/>
                <a:gd name="csX2211" fmla="*/ 547444 w 1651802"/>
                <a:gd name="csY2211" fmla="*/ 520780 h 1232001"/>
                <a:gd name="csX2212" fmla="*/ 548962 w 1651802"/>
                <a:gd name="csY2212" fmla="*/ 526614 h 1232001"/>
                <a:gd name="csX2213" fmla="*/ 548962 w 1651802"/>
                <a:gd name="csY2213" fmla="*/ 538283 h 1232001"/>
                <a:gd name="csX2214" fmla="*/ 547444 w 1651802"/>
                <a:gd name="csY2214" fmla="*/ 544093 h 1232001"/>
                <a:gd name="csX2215" fmla="*/ 1610768 w 1651802"/>
                <a:gd name="csY2215" fmla="*/ 538596 h 1232001"/>
                <a:gd name="csX2216" fmla="*/ 1608405 w 1651802"/>
                <a:gd name="csY2216" fmla="*/ 534739 h 1232001"/>
                <a:gd name="csX2217" fmla="*/ 1612238 w 1651802"/>
                <a:gd name="csY2217" fmla="*/ 537126 h 1232001"/>
                <a:gd name="csX2218" fmla="*/ 1616096 w 1651802"/>
                <a:gd name="csY2218" fmla="*/ 540959 h 1232001"/>
                <a:gd name="csX2219" fmla="*/ 1610768 w 1651802"/>
                <a:gd name="csY2219" fmla="*/ 538596 h 1232001"/>
                <a:gd name="csX2220" fmla="*/ 1103552 w 1651802"/>
                <a:gd name="csY2220" fmla="*/ 532449 h 1232001"/>
                <a:gd name="csX2221" fmla="*/ 1103552 w 1651802"/>
                <a:gd name="csY2221" fmla="*/ 524107 h 1232001"/>
                <a:gd name="csX2222" fmla="*/ 1105240 w 1651802"/>
                <a:gd name="csY2222" fmla="*/ 528278 h 1232001"/>
                <a:gd name="csX2223" fmla="*/ 1105240 w 1651802"/>
                <a:gd name="csY2223" fmla="*/ 536595 h 1232001"/>
                <a:gd name="csX2224" fmla="*/ 1103552 w 1651802"/>
                <a:gd name="csY2224" fmla="*/ 540766 h 1232001"/>
                <a:gd name="csX2225" fmla="*/ 1287933 w 1651802"/>
                <a:gd name="csY2225" fmla="*/ 535776 h 1232001"/>
                <a:gd name="csX2226" fmla="*/ 1291645 w 1651802"/>
                <a:gd name="csY2226" fmla="*/ 532449 h 1232001"/>
                <a:gd name="csX2227" fmla="*/ 1291260 w 1651802"/>
                <a:gd name="csY2227" fmla="*/ 535776 h 1232001"/>
                <a:gd name="csX2228" fmla="*/ 1287547 w 1651802"/>
                <a:gd name="csY2228" fmla="*/ 539103 h 1232001"/>
                <a:gd name="csX2229" fmla="*/ 1287933 w 1651802"/>
                <a:gd name="csY2229" fmla="*/ 535776 h 1232001"/>
                <a:gd name="csX2230" fmla="*/ 743228 w 1651802"/>
                <a:gd name="csY2230" fmla="*/ 534112 h 1232001"/>
                <a:gd name="csX2231" fmla="*/ 744891 w 1651802"/>
                <a:gd name="csY2231" fmla="*/ 532449 h 1232001"/>
                <a:gd name="csX2232" fmla="*/ 746555 w 1651802"/>
                <a:gd name="csY2232" fmla="*/ 534112 h 1232001"/>
                <a:gd name="csX2233" fmla="*/ 744891 w 1651802"/>
                <a:gd name="csY2233" fmla="*/ 535776 h 1232001"/>
                <a:gd name="csX2234" fmla="*/ 743228 w 1651802"/>
                <a:gd name="csY2234" fmla="*/ 534112 h 1232001"/>
                <a:gd name="csX2235" fmla="*/ 906466 w 1651802"/>
                <a:gd name="csY2235" fmla="*/ 534112 h 1232001"/>
                <a:gd name="csX2236" fmla="*/ 908129 w 1651802"/>
                <a:gd name="csY2236" fmla="*/ 532449 h 1232001"/>
                <a:gd name="csX2237" fmla="*/ 909793 w 1651802"/>
                <a:gd name="csY2237" fmla="*/ 534112 h 1232001"/>
                <a:gd name="csX2238" fmla="*/ 908129 w 1651802"/>
                <a:gd name="csY2238" fmla="*/ 535776 h 1232001"/>
                <a:gd name="csX2239" fmla="*/ 906466 w 1651802"/>
                <a:gd name="csY2239" fmla="*/ 534112 h 1232001"/>
                <a:gd name="csX2240" fmla="*/ 736550 w 1651802"/>
                <a:gd name="csY2240" fmla="*/ 530785 h 1232001"/>
                <a:gd name="csX2241" fmla="*/ 738237 w 1651802"/>
                <a:gd name="csY2241" fmla="*/ 529122 h 1232001"/>
                <a:gd name="csX2242" fmla="*/ 739902 w 1651802"/>
                <a:gd name="csY2242" fmla="*/ 530785 h 1232001"/>
                <a:gd name="csX2243" fmla="*/ 738237 w 1651802"/>
                <a:gd name="csY2243" fmla="*/ 532449 h 1232001"/>
                <a:gd name="csX2244" fmla="*/ 736550 w 1651802"/>
                <a:gd name="csY2244" fmla="*/ 530785 h 1232001"/>
                <a:gd name="csX2245" fmla="*/ 913144 w 1651802"/>
                <a:gd name="csY2245" fmla="*/ 530785 h 1232001"/>
                <a:gd name="csX2246" fmla="*/ 914808 w 1651802"/>
                <a:gd name="csY2246" fmla="*/ 529122 h 1232001"/>
                <a:gd name="csX2247" fmla="*/ 916471 w 1651802"/>
                <a:gd name="csY2247" fmla="*/ 530785 h 1232001"/>
                <a:gd name="csX2248" fmla="*/ 914808 w 1651802"/>
                <a:gd name="csY2248" fmla="*/ 532449 h 1232001"/>
                <a:gd name="csX2249" fmla="*/ 913144 w 1651802"/>
                <a:gd name="csY2249" fmla="*/ 530785 h 1232001"/>
                <a:gd name="csX2250" fmla="*/ 729896 w 1651802"/>
                <a:gd name="csY2250" fmla="*/ 527434 h 1232001"/>
                <a:gd name="csX2251" fmla="*/ 731560 w 1651802"/>
                <a:gd name="csY2251" fmla="*/ 525770 h 1232001"/>
                <a:gd name="csX2252" fmla="*/ 733223 w 1651802"/>
                <a:gd name="csY2252" fmla="*/ 527434 h 1232001"/>
                <a:gd name="csX2253" fmla="*/ 731560 w 1651802"/>
                <a:gd name="csY2253" fmla="*/ 529122 h 1232001"/>
                <a:gd name="csX2254" fmla="*/ 729896 w 1651802"/>
                <a:gd name="csY2254" fmla="*/ 527434 h 1232001"/>
                <a:gd name="csX2255" fmla="*/ 824281 w 1651802"/>
                <a:gd name="csY2255" fmla="*/ 526903 h 1232001"/>
                <a:gd name="csX2256" fmla="*/ 828741 w 1651802"/>
                <a:gd name="csY2256" fmla="*/ 526903 h 1232001"/>
                <a:gd name="csX2257" fmla="*/ 826522 w 1651802"/>
                <a:gd name="csY2257" fmla="*/ 529122 h 1232001"/>
                <a:gd name="csX2258" fmla="*/ 824304 w 1651802"/>
                <a:gd name="csY2258" fmla="*/ 526903 h 1232001"/>
                <a:gd name="csX2259" fmla="*/ 919798 w 1651802"/>
                <a:gd name="csY2259" fmla="*/ 527434 h 1232001"/>
                <a:gd name="csX2260" fmla="*/ 921462 w 1651802"/>
                <a:gd name="csY2260" fmla="*/ 525770 h 1232001"/>
                <a:gd name="csX2261" fmla="*/ 923125 w 1651802"/>
                <a:gd name="csY2261" fmla="*/ 527434 h 1232001"/>
                <a:gd name="csX2262" fmla="*/ 921462 w 1651802"/>
                <a:gd name="csY2262" fmla="*/ 529122 h 1232001"/>
                <a:gd name="csX2263" fmla="*/ 919798 w 1651802"/>
                <a:gd name="csY2263" fmla="*/ 527434 h 1232001"/>
                <a:gd name="csX2264" fmla="*/ 723242 w 1651802"/>
                <a:gd name="csY2264" fmla="*/ 524107 h 1232001"/>
                <a:gd name="csX2265" fmla="*/ 724906 w 1651802"/>
                <a:gd name="csY2265" fmla="*/ 522443 h 1232001"/>
                <a:gd name="csX2266" fmla="*/ 726569 w 1651802"/>
                <a:gd name="csY2266" fmla="*/ 524107 h 1232001"/>
                <a:gd name="csX2267" fmla="*/ 724906 w 1651802"/>
                <a:gd name="csY2267" fmla="*/ 525770 h 1232001"/>
                <a:gd name="csX2268" fmla="*/ 723242 w 1651802"/>
                <a:gd name="csY2268" fmla="*/ 524107 h 1232001"/>
                <a:gd name="csX2269" fmla="*/ 816517 w 1651802"/>
                <a:gd name="csY2269" fmla="*/ 524107 h 1232001"/>
                <a:gd name="csX2270" fmla="*/ 818180 w 1651802"/>
                <a:gd name="csY2270" fmla="*/ 522443 h 1232001"/>
                <a:gd name="csX2271" fmla="*/ 819844 w 1651802"/>
                <a:gd name="csY2271" fmla="*/ 524107 h 1232001"/>
                <a:gd name="csX2272" fmla="*/ 818180 w 1651802"/>
                <a:gd name="csY2272" fmla="*/ 525770 h 1232001"/>
                <a:gd name="csX2273" fmla="*/ 816517 w 1651802"/>
                <a:gd name="csY2273" fmla="*/ 524107 h 1232001"/>
                <a:gd name="csX2274" fmla="*/ 833176 w 1651802"/>
                <a:gd name="csY2274" fmla="*/ 524107 h 1232001"/>
                <a:gd name="csX2275" fmla="*/ 834840 w 1651802"/>
                <a:gd name="csY2275" fmla="*/ 522443 h 1232001"/>
                <a:gd name="csX2276" fmla="*/ 836503 w 1651802"/>
                <a:gd name="csY2276" fmla="*/ 524107 h 1232001"/>
                <a:gd name="csX2277" fmla="*/ 834840 w 1651802"/>
                <a:gd name="csY2277" fmla="*/ 525770 h 1232001"/>
                <a:gd name="csX2278" fmla="*/ 833176 w 1651802"/>
                <a:gd name="csY2278" fmla="*/ 524107 h 1232001"/>
                <a:gd name="csX2279" fmla="*/ 926452 w 1651802"/>
                <a:gd name="csY2279" fmla="*/ 524107 h 1232001"/>
                <a:gd name="csX2280" fmla="*/ 928116 w 1651802"/>
                <a:gd name="csY2280" fmla="*/ 522443 h 1232001"/>
                <a:gd name="csX2281" fmla="*/ 929778 w 1651802"/>
                <a:gd name="csY2281" fmla="*/ 524107 h 1232001"/>
                <a:gd name="csX2282" fmla="*/ 928116 w 1651802"/>
                <a:gd name="csY2282" fmla="*/ 525770 h 1232001"/>
                <a:gd name="csX2283" fmla="*/ 926452 w 1651802"/>
                <a:gd name="csY2283" fmla="*/ 524107 h 1232001"/>
                <a:gd name="csX2284" fmla="*/ 716564 w 1651802"/>
                <a:gd name="csY2284" fmla="*/ 520780 h 1232001"/>
                <a:gd name="csX2285" fmla="*/ 718227 w 1651802"/>
                <a:gd name="csY2285" fmla="*/ 519116 h 1232001"/>
                <a:gd name="csX2286" fmla="*/ 719891 w 1651802"/>
                <a:gd name="csY2286" fmla="*/ 520780 h 1232001"/>
                <a:gd name="csX2287" fmla="*/ 718227 w 1651802"/>
                <a:gd name="csY2287" fmla="*/ 522443 h 1232001"/>
                <a:gd name="csX2288" fmla="*/ 716564 w 1651802"/>
                <a:gd name="csY2288" fmla="*/ 520780 h 1232001"/>
                <a:gd name="csX2289" fmla="*/ 933129 w 1651802"/>
                <a:gd name="csY2289" fmla="*/ 520780 h 1232001"/>
                <a:gd name="csX2290" fmla="*/ 934793 w 1651802"/>
                <a:gd name="csY2290" fmla="*/ 519116 h 1232001"/>
                <a:gd name="csX2291" fmla="*/ 936456 w 1651802"/>
                <a:gd name="csY2291" fmla="*/ 520780 h 1232001"/>
                <a:gd name="csX2292" fmla="*/ 934793 w 1651802"/>
                <a:gd name="csY2292" fmla="*/ 522443 h 1232001"/>
                <a:gd name="csX2293" fmla="*/ 933129 w 1651802"/>
                <a:gd name="csY2293" fmla="*/ 520780 h 1232001"/>
                <a:gd name="csX2294" fmla="*/ 709910 w 1651802"/>
                <a:gd name="csY2294" fmla="*/ 517453 h 1232001"/>
                <a:gd name="csX2295" fmla="*/ 711573 w 1651802"/>
                <a:gd name="csY2295" fmla="*/ 515789 h 1232001"/>
                <a:gd name="csX2296" fmla="*/ 713237 w 1651802"/>
                <a:gd name="csY2296" fmla="*/ 517453 h 1232001"/>
                <a:gd name="csX2297" fmla="*/ 711573 w 1651802"/>
                <a:gd name="csY2297" fmla="*/ 519116 h 1232001"/>
                <a:gd name="csX2298" fmla="*/ 709910 w 1651802"/>
                <a:gd name="csY2298" fmla="*/ 517453 h 1232001"/>
                <a:gd name="csX2299" fmla="*/ 806513 w 1651802"/>
                <a:gd name="csY2299" fmla="*/ 517453 h 1232001"/>
                <a:gd name="csX2300" fmla="*/ 808201 w 1651802"/>
                <a:gd name="csY2300" fmla="*/ 515789 h 1232001"/>
                <a:gd name="csX2301" fmla="*/ 809863 w 1651802"/>
                <a:gd name="csY2301" fmla="*/ 517453 h 1232001"/>
                <a:gd name="csX2302" fmla="*/ 808201 w 1651802"/>
                <a:gd name="csY2302" fmla="*/ 519116 h 1232001"/>
                <a:gd name="csX2303" fmla="*/ 806513 w 1651802"/>
                <a:gd name="csY2303" fmla="*/ 517453 h 1232001"/>
                <a:gd name="csX2304" fmla="*/ 843182 w 1651802"/>
                <a:gd name="csY2304" fmla="*/ 517453 h 1232001"/>
                <a:gd name="csX2305" fmla="*/ 844844 w 1651802"/>
                <a:gd name="csY2305" fmla="*/ 515789 h 1232001"/>
                <a:gd name="csX2306" fmla="*/ 846509 w 1651802"/>
                <a:gd name="csY2306" fmla="*/ 517453 h 1232001"/>
                <a:gd name="csX2307" fmla="*/ 844844 w 1651802"/>
                <a:gd name="csY2307" fmla="*/ 519116 h 1232001"/>
                <a:gd name="csX2308" fmla="*/ 843182 w 1651802"/>
                <a:gd name="csY2308" fmla="*/ 517453 h 1232001"/>
                <a:gd name="csX2309" fmla="*/ 939783 w 1651802"/>
                <a:gd name="csY2309" fmla="*/ 517453 h 1232001"/>
                <a:gd name="csX2310" fmla="*/ 941447 w 1651802"/>
                <a:gd name="csY2310" fmla="*/ 515789 h 1232001"/>
                <a:gd name="csX2311" fmla="*/ 943110 w 1651802"/>
                <a:gd name="csY2311" fmla="*/ 517453 h 1232001"/>
                <a:gd name="csX2312" fmla="*/ 941447 w 1651802"/>
                <a:gd name="csY2312" fmla="*/ 519116 h 1232001"/>
                <a:gd name="csX2313" fmla="*/ 939783 w 1651802"/>
                <a:gd name="csY2313" fmla="*/ 517453 h 1232001"/>
                <a:gd name="csX2314" fmla="*/ 703256 w 1651802"/>
                <a:gd name="csY2314" fmla="*/ 514126 h 1232001"/>
                <a:gd name="csX2315" fmla="*/ 704919 w 1651802"/>
                <a:gd name="csY2315" fmla="*/ 512462 h 1232001"/>
                <a:gd name="csX2316" fmla="*/ 706583 w 1651802"/>
                <a:gd name="csY2316" fmla="*/ 514126 h 1232001"/>
                <a:gd name="csX2317" fmla="*/ 704919 w 1651802"/>
                <a:gd name="csY2317" fmla="*/ 515789 h 1232001"/>
                <a:gd name="csX2318" fmla="*/ 703256 w 1651802"/>
                <a:gd name="csY2318" fmla="*/ 514126 h 1232001"/>
                <a:gd name="csX2319" fmla="*/ 946437 w 1651802"/>
                <a:gd name="csY2319" fmla="*/ 514126 h 1232001"/>
                <a:gd name="csX2320" fmla="*/ 948125 w 1651802"/>
                <a:gd name="csY2320" fmla="*/ 512462 h 1232001"/>
                <a:gd name="csX2321" fmla="*/ 949789 w 1651802"/>
                <a:gd name="csY2321" fmla="*/ 514126 h 1232001"/>
                <a:gd name="csX2322" fmla="*/ 948125 w 1651802"/>
                <a:gd name="csY2322" fmla="*/ 515789 h 1232001"/>
                <a:gd name="csX2323" fmla="*/ 946437 w 1651802"/>
                <a:gd name="csY2323" fmla="*/ 514126 h 1232001"/>
                <a:gd name="csX2324" fmla="*/ 550000 w 1651802"/>
                <a:gd name="csY2324" fmla="*/ 510799 h 1232001"/>
                <a:gd name="csX2325" fmla="*/ 551662 w 1651802"/>
                <a:gd name="csY2325" fmla="*/ 509112 h 1232001"/>
                <a:gd name="csX2326" fmla="*/ 553327 w 1651802"/>
                <a:gd name="csY2326" fmla="*/ 510799 h 1232001"/>
                <a:gd name="csX2327" fmla="*/ 551662 w 1651802"/>
                <a:gd name="csY2327" fmla="*/ 512462 h 1232001"/>
                <a:gd name="csX2328" fmla="*/ 550000 w 1651802"/>
                <a:gd name="csY2328" fmla="*/ 510799 h 1232001"/>
                <a:gd name="csX2329" fmla="*/ 693252 w 1651802"/>
                <a:gd name="csY2329" fmla="*/ 510799 h 1232001"/>
                <a:gd name="csX2330" fmla="*/ 694915 w 1651802"/>
                <a:gd name="csY2330" fmla="*/ 509112 h 1232001"/>
                <a:gd name="csX2331" fmla="*/ 696579 w 1651802"/>
                <a:gd name="csY2331" fmla="*/ 510799 h 1232001"/>
                <a:gd name="csX2332" fmla="*/ 694915 w 1651802"/>
                <a:gd name="csY2332" fmla="*/ 512462 h 1232001"/>
                <a:gd name="csX2333" fmla="*/ 693252 w 1651802"/>
                <a:gd name="csY2333" fmla="*/ 510799 h 1232001"/>
                <a:gd name="csX2334" fmla="*/ 796532 w 1651802"/>
                <a:gd name="csY2334" fmla="*/ 510799 h 1232001"/>
                <a:gd name="csX2335" fmla="*/ 798195 w 1651802"/>
                <a:gd name="csY2335" fmla="*/ 509112 h 1232001"/>
                <a:gd name="csX2336" fmla="*/ 799859 w 1651802"/>
                <a:gd name="csY2336" fmla="*/ 510799 h 1232001"/>
                <a:gd name="csX2337" fmla="*/ 798195 w 1651802"/>
                <a:gd name="csY2337" fmla="*/ 512462 h 1232001"/>
                <a:gd name="csX2338" fmla="*/ 796532 w 1651802"/>
                <a:gd name="csY2338" fmla="*/ 510799 h 1232001"/>
                <a:gd name="csX2339" fmla="*/ 853163 w 1651802"/>
                <a:gd name="csY2339" fmla="*/ 510799 h 1232001"/>
                <a:gd name="csX2340" fmla="*/ 854825 w 1651802"/>
                <a:gd name="csY2340" fmla="*/ 509112 h 1232001"/>
                <a:gd name="csX2341" fmla="*/ 856490 w 1651802"/>
                <a:gd name="csY2341" fmla="*/ 510799 h 1232001"/>
                <a:gd name="csX2342" fmla="*/ 854825 w 1651802"/>
                <a:gd name="csY2342" fmla="*/ 512462 h 1232001"/>
                <a:gd name="csX2343" fmla="*/ 853163 w 1651802"/>
                <a:gd name="csY2343" fmla="*/ 510799 h 1232001"/>
                <a:gd name="csX2344" fmla="*/ 956443 w 1651802"/>
                <a:gd name="csY2344" fmla="*/ 510799 h 1232001"/>
                <a:gd name="csX2345" fmla="*/ 958106 w 1651802"/>
                <a:gd name="csY2345" fmla="*/ 509112 h 1232001"/>
                <a:gd name="csX2346" fmla="*/ 959770 w 1651802"/>
                <a:gd name="csY2346" fmla="*/ 510799 h 1232001"/>
                <a:gd name="csX2347" fmla="*/ 958106 w 1651802"/>
                <a:gd name="csY2347" fmla="*/ 512462 h 1232001"/>
                <a:gd name="csX2348" fmla="*/ 956443 w 1651802"/>
                <a:gd name="csY2348" fmla="*/ 510799 h 1232001"/>
                <a:gd name="csX2349" fmla="*/ 1099694 w 1651802"/>
                <a:gd name="csY2349" fmla="*/ 510799 h 1232001"/>
                <a:gd name="csX2350" fmla="*/ 1101358 w 1651802"/>
                <a:gd name="csY2350" fmla="*/ 509112 h 1232001"/>
                <a:gd name="csX2351" fmla="*/ 1103021 w 1651802"/>
                <a:gd name="csY2351" fmla="*/ 510799 h 1232001"/>
                <a:gd name="csX2352" fmla="*/ 1101358 w 1651802"/>
                <a:gd name="csY2352" fmla="*/ 512462 h 1232001"/>
                <a:gd name="csX2353" fmla="*/ 1099694 w 1651802"/>
                <a:gd name="csY2353" fmla="*/ 510799 h 1232001"/>
                <a:gd name="csX2354" fmla="*/ 1314572 w 1651802"/>
                <a:gd name="csY2354" fmla="*/ 509112 h 1232001"/>
                <a:gd name="csX2355" fmla="*/ 1318310 w 1651802"/>
                <a:gd name="csY2355" fmla="*/ 505785 h 1232001"/>
                <a:gd name="csX2356" fmla="*/ 1317923 w 1651802"/>
                <a:gd name="csY2356" fmla="*/ 509112 h 1232001"/>
                <a:gd name="csX2357" fmla="*/ 1314187 w 1651802"/>
                <a:gd name="csY2357" fmla="*/ 512462 h 1232001"/>
                <a:gd name="csX2358" fmla="*/ 1314572 w 1651802"/>
                <a:gd name="csY2358" fmla="*/ 509112 h 1232001"/>
                <a:gd name="csX2359" fmla="*/ 686598 w 1651802"/>
                <a:gd name="csY2359" fmla="*/ 507449 h 1232001"/>
                <a:gd name="csX2360" fmla="*/ 688261 w 1651802"/>
                <a:gd name="csY2360" fmla="*/ 505785 h 1232001"/>
                <a:gd name="csX2361" fmla="*/ 689925 w 1651802"/>
                <a:gd name="csY2361" fmla="*/ 507449 h 1232001"/>
                <a:gd name="csX2362" fmla="*/ 688261 w 1651802"/>
                <a:gd name="csY2362" fmla="*/ 509112 h 1232001"/>
                <a:gd name="csX2363" fmla="*/ 686598 w 1651802"/>
                <a:gd name="csY2363" fmla="*/ 507449 h 1232001"/>
                <a:gd name="csX2364" fmla="*/ 789853 w 1651802"/>
                <a:gd name="csY2364" fmla="*/ 507449 h 1232001"/>
                <a:gd name="csX2365" fmla="*/ 791541 w 1651802"/>
                <a:gd name="csY2365" fmla="*/ 505785 h 1232001"/>
                <a:gd name="csX2366" fmla="*/ 793205 w 1651802"/>
                <a:gd name="csY2366" fmla="*/ 507449 h 1232001"/>
                <a:gd name="csX2367" fmla="*/ 791541 w 1651802"/>
                <a:gd name="csY2367" fmla="*/ 509112 h 1232001"/>
                <a:gd name="csX2368" fmla="*/ 789853 w 1651802"/>
                <a:gd name="csY2368" fmla="*/ 507449 h 1232001"/>
                <a:gd name="csX2369" fmla="*/ 859840 w 1651802"/>
                <a:gd name="csY2369" fmla="*/ 507449 h 1232001"/>
                <a:gd name="csX2370" fmla="*/ 861504 w 1651802"/>
                <a:gd name="csY2370" fmla="*/ 505785 h 1232001"/>
                <a:gd name="csX2371" fmla="*/ 863167 w 1651802"/>
                <a:gd name="csY2371" fmla="*/ 507449 h 1232001"/>
                <a:gd name="csX2372" fmla="*/ 861504 w 1651802"/>
                <a:gd name="csY2372" fmla="*/ 509112 h 1232001"/>
                <a:gd name="csX2373" fmla="*/ 859840 w 1651802"/>
                <a:gd name="csY2373" fmla="*/ 507449 h 1232001"/>
                <a:gd name="csX2374" fmla="*/ 963097 w 1651802"/>
                <a:gd name="csY2374" fmla="*/ 507449 h 1232001"/>
                <a:gd name="csX2375" fmla="*/ 964784 w 1651802"/>
                <a:gd name="csY2375" fmla="*/ 505785 h 1232001"/>
                <a:gd name="csX2376" fmla="*/ 966447 w 1651802"/>
                <a:gd name="csY2376" fmla="*/ 507449 h 1232001"/>
                <a:gd name="csX2377" fmla="*/ 964784 w 1651802"/>
                <a:gd name="csY2377" fmla="*/ 509112 h 1232001"/>
                <a:gd name="csX2378" fmla="*/ 963097 w 1651802"/>
                <a:gd name="csY2378" fmla="*/ 507449 h 1232001"/>
                <a:gd name="csX2379" fmla="*/ 1579451 w 1651802"/>
                <a:gd name="csY2379" fmla="*/ 507449 h 1232001"/>
                <a:gd name="csX2380" fmla="*/ 1581115 w 1651802"/>
                <a:gd name="csY2380" fmla="*/ 505785 h 1232001"/>
                <a:gd name="csX2381" fmla="*/ 1582778 w 1651802"/>
                <a:gd name="csY2381" fmla="*/ 507449 h 1232001"/>
                <a:gd name="csX2382" fmla="*/ 1581115 w 1651802"/>
                <a:gd name="csY2382" fmla="*/ 509112 h 1232001"/>
                <a:gd name="csX2383" fmla="*/ 1579451 w 1651802"/>
                <a:gd name="csY2383" fmla="*/ 507449 h 1232001"/>
                <a:gd name="csX2384" fmla="*/ 503350 w 1651802"/>
                <a:gd name="csY2384" fmla="*/ 504122 h 1232001"/>
                <a:gd name="csX2385" fmla="*/ 505013 w 1651802"/>
                <a:gd name="csY2385" fmla="*/ 502458 h 1232001"/>
                <a:gd name="csX2386" fmla="*/ 506677 w 1651802"/>
                <a:gd name="csY2386" fmla="*/ 504122 h 1232001"/>
                <a:gd name="csX2387" fmla="*/ 505013 w 1651802"/>
                <a:gd name="csY2387" fmla="*/ 505785 h 1232001"/>
                <a:gd name="csX2388" fmla="*/ 503350 w 1651802"/>
                <a:gd name="csY2388" fmla="*/ 504122 h 1232001"/>
                <a:gd name="csX2389" fmla="*/ 676592 w 1651802"/>
                <a:gd name="csY2389" fmla="*/ 504122 h 1232001"/>
                <a:gd name="csX2390" fmla="*/ 678256 w 1651802"/>
                <a:gd name="csY2390" fmla="*/ 502458 h 1232001"/>
                <a:gd name="csX2391" fmla="*/ 679919 w 1651802"/>
                <a:gd name="csY2391" fmla="*/ 504122 h 1232001"/>
                <a:gd name="csX2392" fmla="*/ 678256 w 1651802"/>
                <a:gd name="csY2392" fmla="*/ 505785 h 1232001"/>
                <a:gd name="csX2393" fmla="*/ 676592 w 1651802"/>
                <a:gd name="csY2393" fmla="*/ 504122 h 1232001"/>
                <a:gd name="csX2394" fmla="*/ 973101 w 1651802"/>
                <a:gd name="csY2394" fmla="*/ 504122 h 1232001"/>
                <a:gd name="csX2395" fmla="*/ 974765 w 1651802"/>
                <a:gd name="csY2395" fmla="*/ 502458 h 1232001"/>
                <a:gd name="csX2396" fmla="*/ 976428 w 1651802"/>
                <a:gd name="csY2396" fmla="*/ 504122 h 1232001"/>
                <a:gd name="csX2397" fmla="*/ 974765 w 1651802"/>
                <a:gd name="csY2397" fmla="*/ 505785 h 1232001"/>
                <a:gd name="csX2398" fmla="*/ 973101 w 1651802"/>
                <a:gd name="csY2398" fmla="*/ 504122 h 1232001"/>
                <a:gd name="csX2399" fmla="*/ 1146345 w 1651802"/>
                <a:gd name="csY2399" fmla="*/ 504122 h 1232001"/>
                <a:gd name="csX2400" fmla="*/ 1148008 w 1651802"/>
                <a:gd name="csY2400" fmla="*/ 502458 h 1232001"/>
                <a:gd name="csX2401" fmla="*/ 1149670 w 1651802"/>
                <a:gd name="csY2401" fmla="*/ 504122 h 1232001"/>
                <a:gd name="csX2402" fmla="*/ 1148008 w 1651802"/>
                <a:gd name="csY2402" fmla="*/ 505785 h 1232001"/>
                <a:gd name="csX2403" fmla="*/ 1146345 w 1651802"/>
                <a:gd name="csY2403" fmla="*/ 504122 h 1232001"/>
                <a:gd name="csX2404" fmla="*/ 558316 w 1651802"/>
                <a:gd name="csY2404" fmla="*/ 499131 h 1232001"/>
                <a:gd name="csX2405" fmla="*/ 562054 w 1651802"/>
                <a:gd name="csY2405" fmla="*/ 495804 h 1232001"/>
                <a:gd name="csX2406" fmla="*/ 561643 w 1651802"/>
                <a:gd name="csY2406" fmla="*/ 499131 h 1232001"/>
                <a:gd name="csX2407" fmla="*/ 557931 w 1651802"/>
                <a:gd name="csY2407" fmla="*/ 502458 h 1232001"/>
                <a:gd name="csX2408" fmla="*/ 558316 w 1651802"/>
                <a:gd name="csY2408" fmla="*/ 499131 h 1232001"/>
                <a:gd name="csX2409" fmla="*/ 669938 w 1651802"/>
                <a:gd name="csY2409" fmla="*/ 500795 h 1232001"/>
                <a:gd name="csX2410" fmla="*/ 671602 w 1651802"/>
                <a:gd name="csY2410" fmla="*/ 499131 h 1232001"/>
                <a:gd name="csX2411" fmla="*/ 673265 w 1651802"/>
                <a:gd name="csY2411" fmla="*/ 500795 h 1232001"/>
                <a:gd name="csX2412" fmla="*/ 671602 w 1651802"/>
                <a:gd name="csY2412" fmla="*/ 502458 h 1232001"/>
                <a:gd name="csX2413" fmla="*/ 669938 w 1651802"/>
                <a:gd name="csY2413" fmla="*/ 500795 h 1232001"/>
                <a:gd name="csX2414" fmla="*/ 979755 w 1651802"/>
                <a:gd name="csY2414" fmla="*/ 500795 h 1232001"/>
                <a:gd name="csX2415" fmla="*/ 981419 w 1651802"/>
                <a:gd name="csY2415" fmla="*/ 499131 h 1232001"/>
                <a:gd name="csX2416" fmla="*/ 983106 w 1651802"/>
                <a:gd name="csY2416" fmla="*/ 500795 h 1232001"/>
                <a:gd name="csX2417" fmla="*/ 981419 w 1651802"/>
                <a:gd name="csY2417" fmla="*/ 502458 h 1232001"/>
                <a:gd name="csX2418" fmla="*/ 979755 w 1651802"/>
                <a:gd name="csY2418" fmla="*/ 500795 h 1232001"/>
                <a:gd name="csX2419" fmla="*/ 1091064 w 1651802"/>
                <a:gd name="csY2419" fmla="*/ 498624 h 1232001"/>
                <a:gd name="csX2420" fmla="*/ 1088677 w 1651802"/>
                <a:gd name="csY2420" fmla="*/ 494767 h 1232001"/>
                <a:gd name="csX2421" fmla="*/ 1092510 w 1651802"/>
                <a:gd name="csY2421" fmla="*/ 497154 h 1232001"/>
                <a:gd name="csX2422" fmla="*/ 1094897 w 1651802"/>
                <a:gd name="csY2422" fmla="*/ 502458 h 1232001"/>
                <a:gd name="csX2423" fmla="*/ 1091064 w 1651802"/>
                <a:gd name="csY2423" fmla="*/ 498624 h 1232001"/>
                <a:gd name="csX2424" fmla="*/ 1327904 w 1651802"/>
                <a:gd name="csY2424" fmla="*/ 499131 h 1232001"/>
                <a:gd name="csX2425" fmla="*/ 1331641 w 1651802"/>
                <a:gd name="csY2425" fmla="*/ 495804 h 1232001"/>
                <a:gd name="csX2426" fmla="*/ 1331231 w 1651802"/>
                <a:gd name="csY2426" fmla="*/ 499131 h 1232001"/>
                <a:gd name="csX2427" fmla="*/ 1327518 w 1651802"/>
                <a:gd name="csY2427" fmla="*/ 502458 h 1232001"/>
                <a:gd name="csX2428" fmla="*/ 1327904 w 1651802"/>
                <a:gd name="csY2428" fmla="*/ 499131 h 1232001"/>
                <a:gd name="csX2429" fmla="*/ 657716 w 1651802"/>
                <a:gd name="csY2429" fmla="*/ 496913 h 1232001"/>
                <a:gd name="csX2430" fmla="*/ 662151 w 1651802"/>
                <a:gd name="csY2430" fmla="*/ 496913 h 1232001"/>
                <a:gd name="csX2431" fmla="*/ 659934 w 1651802"/>
                <a:gd name="csY2431" fmla="*/ 499131 h 1232001"/>
                <a:gd name="csX2432" fmla="*/ 657716 w 1651802"/>
                <a:gd name="csY2432" fmla="*/ 496913 h 1232001"/>
                <a:gd name="csX2433" fmla="*/ 773218 w 1651802"/>
                <a:gd name="csY2433" fmla="*/ 497468 h 1232001"/>
                <a:gd name="csX2434" fmla="*/ 774883 w 1651802"/>
                <a:gd name="csY2434" fmla="*/ 495804 h 1232001"/>
                <a:gd name="csX2435" fmla="*/ 776545 w 1651802"/>
                <a:gd name="csY2435" fmla="*/ 497468 h 1232001"/>
                <a:gd name="csX2436" fmla="*/ 774883 w 1651802"/>
                <a:gd name="csY2436" fmla="*/ 499131 h 1232001"/>
                <a:gd name="csX2437" fmla="*/ 773218 w 1651802"/>
                <a:gd name="csY2437" fmla="*/ 497468 h 1232001"/>
                <a:gd name="csX2438" fmla="*/ 876475 w 1651802"/>
                <a:gd name="csY2438" fmla="*/ 497468 h 1232001"/>
                <a:gd name="csX2439" fmla="*/ 878163 w 1651802"/>
                <a:gd name="csY2439" fmla="*/ 495804 h 1232001"/>
                <a:gd name="csX2440" fmla="*/ 879825 w 1651802"/>
                <a:gd name="csY2440" fmla="*/ 497468 h 1232001"/>
                <a:gd name="csX2441" fmla="*/ 878163 w 1651802"/>
                <a:gd name="csY2441" fmla="*/ 499131 h 1232001"/>
                <a:gd name="csX2442" fmla="*/ 876475 w 1651802"/>
                <a:gd name="csY2442" fmla="*/ 497468 h 1232001"/>
                <a:gd name="csX2443" fmla="*/ 990869 w 1651802"/>
                <a:gd name="csY2443" fmla="*/ 496913 h 1232001"/>
                <a:gd name="csX2444" fmla="*/ 995305 w 1651802"/>
                <a:gd name="csY2444" fmla="*/ 496913 h 1232001"/>
                <a:gd name="csX2445" fmla="*/ 993086 w 1651802"/>
                <a:gd name="csY2445" fmla="*/ 499131 h 1232001"/>
                <a:gd name="csX2446" fmla="*/ 990869 w 1651802"/>
                <a:gd name="csY2446" fmla="*/ 496913 h 1232001"/>
                <a:gd name="csX2447" fmla="*/ 1566119 w 1651802"/>
                <a:gd name="csY2447" fmla="*/ 497468 h 1232001"/>
                <a:gd name="csX2448" fmla="*/ 1567782 w 1651802"/>
                <a:gd name="csY2448" fmla="*/ 495804 h 1232001"/>
                <a:gd name="csX2449" fmla="*/ 1569446 w 1651802"/>
                <a:gd name="csY2449" fmla="*/ 497468 h 1232001"/>
                <a:gd name="csX2450" fmla="*/ 1567782 w 1651802"/>
                <a:gd name="csY2450" fmla="*/ 499131 h 1232001"/>
                <a:gd name="csX2451" fmla="*/ 1566119 w 1651802"/>
                <a:gd name="csY2451" fmla="*/ 497468 h 1232001"/>
                <a:gd name="csX2452" fmla="*/ 506677 w 1651802"/>
                <a:gd name="csY2452" fmla="*/ 494141 h 1232001"/>
                <a:gd name="csX2453" fmla="*/ 508340 w 1651802"/>
                <a:gd name="csY2453" fmla="*/ 492477 h 1232001"/>
                <a:gd name="csX2454" fmla="*/ 510004 w 1651802"/>
                <a:gd name="csY2454" fmla="*/ 494141 h 1232001"/>
                <a:gd name="csX2455" fmla="*/ 508340 w 1651802"/>
                <a:gd name="csY2455" fmla="*/ 495804 h 1232001"/>
                <a:gd name="csX2456" fmla="*/ 506677 w 1651802"/>
                <a:gd name="csY2456" fmla="*/ 494141 h 1232001"/>
                <a:gd name="csX2457" fmla="*/ 646602 w 1651802"/>
                <a:gd name="csY2457" fmla="*/ 494141 h 1232001"/>
                <a:gd name="csX2458" fmla="*/ 648265 w 1651802"/>
                <a:gd name="csY2458" fmla="*/ 492477 h 1232001"/>
                <a:gd name="csX2459" fmla="*/ 649953 w 1651802"/>
                <a:gd name="csY2459" fmla="*/ 494141 h 1232001"/>
                <a:gd name="csX2460" fmla="*/ 648265 w 1651802"/>
                <a:gd name="csY2460" fmla="*/ 495804 h 1232001"/>
                <a:gd name="csX2461" fmla="*/ 646602 w 1651802"/>
                <a:gd name="csY2461" fmla="*/ 494141 h 1232001"/>
                <a:gd name="csX2462" fmla="*/ 766541 w 1651802"/>
                <a:gd name="csY2462" fmla="*/ 494141 h 1232001"/>
                <a:gd name="csX2463" fmla="*/ 768204 w 1651802"/>
                <a:gd name="csY2463" fmla="*/ 492477 h 1232001"/>
                <a:gd name="csX2464" fmla="*/ 769868 w 1651802"/>
                <a:gd name="csY2464" fmla="*/ 494141 h 1232001"/>
                <a:gd name="csX2465" fmla="*/ 768204 w 1651802"/>
                <a:gd name="csY2465" fmla="*/ 495804 h 1232001"/>
                <a:gd name="csX2466" fmla="*/ 766541 w 1651802"/>
                <a:gd name="csY2466" fmla="*/ 494141 h 1232001"/>
                <a:gd name="csX2467" fmla="*/ 883152 w 1651802"/>
                <a:gd name="csY2467" fmla="*/ 494141 h 1232001"/>
                <a:gd name="csX2468" fmla="*/ 884817 w 1651802"/>
                <a:gd name="csY2468" fmla="*/ 492477 h 1232001"/>
                <a:gd name="csX2469" fmla="*/ 886479 w 1651802"/>
                <a:gd name="csY2469" fmla="*/ 494141 h 1232001"/>
                <a:gd name="csX2470" fmla="*/ 884817 w 1651802"/>
                <a:gd name="csY2470" fmla="*/ 495804 h 1232001"/>
                <a:gd name="csX2471" fmla="*/ 883152 w 1651802"/>
                <a:gd name="csY2471" fmla="*/ 494141 h 1232001"/>
                <a:gd name="csX2472" fmla="*/ 1003092 w 1651802"/>
                <a:gd name="csY2472" fmla="*/ 494141 h 1232001"/>
                <a:gd name="csX2473" fmla="*/ 1004755 w 1651802"/>
                <a:gd name="csY2473" fmla="*/ 492477 h 1232001"/>
                <a:gd name="csX2474" fmla="*/ 1006419 w 1651802"/>
                <a:gd name="csY2474" fmla="*/ 494141 h 1232001"/>
                <a:gd name="csX2475" fmla="*/ 1004755 w 1651802"/>
                <a:gd name="csY2475" fmla="*/ 495804 h 1232001"/>
                <a:gd name="csX2476" fmla="*/ 1003092 w 1651802"/>
                <a:gd name="csY2476" fmla="*/ 494141 h 1232001"/>
                <a:gd name="csX2477" fmla="*/ 1143018 w 1651802"/>
                <a:gd name="csY2477" fmla="*/ 494141 h 1232001"/>
                <a:gd name="csX2478" fmla="*/ 1144681 w 1651802"/>
                <a:gd name="csY2478" fmla="*/ 492477 h 1232001"/>
                <a:gd name="csX2479" fmla="*/ 1146345 w 1651802"/>
                <a:gd name="csY2479" fmla="*/ 494141 h 1232001"/>
                <a:gd name="csX2480" fmla="*/ 1144681 w 1651802"/>
                <a:gd name="csY2480" fmla="*/ 495804 h 1232001"/>
                <a:gd name="csX2481" fmla="*/ 1143018 w 1651802"/>
                <a:gd name="csY2481" fmla="*/ 494141 h 1232001"/>
                <a:gd name="csX2482" fmla="*/ 1336245 w 1651802"/>
                <a:gd name="csY2482" fmla="*/ 494141 h 1232001"/>
                <a:gd name="csX2483" fmla="*/ 1337909 w 1651802"/>
                <a:gd name="csY2483" fmla="*/ 492477 h 1232001"/>
                <a:gd name="csX2484" fmla="*/ 1339572 w 1651802"/>
                <a:gd name="csY2484" fmla="*/ 494141 h 1232001"/>
                <a:gd name="csX2485" fmla="*/ 1337909 w 1651802"/>
                <a:gd name="csY2485" fmla="*/ 495804 h 1232001"/>
                <a:gd name="csX2486" fmla="*/ 1336245 w 1651802"/>
                <a:gd name="csY2486" fmla="*/ 494141 h 1232001"/>
                <a:gd name="csX2487" fmla="*/ 1559465 w 1651802"/>
                <a:gd name="csY2487" fmla="*/ 494141 h 1232001"/>
                <a:gd name="csX2488" fmla="*/ 1561128 w 1651802"/>
                <a:gd name="csY2488" fmla="*/ 492477 h 1232001"/>
                <a:gd name="csX2489" fmla="*/ 1562792 w 1651802"/>
                <a:gd name="csY2489" fmla="*/ 494141 h 1232001"/>
                <a:gd name="csX2490" fmla="*/ 1561128 w 1651802"/>
                <a:gd name="csY2490" fmla="*/ 495804 h 1232001"/>
                <a:gd name="csX2491" fmla="*/ 1559465 w 1651802"/>
                <a:gd name="csY2491" fmla="*/ 494141 h 1232001"/>
                <a:gd name="csX2492" fmla="*/ 573312 w 1651802"/>
                <a:gd name="csY2492" fmla="*/ 490814 h 1232001"/>
                <a:gd name="csX2493" fmla="*/ 574976 w 1651802"/>
                <a:gd name="csY2493" fmla="*/ 489126 h 1232001"/>
                <a:gd name="csX2494" fmla="*/ 576639 w 1651802"/>
                <a:gd name="csY2494" fmla="*/ 490814 h 1232001"/>
                <a:gd name="csX2495" fmla="*/ 574976 w 1651802"/>
                <a:gd name="csY2495" fmla="*/ 492477 h 1232001"/>
                <a:gd name="csX2496" fmla="*/ 573312 w 1651802"/>
                <a:gd name="csY2496" fmla="*/ 490814 h 1232001"/>
                <a:gd name="csX2497" fmla="*/ 633294 w 1651802"/>
                <a:gd name="csY2497" fmla="*/ 490814 h 1232001"/>
                <a:gd name="csX2498" fmla="*/ 634957 w 1651802"/>
                <a:gd name="csY2498" fmla="*/ 489126 h 1232001"/>
                <a:gd name="csX2499" fmla="*/ 636621 w 1651802"/>
                <a:gd name="csY2499" fmla="*/ 490814 h 1232001"/>
                <a:gd name="csX2500" fmla="*/ 634957 w 1651802"/>
                <a:gd name="csY2500" fmla="*/ 492477 h 1232001"/>
                <a:gd name="csX2501" fmla="*/ 633294 w 1651802"/>
                <a:gd name="csY2501" fmla="*/ 490814 h 1232001"/>
                <a:gd name="csX2502" fmla="*/ 759887 w 1651802"/>
                <a:gd name="csY2502" fmla="*/ 490814 h 1232001"/>
                <a:gd name="csX2503" fmla="*/ 761550 w 1651802"/>
                <a:gd name="csY2503" fmla="*/ 489126 h 1232001"/>
                <a:gd name="csX2504" fmla="*/ 763214 w 1651802"/>
                <a:gd name="csY2504" fmla="*/ 490814 h 1232001"/>
                <a:gd name="csX2505" fmla="*/ 761550 w 1651802"/>
                <a:gd name="csY2505" fmla="*/ 492477 h 1232001"/>
                <a:gd name="csX2506" fmla="*/ 759887 w 1651802"/>
                <a:gd name="csY2506" fmla="*/ 490814 h 1232001"/>
                <a:gd name="csX2507" fmla="*/ 889806 w 1651802"/>
                <a:gd name="csY2507" fmla="*/ 490814 h 1232001"/>
                <a:gd name="csX2508" fmla="*/ 891471 w 1651802"/>
                <a:gd name="csY2508" fmla="*/ 489126 h 1232001"/>
                <a:gd name="csX2509" fmla="*/ 893133 w 1651802"/>
                <a:gd name="csY2509" fmla="*/ 490814 h 1232001"/>
                <a:gd name="csX2510" fmla="*/ 891471 w 1651802"/>
                <a:gd name="csY2510" fmla="*/ 492477 h 1232001"/>
                <a:gd name="csX2511" fmla="*/ 889806 w 1651802"/>
                <a:gd name="csY2511" fmla="*/ 490814 h 1232001"/>
                <a:gd name="csX2512" fmla="*/ 1016400 w 1651802"/>
                <a:gd name="csY2512" fmla="*/ 490814 h 1232001"/>
                <a:gd name="csX2513" fmla="*/ 1018088 w 1651802"/>
                <a:gd name="csY2513" fmla="*/ 489126 h 1232001"/>
                <a:gd name="csX2514" fmla="*/ 1019751 w 1651802"/>
                <a:gd name="csY2514" fmla="*/ 490814 h 1232001"/>
                <a:gd name="csX2515" fmla="*/ 1018088 w 1651802"/>
                <a:gd name="csY2515" fmla="*/ 492477 h 1232001"/>
                <a:gd name="csX2516" fmla="*/ 1016400 w 1651802"/>
                <a:gd name="csY2516" fmla="*/ 490814 h 1232001"/>
                <a:gd name="csX2517" fmla="*/ 1076381 w 1651802"/>
                <a:gd name="csY2517" fmla="*/ 490814 h 1232001"/>
                <a:gd name="csX2518" fmla="*/ 1078046 w 1651802"/>
                <a:gd name="csY2518" fmla="*/ 489126 h 1232001"/>
                <a:gd name="csX2519" fmla="*/ 1079708 w 1651802"/>
                <a:gd name="csY2519" fmla="*/ 490814 h 1232001"/>
                <a:gd name="csX2520" fmla="*/ 1078046 w 1651802"/>
                <a:gd name="csY2520" fmla="*/ 492477 h 1232001"/>
                <a:gd name="csX2521" fmla="*/ 1076381 w 1651802"/>
                <a:gd name="csY2521" fmla="*/ 490814 h 1232001"/>
                <a:gd name="csX2522" fmla="*/ 587536 w 1651802"/>
                <a:gd name="csY2522" fmla="*/ 486836 h 1232001"/>
                <a:gd name="csX2523" fmla="*/ 597541 w 1651802"/>
                <a:gd name="csY2523" fmla="*/ 486956 h 1232001"/>
                <a:gd name="csX2524" fmla="*/ 591634 w 1651802"/>
                <a:gd name="csY2524" fmla="*/ 488475 h 1232001"/>
                <a:gd name="csX2525" fmla="*/ 581654 w 1651802"/>
                <a:gd name="csY2525" fmla="*/ 488354 h 1232001"/>
                <a:gd name="csX2526" fmla="*/ 607522 w 1651802"/>
                <a:gd name="csY2526" fmla="*/ 486836 h 1232001"/>
                <a:gd name="csX2527" fmla="*/ 617526 w 1651802"/>
                <a:gd name="csY2527" fmla="*/ 486956 h 1232001"/>
                <a:gd name="csX2528" fmla="*/ 611620 w 1651802"/>
                <a:gd name="csY2528" fmla="*/ 488475 h 1232001"/>
                <a:gd name="csX2529" fmla="*/ 601639 w 1651802"/>
                <a:gd name="csY2529" fmla="*/ 488354 h 1232001"/>
                <a:gd name="csX2530" fmla="*/ 753209 w 1651802"/>
                <a:gd name="csY2530" fmla="*/ 487462 h 1232001"/>
                <a:gd name="csX2531" fmla="*/ 754872 w 1651802"/>
                <a:gd name="csY2531" fmla="*/ 485799 h 1232001"/>
                <a:gd name="csX2532" fmla="*/ 756560 w 1651802"/>
                <a:gd name="csY2532" fmla="*/ 487462 h 1232001"/>
                <a:gd name="csX2533" fmla="*/ 754872 w 1651802"/>
                <a:gd name="csY2533" fmla="*/ 489126 h 1232001"/>
                <a:gd name="csX2534" fmla="*/ 753209 w 1651802"/>
                <a:gd name="csY2534" fmla="*/ 487462 h 1232001"/>
                <a:gd name="csX2535" fmla="*/ 896485 w 1651802"/>
                <a:gd name="csY2535" fmla="*/ 487462 h 1232001"/>
                <a:gd name="csX2536" fmla="*/ 898148 w 1651802"/>
                <a:gd name="csY2536" fmla="*/ 485799 h 1232001"/>
                <a:gd name="csX2537" fmla="*/ 899812 w 1651802"/>
                <a:gd name="csY2537" fmla="*/ 487462 h 1232001"/>
                <a:gd name="csX2538" fmla="*/ 898148 w 1651802"/>
                <a:gd name="csY2538" fmla="*/ 489126 h 1232001"/>
                <a:gd name="csX2539" fmla="*/ 896485 w 1651802"/>
                <a:gd name="csY2539" fmla="*/ 487462 h 1232001"/>
                <a:gd name="csX2540" fmla="*/ 1037302 w 1651802"/>
                <a:gd name="csY2540" fmla="*/ 486836 h 1232001"/>
                <a:gd name="csX2541" fmla="*/ 1047283 w 1651802"/>
                <a:gd name="csY2541" fmla="*/ 486956 h 1232001"/>
                <a:gd name="csX2542" fmla="*/ 1041400 w 1651802"/>
                <a:gd name="csY2542" fmla="*/ 488475 h 1232001"/>
                <a:gd name="csX2543" fmla="*/ 1031396 w 1651802"/>
                <a:gd name="csY2543" fmla="*/ 488354 h 1232001"/>
                <a:gd name="csX2544" fmla="*/ 1057288 w 1651802"/>
                <a:gd name="csY2544" fmla="*/ 486836 h 1232001"/>
                <a:gd name="csX2545" fmla="*/ 1067269 w 1651802"/>
                <a:gd name="csY2545" fmla="*/ 486956 h 1232001"/>
                <a:gd name="csX2546" fmla="*/ 1061386 w 1651802"/>
                <a:gd name="csY2546" fmla="*/ 488475 h 1232001"/>
                <a:gd name="csX2547" fmla="*/ 1051381 w 1651802"/>
                <a:gd name="csY2547" fmla="*/ 488354 h 1232001"/>
                <a:gd name="csX2548" fmla="*/ 1346226 w 1651802"/>
                <a:gd name="csY2548" fmla="*/ 487462 h 1232001"/>
                <a:gd name="csX2549" fmla="*/ 1347890 w 1651802"/>
                <a:gd name="csY2549" fmla="*/ 485799 h 1232001"/>
                <a:gd name="csX2550" fmla="*/ 1349578 w 1651802"/>
                <a:gd name="csY2550" fmla="*/ 487462 h 1232001"/>
                <a:gd name="csX2551" fmla="*/ 1347890 w 1651802"/>
                <a:gd name="csY2551" fmla="*/ 489126 h 1232001"/>
                <a:gd name="csX2552" fmla="*/ 1346226 w 1651802"/>
                <a:gd name="csY2552" fmla="*/ 487462 h 1232001"/>
                <a:gd name="csX2553" fmla="*/ 1549460 w 1651802"/>
                <a:gd name="csY2553" fmla="*/ 487462 h 1232001"/>
                <a:gd name="csX2554" fmla="*/ 1551124 w 1651802"/>
                <a:gd name="csY2554" fmla="*/ 485799 h 1232001"/>
                <a:gd name="csX2555" fmla="*/ 1552786 w 1651802"/>
                <a:gd name="csY2555" fmla="*/ 487462 h 1232001"/>
                <a:gd name="csX2556" fmla="*/ 1551124 w 1651802"/>
                <a:gd name="csY2556" fmla="*/ 489126 h 1232001"/>
                <a:gd name="csX2557" fmla="*/ 1549460 w 1651802"/>
                <a:gd name="csY2557" fmla="*/ 487462 h 1232001"/>
                <a:gd name="csX2558" fmla="*/ 903139 w 1651802"/>
                <a:gd name="csY2558" fmla="*/ 484135 h 1232001"/>
                <a:gd name="csX2559" fmla="*/ 904802 w 1651802"/>
                <a:gd name="csY2559" fmla="*/ 482472 h 1232001"/>
                <a:gd name="csX2560" fmla="*/ 906466 w 1651802"/>
                <a:gd name="csY2560" fmla="*/ 484135 h 1232001"/>
                <a:gd name="csX2561" fmla="*/ 904802 w 1651802"/>
                <a:gd name="csY2561" fmla="*/ 485799 h 1232001"/>
                <a:gd name="csX2562" fmla="*/ 903139 w 1651802"/>
                <a:gd name="csY2562" fmla="*/ 484135 h 1232001"/>
                <a:gd name="csX2563" fmla="*/ 1542806 w 1651802"/>
                <a:gd name="csY2563" fmla="*/ 484135 h 1232001"/>
                <a:gd name="csX2564" fmla="*/ 1544470 w 1651802"/>
                <a:gd name="csY2564" fmla="*/ 482472 h 1232001"/>
                <a:gd name="csX2565" fmla="*/ 1546133 w 1651802"/>
                <a:gd name="csY2565" fmla="*/ 484135 h 1232001"/>
                <a:gd name="csX2566" fmla="*/ 1544470 w 1651802"/>
                <a:gd name="csY2566" fmla="*/ 485799 h 1232001"/>
                <a:gd name="csX2567" fmla="*/ 1542806 w 1651802"/>
                <a:gd name="csY2567" fmla="*/ 484135 h 1232001"/>
                <a:gd name="csX2568" fmla="*/ 513354 w 1651802"/>
                <a:gd name="csY2568" fmla="*/ 480808 h 1232001"/>
                <a:gd name="csX2569" fmla="*/ 515019 w 1651802"/>
                <a:gd name="csY2569" fmla="*/ 479145 h 1232001"/>
                <a:gd name="csX2570" fmla="*/ 516681 w 1651802"/>
                <a:gd name="csY2570" fmla="*/ 480808 h 1232001"/>
                <a:gd name="csX2571" fmla="*/ 515019 w 1651802"/>
                <a:gd name="csY2571" fmla="*/ 482472 h 1232001"/>
                <a:gd name="csX2572" fmla="*/ 513354 w 1651802"/>
                <a:gd name="csY2572" fmla="*/ 480808 h 1232001"/>
                <a:gd name="csX2573" fmla="*/ 1136339 w 1651802"/>
                <a:gd name="csY2573" fmla="*/ 480808 h 1232001"/>
                <a:gd name="csX2574" fmla="*/ 1138003 w 1651802"/>
                <a:gd name="csY2574" fmla="*/ 479145 h 1232001"/>
                <a:gd name="csX2575" fmla="*/ 1139666 w 1651802"/>
                <a:gd name="csY2575" fmla="*/ 480808 h 1232001"/>
                <a:gd name="csX2576" fmla="*/ 1138003 w 1651802"/>
                <a:gd name="csY2576" fmla="*/ 482472 h 1232001"/>
                <a:gd name="csX2577" fmla="*/ 1136339 w 1651802"/>
                <a:gd name="csY2577" fmla="*/ 480808 h 1232001"/>
                <a:gd name="csX2578" fmla="*/ 1362886 w 1651802"/>
                <a:gd name="csY2578" fmla="*/ 480808 h 1232001"/>
                <a:gd name="csX2579" fmla="*/ 1364549 w 1651802"/>
                <a:gd name="csY2579" fmla="*/ 479145 h 1232001"/>
                <a:gd name="csX2580" fmla="*/ 1366213 w 1651802"/>
                <a:gd name="csY2580" fmla="*/ 480808 h 1232001"/>
                <a:gd name="csX2581" fmla="*/ 1364549 w 1651802"/>
                <a:gd name="csY2581" fmla="*/ 482472 h 1232001"/>
                <a:gd name="csX2582" fmla="*/ 1362886 w 1651802"/>
                <a:gd name="csY2582" fmla="*/ 480808 h 1232001"/>
                <a:gd name="csX2583" fmla="*/ 733223 w 1651802"/>
                <a:gd name="csY2583" fmla="*/ 477482 h 1232001"/>
                <a:gd name="csX2584" fmla="*/ 734887 w 1651802"/>
                <a:gd name="csY2584" fmla="*/ 475818 h 1232001"/>
                <a:gd name="csX2585" fmla="*/ 736550 w 1651802"/>
                <a:gd name="csY2585" fmla="*/ 477482 h 1232001"/>
                <a:gd name="csX2586" fmla="*/ 734887 w 1651802"/>
                <a:gd name="csY2586" fmla="*/ 479145 h 1232001"/>
                <a:gd name="csX2587" fmla="*/ 733223 w 1651802"/>
                <a:gd name="csY2587" fmla="*/ 477482 h 1232001"/>
                <a:gd name="csX2588" fmla="*/ 916471 w 1651802"/>
                <a:gd name="csY2588" fmla="*/ 477482 h 1232001"/>
                <a:gd name="csX2589" fmla="*/ 918135 w 1651802"/>
                <a:gd name="csY2589" fmla="*/ 475818 h 1232001"/>
                <a:gd name="csX2590" fmla="*/ 919798 w 1651802"/>
                <a:gd name="csY2590" fmla="*/ 477482 h 1232001"/>
                <a:gd name="csX2591" fmla="*/ 918135 w 1651802"/>
                <a:gd name="csY2591" fmla="*/ 479145 h 1232001"/>
                <a:gd name="csX2592" fmla="*/ 916471 w 1651802"/>
                <a:gd name="csY2592" fmla="*/ 477482 h 1232001"/>
                <a:gd name="csX2593" fmla="*/ 1369563 w 1651802"/>
                <a:gd name="csY2593" fmla="*/ 477482 h 1232001"/>
                <a:gd name="csX2594" fmla="*/ 1371226 w 1651802"/>
                <a:gd name="csY2594" fmla="*/ 475818 h 1232001"/>
                <a:gd name="csX2595" fmla="*/ 1372890 w 1651802"/>
                <a:gd name="csY2595" fmla="*/ 477482 h 1232001"/>
                <a:gd name="csX2596" fmla="*/ 1371226 w 1651802"/>
                <a:gd name="csY2596" fmla="*/ 479145 h 1232001"/>
                <a:gd name="csX2597" fmla="*/ 1369563 w 1651802"/>
                <a:gd name="csY2597" fmla="*/ 477482 h 1232001"/>
                <a:gd name="csX2598" fmla="*/ 1526147 w 1651802"/>
                <a:gd name="csY2598" fmla="*/ 477482 h 1232001"/>
                <a:gd name="csX2599" fmla="*/ 1527811 w 1651802"/>
                <a:gd name="csY2599" fmla="*/ 475818 h 1232001"/>
                <a:gd name="csX2600" fmla="*/ 1529474 w 1651802"/>
                <a:gd name="csY2600" fmla="*/ 477482 h 1232001"/>
                <a:gd name="csX2601" fmla="*/ 1527811 w 1651802"/>
                <a:gd name="csY2601" fmla="*/ 479145 h 1232001"/>
                <a:gd name="csX2602" fmla="*/ 1526147 w 1651802"/>
                <a:gd name="csY2602" fmla="*/ 477482 h 1232001"/>
                <a:gd name="csX2603" fmla="*/ 726569 w 1651802"/>
                <a:gd name="csY2603" fmla="*/ 474155 h 1232001"/>
                <a:gd name="csX2604" fmla="*/ 728233 w 1651802"/>
                <a:gd name="csY2604" fmla="*/ 472491 h 1232001"/>
                <a:gd name="csX2605" fmla="*/ 729896 w 1651802"/>
                <a:gd name="csY2605" fmla="*/ 474155 h 1232001"/>
                <a:gd name="csX2606" fmla="*/ 728233 w 1651802"/>
                <a:gd name="csY2606" fmla="*/ 475818 h 1232001"/>
                <a:gd name="csX2607" fmla="*/ 726569 w 1651802"/>
                <a:gd name="csY2607" fmla="*/ 474155 h 1232001"/>
                <a:gd name="csX2608" fmla="*/ 923125 w 1651802"/>
                <a:gd name="csY2608" fmla="*/ 474155 h 1232001"/>
                <a:gd name="csX2609" fmla="*/ 924789 w 1651802"/>
                <a:gd name="csY2609" fmla="*/ 472491 h 1232001"/>
                <a:gd name="csX2610" fmla="*/ 926452 w 1651802"/>
                <a:gd name="csY2610" fmla="*/ 474155 h 1232001"/>
                <a:gd name="csX2611" fmla="*/ 924789 w 1651802"/>
                <a:gd name="csY2611" fmla="*/ 475818 h 1232001"/>
                <a:gd name="csX2612" fmla="*/ 923125 w 1651802"/>
                <a:gd name="csY2612" fmla="*/ 474155 h 1232001"/>
                <a:gd name="csX2613" fmla="*/ 1379544 w 1651802"/>
                <a:gd name="csY2613" fmla="*/ 474155 h 1232001"/>
                <a:gd name="csX2614" fmla="*/ 1381207 w 1651802"/>
                <a:gd name="csY2614" fmla="*/ 472491 h 1232001"/>
                <a:gd name="csX2615" fmla="*/ 1382871 w 1651802"/>
                <a:gd name="csY2615" fmla="*/ 474155 h 1232001"/>
                <a:gd name="csX2616" fmla="*/ 1381207 w 1651802"/>
                <a:gd name="csY2616" fmla="*/ 475818 h 1232001"/>
                <a:gd name="csX2617" fmla="*/ 1379544 w 1651802"/>
                <a:gd name="csY2617" fmla="*/ 474155 h 1232001"/>
                <a:gd name="csX2618" fmla="*/ 1516143 w 1651802"/>
                <a:gd name="csY2618" fmla="*/ 474155 h 1232001"/>
                <a:gd name="csX2619" fmla="*/ 1517806 w 1651802"/>
                <a:gd name="csY2619" fmla="*/ 472491 h 1232001"/>
                <a:gd name="csX2620" fmla="*/ 1519470 w 1651802"/>
                <a:gd name="csY2620" fmla="*/ 474155 h 1232001"/>
                <a:gd name="csX2621" fmla="*/ 1517806 w 1651802"/>
                <a:gd name="csY2621" fmla="*/ 475818 h 1232001"/>
                <a:gd name="csX2622" fmla="*/ 1516143 w 1651802"/>
                <a:gd name="csY2622" fmla="*/ 474155 h 1232001"/>
                <a:gd name="csX2623" fmla="*/ 525000 w 1651802"/>
                <a:gd name="csY2623" fmla="*/ 465813 h 1232001"/>
                <a:gd name="csX2624" fmla="*/ 532714 w 1651802"/>
                <a:gd name="csY2624" fmla="*/ 459159 h 1232001"/>
                <a:gd name="csX2625" fmla="*/ 528350 w 1651802"/>
                <a:gd name="csY2625" fmla="*/ 465813 h 1232001"/>
                <a:gd name="csX2626" fmla="*/ 520635 w 1651802"/>
                <a:gd name="csY2626" fmla="*/ 472491 h 1232001"/>
                <a:gd name="csX2627" fmla="*/ 525000 w 1651802"/>
                <a:gd name="csY2627" fmla="*/ 465813 h 1232001"/>
                <a:gd name="csX2628" fmla="*/ 719891 w 1651802"/>
                <a:gd name="csY2628" fmla="*/ 470803 h 1232001"/>
                <a:gd name="csX2629" fmla="*/ 721579 w 1651802"/>
                <a:gd name="csY2629" fmla="*/ 469140 h 1232001"/>
                <a:gd name="csX2630" fmla="*/ 723242 w 1651802"/>
                <a:gd name="csY2630" fmla="*/ 470803 h 1232001"/>
                <a:gd name="csX2631" fmla="*/ 721579 w 1651802"/>
                <a:gd name="csY2631" fmla="*/ 472491 h 1232001"/>
                <a:gd name="csX2632" fmla="*/ 719891 w 1651802"/>
                <a:gd name="csY2632" fmla="*/ 470803 h 1232001"/>
                <a:gd name="csX2633" fmla="*/ 929778 w 1651802"/>
                <a:gd name="csY2633" fmla="*/ 470803 h 1232001"/>
                <a:gd name="csX2634" fmla="*/ 931466 w 1651802"/>
                <a:gd name="csY2634" fmla="*/ 469140 h 1232001"/>
                <a:gd name="csX2635" fmla="*/ 933129 w 1651802"/>
                <a:gd name="csY2635" fmla="*/ 470803 h 1232001"/>
                <a:gd name="csX2636" fmla="*/ 931466 w 1651802"/>
                <a:gd name="csY2636" fmla="*/ 472491 h 1232001"/>
                <a:gd name="csX2637" fmla="*/ 929778 w 1651802"/>
                <a:gd name="csY2637" fmla="*/ 470803 h 1232001"/>
                <a:gd name="csX2638" fmla="*/ 1124382 w 1651802"/>
                <a:gd name="csY2638" fmla="*/ 464993 h 1232001"/>
                <a:gd name="csX2639" fmla="*/ 1118016 w 1651802"/>
                <a:gd name="csY2639" fmla="*/ 457495 h 1232001"/>
                <a:gd name="csX2640" fmla="*/ 1125515 w 1651802"/>
                <a:gd name="csY2640" fmla="*/ 463836 h 1232001"/>
                <a:gd name="csX2641" fmla="*/ 1133012 w 1651802"/>
                <a:gd name="csY2641" fmla="*/ 471334 h 1232001"/>
                <a:gd name="csX2642" fmla="*/ 1124382 w 1651802"/>
                <a:gd name="csY2642" fmla="*/ 464993 h 1232001"/>
                <a:gd name="csX2643" fmla="*/ 1392876 w 1651802"/>
                <a:gd name="csY2643" fmla="*/ 470803 h 1232001"/>
                <a:gd name="csX2644" fmla="*/ 1394540 w 1651802"/>
                <a:gd name="csY2644" fmla="*/ 469140 h 1232001"/>
                <a:gd name="csX2645" fmla="*/ 1396203 w 1651802"/>
                <a:gd name="csY2645" fmla="*/ 470803 h 1232001"/>
                <a:gd name="csX2646" fmla="*/ 1394540 w 1651802"/>
                <a:gd name="csY2646" fmla="*/ 472491 h 1232001"/>
                <a:gd name="csX2647" fmla="*/ 1392876 w 1651802"/>
                <a:gd name="csY2647" fmla="*/ 470803 h 1232001"/>
                <a:gd name="csX2648" fmla="*/ 1502810 w 1651802"/>
                <a:gd name="csY2648" fmla="*/ 470803 h 1232001"/>
                <a:gd name="csX2649" fmla="*/ 1504474 w 1651802"/>
                <a:gd name="csY2649" fmla="*/ 469140 h 1232001"/>
                <a:gd name="csX2650" fmla="*/ 1506137 w 1651802"/>
                <a:gd name="csY2650" fmla="*/ 470803 h 1232001"/>
                <a:gd name="csX2651" fmla="*/ 1504474 w 1651802"/>
                <a:gd name="csY2651" fmla="*/ 472491 h 1232001"/>
                <a:gd name="csX2652" fmla="*/ 1502810 w 1651802"/>
                <a:gd name="csY2652" fmla="*/ 470803 h 1232001"/>
                <a:gd name="csX2653" fmla="*/ 713237 w 1651802"/>
                <a:gd name="csY2653" fmla="*/ 467476 h 1232001"/>
                <a:gd name="csX2654" fmla="*/ 714900 w 1651802"/>
                <a:gd name="csY2654" fmla="*/ 465813 h 1232001"/>
                <a:gd name="csX2655" fmla="*/ 716564 w 1651802"/>
                <a:gd name="csY2655" fmla="*/ 467476 h 1232001"/>
                <a:gd name="csX2656" fmla="*/ 714900 w 1651802"/>
                <a:gd name="csY2656" fmla="*/ 469140 h 1232001"/>
                <a:gd name="csX2657" fmla="*/ 713237 w 1651802"/>
                <a:gd name="csY2657" fmla="*/ 467476 h 1232001"/>
                <a:gd name="csX2658" fmla="*/ 936456 w 1651802"/>
                <a:gd name="csY2658" fmla="*/ 467476 h 1232001"/>
                <a:gd name="csX2659" fmla="*/ 938120 w 1651802"/>
                <a:gd name="csY2659" fmla="*/ 465813 h 1232001"/>
                <a:gd name="csX2660" fmla="*/ 939783 w 1651802"/>
                <a:gd name="csY2660" fmla="*/ 467476 h 1232001"/>
                <a:gd name="csX2661" fmla="*/ 938120 w 1651802"/>
                <a:gd name="csY2661" fmla="*/ 469140 h 1232001"/>
                <a:gd name="csX2662" fmla="*/ 936456 w 1651802"/>
                <a:gd name="csY2662" fmla="*/ 467476 h 1232001"/>
                <a:gd name="csX2663" fmla="*/ 1413754 w 1651802"/>
                <a:gd name="csY2663" fmla="*/ 466850 h 1232001"/>
                <a:gd name="csX2664" fmla="*/ 1423759 w 1651802"/>
                <a:gd name="csY2664" fmla="*/ 466970 h 1232001"/>
                <a:gd name="csX2665" fmla="*/ 1417852 w 1651802"/>
                <a:gd name="csY2665" fmla="*/ 468489 h 1232001"/>
                <a:gd name="csX2666" fmla="*/ 1407871 w 1651802"/>
                <a:gd name="csY2666" fmla="*/ 468369 h 1232001"/>
                <a:gd name="csX2667" fmla="*/ 1477062 w 1651802"/>
                <a:gd name="csY2667" fmla="*/ 466850 h 1232001"/>
                <a:gd name="csX2668" fmla="*/ 1487043 w 1651802"/>
                <a:gd name="csY2668" fmla="*/ 466970 h 1232001"/>
                <a:gd name="csX2669" fmla="*/ 1481160 w 1651802"/>
                <a:gd name="csY2669" fmla="*/ 468489 h 1232001"/>
                <a:gd name="csX2670" fmla="*/ 1471156 w 1651802"/>
                <a:gd name="csY2670" fmla="*/ 468369 h 1232001"/>
                <a:gd name="csX2671" fmla="*/ 703256 w 1651802"/>
                <a:gd name="csY2671" fmla="*/ 464149 h 1232001"/>
                <a:gd name="csX2672" fmla="*/ 704919 w 1651802"/>
                <a:gd name="csY2672" fmla="*/ 462486 h 1232001"/>
                <a:gd name="csX2673" fmla="*/ 706583 w 1651802"/>
                <a:gd name="csY2673" fmla="*/ 464149 h 1232001"/>
                <a:gd name="csX2674" fmla="*/ 704919 w 1651802"/>
                <a:gd name="csY2674" fmla="*/ 465813 h 1232001"/>
                <a:gd name="csX2675" fmla="*/ 703256 w 1651802"/>
                <a:gd name="csY2675" fmla="*/ 464149 h 1232001"/>
                <a:gd name="csX2676" fmla="*/ 946437 w 1651802"/>
                <a:gd name="csY2676" fmla="*/ 464149 h 1232001"/>
                <a:gd name="csX2677" fmla="*/ 948125 w 1651802"/>
                <a:gd name="csY2677" fmla="*/ 462486 h 1232001"/>
                <a:gd name="csX2678" fmla="*/ 949789 w 1651802"/>
                <a:gd name="csY2678" fmla="*/ 464149 h 1232001"/>
                <a:gd name="csX2679" fmla="*/ 948125 w 1651802"/>
                <a:gd name="csY2679" fmla="*/ 465813 h 1232001"/>
                <a:gd name="csX2680" fmla="*/ 946437 w 1651802"/>
                <a:gd name="csY2680" fmla="*/ 464149 h 1232001"/>
                <a:gd name="csX2681" fmla="*/ 696579 w 1651802"/>
                <a:gd name="csY2681" fmla="*/ 460822 h 1232001"/>
                <a:gd name="csX2682" fmla="*/ 698242 w 1651802"/>
                <a:gd name="csY2682" fmla="*/ 459159 h 1232001"/>
                <a:gd name="csX2683" fmla="*/ 699906 w 1651802"/>
                <a:gd name="csY2683" fmla="*/ 460822 h 1232001"/>
                <a:gd name="csX2684" fmla="*/ 698242 w 1651802"/>
                <a:gd name="csY2684" fmla="*/ 462486 h 1232001"/>
                <a:gd name="csX2685" fmla="*/ 696579 w 1651802"/>
                <a:gd name="csY2685" fmla="*/ 460822 h 1232001"/>
                <a:gd name="csX2686" fmla="*/ 953116 w 1651802"/>
                <a:gd name="csY2686" fmla="*/ 460822 h 1232001"/>
                <a:gd name="csX2687" fmla="*/ 954779 w 1651802"/>
                <a:gd name="csY2687" fmla="*/ 459159 h 1232001"/>
                <a:gd name="csX2688" fmla="*/ 956443 w 1651802"/>
                <a:gd name="csY2688" fmla="*/ 460822 h 1232001"/>
                <a:gd name="csX2689" fmla="*/ 954779 w 1651802"/>
                <a:gd name="csY2689" fmla="*/ 462486 h 1232001"/>
                <a:gd name="csX2690" fmla="*/ 953116 w 1651802"/>
                <a:gd name="csY2690" fmla="*/ 460822 h 1232001"/>
                <a:gd name="csX2691" fmla="*/ 686598 w 1651802"/>
                <a:gd name="csY2691" fmla="*/ 457495 h 1232001"/>
                <a:gd name="csX2692" fmla="*/ 688261 w 1651802"/>
                <a:gd name="csY2692" fmla="*/ 455832 h 1232001"/>
                <a:gd name="csX2693" fmla="*/ 689925 w 1651802"/>
                <a:gd name="csY2693" fmla="*/ 457495 h 1232001"/>
                <a:gd name="csX2694" fmla="*/ 688261 w 1651802"/>
                <a:gd name="csY2694" fmla="*/ 459159 h 1232001"/>
                <a:gd name="csX2695" fmla="*/ 686598 w 1651802"/>
                <a:gd name="csY2695" fmla="*/ 457495 h 1232001"/>
                <a:gd name="csX2696" fmla="*/ 963097 w 1651802"/>
                <a:gd name="csY2696" fmla="*/ 457495 h 1232001"/>
                <a:gd name="csX2697" fmla="*/ 964784 w 1651802"/>
                <a:gd name="csY2697" fmla="*/ 455832 h 1232001"/>
                <a:gd name="csX2698" fmla="*/ 966447 w 1651802"/>
                <a:gd name="csY2698" fmla="*/ 457495 h 1232001"/>
                <a:gd name="csX2699" fmla="*/ 964784 w 1651802"/>
                <a:gd name="csY2699" fmla="*/ 459159 h 1232001"/>
                <a:gd name="csX2700" fmla="*/ 963097 w 1651802"/>
                <a:gd name="csY2700" fmla="*/ 457495 h 1232001"/>
                <a:gd name="csX2701" fmla="*/ 539995 w 1651802"/>
                <a:gd name="csY2701" fmla="*/ 454144 h 1232001"/>
                <a:gd name="csX2702" fmla="*/ 541658 w 1651802"/>
                <a:gd name="csY2702" fmla="*/ 452481 h 1232001"/>
                <a:gd name="csX2703" fmla="*/ 543322 w 1651802"/>
                <a:gd name="csY2703" fmla="*/ 454144 h 1232001"/>
                <a:gd name="csX2704" fmla="*/ 541658 w 1651802"/>
                <a:gd name="csY2704" fmla="*/ 455832 h 1232001"/>
                <a:gd name="csX2705" fmla="*/ 539995 w 1651802"/>
                <a:gd name="csY2705" fmla="*/ 454144 h 1232001"/>
                <a:gd name="csX2706" fmla="*/ 676592 w 1651802"/>
                <a:gd name="csY2706" fmla="*/ 454144 h 1232001"/>
                <a:gd name="csX2707" fmla="*/ 678256 w 1651802"/>
                <a:gd name="csY2707" fmla="*/ 452481 h 1232001"/>
                <a:gd name="csX2708" fmla="*/ 679919 w 1651802"/>
                <a:gd name="csY2708" fmla="*/ 454144 h 1232001"/>
                <a:gd name="csX2709" fmla="*/ 678256 w 1651802"/>
                <a:gd name="csY2709" fmla="*/ 455832 h 1232001"/>
                <a:gd name="csX2710" fmla="*/ 676592 w 1651802"/>
                <a:gd name="csY2710" fmla="*/ 454144 h 1232001"/>
                <a:gd name="csX2711" fmla="*/ 973101 w 1651802"/>
                <a:gd name="csY2711" fmla="*/ 454144 h 1232001"/>
                <a:gd name="csX2712" fmla="*/ 974765 w 1651802"/>
                <a:gd name="csY2712" fmla="*/ 452481 h 1232001"/>
                <a:gd name="csX2713" fmla="*/ 976428 w 1651802"/>
                <a:gd name="csY2713" fmla="*/ 454144 h 1232001"/>
                <a:gd name="csX2714" fmla="*/ 974765 w 1651802"/>
                <a:gd name="csY2714" fmla="*/ 455832 h 1232001"/>
                <a:gd name="csX2715" fmla="*/ 973101 w 1651802"/>
                <a:gd name="csY2715" fmla="*/ 454144 h 1232001"/>
                <a:gd name="csX2716" fmla="*/ 1109700 w 1651802"/>
                <a:gd name="csY2716" fmla="*/ 454144 h 1232001"/>
                <a:gd name="csX2717" fmla="*/ 1111362 w 1651802"/>
                <a:gd name="csY2717" fmla="*/ 452481 h 1232001"/>
                <a:gd name="csX2718" fmla="*/ 1113027 w 1651802"/>
                <a:gd name="csY2718" fmla="*/ 454144 h 1232001"/>
                <a:gd name="csX2719" fmla="*/ 1111362 w 1651802"/>
                <a:gd name="csY2719" fmla="*/ 455832 h 1232001"/>
                <a:gd name="csX2720" fmla="*/ 1109700 w 1651802"/>
                <a:gd name="csY2720" fmla="*/ 454144 h 1232001"/>
                <a:gd name="csX2721" fmla="*/ 546673 w 1651802"/>
                <a:gd name="csY2721" fmla="*/ 450817 h 1232001"/>
                <a:gd name="csX2722" fmla="*/ 548335 w 1651802"/>
                <a:gd name="csY2722" fmla="*/ 449154 h 1232001"/>
                <a:gd name="csX2723" fmla="*/ 550000 w 1651802"/>
                <a:gd name="csY2723" fmla="*/ 450817 h 1232001"/>
                <a:gd name="csX2724" fmla="*/ 548335 w 1651802"/>
                <a:gd name="csY2724" fmla="*/ 452481 h 1232001"/>
                <a:gd name="csX2725" fmla="*/ 546673 w 1651802"/>
                <a:gd name="csY2725" fmla="*/ 450817 h 1232001"/>
                <a:gd name="csX2726" fmla="*/ 666588 w 1651802"/>
                <a:gd name="csY2726" fmla="*/ 450817 h 1232001"/>
                <a:gd name="csX2727" fmla="*/ 668275 w 1651802"/>
                <a:gd name="csY2727" fmla="*/ 449154 h 1232001"/>
                <a:gd name="csX2728" fmla="*/ 669938 w 1651802"/>
                <a:gd name="csY2728" fmla="*/ 450817 h 1232001"/>
                <a:gd name="csX2729" fmla="*/ 668275 w 1651802"/>
                <a:gd name="csY2729" fmla="*/ 452481 h 1232001"/>
                <a:gd name="csX2730" fmla="*/ 666588 w 1651802"/>
                <a:gd name="csY2730" fmla="*/ 450817 h 1232001"/>
                <a:gd name="csX2731" fmla="*/ 983106 w 1651802"/>
                <a:gd name="csY2731" fmla="*/ 450817 h 1232001"/>
                <a:gd name="csX2732" fmla="*/ 984770 w 1651802"/>
                <a:gd name="csY2732" fmla="*/ 449154 h 1232001"/>
                <a:gd name="csX2733" fmla="*/ 986433 w 1651802"/>
                <a:gd name="csY2733" fmla="*/ 450817 h 1232001"/>
                <a:gd name="csX2734" fmla="*/ 984770 w 1651802"/>
                <a:gd name="csY2734" fmla="*/ 452481 h 1232001"/>
                <a:gd name="csX2735" fmla="*/ 983106 w 1651802"/>
                <a:gd name="csY2735" fmla="*/ 450817 h 1232001"/>
                <a:gd name="csX2736" fmla="*/ 1103021 w 1651802"/>
                <a:gd name="csY2736" fmla="*/ 450817 h 1232001"/>
                <a:gd name="csX2737" fmla="*/ 1104685 w 1651802"/>
                <a:gd name="csY2737" fmla="*/ 449154 h 1232001"/>
                <a:gd name="csX2738" fmla="*/ 1106373 w 1651802"/>
                <a:gd name="csY2738" fmla="*/ 450817 h 1232001"/>
                <a:gd name="csX2739" fmla="*/ 1104685 w 1651802"/>
                <a:gd name="csY2739" fmla="*/ 452481 h 1232001"/>
                <a:gd name="csX2740" fmla="*/ 1103021 w 1651802"/>
                <a:gd name="csY2740" fmla="*/ 450817 h 1232001"/>
                <a:gd name="csX2741" fmla="*/ 553327 w 1651802"/>
                <a:gd name="csY2741" fmla="*/ 447491 h 1232001"/>
                <a:gd name="csX2742" fmla="*/ 554989 w 1651802"/>
                <a:gd name="csY2742" fmla="*/ 445828 h 1232001"/>
                <a:gd name="csX2743" fmla="*/ 556654 w 1651802"/>
                <a:gd name="csY2743" fmla="*/ 447491 h 1232001"/>
                <a:gd name="csX2744" fmla="*/ 554989 w 1651802"/>
                <a:gd name="csY2744" fmla="*/ 449154 h 1232001"/>
                <a:gd name="csX2745" fmla="*/ 553327 w 1651802"/>
                <a:gd name="csY2745" fmla="*/ 447491 h 1232001"/>
                <a:gd name="csX2746" fmla="*/ 653280 w 1651802"/>
                <a:gd name="csY2746" fmla="*/ 447491 h 1232001"/>
                <a:gd name="csX2747" fmla="*/ 654942 w 1651802"/>
                <a:gd name="csY2747" fmla="*/ 445828 h 1232001"/>
                <a:gd name="csX2748" fmla="*/ 656607 w 1651802"/>
                <a:gd name="csY2748" fmla="*/ 447491 h 1232001"/>
                <a:gd name="csX2749" fmla="*/ 654942 w 1651802"/>
                <a:gd name="csY2749" fmla="*/ 449154 h 1232001"/>
                <a:gd name="csX2750" fmla="*/ 653280 w 1651802"/>
                <a:gd name="csY2750" fmla="*/ 447491 h 1232001"/>
                <a:gd name="csX2751" fmla="*/ 996413 w 1651802"/>
                <a:gd name="csY2751" fmla="*/ 447491 h 1232001"/>
                <a:gd name="csX2752" fmla="*/ 998078 w 1651802"/>
                <a:gd name="csY2752" fmla="*/ 445828 h 1232001"/>
                <a:gd name="csX2753" fmla="*/ 999765 w 1651802"/>
                <a:gd name="csY2753" fmla="*/ 447491 h 1232001"/>
                <a:gd name="csX2754" fmla="*/ 998078 w 1651802"/>
                <a:gd name="csY2754" fmla="*/ 449154 h 1232001"/>
                <a:gd name="csX2755" fmla="*/ 996413 w 1651802"/>
                <a:gd name="csY2755" fmla="*/ 447491 h 1232001"/>
                <a:gd name="csX2756" fmla="*/ 1096367 w 1651802"/>
                <a:gd name="csY2756" fmla="*/ 447491 h 1232001"/>
                <a:gd name="csX2757" fmla="*/ 1098031 w 1651802"/>
                <a:gd name="csY2757" fmla="*/ 445828 h 1232001"/>
                <a:gd name="csX2758" fmla="*/ 1099694 w 1651802"/>
                <a:gd name="csY2758" fmla="*/ 447491 h 1232001"/>
                <a:gd name="csX2759" fmla="*/ 1098031 w 1651802"/>
                <a:gd name="csY2759" fmla="*/ 449154 h 1232001"/>
                <a:gd name="csX2760" fmla="*/ 1096367 w 1651802"/>
                <a:gd name="csY2760" fmla="*/ 447491 h 1232001"/>
                <a:gd name="csX2761" fmla="*/ 563331 w 1651802"/>
                <a:gd name="csY2761" fmla="*/ 444164 h 1232001"/>
                <a:gd name="csX2762" fmla="*/ 564995 w 1651802"/>
                <a:gd name="csY2762" fmla="*/ 442501 h 1232001"/>
                <a:gd name="csX2763" fmla="*/ 566658 w 1651802"/>
                <a:gd name="csY2763" fmla="*/ 444164 h 1232001"/>
                <a:gd name="csX2764" fmla="*/ 564995 w 1651802"/>
                <a:gd name="csY2764" fmla="*/ 445828 h 1232001"/>
                <a:gd name="csX2765" fmla="*/ 563331 w 1651802"/>
                <a:gd name="csY2765" fmla="*/ 444164 h 1232001"/>
                <a:gd name="csX2766" fmla="*/ 639948 w 1651802"/>
                <a:gd name="csY2766" fmla="*/ 444164 h 1232001"/>
                <a:gd name="csX2767" fmla="*/ 641611 w 1651802"/>
                <a:gd name="csY2767" fmla="*/ 442501 h 1232001"/>
                <a:gd name="csX2768" fmla="*/ 643275 w 1651802"/>
                <a:gd name="csY2768" fmla="*/ 444164 h 1232001"/>
                <a:gd name="csX2769" fmla="*/ 641611 w 1651802"/>
                <a:gd name="csY2769" fmla="*/ 445828 h 1232001"/>
                <a:gd name="csX2770" fmla="*/ 639948 w 1651802"/>
                <a:gd name="csY2770" fmla="*/ 444164 h 1232001"/>
                <a:gd name="csX2771" fmla="*/ 1009746 w 1651802"/>
                <a:gd name="csY2771" fmla="*/ 444164 h 1232001"/>
                <a:gd name="csX2772" fmla="*/ 1011409 w 1651802"/>
                <a:gd name="csY2772" fmla="*/ 442501 h 1232001"/>
                <a:gd name="csX2773" fmla="*/ 1013073 w 1651802"/>
                <a:gd name="csY2773" fmla="*/ 444164 h 1232001"/>
                <a:gd name="csX2774" fmla="*/ 1011409 w 1651802"/>
                <a:gd name="csY2774" fmla="*/ 445828 h 1232001"/>
                <a:gd name="csX2775" fmla="*/ 1009746 w 1651802"/>
                <a:gd name="csY2775" fmla="*/ 444164 h 1232001"/>
                <a:gd name="csX2776" fmla="*/ 1086362 w 1651802"/>
                <a:gd name="csY2776" fmla="*/ 444164 h 1232001"/>
                <a:gd name="csX2777" fmla="*/ 1088050 w 1651802"/>
                <a:gd name="csY2777" fmla="*/ 442501 h 1232001"/>
                <a:gd name="csX2778" fmla="*/ 1089713 w 1651802"/>
                <a:gd name="csY2778" fmla="*/ 444164 h 1232001"/>
                <a:gd name="csX2779" fmla="*/ 1088050 w 1651802"/>
                <a:gd name="csY2779" fmla="*/ 445828 h 1232001"/>
                <a:gd name="csX2780" fmla="*/ 1086362 w 1651802"/>
                <a:gd name="csY2780" fmla="*/ 444164 h 1232001"/>
                <a:gd name="csX2781" fmla="*/ 579364 w 1651802"/>
                <a:gd name="csY2781" fmla="*/ 440210 h 1232001"/>
                <a:gd name="csX2782" fmla="*/ 585728 w 1651802"/>
                <a:gd name="csY2782" fmla="*/ 440475 h 1232001"/>
                <a:gd name="csX2783" fmla="*/ 581364 w 1651802"/>
                <a:gd name="csY2783" fmla="*/ 442235 h 1232001"/>
                <a:gd name="csX2784" fmla="*/ 574976 w 1651802"/>
                <a:gd name="csY2784" fmla="*/ 441970 h 1232001"/>
                <a:gd name="csX2785" fmla="*/ 615791 w 1651802"/>
                <a:gd name="csY2785" fmla="*/ 440282 h 1232001"/>
                <a:gd name="csX2786" fmla="*/ 624133 w 1651802"/>
                <a:gd name="csY2786" fmla="*/ 440282 h 1232001"/>
                <a:gd name="csX2787" fmla="*/ 628280 w 1651802"/>
                <a:gd name="csY2787" fmla="*/ 441970 h 1232001"/>
                <a:gd name="csX2788" fmla="*/ 619962 w 1651802"/>
                <a:gd name="csY2788" fmla="*/ 441970 h 1232001"/>
                <a:gd name="csX2789" fmla="*/ 611620 w 1651802"/>
                <a:gd name="csY2789" fmla="*/ 441970 h 1232001"/>
                <a:gd name="csX2790" fmla="*/ 1028912 w 1651802"/>
                <a:gd name="csY2790" fmla="*/ 440282 h 1232001"/>
                <a:gd name="csX2791" fmla="*/ 1037230 w 1651802"/>
                <a:gd name="csY2791" fmla="*/ 440282 h 1232001"/>
                <a:gd name="csX2792" fmla="*/ 1041400 w 1651802"/>
                <a:gd name="csY2792" fmla="*/ 441970 h 1232001"/>
                <a:gd name="csX2793" fmla="*/ 1033059 w 1651802"/>
                <a:gd name="csY2793" fmla="*/ 441970 h 1232001"/>
                <a:gd name="csX2794" fmla="*/ 1024742 w 1651802"/>
                <a:gd name="csY2794" fmla="*/ 441970 h 1232001"/>
                <a:gd name="csX2795" fmla="*/ 1069101 w 1651802"/>
                <a:gd name="csY2795" fmla="*/ 440210 h 1232001"/>
                <a:gd name="csX2796" fmla="*/ 1075466 w 1651802"/>
                <a:gd name="csY2796" fmla="*/ 440475 h 1232001"/>
                <a:gd name="csX2797" fmla="*/ 1071102 w 1651802"/>
                <a:gd name="csY2797" fmla="*/ 442235 h 1232001"/>
                <a:gd name="csX2798" fmla="*/ 1064713 w 1651802"/>
                <a:gd name="csY2798" fmla="*/ 441970 h 1232001"/>
                <a:gd name="csX2799" fmla="*/ 403662 w 1651802"/>
                <a:gd name="csY2799" fmla="*/ 167375 h 1232001"/>
                <a:gd name="csX2800" fmla="*/ 403926 w 1651802"/>
                <a:gd name="csY2800" fmla="*/ 160987 h 1232001"/>
                <a:gd name="csX2801" fmla="*/ 405687 w 1651802"/>
                <a:gd name="csY2801" fmla="*/ 165350 h 1232001"/>
                <a:gd name="csX2802" fmla="*/ 405421 w 1651802"/>
                <a:gd name="csY2802" fmla="*/ 171739 h 1232001"/>
                <a:gd name="csX2803" fmla="*/ 403662 w 1651802"/>
                <a:gd name="csY2803" fmla="*/ 167375 h 1232001"/>
                <a:gd name="csX2804" fmla="*/ 545 w 1651802"/>
                <a:gd name="csY2804" fmla="*/ 164025 h 1232001"/>
                <a:gd name="csX2805" fmla="*/ 811 w 1651802"/>
                <a:gd name="csY2805" fmla="*/ 157636 h 1232001"/>
                <a:gd name="csX2806" fmla="*/ 2571 w 1651802"/>
                <a:gd name="csY2806" fmla="*/ 162023 h 1232001"/>
                <a:gd name="csX2807" fmla="*/ 2305 w 1651802"/>
                <a:gd name="csY2807" fmla="*/ 168412 h 1232001"/>
                <a:gd name="csX2808" fmla="*/ 545 w 1651802"/>
                <a:gd name="csY2808" fmla="*/ 164025 h 1232001"/>
                <a:gd name="csX2809" fmla="*/ 513354 w 1651802"/>
                <a:gd name="csY2809" fmla="*/ 160987 h 1232001"/>
                <a:gd name="csX2810" fmla="*/ 515019 w 1651802"/>
                <a:gd name="csY2810" fmla="*/ 159323 h 1232001"/>
                <a:gd name="csX2811" fmla="*/ 516681 w 1651802"/>
                <a:gd name="csY2811" fmla="*/ 160987 h 1232001"/>
                <a:gd name="csX2812" fmla="*/ 515019 w 1651802"/>
                <a:gd name="csY2812" fmla="*/ 162650 h 1232001"/>
                <a:gd name="csX2813" fmla="*/ 513354 w 1651802"/>
                <a:gd name="csY2813" fmla="*/ 160987 h 1232001"/>
                <a:gd name="csX2814" fmla="*/ 953116 w 1651802"/>
                <a:gd name="csY2814" fmla="*/ 160987 h 1232001"/>
                <a:gd name="csX2815" fmla="*/ 954779 w 1651802"/>
                <a:gd name="csY2815" fmla="*/ 159323 h 1232001"/>
                <a:gd name="csX2816" fmla="*/ 956443 w 1651802"/>
                <a:gd name="csY2816" fmla="*/ 160987 h 1232001"/>
                <a:gd name="csX2817" fmla="*/ 954779 w 1651802"/>
                <a:gd name="csY2817" fmla="*/ 162650 h 1232001"/>
                <a:gd name="csX2818" fmla="*/ 953116 w 1651802"/>
                <a:gd name="csY2818" fmla="*/ 160987 h 1232001"/>
                <a:gd name="csX2819" fmla="*/ 503350 w 1651802"/>
                <a:gd name="csY2819" fmla="*/ 150982 h 1232001"/>
                <a:gd name="csX2820" fmla="*/ 505013 w 1651802"/>
                <a:gd name="csY2820" fmla="*/ 149318 h 1232001"/>
                <a:gd name="csX2821" fmla="*/ 506677 w 1651802"/>
                <a:gd name="csY2821" fmla="*/ 150982 h 1232001"/>
                <a:gd name="csX2822" fmla="*/ 505013 w 1651802"/>
                <a:gd name="csY2822" fmla="*/ 152645 h 1232001"/>
                <a:gd name="csX2823" fmla="*/ 503350 w 1651802"/>
                <a:gd name="csY2823" fmla="*/ 150982 h 1232001"/>
                <a:gd name="csX2824" fmla="*/ 963097 w 1651802"/>
                <a:gd name="csY2824" fmla="*/ 150982 h 1232001"/>
                <a:gd name="csX2825" fmla="*/ 964784 w 1651802"/>
                <a:gd name="csY2825" fmla="*/ 149318 h 1232001"/>
                <a:gd name="csX2826" fmla="*/ 966447 w 1651802"/>
                <a:gd name="csY2826" fmla="*/ 150982 h 1232001"/>
                <a:gd name="csX2827" fmla="*/ 964784 w 1651802"/>
                <a:gd name="csY2827" fmla="*/ 152645 h 1232001"/>
                <a:gd name="csX2828" fmla="*/ 963097 w 1651802"/>
                <a:gd name="csY2828" fmla="*/ 150982 h 1232001"/>
                <a:gd name="csX2829" fmla="*/ 3632 w 1651802"/>
                <a:gd name="csY2829" fmla="*/ 145991 h 1232001"/>
                <a:gd name="csX2830" fmla="*/ 5849 w 1651802"/>
                <a:gd name="csY2830" fmla="*/ 143773 h 1232001"/>
                <a:gd name="csX2831" fmla="*/ 5849 w 1651802"/>
                <a:gd name="csY2831" fmla="*/ 148209 h 1232001"/>
                <a:gd name="csX2832" fmla="*/ 3632 w 1651802"/>
                <a:gd name="csY2832" fmla="*/ 145991 h 1232001"/>
                <a:gd name="csX2833" fmla="*/ 400070 w 1651802"/>
                <a:gd name="csY2833" fmla="*/ 147655 h 1232001"/>
                <a:gd name="csX2834" fmla="*/ 401733 w 1651802"/>
                <a:gd name="csY2834" fmla="*/ 145991 h 1232001"/>
                <a:gd name="csX2835" fmla="*/ 403397 w 1651802"/>
                <a:gd name="csY2835" fmla="*/ 147655 h 1232001"/>
                <a:gd name="csX2836" fmla="*/ 401733 w 1651802"/>
                <a:gd name="csY2836" fmla="*/ 149318 h 1232001"/>
                <a:gd name="csX2837" fmla="*/ 400070 w 1651802"/>
                <a:gd name="csY2837" fmla="*/ 147655 h 1232001"/>
                <a:gd name="csX2838" fmla="*/ 500553 w 1651802"/>
                <a:gd name="csY2838" fmla="*/ 139313 h 1232001"/>
                <a:gd name="csX2839" fmla="*/ 500553 w 1651802"/>
                <a:gd name="csY2839" fmla="*/ 130996 h 1232001"/>
                <a:gd name="csX2840" fmla="*/ 502217 w 1651802"/>
                <a:gd name="csY2840" fmla="*/ 135167 h 1232001"/>
                <a:gd name="csX2841" fmla="*/ 502217 w 1651802"/>
                <a:gd name="csY2841" fmla="*/ 143484 h 1232001"/>
                <a:gd name="csX2842" fmla="*/ 500553 w 1651802"/>
                <a:gd name="csY2842" fmla="*/ 147655 h 1232001"/>
                <a:gd name="csX2843" fmla="*/ 966953 w 1651802"/>
                <a:gd name="csY2843" fmla="*/ 139313 h 1232001"/>
                <a:gd name="csX2844" fmla="*/ 966953 w 1651802"/>
                <a:gd name="csY2844" fmla="*/ 130996 h 1232001"/>
                <a:gd name="csX2845" fmla="*/ 968641 w 1651802"/>
                <a:gd name="csY2845" fmla="*/ 135167 h 1232001"/>
                <a:gd name="csX2846" fmla="*/ 968641 w 1651802"/>
                <a:gd name="csY2846" fmla="*/ 143484 h 1232001"/>
                <a:gd name="csX2847" fmla="*/ 966953 w 1651802"/>
                <a:gd name="csY2847" fmla="*/ 147655 h 1232001"/>
                <a:gd name="csX2848" fmla="*/ 6959 w 1651802"/>
                <a:gd name="csY2848" fmla="*/ 134323 h 1232001"/>
                <a:gd name="csX2849" fmla="*/ 8622 w 1651802"/>
                <a:gd name="csY2849" fmla="*/ 132659 h 1232001"/>
                <a:gd name="csX2850" fmla="*/ 10286 w 1651802"/>
                <a:gd name="csY2850" fmla="*/ 134323 h 1232001"/>
                <a:gd name="csX2851" fmla="*/ 8622 w 1651802"/>
                <a:gd name="csY2851" fmla="*/ 135986 h 1232001"/>
                <a:gd name="csX2852" fmla="*/ 6959 w 1651802"/>
                <a:gd name="csY2852" fmla="*/ 134323 h 1232001"/>
                <a:gd name="csX2853" fmla="*/ 396743 w 1651802"/>
                <a:gd name="csY2853" fmla="*/ 134323 h 1232001"/>
                <a:gd name="csX2854" fmla="*/ 398406 w 1651802"/>
                <a:gd name="csY2854" fmla="*/ 132659 h 1232001"/>
                <a:gd name="csX2855" fmla="*/ 400070 w 1651802"/>
                <a:gd name="csY2855" fmla="*/ 134323 h 1232001"/>
                <a:gd name="csX2856" fmla="*/ 398406 w 1651802"/>
                <a:gd name="csY2856" fmla="*/ 135986 h 1232001"/>
                <a:gd name="csX2857" fmla="*/ 396743 w 1651802"/>
                <a:gd name="csY2857" fmla="*/ 134323 h 1232001"/>
                <a:gd name="csX2858" fmla="*/ 963097 w 1651802"/>
                <a:gd name="csY2858" fmla="*/ 127669 h 1232001"/>
                <a:gd name="csX2859" fmla="*/ 964784 w 1651802"/>
                <a:gd name="csY2859" fmla="*/ 126005 h 1232001"/>
                <a:gd name="csX2860" fmla="*/ 966447 w 1651802"/>
                <a:gd name="csY2860" fmla="*/ 127669 h 1232001"/>
                <a:gd name="csX2861" fmla="*/ 964784 w 1651802"/>
                <a:gd name="csY2861" fmla="*/ 129332 h 1232001"/>
                <a:gd name="csX2862" fmla="*/ 963097 w 1651802"/>
                <a:gd name="csY2862" fmla="*/ 127669 h 1232001"/>
                <a:gd name="csX2863" fmla="*/ 10286 w 1651802"/>
                <a:gd name="csY2863" fmla="*/ 124342 h 1232001"/>
                <a:gd name="csX2864" fmla="*/ 11949 w 1651802"/>
                <a:gd name="csY2864" fmla="*/ 122654 h 1232001"/>
                <a:gd name="csX2865" fmla="*/ 13613 w 1651802"/>
                <a:gd name="csY2865" fmla="*/ 124342 h 1232001"/>
                <a:gd name="csX2866" fmla="*/ 11949 w 1651802"/>
                <a:gd name="csY2866" fmla="*/ 126005 h 1232001"/>
                <a:gd name="csX2867" fmla="*/ 10286 w 1651802"/>
                <a:gd name="csY2867" fmla="*/ 124342 h 1232001"/>
                <a:gd name="csX2868" fmla="*/ 393416 w 1651802"/>
                <a:gd name="csY2868" fmla="*/ 124342 h 1232001"/>
                <a:gd name="csX2869" fmla="*/ 395079 w 1651802"/>
                <a:gd name="csY2869" fmla="*/ 122654 h 1232001"/>
                <a:gd name="csX2870" fmla="*/ 396743 w 1651802"/>
                <a:gd name="csY2870" fmla="*/ 124342 h 1232001"/>
                <a:gd name="csX2871" fmla="*/ 395079 w 1651802"/>
                <a:gd name="csY2871" fmla="*/ 126005 h 1232001"/>
                <a:gd name="csX2872" fmla="*/ 393416 w 1651802"/>
                <a:gd name="csY2872" fmla="*/ 124342 h 1232001"/>
                <a:gd name="csX2873" fmla="*/ 390089 w 1651802"/>
                <a:gd name="csY2873" fmla="*/ 117664 h 1232001"/>
                <a:gd name="csX2874" fmla="*/ 391752 w 1651802"/>
                <a:gd name="csY2874" fmla="*/ 116001 h 1232001"/>
                <a:gd name="csX2875" fmla="*/ 393416 w 1651802"/>
                <a:gd name="csY2875" fmla="*/ 117664 h 1232001"/>
                <a:gd name="csX2876" fmla="*/ 391752 w 1651802"/>
                <a:gd name="csY2876" fmla="*/ 119328 h 1232001"/>
                <a:gd name="csX2877" fmla="*/ 390089 w 1651802"/>
                <a:gd name="csY2877" fmla="*/ 117664 h 1232001"/>
                <a:gd name="csX2878" fmla="*/ 513354 w 1651802"/>
                <a:gd name="csY2878" fmla="*/ 117664 h 1232001"/>
                <a:gd name="csX2879" fmla="*/ 515019 w 1651802"/>
                <a:gd name="csY2879" fmla="*/ 116001 h 1232001"/>
                <a:gd name="csX2880" fmla="*/ 516681 w 1651802"/>
                <a:gd name="csY2880" fmla="*/ 117664 h 1232001"/>
                <a:gd name="csX2881" fmla="*/ 515019 w 1651802"/>
                <a:gd name="csY2881" fmla="*/ 119328 h 1232001"/>
                <a:gd name="csX2882" fmla="*/ 513354 w 1651802"/>
                <a:gd name="csY2882" fmla="*/ 117664 h 1232001"/>
                <a:gd name="csX2883" fmla="*/ 953116 w 1651802"/>
                <a:gd name="csY2883" fmla="*/ 117664 h 1232001"/>
                <a:gd name="csX2884" fmla="*/ 954779 w 1651802"/>
                <a:gd name="csY2884" fmla="*/ 116001 h 1232001"/>
                <a:gd name="csX2885" fmla="*/ 956443 w 1651802"/>
                <a:gd name="csY2885" fmla="*/ 117664 h 1232001"/>
                <a:gd name="csX2886" fmla="*/ 954779 w 1651802"/>
                <a:gd name="csY2886" fmla="*/ 119328 h 1232001"/>
                <a:gd name="csX2887" fmla="*/ 953116 w 1651802"/>
                <a:gd name="csY2887" fmla="*/ 117664 h 1232001"/>
                <a:gd name="csX2888" fmla="*/ 13613 w 1651802"/>
                <a:gd name="csY2888" fmla="*/ 114337 h 1232001"/>
                <a:gd name="csX2889" fmla="*/ 15276 w 1651802"/>
                <a:gd name="csY2889" fmla="*/ 112674 h 1232001"/>
                <a:gd name="csX2890" fmla="*/ 16940 w 1651802"/>
                <a:gd name="csY2890" fmla="*/ 114337 h 1232001"/>
                <a:gd name="csX2891" fmla="*/ 15276 w 1651802"/>
                <a:gd name="csY2891" fmla="*/ 116001 h 1232001"/>
                <a:gd name="csX2892" fmla="*/ 13613 w 1651802"/>
                <a:gd name="csY2892" fmla="*/ 114337 h 1232001"/>
                <a:gd name="csX2893" fmla="*/ 16940 w 1651802"/>
                <a:gd name="csY2893" fmla="*/ 107683 h 1232001"/>
                <a:gd name="csX2894" fmla="*/ 18603 w 1651802"/>
                <a:gd name="csY2894" fmla="*/ 106020 h 1232001"/>
                <a:gd name="csX2895" fmla="*/ 20290 w 1651802"/>
                <a:gd name="csY2895" fmla="*/ 107683 h 1232001"/>
                <a:gd name="csX2896" fmla="*/ 18603 w 1651802"/>
                <a:gd name="csY2896" fmla="*/ 109347 h 1232001"/>
                <a:gd name="csX2897" fmla="*/ 16940 w 1651802"/>
                <a:gd name="csY2897" fmla="*/ 107683 h 1232001"/>
                <a:gd name="csX2898" fmla="*/ 20290 w 1651802"/>
                <a:gd name="csY2898" fmla="*/ 101005 h 1232001"/>
                <a:gd name="csX2899" fmla="*/ 21954 w 1651802"/>
                <a:gd name="csY2899" fmla="*/ 99342 h 1232001"/>
                <a:gd name="csX2900" fmla="*/ 23617 w 1651802"/>
                <a:gd name="csY2900" fmla="*/ 101005 h 1232001"/>
                <a:gd name="csX2901" fmla="*/ 21954 w 1651802"/>
                <a:gd name="csY2901" fmla="*/ 102669 h 1232001"/>
                <a:gd name="csX2902" fmla="*/ 20290 w 1651802"/>
                <a:gd name="csY2902" fmla="*/ 101005 h 1232001"/>
                <a:gd name="csX2903" fmla="*/ 383411 w 1651802"/>
                <a:gd name="csY2903" fmla="*/ 101005 h 1232001"/>
                <a:gd name="csX2904" fmla="*/ 385074 w 1651802"/>
                <a:gd name="csY2904" fmla="*/ 99342 h 1232001"/>
                <a:gd name="csX2905" fmla="*/ 386738 w 1651802"/>
                <a:gd name="csY2905" fmla="*/ 101005 h 1232001"/>
                <a:gd name="csX2906" fmla="*/ 385074 w 1651802"/>
                <a:gd name="csY2906" fmla="*/ 102669 h 1232001"/>
                <a:gd name="csX2907" fmla="*/ 383411 w 1651802"/>
                <a:gd name="csY2907" fmla="*/ 101005 h 1232001"/>
                <a:gd name="csX2908" fmla="*/ 23617 w 1651802"/>
                <a:gd name="csY2908" fmla="*/ 94351 h 1232001"/>
                <a:gd name="csX2909" fmla="*/ 25281 w 1651802"/>
                <a:gd name="csY2909" fmla="*/ 92688 h 1232001"/>
                <a:gd name="csX2910" fmla="*/ 26944 w 1651802"/>
                <a:gd name="csY2910" fmla="*/ 94351 h 1232001"/>
                <a:gd name="csX2911" fmla="*/ 25281 w 1651802"/>
                <a:gd name="csY2911" fmla="*/ 96015 h 1232001"/>
                <a:gd name="csX2912" fmla="*/ 23617 w 1651802"/>
                <a:gd name="csY2912" fmla="*/ 94351 h 1232001"/>
                <a:gd name="csX2913" fmla="*/ 376757 w 1651802"/>
                <a:gd name="csY2913" fmla="*/ 91024 h 1232001"/>
                <a:gd name="csX2914" fmla="*/ 378420 w 1651802"/>
                <a:gd name="csY2914" fmla="*/ 89361 h 1232001"/>
                <a:gd name="csX2915" fmla="*/ 380084 w 1651802"/>
                <a:gd name="csY2915" fmla="*/ 91024 h 1232001"/>
                <a:gd name="csX2916" fmla="*/ 378420 w 1651802"/>
                <a:gd name="csY2916" fmla="*/ 92688 h 1232001"/>
                <a:gd name="csX2917" fmla="*/ 376757 w 1651802"/>
                <a:gd name="csY2917" fmla="*/ 91024 h 1232001"/>
                <a:gd name="csX2918" fmla="*/ 30271 w 1651802"/>
                <a:gd name="csY2918" fmla="*/ 84346 h 1232001"/>
                <a:gd name="csX2919" fmla="*/ 31934 w 1651802"/>
                <a:gd name="csY2919" fmla="*/ 82683 h 1232001"/>
                <a:gd name="csX2920" fmla="*/ 33598 w 1651802"/>
                <a:gd name="csY2920" fmla="*/ 84346 h 1232001"/>
                <a:gd name="csX2921" fmla="*/ 31934 w 1651802"/>
                <a:gd name="csY2921" fmla="*/ 86010 h 1232001"/>
                <a:gd name="csX2922" fmla="*/ 30271 w 1651802"/>
                <a:gd name="csY2922" fmla="*/ 84346 h 1232001"/>
                <a:gd name="csX2923" fmla="*/ 373430 w 1651802"/>
                <a:gd name="csY2923" fmla="*/ 84346 h 1232001"/>
                <a:gd name="csX2924" fmla="*/ 375093 w 1651802"/>
                <a:gd name="csY2924" fmla="*/ 82683 h 1232001"/>
                <a:gd name="csX2925" fmla="*/ 376757 w 1651802"/>
                <a:gd name="csY2925" fmla="*/ 84346 h 1232001"/>
                <a:gd name="csX2926" fmla="*/ 375093 w 1651802"/>
                <a:gd name="csY2926" fmla="*/ 86010 h 1232001"/>
                <a:gd name="csX2927" fmla="*/ 373430 w 1651802"/>
                <a:gd name="csY2927" fmla="*/ 84346 h 1232001"/>
                <a:gd name="csX2928" fmla="*/ 40276 w 1651802"/>
                <a:gd name="csY2928" fmla="*/ 71038 h 1232001"/>
                <a:gd name="csX2929" fmla="*/ 41940 w 1651802"/>
                <a:gd name="csY2929" fmla="*/ 69351 h 1232001"/>
                <a:gd name="csX2930" fmla="*/ 43603 w 1651802"/>
                <a:gd name="csY2930" fmla="*/ 71038 h 1232001"/>
                <a:gd name="csX2931" fmla="*/ 41940 w 1651802"/>
                <a:gd name="csY2931" fmla="*/ 72702 h 1232001"/>
                <a:gd name="csX2932" fmla="*/ 40276 w 1651802"/>
                <a:gd name="csY2932" fmla="*/ 71038 h 1232001"/>
                <a:gd name="csX2933" fmla="*/ 361448 w 1651802"/>
                <a:gd name="csY2933" fmla="*/ 68845 h 1232001"/>
                <a:gd name="csX2934" fmla="*/ 359061 w 1651802"/>
                <a:gd name="csY2934" fmla="*/ 65011 h 1232001"/>
                <a:gd name="csX2935" fmla="*/ 362918 w 1651802"/>
                <a:gd name="csY2935" fmla="*/ 67374 h 1232001"/>
                <a:gd name="csX2936" fmla="*/ 366752 w 1651802"/>
                <a:gd name="csY2936" fmla="*/ 71231 h 1232001"/>
                <a:gd name="csX2937" fmla="*/ 361448 w 1651802"/>
                <a:gd name="csY2937" fmla="*/ 68845 h 1232001"/>
                <a:gd name="csX2938" fmla="*/ 334784 w 1651802"/>
                <a:gd name="csY2938" fmla="*/ 42205 h 1232001"/>
                <a:gd name="csX2939" fmla="*/ 332422 w 1651802"/>
                <a:gd name="csY2939" fmla="*/ 38348 h 1232001"/>
                <a:gd name="csX2940" fmla="*/ 336255 w 1651802"/>
                <a:gd name="csY2940" fmla="*/ 40734 h 1232001"/>
                <a:gd name="csX2941" fmla="*/ 338642 w 1651802"/>
                <a:gd name="csY2941" fmla="*/ 46038 h 1232001"/>
                <a:gd name="csX2942" fmla="*/ 334784 w 1651802"/>
                <a:gd name="csY2942" fmla="*/ 42205 h 1232001"/>
                <a:gd name="csX2943" fmla="*/ 70243 w 1651802"/>
                <a:gd name="csY2943" fmla="*/ 41048 h 1232001"/>
                <a:gd name="csX2944" fmla="*/ 71907 w 1651802"/>
                <a:gd name="csY2944" fmla="*/ 39384 h 1232001"/>
                <a:gd name="csX2945" fmla="*/ 73594 w 1651802"/>
                <a:gd name="csY2945" fmla="*/ 41048 h 1232001"/>
                <a:gd name="csX2946" fmla="*/ 71907 w 1651802"/>
                <a:gd name="csY2946" fmla="*/ 42711 h 1232001"/>
                <a:gd name="csX2947" fmla="*/ 70243 w 1651802"/>
                <a:gd name="csY2947" fmla="*/ 41048 h 1232001"/>
                <a:gd name="csX2948" fmla="*/ 83575 w 1651802"/>
                <a:gd name="csY2948" fmla="*/ 31043 h 1232001"/>
                <a:gd name="csX2949" fmla="*/ 85238 w 1651802"/>
                <a:gd name="csY2949" fmla="*/ 29379 h 1232001"/>
                <a:gd name="csX2950" fmla="*/ 86902 w 1651802"/>
                <a:gd name="csY2950" fmla="*/ 31043 h 1232001"/>
                <a:gd name="csX2951" fmla="*/ 85238 w 1651802"/>
                <a:gd name="csY2951" fmla="*/ 32706 h 1232001"/>
                <a:gd name="csX2952" fmla="*/ 83575 w 1651802"/>
                <a:gd name="csY2952" fmla="*/ 31043 h 1232001"/>
                <a:gd name="csX2953" fmla="*/ 320126 w 1651802"/>
                <a:gd name="csY2953" fmla="*/ 31043 h 1232001"/>
                <a:gd name="csX2954" fmla="*/ 321790 w 1651802"/>
                <a:gd name="csY2954" fmla="*/ 29379 h 1232001"/>
                <a:gd name="csX2955" fmla="*/ 323453 w 1651802"/>
                <a:gd name="csY2955" fmla="*/ 31043 h 1232001"/>
                <a:gd name="csX2956" fmla="*/ 321790 w 1651802"/>
                <a:gd name="csY2956" fmla="*/ 32706 h 1232001"/>
                <a:gd name="csX2957" fmla="*/ 320126 w 1651802"/>
                <a:gd name="csY2957" fmla="*/ 31043 h 1232001"/>
                <a:gd name="csX2958" fmla="*/ 90253 w 1651802"/>
                <a:gd name="csY2958" fmla="*/ 27716 h 1232001"/>
                <a:gd name="csX2959" fmla="*/ 91916 w 1651802"/>
                <a:gd name="csY2959" fmla="*/ 26052 h 1232001"/>
                <a:gd name="csX2960" fmla="*/ 93580 w 1651802"/>
                <a:gd name="csY2960" fmla="*/ 27716 h 1232001"/>
                <a:gd name="csX2961" fmla="*/ 91916 w 1651802"/>
                <a:gd name="csY2961" fmla="*/ 29379 h 1232001"/>
                <a:gd name="csX2962" fmla="*/ 90253 w 1651802"/>
                <a:gd name="csY2962" fmla="*/ 27716 h 1232001"/>
                <a:gd name="csX2963" fmla="*/ 313448 w 1651802"/>
                <a:gd name="csY2963" fmla="*/ 27716 h 1232001"/>
                <a:gd name="csX2964" fmla="*/ 315111 w 1651802"/>
                <a:gd name="csY2964" fmla="*/ 26052 h 1232001"/>
                <a:gd name="csX2965" fmla="*/ 316775 w 1651802"/>
                <a:gd name="csY2965" fmla="*/ 27716 h 1232001"/>
                <a:gd name="csX2966" fmla="*/ 315111 w 1651802"/>
                <a:gd name="csY2966" fmla="*/ 29379 h 1232001"/>
                <a:gd name="csX2967" fmla="*/ 313448 w 1651802"/>
                <a:gd name="csY2967" fmla="*/ 27716 h 1232001"/>
                <a:gd name="csX2968" fmla="*/ 100234 w 1651802"/>
                <a:gd name="csY2968" fmla="*/ 21062 h 1232001"/>
                <a:gd name="csX2969" fmla="*/ 101897 w 1651802"/>
                <a:gd name="csY2969" fmla="*/ 19398 h 1232001"/>
                <a:gd name="csX2970" fmla="*/ 103561 w 1651802"/>
                <a:gd name="csY2970" fmla="*/ 21062 h 1232001"/>
                <a:gd name="csX2971" fmla="*/ 101897 w 1651802"/>
                <a:gd name="csY2971" fmla="*/ 22725 h 1232001"/>
                <a:gd name="csX2972" fmla="*/ 100234 w 1651802"/>
                <a:gd name="csY2972" fmla="*/ 21062 h 1232001"/>
                <a:gd name="csX2973" fmla="*/ 303467 w 1651802"/>
                <a:gd name="csY2973" fmla="*/ 21062 h 1232001"/>
                <a:gd name="csX2974" fmla="*/ 305131 w 1651802"/>
                <a:gd name="csY2974" fmla="*/ 19398 h 1232001"/>
                <a:gd name="csX2975" fmla="*/ 306794 w 1651802"/>
                <a:gd name="csY2975" fmla="*/ 21062 h 1232001"/>
                <a:gd name="csX2976" fmla="*/ 305131 w 1651802"/>
                <a:gd name="csY2976" fmla="*/ 22725 h 1232001"/>
                <a:gd name="csX2977" fmla="*/ 303467 w 1651802"/>
                <a:gd name="csY2977" fmla="*/ 21062 h 1232001"/>
                <a:gd name="csX2978" fmla="*/ 106888 w 1651802"/>
                <a:gd name="csY2978" fmla="*/ 17735 h 1232001"/>
                <a:gd name="csX2979" fmla="*/ 108575 w 1651802"/>
                <a:gd name="csY2979" fmla="*/ 16047 h 1232001"/>
                <a:gd name="csX2980" fmla="*/ 110239 w 1651802"/>
                <a:gd name="csY2980" fmla="*/ 17735 h 1232001"/>
                <a:gd name="csX2981" fmla="*/ 108575 w 1651802"/>
                <a:gd name="csY2981" fmla="*/ 19398 h 1232001"/>
                <a:gd name="csX2982" fmla="*/ 106888 w 1651802"/>
                <a:gd name="csY2982" fmla="*/ 17735 h 1232001"/>
                <a:gd name="csX2983" fmla="*/ 286809 w 1651802"/>
                <a:gd name="csY2983" fmla="*/ 14384 h 1232001"/>
                <a:gd name="csX2984" fmla="*/ 288471 w 1651802"/>
                <a:gd name="csY2984" fmla="*/ 12720 h 1232001"/>
                <a:gd name="csX2985" fmla="*/ 290135 w 1651802"/>
                <a:gd name="csY2985" fmla="*/ 14384 h 1232001"/>
                <a:gd name="csX2986" fmla="*/ 288471 w 1651802"/>
                <a:gd name="csY2986" fmla="*/ 16047 h 1232001"/>
                <a:gd name="csX2987" fmla="*/ 286809 w 1651802"/>
                <a:gd name="csY2987" fmla="*/ 14384 h 1232001"/>
                <a:gd name="csX2988" fmla="*/ 123547 w 1651802"/>
                <a:gd name="csY2988" fmla="*/ 11057 h 1232001"/>
                <a:gd name="csX2989" fmla="*/ 125234 w 1651802"/>
                <a:gd name="csY2989" fmla="*/ 9393 h 1232001"/>
                <a:gd name="csX2990" fmla="*/ 126897 w 1651802"/>
                <a:gd name="csY2990" fmla="*/ 11057 h 1232001"/>
                <a:gd name="csX2991" fmla="*/ 125234 w 1651802"/>
                <a:gd name="csY2991" fmla="*/ 12720 h 1232001"/>
                <a:gd name="csX2992" fmla="*/ 123547 w 1651802"/>
                <a:gd name="csY2992" fmla="*/ 11057 h 1232001"/>
                <a:gd name="csX2993" fmla="*/ 280130 w 1651802"/>
                <a:gd name="csY2993" fmla="*/ 11057 h 1232001"/>
                <a:gd name="csX2994" fmla="*/ 281794 w 1651802"/>
                <a:gd name="csY2994" fmla="*/ 9393 h 1232001"/>
                <a:gd name="csX2995" fmla="*/ 283482 w 1651802"/>
                <a:gd name="csY2995" fmla="*/ 11057 h 1232001"/>
                <a:gd name="csX2996" fmla="*/ 281794 w 1651802"/>
                <a:gd name="csY2996" fmla="*/ 12720 h 1232001"/>
                <a:gd name="csX2997" fmla="*/ 280130 w 1651802"/>
                <a:gd name="csY2997" fmla="*/ 11057 h 1232001"/>
                <a:gd name="csX2998" fmla="*/ 133551 w 1651802"/>
                <a:gd name="csY2998" fmla="*/ 7730 h 1232001"/>
                <a:gd name="csX2999" fmla="*/ 135215 w 1651802"/>
                <a:gd name="csY2999" fmla="*/ 6066 h 1232001"/>
                <a:gd name="csX3000" fmla="*/ 136878 w 1651802"/>
                <a:gd name="csY3000" fmla="*/ 7730 h 1232001"/>
                <a:gd name="csX3001" fmla="*/ 135215 w 1651802"/>
                <a:gd name="csY3001" fmla="*/ 9393 h 1232001"/>
                <a:gd name="csX3002" fmla="*/ 133551 w 1651802"/>
                <a:gd name="csY3002" fmla="*/ 7730 h 1232001"/>
                <a:gd name="csX3003" fmla="*/ 267931 w 1651802"/>
                <a:gd name="csY3003" fmla="*/ 7176 h 1232001"/>
                <a:gd name="csX3004" fmla="*/ 272367 w 1651802"/>
                <a:gd name="csY3004" fmla="*/ 7176 h 1232001"/>
                <a:gd name="csX3005" fmla="*/ 270150 w 1651802"/>
                <a:gd name="csY3005" fmla="*/ 9393 h 1232001"/>
                <a:gd name="csX3006" fmla="*/ 267931 w 1651802"/>
                <a:gd name="csY3006" fmla="*/ 7176 h 1232001"/>
                <a:gd name="csX3007" fmla="*/ 146883 w 1651802"/>
                <a:gd name="csY3007" fmla="*/ 4403 h 1232001"/>
                <a:gd name="csX3008" fmla="*/ 148547 w 1651802"/>
                <a:gd name="csY3008" fmla="*/ 2739 h 1232001"/>
                <a:gd name="csX3009" fmla="*/ 150210 w 1651802"/>
                <a:gd name="csY3009" fmla="*/ 4403 h 1232001"/>
                <a:gd name="csX3010" fmla="*/ 148547 w 1651802"/>
                <a:gd name="csY3010" fmla="*/ 6066 h 1232001"/>
                <a:gd name="csX3011" fmla="*/ 146883 w 1651802"/>
                <a:gd name="csY3011" fmla="*/ 4403 h 1232001"/>
                <a:gd name="csX3012" fmla="*/ 256817 w 1651802"/>
                <a:gd name="csY3012" fmla="*/ 4403 h 1232001"/>
                <a:gd name="csX3013" fmla="*/ 258481 w 1651802"/>
                <a:gd name="csY3013" fmla="*/ 2739 h 1232001"/>
                <a:gd name="csX3014" fmla="*/ 260144 w 1651802"/>
                <a:gd name="csY3014" fmla="*/ 4403 h 1232001"/>
                <a:gd name="csX3015" fmla="*/ 258481 w 1651802"/>
                <a:gd name="csY3015" fmla="*/ 6066 h 1232001"/>
                <a:gd name="csX3016" fmla="*/ 256817 w 1651802"/>
                <a:gd name="csY3016" fmla="*/ 4403 h 1232001"/>
                <a:gd name="csX3017" fmla="*/ 167761 w 1651802"/>
                <a:gd name="csY3017" fmla="*/ 425 h 1232001"/>
                <a:gd name="csX3018" fmla="*/ 177766 w 1651802"/>
                <a:gd name="csY3018" fmla="*/ 546 h 1232001"/>
                <a:gd name="csX3019" fmla="*/ 171860 w 1651802"/>
                <a:gd name="csY3019" fmla="*/ 2088 h 1232001"/>
                <a:gd name="csX3020" fmla="*/ 161879 w 1651802"/>
                <a:gd name="csY3020" fmla="*/ 1968 h 1232001"/>
                <a:gd name="csX3021" fmla="*/ 229334 w 1651802"/>
                <a:gd name="csY3021" fmla="*/ 522 h 1232001"/>
                <a:gd name="csX3022" fmla="*/ 237652 w 1651802"/>
                <a:gd name="csY3022" fmla="*/ 522 h 1232001"/>
                <a:gd name="csX3023" fmla="*/ 241822 w 1651802"/>
                <a:gd name="csY3023" fmla="*/ 2209 h 1232001"/>
                <a:gd name="csX3024" fmla="*/ 233504 w 1651802"/>
                <a:gd name="csY3024" fmla="*/ 2209 h 1232001"/>
                <a:gd name="csX3025" fmla="*/ 225163 w 1651802"/>
                <a:gd name="csY3025" fmla="*/ 2209 h 12320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  <a:cxn ang="0">
                  <a:pos x="csX685" y="csY685"/>
                </a:cxn>
                <a:cxn ang="0">
                  <a:pos x="csX686" y="csY686"/>
                </a:cxn>
                <a:cxn ang="0">
                  <a:pos x="csX687" y="csY687"/>
                </a:cxn>
                <a:cxn ang="0">
                  <a:pos x="csX688" y="csY688"/>
                </a:cxn>
                <a:cxn ang="0">
                  <a:pos x="csX689" y="csY689"/>
                </a:cxn>
                <a:cxn ang="0">
                  <a:pos x="csX690" y="csY690"/>
                </a:cxn>
                <a:cxn ang="0">
                  <a:pos x="csX691" y="csY691"/>
                </a:cxn>
                <a:cxn ang="0">
                  <a:pos x="csX692" y="csY692"/>
                </a:cxn>
                <a:cxn ang="0">
                  <a:pos x="csX693" y="csY693"/>
                </a:cxn>
                <a:cxn ang="0">
                  <a:pos x="csX694" y="csY694"/>
                </a:cxn>
                <a:cxn ang="0">
                  <a:pos x="csX695" y="csY695"/>
                </a:cxn>
                <a:cxn ang="0">
                  <a:pos x="csX696" y="csY696"/>
                </a:cxn>
                <a:cxn ang="0">
                  <a:pos x="csX697" y="csY697"/>
                </a:cxn>
                <a:cxn ang="0">
                  <a:pos x="csX698" y="csY698"/>
                </a:cxn>
                <a:cxn ang="0">
                  <a:pos x="csX699" y="csY699"/>
                </a:cxn>
                <a:cxn ang="0">
                  <a:pos x="csX700" y="csY700"/>
                </a:cxn>
                <a:cxn ang="0">
                  <a:pos x="csX701" y="csY701"/>
                </a:cxn>
                <a:cxn ang="0">
                  <a:pos x="csX702" y="csY702"/>
                </a:cxn>
                <a:cxn ang="0">
                  <a:pos x="csX703" y="csY703"/>
                </a:cxn>
                <a:cxn ang="0">
                  <a:pos x="csX704" y="csY704"/>
                </a:cxn>
                <a:cxn ang="0">
                  <a:pos x="csX705" y="csY705"/>
                </a:cxn>
                <a:cxn ang="0">
                  <a:pos x="csX706" y="csY706"/>
                </a:cxn>
                <a:cxn ang="0">
                  <a:pos x="csX707" y="csY707"/>
                </a:cxn>
                <a:cxn ang="0">
                  <a:pos x="csX708" y="csY708"/>
                </a:cxn>
                <a:cxn ang="0">
                  <a:pos x="csX709" y="csY709"/>
                </a:cxn>
                <a:cxn ang="0">
                  <a:pos x="csX710" y="csY710"/>
                </a:cxn>
                <a:cxn ang="0">
                  <a:pos x="csX711" y="csY711"/>
                </a:cxn>
                <a:cxn ang="0">
                  <a:pos x="csX712" y="csY712"/>
                </a:cxn>
                <a:cxn ang="0">
                  <a:pos x="csX713" y="csY713"/>
                </a:cxn>
                <a:cxn ang="0">
                  <a:pos x="csX714" y="csY714"/>
                </a:cxn>
                <a:cxn ang="0">
                  <a:pos x="csX715" y="csY715"/>
                </a:cxn>
                <a:cxn ang="0">
                  <a:pos x="csX716" y="csY716"/>
                </a:cxn>
                <a:cxn ang="0">
                  <a:pos x="csX717" y="csY717"/>
                </a:cxn>
                <a:cxn ang="0">
                  <a:pos x="csX718" y="csY718"/>
                </a:cxn>
                <a:cxn ang="0">
                  <a:pos x="csX719" y="csY719"/>
                </a:cxn>
                <a:cxn ang="0">
                  <a:pos x="csX720" y="csY720"/>
                </a:cxn>
                <a:cxn ang="0">
                  <a:pos x="csX721" y="csY721"/>
                </a:cxn>
                <a:cxn ang="0">
                  <a:pos x="csX722" y="csY722"/>
                </a:cxn>
                <a:cxn ang="0">
                  <a:pos x="csX723" y="csY723"/>
                </a:cxn>
                <a:cxn ang="0">
                  <a:pos x="csX724" y="csY724"/>
                </a:cxn>
                <a:cxn ang="0">
                  <a:pos x="csX725" y="csY725"/>
                </a:cxn>
                <a:cxn ang="0">
                  <a:pos x="csX726" y="csY726"/>
                </a:cxn>
                <a:cxn ang="0">
                  <a:pos x="csX727" y="csY727"/>
                </a:cxn>
                <a:cxn ang="0">
                  <a:pos x="csX728" y="csY728"/>
                </a:cxn>
                <a:cxn ang="0">
                  <a:pos x="csX729" y="csY729"/>
                </a:cxn>
                <a:cxn ang="0">
                  <a:pos x="csX730" y="csY730"/>
                </a:cxn>
                <a:cxn ang="0">
                  <a:pos x="csX731" y="csY731"/>
                </a:cxn>
                <a:cxn ang="0">
                  <a:pos x="csX732" y="csY732"/>
                </a:cxn>
                <a:cxn ang="0">
                  <a:pos x="csX733" y="csY733"/>
                </a:cxn>
                <a:cxn ang="0">
                  <a:pos x="csX734" y="csY734"/>
                </a:cxn>
                <a:cxn ang="0">
                  <a:pos x="csX735" y="csY735"/>
                </a:cxn>
                <a:cxn ang="0">
                  <a:pos x="csX736" y="csY736"/>
                </a:cxn>
                <a:cxn ang="0">
                  <a:pos x="csX737" y="csY737"/>
                </a:cxn>
                <a:cxn ang="0">
                  <a:pos x="csX738" y="csY738"/>
                </a:cxn>
                <a:cxn ang="0">
                  <a:pos x="csX739" y="csY739"/>
                </a:cxn>
                <a:cxn ang="0">
                  <a:pos x="csX740" y="csY740"/>
                </a:cxn>
                <a:cxn ang="0">
                  <a:pos x="csX741" y="csY741"/>
                </a:cxn>
                <a:cxn ang="0">
                  <a:pos x="csX742" y="csY742"/>
                </a:cxn>
                <a:cxn ang="0">
                  <a:pos x="csX743" y="csY743"/>
                </a:cxn>
                <a:cxn ang="0">
                  <a:pos x="csX744" y="csY744"/>
                </a:cxn>
                <a:cxn ang="0">
                  <a:pos x="csX745" y="csY745"/>
                </a:cxn>
                <a:cxn ang="0">
                  <a:pos x="csX746" y="csY746"/>
                </a:cxn>
                <a:cxn ang="0">
                  <a:pos x="csX747" y="csY747"/>
                </a:cxn>
                <a:cxn ang="0">
                  <a:pos x="csX748" y="csY748"/>
                </a:cxn>
                <a:cxn ang="0">
                  <a:pos x="csX749" y="csY749"/>
                </a:cxn>
                <a:cxn ang="0">
                  <a:pos x="csX750" y="csY750"/>
                </a:cxn>
                <a:cxn ang="0">
                  <a:pos x="csX751" y="csY751"/>
                </a:cxn>
                <a:cxn ang="0">
                  <a:pos x="csX752" y="csY752"/>
                </a:cxn>
                <a:cxn ang="0">
                  <a:pos x="csX753" y="csY753"/>
                </a:cxn>
                <a:cxn ang="0">
                  <a:pos x="csX754" y="csY754"/>
                </a:cxn>
                <a:cxn ang="0">
                  <a:pos x="csX755" y="csY755"/>
                </a:cxn>
                <a:cxn ang="0">
                  <a:pos x="csX756" y="csY756"/>
                </a:cxn>
                <a:cxn ang="0">
                  <a:pos x="csX757" y="csY757"/>
                </a:cxn>
                <a:cxn ang="0">
                  <a:pos x="csX758" y="csY758"/>
                </a:cxn>
                <a:cxn ang="0">
                  <a:pos x="csX759" y="csY759"/>
                </a:cxn>
                <a:cxn ang="0">
                  <a:pos x="csX760" y="csY760"/>
                </a:cxn>
                <a:cxn ang="0">
                  <a:pos x="csX761" y="csY761"/>
                </a:cxn>
                <a:cxn ang="0">
                  <a:pos x="csX762" y="csY762"/>
                </a:cxn>
                <a:cxn ang="0">
                  <a:pos x="csX763" y="csY763"/>
                </a:cxn>
                <a:cxn ang="0">
                  <a:pos x="csX764" y="csY764"/>
                </a:cxn>
                <a:cxn ang="0">
                  <a:pos x="csX765" y="csY765"/>
                </a:cxn>
                <a:cxn ang="0">
                  <a:pos x="csX766" y="csY766"/>
                </a:cxn>
                <a:cxn ang="0">
                  <a:pos x="csX767" y="csY767"/>
                </a:cxn>
                <a:cxn ang="0">
                  <a:pos x="csX768" y="csY768"/>
                </a:cxn>
                <a:cxn ang="0">
                  <a:pos x="csX769" y="csY769"/>
                </a:cxn>
                <a:cxn ang="0">
                  <a:pos x="csX770" y="csY770"/>
                </a:cxn>
                <a:cxn ang="0">
                  <a:pos x="csX771" y="csY771"/>
                </a:cxn>
                <a:cxn ang="0">
                  <a:pos x="csX772" y="csY772"/>
                </a:cxn>
                <a:cxn ang="0">
                  <a:pos x="csX773" y="csY773"/>
                </a:cxn>
                <a:cxn ang="0">
                  <a:pos x="csX774" y="csY774"/>
                </a:cxn>
                <a:cxn ang="0">
                  <a:pos x="csX775" y="csY775"/>
                </a:cxn>
                <a:cxn ang="0">
                  <a:pos x="csX776" y="csY776"/>
                </a:cxn>
                <a:cxn ang="0">
                  <a:pos x="csX777" y="csY777"/>
                </a:cxn>
                <a:cxn ang="0">
                  <a:pos x="csX778" y="csY778"/>
                </a:cxn>
                <a:cxn ang="0">
                  <a:pos x="csX779" y="csY779"/>
                </a:cxn>
                <a:cxn ang="0">
                  <a:pos x="csX780" y="csY780"/>
                </a:cxn>
                <a:cxn ang="0">
                  <a:pos x="csX781" y="csY781"/>
                </a:cxn>
                <a:cxn ang="0">
                  <a:pos x="csX782" y="csY782"/>
                </a:cxn>
                <a:cxn ang="0">
                  <a:pos x="csX783" y="csY783"/>
                </a:cxn>
                <a:cxn ang="0">
                  <a:pos x="csX784" y="csY784"/>
                </a:cxn>
                <a:cxn ang="0">
                  <a:pos x="csX785" y="csY785"/>
                </a:cxn>
                <a:cxn ang="0">
                  <a:pos x="csX786" y="csY786"/>
                </a:cxn>
                <a:cxn ang="0">
                  <a:pos x="csX787" y="csY787"/>
                </a:cxn>
                <a:cxn ang="0">
                  <a:pos x="csX788" y="csY788"/>
                </a:cxn>
                <a:cxn ang="0">
                  <a:pos x="csX789" y="csY789"/>
                </a:cxn>
                <a:cxn ang="0">
                  <a:pos x="csX790" y="csY790"/>
                </a:cxn>
                <a:cxn ang="0">
                  <a:pos x="csX791" y="csY791"/>
                </a:cxn>
                <a:cxn ang="0">
                  <a:pos x="csX792" y="csY792"/>
                </a:cxn>
                <a:cxn ang="0">
                  <a:pos x="csX793" y="csY793"/>
                </a:cxn>
                <a:cxn ang="0">
                  <a:pos x="csX794" y="csY794"/>
                </a:cxn>
                <a:cxn ang="0">
                  <a:pos x="csX795" y="csY795"/>
                </a:cxn>
                <a:cxn ang="0">
                  <a:pos x="csX796" y="csY796"/>
                </a:cxn>
                <a:cxn ang="0">
                  <a:pos x="csX797" y="csY797"/>
                </a:cxn>
                <a:cxn ang="0">
                  <a:pos x="csX798" y="csY798"/>
                </a:cxn>
                <a:cxn ang="0">
                  <a:pos x="csX799" y="csY799"/>
                </a:cxn>
                <a:cxn ang="0">
                  <a:pos x="csX800" y="csY800"/>
                </a:cxn>
                <a:cxn ang="0">
                  <a:pos x="csX801" y="csY801"/>
                </a:cxn>
                <a:cxn ang="0">
                  <a:pos x="csX802" y="csY802"/>
                </a:cxn>
                <a:cxn ang="0">
                  <a:pos x="csX803" y="csY803"/>
                </a:cxn>
                <a:cxn ang="0">
                  <a:pos x="csX804" y="csY804"/>
                </a:cxn>
                <a:cxn ang="0">
                  <a:pos x="csX805" y="csY805"/>
                </a:cxn>
                <a:cxn ang="0">
                  <a:pos x="csX806" y="csY806"/>
                </a:cxn>
                <a:cxn ang="0">
                  <a:pos x="csX807" y="csY807"/>
                </a:cxn>
                <a:cxn ang="0">
                  <a:pos x="csX808" y="csY808"/>
                </a:cxn>
                <a:cxn ang="0">
                  <a:pos x="csX809" y="csY809"/>
                </a:cxn>
                <a:cxn ang="0">
                  <a:pos x="csX810" y="csY810"/>
                </a:cxn>
                <a:cxn ang="0">
                  <a:pos x="csX811" y="csY811"/>
                </a:cxn>
                <a:cxn ang="0">
                  <a:pos x="csX812" y="csY812"/>
                </a:cxn>
                <a:cxn ang="0">
                  <a:pos x="csX813" y="csY813"/>
                </a:cxn>
                <a:cxn ang="0">
                  <a:pos x="csX814" y="csY814"/>
                </a:cxn>
                <a:cxn ang="0">
                  <a:pos x="csX815" y="csY815"/>
                </a:cxn>
                <a:cxn ang="0">
                  <a:pos x="csX816" y="csY816"/>
                </a:cxn>
                <a:cxn ang="0">
                  <a:pos x="csX817" y="csY817"/>
                </a:cxn>
                <a:cxn ang="0">
                  <a:pos x="csX818" y="csY818"/>
                </a:cxn>
                <a:cxn ang="0">
                  <a:pos x="csX819" y="csY819"/>
                </a:cxn>
                <a:cxn ang="0">
                  <a:pos x="csX820" y="csY820"/>
                </a:cxn>
                <a:cxn ang="0">
                  <a:pos x="csX821" y="csY821"/>
                </a:cxn>
                <a:cxn ang="0">
                  <a:pos x="csX822" y="csY822"/>
                </a:cxn>
                <a:cxn ang="0">
                  <a:pos x="csX823" y="csY823"/>
                </a:cxn>
                <a:cxn ang="0">
                  <a:pos x="csX824" y="csY824"/>
                </a:cxn>
                <a:cxn ang="0">
                  <a:pos x="csX825" y="csY825"/>
                </a:cxn>
                <a:cxn ang="0">
                  <a:pos x="csX826" y="csY826"/>
                </a:cxn>
                <a:cxn ang="0">
                  <a:pos x="csX827" y="csY827"/>
                </a:cxn>
                <a:cxn ang="0">
                  <a:pos x="csX828" y="csY828"/>
                </a:cxn>
                <a:cxn ang="0">
                  <a:pos x="csX829" y="csY829"/>
                </a:cxn>
                <a:cxn ang="0">
                  <a:pos x="csX830" y="csY830"/>
                </a:cxn>
                <a:cxn ang="0">
                  <a:pos x="csX831" y="csY831"/>
                </a:cxn>
                <a:cxn ang="0">
                  <a:pos x="csX832" y="csY832"/>
                </a:cxn>
                <a:cxn ang="0">
                  <a:pos x="csX833" y="csY833"/>
                </a:cxn>
                <a:cxn ang="0">
                  <a:pos x="csX834" y="csY834"/>
                </a:cxn>
                <a:cxn ang="0">
                  <a:pos x="csX835" y="csY835"/>
                </a:cxn>
                <a:cxn ang="0">
                  <a:pos x="csX836" y="csY836"/>
                </a:cxn>
                <a:cxn ang="0">
                  <a:pos x="csX837" y="csY837"/>
                </a:cxn>
                <a:cxn ang="0">
                  <a:pos x="csX838" y="csY838"/>
                </a:cxn>
                <a:cxn ang="0">
                  <a:pos x="csX839" y="csY839"/>
                </a:cxn>
                <a:cxn ang="0">
                  <a:pos x="csX840" y="csY840"/>
                </a:cxn>
                <a:cxn ang="0">
                  <a:pos x="csX841" y="csY841"/>
                </a:cxn>
                <a:cxn ang="0">
                  <a:pos x="csX842" y="csY842"/>
                </a:cxn>
                <a:cxn ang="0">
                  <a:pos x="csX843" y="csY843"/>
                </a:cxn>
                <a:cxn ang="0">
                  <a:pos x="csX844" y="csY844"/>
                </a:cxn>
                <a:cxn ang="0">
                  <a:pos x="csX845" y="csY845"/>
                </a:cxn>
                <a:cxn ang="0">
                  <a:pos x="csX846" y="csY846"/>
                </a:cxn>
                <a:cxn ang="0">
                  <a:pos x="csX847" y="csY847"/>
                </a:cxn>
                <a:cxn ang="0">
                  <a:pos x="csX848" y="csY848"/>
                </a:cxn>
                <a:cxn ang="0">
                  <a:pos x="csX849" y="csY849"/>
                </a:cxn>
                <a:cxn ang="0">
                  <a:pos x="csX850" y="csY850"/>
                </a:cxn>
                <a:cxn ang="0">
                  <a:pos x="csX851" y="csY851"/>
                </a:cxn>
                <a:cxn ang="0">
                  <a:pos x="csX852" y="csY852"/>
                </a:cxn>
                <a:cxn ang="0">
                  <a:pos x="csX853" y="csY853"/>
                </a:cxn>
                <a:cxn ang="0">
                  <a:pos x="csX854" y="csY854"/>
                </a:cxn>
                <a:cxn ang="0">
                  <a:pos x="csX855" y="csY855"/>
                </a:cxn>
                <a:cxn ang="0">
                  <a:pos x="csX856" y="csY856"/>
                </a:cxn>
                <a:cxn ang="0">
                  <a:pos x="csX857" y="csY857"/>
                </a:cxn>
                <a:cxn ang="0">
                  <a:pos x="csX858" y="csY858"/>
                </a:cxn>
                <a:cxn ang="0">
                  <a:pos x="csX859" y="csY859"/>
                </a:cxn>
                <a:cxn ang="0">
                  <a:pos x="csX860" y="csY860"/>
                </a:cxn>
                <a:cxn ang="0">
                  <a:pos x="csX861" y="csY861"/>
                </a:cxn>
                <a:cxn ang="0">
                  <a:pos x="csX862" y="csY862"/>
                </a:cxn>
                <a:cxn ang="0">
                  <a:pos x="csX863" y="csY863"/>
                </a:cxn>
                <a:cxn ang="0">
                  <a:pos x="csX864" y="csY864"/>
                </a:cxn>
                <a:cxn ang="0">
                  <a:pos x="csX865" y="csY865"/>
                </a:cxn>
                <a:cxn ang="0">
                  <a:pos x="csX866" y="csY866"/>
                </a:cxn>
                <a:cxn ang="0">
                  <a:pos x="csX867" y="csY867"/>
                </a:cxn>
                <a:cxn ang="0">
                  <a:pos x="csX868" y="csY868"/>
                </a:cxn>
                <a:cxn ang="0">
                  <a:pos x="csX869" y="csY869"/>
                </a:cxn>
                <a:cxn ang="0">
                  <a:pos x="csX870" y="csY870"/>
                </a:cxn>
                <a:cxn ang="0">
                  <a:pos x="csX871" y="csY871"/>
                </a:cxn>
                <a:cxn ang="0">
                  <a:pos x="csX872" y="csY872"/>
                </a:cxn>
                <a:cxn ang="0">
                  <a:pos x="csX873" y="csY873"/>
                </a:cxn>
                <a:cxn ang="0">
                  <a:pos x="csX874" y="csY874"/>
                </a:cxn>
                <a:cxn ang="0">
                  <a:pos x="csX875" y="csY875"/>
                </a:cxn>
                <a:cxn ang="0">
                  <a:pos x="csX876" y="csY876"/>
                </a:cxn>
                <a:cxn ang="0">
                  <a:pos x="csX877" y="csY877"/>
                </a:cxn>
                <a:cxn ang="0">
                  <a:pos x="csX878" y="csY878"/>
                </a:cxn>
                <a:cxn ang="0">
                  <a:pos x="csX879" y="csY879"/>
                </a:cxn>
                <a:cxn ang="0">
                  <a:pos x="csX880" y="csY880"/>
                </a:cxn>
                <a:cxn ang="0">
                  <a:pos x="csX881" y="csY881"/>
                </a:cxn>
                <a:cxn ang="0">
                  <a:pos x="csX882" y="csY882"/>
                </a:cxn>
                <a:cxn ang="0">
                  <a:pos x="csX883" y="csY883"/>
                </a:cxn>
                <a:cxn ang="0">
                  <a:pos x="csX884" y="csY884"/>
                </a:cxn>
                <a:cxn ang="0">
                  <a:pos x="csX885" y="csY885"/>
                </a:cxn>
                <a:cxn ang="0">
                  <a:pos x="csX886" y="csY886"/>
                </a:cxn>
                <a:cxn ang="0">
                  <a:pos x="csX887" y="csY887"/>
                </a:cxn>
                <a:cxn ang="0">
                  <a:pos x="csX888" y="csY888"/>
                </a:cxn>
                <a:cxn ang="0">
                  <a:pos x="csX889" y="csY889"/>
                </a:cxn>
                <a:cxn ang="0">
                  <a:pos x="csX890" y="csY890"/>
                </a:cxn>
                <a:cxn ang="0">
                  <a:pos x="csX891" y="csY891"/>
                </a:cxn>
                <a:cxn ang="0">
                  <a:pos x="csX892" y="csY892"/>
                </a:cxn>
                <a:cxn ang="0">
                  <a:pos x="csX893" y="csY893"/>
                </a:cxn>
                <a:cxn ang="0">
                  <a:pos x="csX894" y="csY894"/>
                </a:cxn>
                <a:cxn ang="0">
                  <a:pos x="csX895" y="csY895"/>
                </a:cxn>
                <a:cxn ang="0">
                  <a:pos x="csX896" y="csY896"/>
                </a:cxn>
                <a:cxn ang="0">
                  <a:pos x="csX897" y="csY897"/>
                </a:cxn>
                <a:cxn ang="0">
                  <a:pos x="csX898" y="csY898"/>
                </a:cxn>
                <a:cxn ang="0">
                  <a:pos x="csX899" y="csY899"/>
                </a:cxn>
                <a:cxn ang="0">
                  <a:pos x="csX900" y="csY900"/>
                </a:cxn>
                <a:cxn ang="0">
                  <a:pos x="csX901" y="csY901"/>
                </a:cxn>
                <a:cxn ang="0">
                  <a:pos x="csX902" y="csY902"/>
                </a:cxn>
                <a:cxn ang="0">
                  <a:pos x="csX903" y="csY903"/>
                </a:cxn>
                <a:cxn ang="0">
                  <a:pos x="csX904" y="csY904"/>
                </a:cxn>
                <a:cxn ang="0">
                  <a:pos x="csX905" y="csY905"/>
                </a:cxn>
                <a:cxn ang="0">
                  <a:pos x="csX906" y="csY906"/>
                </a:cxn>
                <a:cxn ang="0">
                  <a:pos x="csX907" y="csY907"/>
                </a:cxn>
                <a:cxn ang="0">
                  <a:pos x="csX908" y="csY908"/>
                </a:cxn>
                <a:cxn ang="0">
                  <a:pos x="csX909" y="csY909"/>
                </a:cxn>
                <a:cxn ang="0">
                  <a:pos x="csX910" y="csY910"/>
                </a:cxn>
                <a:cxn ang="0">
                  <a:pos x="csX911" y="csY911"/>
                </a:cxn>
                <a:cxn ang="0">
                  <a:pos x="csX912" y="csY912"/>
                </a:cxn>
                <a:cxn ang="0">
                  <a:pos x="csX913" y="csY913"/>
                </a:cxn>
                <a:cxn ang="0">
                  <a:pos x="csX914" y="csY914"/>
                </a:cxn>
                <a:cxn ang="0">
                  <a:pos x="csX915" y="csY915"/>
                </a:cxn>
                <a:cxn ang="0">
                  <a:pos x="csX916" y="csY916"/>
                </a:cxn>
                <a:cxn ang="0">
                  <a:pos x="csX917" y="csY917"/>
                </a:cxn>
                <a:cxn ang="0">
                  <a:pos x="csX918" y="csY918"/>
                </a:cxn>
                <a:cxn ang="0">
                  <a:pos x="csX919" y="csY919"/>
                </a:cxn>
                <a:cxn ang="0">
                  <a:pos x="csX920" y="csY920"/>
                </a:cxn>
                <a:cxn ang="0">
                  <a:pos x="csX921" y="csY921"/>
                </a:cxn>
                <a:cxn ang="0">
                  <a:pos x="csX922" y="csY922"/>
                </a:cxn>
                <a:cxn ang="0">
                  <a:pos x="csX923" y="csY923"/>
                </a:cxn>
                <a:cxn ang="0">
                  <a:pos x="csX924" y="csY924"/>
                </a:cxn>
                <a:cxn ang="0">
                  <a:pos x="csX925" y="csY925"/>
                </a:cxn>
                <a:cxn ang="0">
                  <a:pos x="csX926" y="csY926"/>
                </a:cxn>
                <a:cxn ang="0">
                  <a:pos x="csX927" y="csY927"/>
                </a:cxn>
                <a:cxn ang="0">
                  <a:pos x="csX928" y="csY928"/>
                </a:cxn>
                <a:cxn ang="0">
                  <a:pos x="csX929" y="csY929"/>
                </a:cxn>
                <a:cxn ang="0">
                  <a:pos x="csX930" y="csY930"/>
                </a:cxn>
                <a:cxn ang="0">
                  <a:pos x="csX931" y="csY931"/>
                </a:cxn>
                <a:cxn ang="0">
                  <a:pos x="csX932" y="csY932"/>
                </a:cxn>
                <a:cxn ang="0">
                  <a:pos x="csX933" y="csY933"/>
                </a:cxn>
                <a:cxn ang="0">
                  <a:pos x="csX934" y="csY934"/>
                </a:cxn>
                <a:cxn ang="0">
                  <a:pos x="csX935" y="csY935"/>
                </a:cxn>
                <a:cxn ang="0">
                  <a:pos x="csX936" y="csY936"/>
                </a:cxn>
                <a:cxn ang="0">
                  <a:pos x="csX937" y="csY937"/>
                </a:cxn>
                <a:cxn ang="0">
                  <a:pos x="csX938" y="csY938"/>
                </a:cxn>
                <a:cxn ang="0">
                  <a:pos x="csX939" y="csY939"/>
                </a:cxn>
                <a:cxn ang="0">
                  <a:pos x="csX940" y="csY940"/>
                </a:cxn>
                <a:cxn ang="0">
                  <a:pos x="csX941" y="csY941"/>
                </a:cxn>
                <a:cxn ang="0">
                  <a:pos x="csX942" y="csY942"/>
                </a:cxn>
                <a:cxn ang="0">
                  <a:pos x="csX943" y="csY943"/>
                </a:cxn>
                <a:cxn ang="0">
                  <a:pos x="csX944" y="csY944"/>
                </a:cxn>
                <a:cxn ang="0">
                  <a:pos x="csX945" y="csY945"/>
                </a:cxn>
                <a:cxn ang="0">
                  <a:pos x="csX946" y="csY946"/>
                </a:cxn>
                <a:cxn ang="0">
                  <a:pos x="csX947" y="csY947"/>
                </a:cxn>
                <a:cxn ang="0">
                  <a:pos x="csX948" y="csY948"/>
                </a:cxn>
                <a:cxn ang="0">
                  <a:pos x="csX949" y="csY949"/>
                </a:cxn>
                <a:cxn ang="0">
                  <a:pos x="csX950" y="csY950"/>
                </a:cxn>
                <a:cxn ang="0">
                  <a:pos x="csX951" y="csY951"/>
                </a:cxn>
                <a:cxn ang="0">
                  <a:pos x="csX952" y="csY952"/>
                </a:cxn>
                <a:cxn ang="0">
                  <a:pos x="csX953" y="csY953"/>
                </a:cxn>
                <a:cxn ang="0">
                  <a:pos x="csX954" y="csY954"/>
                </a:cxn>
                <a:cxn ang="0">
                  <a:pos x="csX955" y="csY955"/>
                </a:cxn>
                <a:cxn ang="0">
                  <a:pos x="csX956" y="csY956"/>
                </a:cxn>
                <a:cxn ang="0">
                  <a:pos x="csX957" y="csY957"/>
                </a:cxn>
                <a:cxn ang="0">
                  <a:pos x="csX958" y="csY958"/>
                </a:cxn>
                <a:cxn ang="0">
                  <a:pos x="csX959" y="csY959"/>
                </a:cxn>
                <a:cxn ang="0">
                  <a:pos x="csX960" y="csY960"/>
                </a:cxn>
                <a:cxn ang="0">
                  <a:pos x="csX961" y="csY961"/>
                </a:cxn>
                <a:cxn ang="0">
                  <a:pos x="csX962" y="csY962"/>
                </a:cxn>
                <a:cxn ang="0">
                  <a:pos x="csX963" y="csY963"/>
                </a:cxn>
                <a:cxn ang="0">
                  <a:pos x="csX964" y="csY964"/>
                </a:cxn>
                <a:cxn ang="0">
                  <a:pos x="csX965" y="csY965"/>
                </a:cxn>
                <a:cxn ang="0">
                  <a:pos x="csX966" y="csY966"/>
                </a:cxn>
                <a:cxn ang="0">
                  <a:pos x="csX967" y="csY967"/>
                </a:cxn>
                <a:cxn ang="0">
                  <a:pos x="csX968" y="csY968"/>
                </a:cxn>
                <a:cxn ang="0">
                  <a:pos x="csX969" y="csY969"/>
                </a:cxn>
                <a:cxn ang="0">
                  <a:pos x="csX970" y="csY970"/>
                </a:cxn>
                <a:cxn ang="0">
                  <a:pos x="csX971" y="csY971"/>
                </a:cxn>
                <a:cxn ang="0">
                  <a:pos x="csX972" y="csY972"/>
                </a:cxn>
                <a:cxn ang="0">
                  <a:pos x="csX973" y="csY973"/>
                </a:cxn>
                <a:cxn ang="0">
                  <a:pos x="csX974" y="csY974"/>
                </a:cxn>
                <a:cxn ang="0">
                  <a:pos x="csX975" y="csY975"/>
                </a:cxn>
                <a:cxn ang="0">
                  <a:pos x="csX976" y="csY976"/>
                </a:cxn>
                <a:cxn ang="0">
                  <a:pos x="csX977" y="csY977"/>
                </a:cxn>
                <a:cxn ang="0">
                  <a:pos x="csX978" y="csY978"/>
                </a:cxn>
                <a:cxn ang="0">
                  <a:pos x="csX979" y="csY979"/>
                </a:cxn>
                <a:cxn ang="0">
                  <a:pos x="csX980" y="csY980"/>
                </a:cxn>
                <a:cxn ang="0">
                  <a:pos x="csX981" y="csY981"/>
                </a:cxn>
                <a:cxn ang="0">
                  <a:pos x="csX982" y="csY982"/>
                </a:cxn>
                <a:cxn ang="0">
                  <a:pos x="csX983" y="csY983"/>
                </a:cxn>
                <a:cxn ang="0">
                  <a:pos x="csX984" y="csY984"/>
                </a:cxn>
                <a:cxn ang="0">
                  <a:pos x="csX985" y="csY985"/>
                </a:cxn>
                <a:cxn ang="0">
                  <a:pos x="csX986" y="csY986"/>
                </a:cxn>
                <a:cxn ang="0">
                  <a:pos x="csX987" y="csY987"/>
                </a:cxn>
                <a:cxn ang="0">
                  <a:pos x="csX988" y="csY988"/>
                </a:cxn>
                <a:cxn ang="0">
                  <a:pos x="csX989" y="csY989"/>
                </a:cxn>
                <a:cxn ang="0">
                  <a:pos x="csX990" y="csY990"/>
                </a:cxn>
                <a:cxn ang="0">
                  <a:pos x="csX991" y="csY991"/>
                </a:cxn>
                <a:cxn ang="0">
                  <a:pos x="csX992" y="csY992"/>
                </a:cxn>
                <a:cxn ang="0">
                  <a:pos x="csX993" y="csY993"/>
                </a:cxn>
                <a:cxn ang="0">
                  <a:pos x="csX994" y="csY994"/>
                </a:cxn>
                <a:cxn ang="0">
                  <a:pos x="csX995" y="csY995"/>
                </a:cxn>
                <a:cxn ang="0">
                  <a:pos x="csX996" y="csY996"/>
                </a:cxn>
                <a:cxn ang="0">
                  <a:pos x="csX997" y="csY997"/>
                </a:cxn>
                <a:cxn ang="0">
                  <a:pos x="csX998" y="csY998"/>
                </a:cxn>
                <a:cxn ang="0">
                  <a:pos x="csX999" y="csY999"/>
                </a:cxn>
                <a:cxn ang="0">
                  <a:pos x="csX1000" y="csY1000"/>
                </a:cxn>
                <a:cxn ang="0">
                  <a:pos x="csX1001" y="csY1001"/>
                </a:cxn>
                <a:cxn ang="0">
                  <a:pos x="csX1002" y="csY1002"/>
                </a:cxn>
                <a:cxn ang="0">
                  <a:pos x="csX1003" y="csY1003"/>
                </a:cxn>
                <a:cxn ang="0">
                  <a:pos x="csX1004" y="csY1004"/>
                </a:cxn>
                <a:cxn ang="0">
                  <a:pos x="csX1005" y="csY1005"/>
                </a:cxn>
                <a:cxn ang="0">
                  <a:pos x="csX1006" y="csY1006"/>
                </a:cxn>
                <a:cxn ang="0">
                  <a:pos x="csX1007" y="csY1007"/>
                </a:cxn>
                <a:cxn ang="0">
                  <a:pos x="csX1008" y="csY1008"/>
                </a:cxn>
                <a:cxn ang="0">
                  <a:pos x="csX1009" y="csY1009"/>
                </a:cxn>
                <a:cxn ang="0">
                  <a:pos x="csX1010" y="csY1010"/>
                </a:cxn>
                <a:cxn ang="0">
                  <a:pos x="csX1011" y="csY1011"/>
                </a:cxn>
                <a:cxn ang="0">
                  <a:pos x="csX1012" y="csY1012"/>
                </a:cxn>
                <a:cxn ang="0">
                  <a:pos x="csX1013" y="csY1013"/>
                </a:cxn>
                <a:cxn ang="0">
                  <a:pos x="csX1014" y="csY1014"/>
                </a:cxn>
                <a:cxn ang="0">
                  <a:pos x="csX1015" y="csY1015"/>
                </a:cxn>
                <a:cxn ang="0">
                  <a:pos x="csX1016" y="csY1016"/>
                </a:cxn>
                <a:cxn ang="0">
                  <a:pos x="csX1017" y="csY1017"/>
                </a:cxn>
                <a:cxn ang="0">
                  <a:pos x="csX1018" y="csY1018"/>
                </a:cxn>
                <a:cxn ang="0">
                  <a:pos x="csX1019" y="csY1019"/>
                </a:cxn>
                <a:cxn ang="0">
                  <a:pos x="csX1020" y="csY1020"/>
                </a:cxn>
                <a:cxn ang="0">
                  <a:pos x="csX1021" y="csY1021"/>
                </a:cxn>
                <a:cxn ang="0">
                  <a:pos x="csX1022" y="csY1022"/>
                </a:cxn>
                <a:cxn ang="0">
                  <a:pos x="csX1023" y="csY1023"/>
                </a:cxn>
                <a:cxn ang="0">
                  <a:pos x="csX1024" y="csY1024"/>
                </a:cxn>
                <a:cxn ang="0">
                  <a:pos x="csX1025" y="csY1025"/>
                </a:cxn>
                <a:cxn ang="0">
                  <a:pos x="csX1026" y="csY1026"/>
                </a:cxn>
                <a:cxn ang="0">
                  <a:pos x="csX1027" y="csY1027"/>
                </a:cxn>
                <a:cxn ang="0">
                  <a:pos x="csX1028" y="csY1028"/>
                </a:cxn>
                <a:cxn ang="0">
                  <a:pos x="csX1029" y="csY1029"/>
                </a:cxn>
                <a:cxn ang="0">
                  <a:pos x="csX1030" y="csY1030"/>
                </a:cxn>
                <a:cxn ang="0">
                  <a:pos x="csX1031" y="csY1031"/>
                </a:cxn>
                <a:cxn ang="0">
                  <a:pos x="csX1032" y="csY1032"/>
                </a:cxn>
                <a:cxn ang="0">
                  <a:pos x="csX1033" y="csY1033"/>
                </a:cxn>
                <a:cxn ang="0">
                  <a:pos x="csX1034" y="csY1034"/>
                </a:cxn>
                <a:cxn ang="0">
                  <a:pos x="csX1035" y="csY1035"/>
                </a:cxn>
                <a:cxn ang="0">
                  <a:pos x="csX1036" y="csY1036"/>
                </a:cxn>
                <a:cxn ang="0">
                  <a:pos x="csX1037" y="csY1037"/>
                </a:cxn>
                <a:cxn ang="0">
                  <a:pos x="csX1038" y="csY1038"/>
                </a:cxn>
                <a:cxn ang="0">
                  <a:pos x="csX1039" y="csY1039"/>
                </a:cxn>
                <a:cxn ang="0">
                  <a:pos x="csX1040" y="csY1040"/>
                </a:cxn>
                <a:cxn ang="0">
                  <a:pos x="csX1041" y="csY1041"/>
                </a:cxn>
                <a:cxn ang="0">
                  <a:pos x="csX1042" y="csY1042"/>
                </a:cxn>
                <a:cxn ang="0">
                  <a:pos x="csX1043" y="csY1043"/>
                </a:cxn>
                <a:cxn ang="0">
                  <a:pos x="csX1044" y="csY1044"/>
                </a:cxn>
                <a:cxn ang="0">
                  <a:pos x="csX1045" y="csY1045"/>
                </a:cxn>
                <a:cxn ang="0">
                  <a:pos x="csX1046" y="csY1046"/>
                </a:cxn>
                <a:cxn ang="0">
                  <a:pos x="csX1047" y="csY1047"/>
                </a:cxn>
                <a:cxn ang="0">
                  <a:pos x="csX1048" y="csY1048"/>
                </a:cxn>
                <a:cxn ang="0">
                  <a:pos x="csX1049" y="csY1049"/>
                </a:cxn>
                <a:cxn ang="0">
                  <a:pos x="csX1050" y="csY1050"/>
                </a:cxn>
                <a:cxn ang="0">
                  <a:pos x="csX1051" y="csY1051"/>
                </a:cxn>
                <a:cxn ang="0">
                  <a:pos x="csX1052" y="csY1052"/>
                </a:cxn>
                <a:cxn ang="0">
                  <a:pos x="csX1053" y="csY1053"/>
                </a:cxn>
                <a:cxn ang="0">
                  <a:pos x="csX1054" y="csY1054"/>
                </a:cxn>
                <a:cxn ang="0">
                  <a:pos x="csX1055" y="csY1055"/>
                </a:cxn>
                <a:cxn ang="0">
                  <a:pos x="csX1056" y="csY1056"/>
                </a:cxn>
                <a:cxn ang="0">
                  <a:pos x="csX1057" y="csY1057"/>
                </a:cxn>
                <a:cxn ang="0">
                  <a:pos x="csX1058" y="csY1058"/>
                </a:cxn>
                <a:cxn ang="0">
                  <a:pos x="csX1059" y="csY1059"/>
                </a:cxn>
                <a:cxn ang="0">
                  <a:pos x="csX1060" y="csY1060"/>
                </a:cxn>
                <a:cxn ang="0">
                  <a:pos x="csX1061" y="csY1061"/>
                </a:cxn>
                <a:cxn ang="0">
                  <a:pos x="csX1062" y="csY1062"/>
                </a:cxn>
                <a:cxn ang="0">
                  <a:pos x="csX1063" y="csY1063"/>
                </a:cxn>
                <a:cxn ang="0">
                  <a:pos x="csX1064" y="csY1064"/>
                </a:cxn>
                <a:cxn ang="0">
                  <a:pos x="csX1065" y="csY1065"/>
                </a:cxn>
                <a:cxn ang="0">
                  <a:pos x="csX1066" y="csY1066"/>
                </a:cxn>
                <a:cxn ang="0">
                  <a:pos x="csX1067" y="csY1067"/>
                </a:cxn>
                <a:cxn ang="0">
                  <a:pos x="csX1068" y="csY1068"/>
                </a:cxn>
                <a:cxn ang="0">
                  <a:pos x="csX1069" y="csY1069"/>
                </a:cxn>
                <a:cxn ang="0">
                  <a:pos x="csX1070" y="csY1070"/>
                </a:cxn>
                <a:cxn ang="0">
                  <a:pos x="csX1071" y="csY1071"/>
                </a:cxn>
                <a:cxn ang="0">
                  <a:pos x="csX1072" y="csY1072"/>
                </a:cxn>
                <a:cxn ang="0">
                  <a:pos x="csX1073" y="csY1073"/>
                </a:cxn>
                <a:cxn ang="0">
                  <a:pos x="csX1074" y="csY1074"/>
                </a:cxn>
                <a:cxn ang="0">
                  <a:pos x="csX1075" y="csY1075"/>
                </a:cxn>
                <a:cxn ang="0">
                  <a:pos x="csX1076" y="csY1076"/>
                </a:cxn>
                <a:cxn ang="0">
                  <a:pos x="csX1077" y="csY1077"/>
                </a:cxn>
                <a:cxn ang="0">
                  <a:pos x="csX1078" y="csY1078"/>
                </a:cxn>
                <a:cxn ang="0">
                  <a:pos x="csX1079" y="csY1079"/>
                </a:cxn>
                <a:cxn ang="0">
                  <a:pos x="csX1080" y="csY1080"/>
                </a:cxn>
                <a:cxn ang="0">
                  <a:pos x="csX1081" y="csY1081"/>
                </a:cxn>
                <a:cxn ang="0">
                  <a:pos x="csX1082" y="csY1082"/>
                </a:cxn>
                <a:cxn ang="0">
                  <a:pos x="csX1083" y="csY1083"/>
                </a:cxn>
                <a:cxn ang="0">
                  <a:pos x="csX1084" y="csY1084"/>
                </a:cxn>
                <a:cxn ang="0">
                  <a:pos x="csX1085" y="csY1085"/>
                </a:cxn>
                <a:cxn ang="0">
                  <a:pos x="csX1086" y="csY1086"/>
                </a:cxn>
                <a:cxn ang="0">
                  <a:pos x="csX1087" y="csY1087"/>
                </a:cxn>
                <a:cxn ang="0">
                  <a:pos x="csX1088" y="csY1088"/>
                </a:cxn>
                <a:cxn ang="0">
                  <a:pos x="csX1089" y="csY1089"/>
                </a:cxn>
                <a:cxn ang="0">
                  <a:pos x="csX1090" y="csY1090"/>
                </a:cxn>
                <a:cxn ang="0">
                  <a:pos x="csX1091" y="csY1091"/>
                </a:cxn>
                <a:cxn ang="0">
                  <a:pos x="csX1092" y="csY1092"/>
                </a:cxn>
                <a:cxn ang="0">
                  <a:pos x="csX1093" y="csY1093"/>
                </a:cxn>
                <a:cxn ang="0">
                  <a:pos x="csX1094" y="csY1094"/>
                </a:cxn>
                <a:cxn ang="0">
                  <a:pos x="csX1095" y="csY1095"/>
                </a:cxn>
                <a:cxn ang="0">
                  <a:pos x="csX1096" y="csY1096"/>
                </a:cxn>
                <a:cxn ang="0">
                  <a:pos x="csX1097" y="csY1097"/>
                </a:cxn>
                <a:cxn ang="0">
                  <a:pos x="csX1098" y="csY1098"/>
                </a:cxn>
                <a:cxn ang="0">
                  <a:pos x="csX1099" y="csY1099"/>
                </a:cxn>
                <a:cxn ang="0">
                  <a:pos x="csX1100" y="csY1100"/>
                </a:cxn>
                <a:cxn ang="0">
                  <a:pos x="csX1101" y="csY1101"/>
                </a:cxn>
                <a:cxn ang="0">
                  <a:pos x="csX1102" y="csY1102"/>
                </a:cxn>
                <a:cxn ang="0">
                  <a:pos x="csX1103" y="csY1103"/>
                </a:cxn>
                <a:cxn ang="0">
                  <a:pos x="csX1104" y="csY1104"/>
                </a:cxn>
                <a:cxn ang="0">
                  <a:pos x="csX1105" y="csY1105"/>
                </a:cxn>
                <a:cxn ang="0">
                  <a:pos x="csX1106" y="csY1106"/>
                </a:cxn>
                <a:cxn ang="0">
                  <a:pos x="csX1107" y="csY1107"/>
                </a:cxn>
                <a:cxn ang="0">
                  <a:pos x="csX1108" y="csY1108"/>
                </a:cxn>
                <a:cxn ang="0">
                  <a:pos x="csX1109" y="csY1109"/>
                </a:cxn>
                <a:cxn ang="0">
                  <a:pos x="csX1110" y="csY1110"/>
                </a:cxn>
                <a:cxn ang="0">
                  <a:pos x="csX1111" y="csY1111"/>
                </a:cxn>
                <a:cxn ang="0">
                  <a:pos x="csX1112" y="csY1112"/>
                </a:cxn>
                <a:cxn ang="0">
                  <a:pos x="csX1113" y="csY1113"/>
                </a:cxn>
                <a:cxn ang="0">
                  <a:pos x="csX1114" y="csY1114"/>
                </a:cxn>
                <a:cxn ang="0">
                  <a:pos x="csX1115" y="csY1115"/>
                </a:cxn>
                <a:cxn ang="0">
                  <a:pos x="csX1116" y="csY1116"/>
                </a:cxn>
                <a:cxn ang="0">
                  <a:pos x="csX1117" y="csY1117"/>
                </a:cxn>
                <a:cxn ang="0">
                  <a:pos x="csX1118" y="csY1118"/>
                </a:cxn>
                <a:cxn ang="0">
                  <a:pos x="csX1119" y="csY1119"/>
                </a:cxn>
                <a:cxn ang="0">
                  <a:pos x="csX1120" y="csY1120"/>
                </a:cxn>
                <a:cxn ang="0">
                  <a:pos x="csX1121" y="csY1121"/>
                </a:cxn>
                <a:cxn ang="0">
                  <a:pos x="csX1122" y="csY1122"/>
                </a:cxn>
                <a:cxn ang="0">
                  <a:pos x="csX1123" y="csY1123"/>
                </a:cxn>
                <a:cxn ang="0">
                  <a:pos x="csX1124" y="csY1124"/>
                </a:cxn>
                <a:cxn ang="0">
                  <a:pos x="csX1125" y="csY1125"/>
                </a:cxn>
                <a:cxn ang="0">
                  <a:pos x="csX1126" y="csY1126"/>
                </a:cxn>
                <a:cxn ang="0">
                  <a:pos x="csX1127" y="csY1127"/>
                </a:cxn>
                <a:cxn ang="0">
                  <a:pos x="csX1128" y="csY1128"/>
                </a:cxn>
                <a:cxn ang="0">
                  <a:pos x="csX1129" y="csY1129"/>
                </a:cxn>
                <a:cxn ang="0">
                  <a:pos x="csX1130" y="csY1130"/>
                </a:cxn>
                <a:cxn ang="0">
                  <a:pos x="csX1131" y="csY1131"/>
                </a:cxn>
                <a:cxn ang="0">
                  <a:pos x="csX1132" y="csY1132"/>
                </a:cxn>
                <a:cxn ang="0">
                  <a:pos x="csX1133" y="csY1133"/>
                </a:cxn>
                <a:cxn ang="0">
                  <a:pos x="csX1134" y="csY1134"/>
                </a:cxn>
                <a:cxn ang="0">
                  <a:pos x="csX1135" y="csY1135"/>
                </a:cxn>
                <a:cxn ang="0">
                  <a:pos x="csX1136" y="csY1136"/>
                </a:cxn>
                <a:cxn ang="0">
                  <a:pos x="csX1137" y="csY1137"/>
                </a:cxn>
                <a:cxn ang="0">
                  <a:pos x="csX1138" y="csY1138"/>
                </a:cxn>
                <a:cxn ang="0">
                  <a:pos x="csX1139" y="csY1139"/>
                </a:cxn>
                <a:cxn ang="0">
                  <a:pos x="csX1140" y="csY1140"/>
                </a:cxn>
                <a:cxn ang="0">
                  <a:pos x="csX1141" y="csY1141"/>
                </a:cxn>
                <a:cxn ang="0">
                  <a:pos x="csX1142" y="csY1142"/>
                </a:cxn>
                <a:cxn ang="0">
                  <a:pos x="csX1143" y="csY1143"/>
                </a:cxn>
                <a:cxn ang="0">
                  <a:pos x="csX1144" y="csY1144"/>
                </a:cxn>
                <a:cxn ang="0">
                  <a:pos x="csX1145" y="csY1145"/>
                </a:cxn>
                <a:cxn ang="0">
                  <a:pos x="csX1146" y="csY1146"/>
                </a:cxn>
                <a:cxn ang="0">
                  <a:pos x="csX1147" y="csY1147"/>
                </a:cxn>
                <a:cxn ang="0">
                  <a:pos x="csX1148" y="csY1148"/>
                </a:cxn>
                <a:cxn ang="0">
                  <a:pos x="csX1149" y="csY1149"/>
                </a:cxn>
                <a:cxn ang="0">
                  <a:pos x="csX1150" y="csY1150"/>
                </a:cxn>
                <a:cxn ang="0">
                  <a:pos x="csX1151" y="csY1151"/>
                </a:cxn>
                <a:cxn ang="0">
                  <a:pos x="csX1152" y="csY1152"/>
                </a:cxn>
                <a:cxn ang="0">
                  <a:pos x="csX1153" y="csY1153"/>
                </a:cxn>
                <a:cxn ang="0">
                  <a:pos x="csX1154" y="csY1154"/>
                </a:cxn>
                <a:cxn ang="0">
                  <a:pos x="csX1155" y="csY1155"/>
                </a:cxn>
                <a:cxn ang="0">
                  <a:pos x="csX1156" y="csY1156"/>
                </a:cxn>
                <a:cxn ang="0">
                  <a:pos x="csX1157" y="csY1157"/>
                </a:cxn>
                <a:cxn ang="0">
                  <a:pos x="csX1158" y="csY1158"/>
                </a:cxn>
                <a:cxn ang="0">
                  <a:pos x="csX1159" y="csY1159"/>
                </a:cxn>
                <a:cxn ang="0">
                  <a:pos x="csX1160" y="csY1160"/>
                </a:cxn>
                <a:cxn ang="0">
                  <a:pos x="csX1161" y="csY1161"/>
                </a:cxn>
                <a:cxn ang="0">
                  <a:pos x="csX1162" y="csY1162"/>
                </a:cxn>
                <a:cxn ang="0">
                  <a:pos x="csX1163" y="csY1163"/>
                </a:cxn>
                <a:cxn ang="0">
                  <a:pos x="csX1164" y="csY1164"/>
                </a:cxn>
                <a:cxn ang="0">
                  <a:pos x="csX1165" y="csY1165"/>
                </a:cxn>
                <a:cxn ang="0">
                  <a:pos x="csX1166" y="csY1166"/>
                </a:cxn>
                <a:cxn ang="0">
                  <a:pos x="csX1167" y="csY1167"/>
                </a:cxn>
                <a:cxn ang="0">
                  <a:pos x="csX1168" y="csY1168"/>
                </a:cxn>
                <a:cxn ang="0">
                  <a:pos x="csX1169" y="csY1169"/>
                </a:cxn>
                <a:cxn ang="0">
                  <a:pos x="csX1170" y="csY1170"/>
                </a:cxn>
                <a:cxn ang="0">
                  <a:pos x="csX1171" y="csY1171"/>
                </a:cxn>
                <a:cxn ang="0">
                  <a:pos x="csX1172" y="csY1172"/>
                </a:cxn>
                <a:cxn ang="0">
                  <a:pos x="csX1173" y="csY1173"/>
                </a:cxn>
                <a:cxn ang="0">
                  <a:pos x="csX1174" y="csY1174"/>
                </a:cxn>
                <a:cxn ang="0">
                  <a:pos x="csX1175" y="csY1175"/>
                </a:cxn>
                <a:cxn ang="0">
                  <a:pos x="csX1176" y="csY1176"/>
                </a:cxn>
                <a:cxn ang="0">
                  <a:pos x="csX1177" y="csY1177"/>
                </a:cxn>
                <a:cxn ang="0">
                  <a:pos x="csX1178" y="csY1178"/>
                </a:cxn>
                <a:cxn ang="0">
                  <a:pos x="csX1179" y="csY1179"/>
                </a:cxn>
                <a:cxn ang="0">
                  <a:pos x="csX1180" y="csY1180"/>
                </a:cxn>
                <a:cxn ang="0">
                  <a:pos x="csX1181" y="csY1181"/>
                </a:cxn>
                <a:cxn ang="0">
                  <a:pos x="csX1182" y="csY1182"/>
                </a:cxn>
                <a:cxn ang="0">
                  <a:pos x="csX1183" y="csY1183"/>
                </a:cxn>
                <a:cxn ang="0">
                  <a:pos x="csX1184" y="csY1184"/>
                </a:cxn>
                <a:cxn ang="0">
                  <a:pos x="csX1185" y="csY1185"/>
                </a:cxn>
                <a:cxn ang="0">
                  <a:pos x="csX1186" y="csY1186"/>
                </a:cxn>
                <a:cxn ang="0">
                  <a:pos x="csX1187" y="csY1187"/>
                </a:cxn>
                <a:cxn ang="0">
                  <a:pos x="csX1188" y="csY1188"/>
                </a:cxn>
                <a:cxn ang="0">
                  <a:pos x="csX1189" y="csY1189"/>
                </a:cxn>
                <a:cxn ang="0">
                  <a:pos x="csX1190" y="csY1190"/>
                </a:cxn>
                <a:cxn ang="0">
                  <a:pos x="csX1191" y="csY1191"/>
                </a:cxn>
                <a:cxn ang="0">
                  <a:pos x="csX1192" y="csY1192"/>
                </a:cxn>
                <a:cxn ang="0">
                  <a:pos x="csX1193" y="csY1193"/>
                </a:cxn>
                <a:cxn ang="0">
                  <a:pos x="csX1194" y="csY1194"/>
                </a:cxn>
                <a:cxn ang="0">
                  <a:pos x="csX1195" y="csY1195"/>
                </a:cxn>
                <a:cxn ang="0">
                  <a:pos x="csX1196" y="csY1196"/>
                </a:cxn>
                <a:cxn ang="0">
                  <a:pos x="csX1197" y="csY1197"/>
                </a:cxn>
                <a:cxn ang="0">
                  <a:pos x="csX1198" y="csY1198"/>
                </a:cxn>
                <a:cxn ang="0">
                  <a:pos x="csX1199" y="csY1199"/>
                </a:cxn>
                <a:cxn ang="0">
                  <a:pos x="csX1200" y="csY1200"/>
                </a:cxn>
                <a:cxn ang="0">
                  <a:pos x="csX1201" y="csY1201"/>
                </a:cxn>
                <a:cxn ang="0">
                  <a:pos x="csX1202" y="csY1202"/>
                </a:cxn>
                <a:cxn ang="0">
                  <a:pos x="csX1203" y="csY1203"/>
                </a:cxn>
                <a:cxn ang="0">
                  <a:pos x="csX1204" y="csY1204"/>
                </a:cxn>
                <a:cxn ang="0">
                  <a:pos x="csX1205" y="csY1205"/>
                </a:cxn>
                <a:cxn ang="0">
                  <a:pos x="csX1206" y="csY1206"/>
                </a:cxn>
                <a:cxn ang="0">
                  <a:pos x="csX1207" y="csY1207"/>
                </a:cxn>
                <a:cxn ang="0">
                  <a:pos x="csX1208" y="csY1208"/>
                </a:cxn>
                <a:cxn ang="0">
                  <a:pos x="csX1209" y="csY1209"/>
                </a:cxn>
                <a:cxn ang="0">
                  <a:pos x="csX1210" y="csY1210"/>
                </a:cxn>
                <a:cxn ang="0">
                  <a:pos x="csX1211" y="csY1211"/>
                </a:cxn>
                <a:cxn ang="0">
                  <a:pos x="csX1212" y="csY1212"/>
                </a:cxn>
                <a:cxn ang="0">
                  <a:pos x="csX1213" y="csY1213"/>
                </a:cxn>
                <a:cxn ang="0">
                  <a:pos x="csX1214" y="csY1214"/>
                </a:cxn>
                <a:cxn ang="0">
                  <a:pos x="csX1215" y="csY1215"/>
                </a:cxn>
                <a:cxn ang="0">
                  <a:pos x="csX1216" y="csY1216"/>
                </a:cxn>
                <a:cxn ang="0">
                  <a:pos x="csX1217" y="csY1217"/>
                </a:cxn>
                <a:cxn ang="0">
                  <a:pos x="csX1218" y="csY1218"/>
                </a:cxn>
                <a:cxn ang="0">
                  <a:pos x="csX1219" y="csY1219"/>
                </a:cxn>
                <a:cxn ang="0">
                  <a:pos x="csX1220" y="csY1220"/>
                </a:cxn>
                <a:cxn ang="0">
                  <a:pos x="csX1221" y="csY1221"/>
                </a:cxn>
                <a:cxn ang="0">
                  <a:pos x="csX1222" y="csY1222"/>
                </a:cxn>
                <a:cxn ang="0">
                  <a:pos x="csX1223" y="csY1223"/>
                </a:cxn>
                <a:cxn ang="0">
                  <a:pos x="csX1224" y="csY1224"/>
                </a:cxn>
                <a:cxn ang="0">
                  <a:pos x="csX1225" y="csY1225"/>
                </a:cxn>
                <a:cxn ang="0">
                  <a:pos x="csX1226" y="csY1226"/>
                </a:cxn>
                <a:cxn ang="0">
                  <a:pos x="csX1227" y="csY1227"/>
                </a:cxn>
                <a:cxn ang="0">
                  <a:pos x="csX1228" y="csY1228"/>
                </a:cxn>
                <a:cxn ang="0">
                  <a:pos x="csX1229" y="csY1229"/>
                </a:cxn>
                <a:cxn ang="0">
                  <a:pos x="csX1230" y="csY1230"/>
                </a:cxn>
                <a:cxn ang="0">
                  <a:pos x="csX1231" y="csY1231"/>
                </a:cxn>
                <a:cxn ang="0">
                  <a:pos x="csX1232" y="csY1232"/>
                </a:cxn>
                <a:cxn ang="0">
                  <a:pos x="csX1233" y="csY1233"/>
                </a:cxn>
                <a:cxn ang="0">
                  <a:pos x="csX1234" y="csY1234"/>
                </a:cxn>
                <a:cxn ang="0">
                  <a:pos x="csX1235" y="csY1235"/>
                </a:cxn>
                <a:cxn ang="0">
                  <a:pos x="csX1236" y="csY1236"/>
                </a:cxn>
                <a:cxn ang="0">
                  <a:pos x="csX1237" y="csY1237"/>
                </a:cxn>
                <a:cxn ang="0">
                  <a:pos x="csX1238" y="csY1238"/>
                </a:cxn>
                <a:cxn ang="0">
                  <a:pos x="csX1239" y="csY1239"/>
                </a:cxn>
                <a:cxn ang="0">
                  <a:pos x="csX1240" y="csY1240"/>
                </a:cxn>
                <a:cxn ang="0">
                  <a:pos x="csX1241" y="csY1241"/>
                </a:cxn>
                <a:cxn ang="0">
                  <a:pos x="csX1242" y="csY1242"/>
                </a:cxn>
                <a:cxn ang="0">
                  <a:pos x="csX1243" y="csY1243"/>
                </a:cxn>
                <a:cxn ang="0">
                  <a:pos x="csX1244" y="csY1244"/>
                </a:cxn>
                <a:cxn ang="0">
                  <a:pos x="csX1245" y="csY1245"/>
                </a:cxn>
                <a:cxn ang="0">
                  <a:pos x="csX1246" y="csY1246"/>
                </a:cxn>
                <a:cxn ang="0">
                  <a:pos x="csX1247" y="csY1247"/>
                </a:cxn>
                <a:cxn ang="0">
                  <a:pos x="csX1248" y="csY1248"/>
                </a:cxn>
                <a:cxn ang="0">
                  <a:pos x="csX1249" y="csY1249"/>
                </a:cxn>
                <a:cxn ang="0">
                  <a:pos x="csX1250" y="csY1250"/>
                </a:cxn>
                <a:cxn ang="0">
                  <a:pos x="csX1251" y="csY1251"/>
                </a:cxn>
                <a:cxn ang="0">
                  <a:pos x="csX1252" y="csY1252"/>
                </a:cxn>
                <a:cxn ang="0">
                  <a:pos x="csX1253" y="csY1253"/>
                </a:cxn>
                <a:cxn ang="0">
                  <a:pos x="csX1254" y="csY1254"/>
                </a:cxn>
                <a:cxn ang="0">
                  <a:pos x="csX1255" y="csY1255"/>
                </a:cxn>
                <a:cxn ang="0">
                  <a:pos x="csX1256" y="csY1256"/>
                </a:cxn>
                <a:cxn ang="0">
                  <a:pos x="csX1257" y="csY1257"/>
                </a:cxn>
                <a:cxn ang="0">
                  <a:pos x="csX1258" y="csY1258"/>
                </a:cxn>
                <a:cxn ang="0">
                  <a:pos x="csX1259" y="csY1259"/>
                </a:cxn>
                <a:cxn ang="0">
                  <a:pos x="csX1260" y="csY1260"/>
                </a:cxn>
                <a:cxn ang="0">
                  <a:pos x="csX1261" y="csY1261"/>
                </a:cxn>
                <a:cxn ang="0">
                  <a:pos x="csX1262" y="csY1262"/>
                </a:cxn>
                <a:cxn ang="0">
                  <a:pos x="csX1263" y="csY1263"/>
                </a:cxn>
                <a:cxn ang="0">
                  <a:pos x="csX1264" y="csY1264"/>
                </a:cxn>
                <a:cxn ang="0">
                  <a:pos x="csX1265" y="csY1265"/>
                </a:cxn>
                <a:cxn ang="0">
                  <a:pos x="csX1266" y="csY1266"/>
                </a:cxn>
                <a:cxn ang="0">
                  <a:pos x="csX1267" y="csY1267"/>
                </a:cxn>
                <a:cxn ang="0">
                  <a:pos x="csX1268" y="csY1268"/>
                </a:cxn>
                <a:cxn ang="0">
                  <a:pos x="csX1269" y="csY1269"/>
                </a:cxn>
                <a:cxn ang="0">
                  <a:pos x="csX1270" y="csY1270"/>
                </a:cxn>
                <a:cxn ang="0">
                  <a:pos x="csX1271" y="csY1271"/>
                </a:cxn>
                <a:cxn ang="0">
                  <a:pos x="csX1272" y="csY1272"/>
                </a:cxn>
                <a:cxn ang="0">
                  <a:pos x="csX1273" y="csY1273"/>
                </a:cxn>
                <a:cxn ang="0">
                  <a:pos x="csX1274" y="csY1274"/>
                </a:cxn>
                <a:cxn ang="0">
                  <a:pos x="csX1275" y="csY1275"/>
                </a:cxn>
                <a:cxn ang="0">
                  <a:pos x="csX1276" y="csY1276"/>
                </a:cxn>
                <a:cxn ang="0">
                  <a:pos x="csX1277" y="csY1277"/>
                </a:cxn>
                <a:cxn ang="0">
                  <a:pos x="csX1278" y="csY1278"/>
                </a:cxn>
                <a:cxn ang="0">
                  <a:pos x="csX1279" y="csY1279"/>
                </a:cxn>
                <a:cxn ang="0">
                  <a:pos x="csX1280" y="csY1280"/>
                </a:cxn>
                <a:cxn ang="0">
                  <a:pos x="csX1281" y="csY1281"/>
                </a:cxn>
                <a:cxn ang="0">
                  <a:pos x="csX1282" y="csY1282"/>
                </a:cxn>
                <a:cxn ang="0">
                  <a:pos x="csX1283" y="csY1283"/>
                </a:cxn>
                <a:cxn ang="0">
                  <a:pos x="csX1284" y="csY1284"/>
                </a:cxn>
                <a:cxn ang="0">
                  <a:pos x="csX1285" y="csY1285"/>
                </a:cxn>
                <a:cxn ang="0">
                  <a:pos x="csX1286" y="csY1286"/>
                </a:cxn>
                <a:cxn ang="0">
                  <a:pos x="csX1287" y="csY1287"/>
                </a:cxn>
                <a:cxn ang="0">
                  <a:pos x="csX1288" y="csY1288"/>
                </a:cxn>
                <a:cxn ang="0">
                  <a:pos x="csX1289" y="csY1289"/>
                </a:cxn>
                <a:cxn ang="0">
                  <a:pos x="csX1290" y="csY1290"/>
                </a:cxn>
                <a:cxn ang="0">
                  <a:pos x="csX1291" y="csY1291"/>
                </a:cxn>
                <a:cxn ang="0">
                  <a:pos x="csX1292" y="csY1292"/>
                </a:cxn>
                <a:cxn ang="0">
                  <a:pos x="csX1293" y="csY1293"/>
                </a:cxn>
                <a:cxn ang="0">
                  <a:pos x="csX1294" y="csY1294"/>
                </a:cxn>
                <a:cxn ang="0">
                  <a:pos x="csX1295" y="csY1295"/>
                </a:cxn>
                <a:cxn ang="0">
                  <a:pos x="csX1296" y="csY1296"/>
                </a:cxn>
                <a:cxn ang="0">
                  <a:pos x="csX1297" y="csY1297"/>
                </a:cxn>
                <a:cxn ang="0">
                  <a:pos x="csX1298" y="csY1298"/>
                </a:cxn>
                <a:cxn ang="0">
                  <a:pos x="csX1299" y="csY1299"/>
                </a:cxn>
                <a:cxn ang="0">
                  <a:pos x="csX1300" y="csY1300"/>
                </a:cxn>
                <a:cxn ang="0">
                  <a:pos x="csX1301" y="csY1301"/>
                </a:cxn>
                <a:cxn ang="0">
                  <a:pos x="csX1302" y="csY1302"/>
                </a:cxn>
                <a:cxn ang="0">
                  <a:pos x="csX1303" y="csY1303"/>
                </a:cxn>
                <a:cxn ang="0">
                  <a:pos x="csX1304" y="csY1304"/>
                </a:cxn>
                <a:cxn ang="0">
                  <a:pos x="csX1305" y="csY1305"/>
                </a:cxn>
                <a:cxn ang="0">
                  <a:pos x="csX1306" y="csY1306"/>
                </a:cxn>
                <a:cxn ang="0">
                  <a:pos x="csX1307" y="csY1307"/>
                </a:cxn>
                <a:cxn ang="0">
                  <a:pos x="csX1308" y="csY1308"/>
                </a:cxn>
                <a:cxn ang="0">
                  <a:pos x="csX1309" y="csY1309"/>
                </a:cxn>
                <a:cxn ang="0">
                  <a:pos x="csX1310" y="csY1310"/>
                </a:cxn>
                <a:cxn ang="0">
                  <a:pos x="csX1311" y="csY1311"/>
                </a:cxn>
                <a:cxn ang="0">
                  <a:pos x="csX1312" y="csY1312"/>
                </a:cxn>
                <a:cxn ang="0">
                  <a:pos x="csX1313" y="csY1313"/>
                </a:cxn>
                <a:cxn ang="0">
                  <a:pos x="csX1314" y="csY1314"/>
                </a:cxn>
                <a:cxn ang="0">
                  <a:pos x="csX1315" y="csY1315"/>
                </a:cxn>
                <a:cxn ang="0">
                  <a:pos x="csX1316" y="csY1316"/>
                </a:cxn>
                <a:cxn ang="0">
                  <a:pos x="csX1317" y="csY1317"/>
                </a:cxn>
                <a:cxn ang="0">
                  <a:pos x="csX1318" y="csY1318"/>
                </a:cxn>
                <a:cxn ang="0">
                  <a:pos x="csX1319" y="csY1319"/>
                </a:cxn>
                <a:cxn ang="0">
                  <a:pos x="csX1320" y="csY1320"/>
                </a:cxn>
                <a:cxn ang="0">
                  <a:pos x="csX1321" y="csY1321"/>
                </a:cxn>
                <a:cxn ang="0">
                  <a:pos x="csX1322" y="csY1322"/>
                </a:cxn>
                <a:cxn ang="0">
                  <a:pos x="csX1323" y="csY1323"/>
                </a:cxn>
                <a:cxn ang="0">
                  <a:pos x="csX1324" y="csY1324"/>
                </a:cxn>
                <a:cxn ang="0">
                  <a:pos x="csX1325" y="csY1325"/>
                </a:cxn>
                <a:cxn ang="0">
                  <a:pos x="csX1326" y="csY1326"/>
                </a:cxn>
                <a:cxn ang="0">
                  <a:pos x="csX1327" y="csY1327"/>
                </a:cxn>
                <a:cxn ang="0">
                  <a:pos x="csX1328" y="csY1328"/>
                </a:cxn>
                <a:cxn ang="0">
                  <a:pos x="csX1329" y="csY1329"/>
                </a:cxn>
                <a:cxn ang="0">
                  <a:pos x="csX1330" y="csY1330"/>
                </a:cxn>
                <a:cxn ang="0">
                  <a:pos x="csX1331" y="csY1331"/>
                </a:cxn>
                <a:cxn ang="0">
                  <a:pos x="csX1332" y="csY1332"/>
                </a:cxn>
                <a:cxn ang="0">
                  <a:pos x="csX1333" y="csY1333"/>
                </a:cxn>
                <a:cxn ang="0">
                  <a:pos x="csX1334" y="csY1334"/>
                </a:cxn>
                <a:cxn ang="0">
                  <a:pos x="csX1335" y="csY1335"/>
                </a:cxn>
                <a:cxn ang="0">
                  <a:pos x="csX1336" y="csY1336"/>
                </a:cxn>
                <a:cxn ang="0">
                  <a:pos x="csX1337" y="csY1337"/>
                </a:cxn>
                <a:cxn ang="0">
                  <a:pos x="csX1338" y="csY1338"/>
                </a:cxn>
                <a:cxn ang="0">
                  <a:pos x="csX1339" y="csY1339"/>
                </a:cxn>
                <a:cxn ang="0">
                  <a:pos x="csX1340" y="csY1340"/>
                </a:cxn>
                <a:cxn ang="0">
                  <a:pos x="csX1341" y="csY1341"/>
                </a:cxn>
                <a:cxn ang="0">
                  <a:pos x="csX1342" y="csY1342"/>
                </a:cxn>
                <a:cxn ang="0">
                  <a:pos x="csX1343" y="csY1343"/>
                </a:cxn>
                <a:cxn ang="0">
                  <a:pos x="csX1344" y="csY1344"/>
                </a:cxn>
                <a:cxn ang="0">
                  <a:pos x="csX1345" y="csY1345"/>
                </a:cxn>
                <a:cxn ang="0">
                  <a:pos x="csX1346" y="csY1346"/>
                </a:cxn>
                <a:cxn ang="0">
                  <a:pos x="csX1347" y="csY1347"/>
                </a:cxn>
                <a:cxn ang="0">
                  <a:pos x="csX1348" y="csY1348"/>
                </a:cxn>
                <a:cxn ang="0">
                  <a:pos x="csX1349" y="csY1349"/>
                </a:cxn>
                <a:cxn ang="0">
                  <a:pos x="csX1350" y="csY1350"/>
                </a:cxn>
                <a:cxn ang="0">
                  <a:pos x="csX1351" y="csY1351"/>
                </a:cxn>
                <a:cxn ang="0">
                  <a:pos x="csX1352" y="csY1352"/>
                </a:cxn>
                <a:cxn ang="0">
                  <a:pos x="csX1353" y="csY1353"/>
                </a:cxn>
                <a:cxn ang="0">
                  <a:pos x="csX1354" y="csY1354"/>
                </a:cxn>
                <a:cxn ang="0">
                  <a:pos x="csX1355" y="csY1355"/>
                </a:cxn>
                <a:cxn ang="0">
                  <a:pos x="csX1356" y="csY1356"/>
                </a:cxn>
                <a:cxn ang="0">
                  <a:pos x="csX1357" y="csY1357"/>
                </a:cxn>
                <a:cxn ang="0">
                  <a:pos x="csX1358" y="csY1358"/>
                </a:cxn>
                <a:cxn ang="0">
                  <a:pos x="csX1359" y="csY1359"/>
                </a:cxn>
                <a:cxn ang="0">
                  <a:pos x="csX1360" y="csY1360"/>
                </a:cxn>
                <a:cxn ang="0">
                  <a:pos x="csX1361" y="csY1361"/>
                </a:cxn>
                <a:cxn ang="0">
                  <a:pos x="csX1362" y="csY1362"/>
                </a:cxn>
                <a:cxn ang="0">
                  <a:pos x="csX1363" y="csY1363"/>
                </a:cxn>
                <a:cxn ang="0">
                  <a:pos x="csX1364" y="csY1364"/>
                </a:cxn>
                <a:cxn ang="0">
                  <a:pos x="csX1365" y="csY1365"/>
                </a:cxn>
                <a:cxn ang="0">
                  <a:pos x="csX1366" y="csY1366"/>
                </a:cxn>
                <a:cxn ang="0">
                  <a:pos x="csX1367" y="csY1367"/>
                </a:cxn>
                <a:cxn ang="0">
                  <a:pos x="csX1368" y="csY1368"/>
                </a:cxn>
                <a:cxn ang="0">
                  <a:pos x="csX1369" y="csY1369"/>
                </a:cxn>
                <a:cxn ang="0">
                  <a:pos x="csX1370" y="csY1370"/>
                </a:cxn>
                <a:cxn ang="0">
                  <a:pos x="csX1371" y="csY1371"/>
                </a:cxn>
                <a:cxn ang="0">
                  <a:pos x="csX1372" y="csY1372"/>
                </a:cxn>
                <a:cxn ang="0">
                  <a:pos x="csX1373" y="csY1373"/>
                </a:cxn>
                <a:cxn ang="0">
                  <a:pos x="csX1374" y="csY1374"/>
                </a:cxn>
                <a:cxn ang="0">
                  <a:pos x="csX1375" y="csY1375"/>
                </a:cxn>
                <a:cxn ang="0">
                  <a:pos x="csX1376" y="csY1376"/>
                </a:cxn>
                <a:cxn ang="0">
                  <a:pos x="csX1377" y="csY1377"/>
                </a:cxn>
                <a:cxn ang="0">
                  <a:pos x="csX1378" y="csY1378"/>
                </a:cxn>
                <a:cxn ang="0">
                  <a:pos x="csX1379" y="csY1379"/>
                </a:cxn>
                <a:cxn ang="0">
                  <a:pos x="csX1380" y="csY1380"/>
                </a:cxn>
                <a:cxn ang="0">
                  <a:pos x="csX1381" y="csY1381"/>
                </a:cxn>
                <a:cxn ang="0">
                  <a:pos x="csX1382" y="csY1382"/>
                </a:cxn>
                <a:cxn ang="0">
                  <a:pos x="csX1383" y="csY1383"/>
                </a:cxn>
                <a:cxn ang="0">
                  <a:pos x="csX1384" y="csY1384"/>
                </a:cxn>
                <a:cxn ang="0">
                  <a:pos x="csX1385" y="csY1385"/>
                </a:cxn>
                <a:cxn ang="0">
                  <a:pos x="csX1386" y="csY1386"/>
                </a:cxn>
                <a:cxn ang="0">
                  <a:pos x="csX1387" y="csY1387"/>
                </a:cxn>
                <a:cxn ang="0">
                  <a:pos x="csX1388" y="csY1388"/>
                </a:cxn>
                <a:cxn ang="0">
                  <a:pos x="csX1389" y="csY1389"/>
                </a:cxn>
                <a:cxn ang="0">
                  <a:pos x="csX1390" y="csY1390"/>
                </a:cxn>
                <a:cxn ang="0">
                  <a:pos x="csX1391" y="csY1391"/>
                </a:cxn>
                <a:cxn ang="0">
                  <a:pos x="csX1392" y="csY1392"/>
                </a:cxn>
                <a:cxn ang="0">
                  <a:pos x="csX1393" y="csY1393"/>
                </a:cxn>
                <a:cxn ang="0">
                  <a:pos x="csX1394" y="csY1394"/>
                </a:cxn>
                <a:cxn ang="0">
                  <a:pos x="csX1395" y="csY1395"/>
                </a:cxn>
                <a:cxn ang="0">
                  <a:pos x="csX1396" y="csY1396"/>
                </a:cxn>
                <a:cxn ang="0">
                  <a:pos x="csX1397" y="csY1397"/>
                </a:cxn>
                <a:cxn ang="0">
                  <a:pos x="csX1398" y="csY1398"/>
                </a:cxn>
                <a:cxn ang="0">
                  <a:pos x="csX1399" y="csY1399"/>
                </a:cxn>
                <a:cxn ang="0">
                  <a:pos x="csX1400" y="csY1400"/>
                </a:cxn>
                <a:cxn ang="0">
                  <a:pos x="csX1401" y="csY1401"/>
                </a:cxn>
                <a:cxn ang="0">
                  <a:pos x="csX1402" y="csY1402"/>
                </a:cxn>
                <a:cxn ang="0">
                  <a:pos x="csX1403" y="csY1403"/>
                </a:cxn>
                <a:cxn ang="0">
                  <a:pos x="csX1404" y="csY1404"/>
                </a:cxn>
                <a:cxn ang="0">
                  <a:pos x="csX1405" y="csY1405"/>
                </a:cxn>
                <a:cxn ang="0">
                  <a:pos x="csX1406" y="csY1406"/>
                </a:cxn>
                <a:cxn ang="0">
                  <a:pos x="csX1407" y="csY1407"/>
                </a:cxn>
                <a:cxn ang="0">
                  <a:pos x="csX1408" y="csY1408"/>
                </a:cxn>
                <a:cxn ang="0">
                  <a:pos x="csX1409" y="csY1409"/>
                </a:cxn>
                <a:cxn ang="0">
                  <a:pos x="csX1410" y="csY1410"/>
                </a:cxn>
                <a:cxn ang="0">
                  <a:pos x="csX1411" y="csY1411"/>
                </a:cxn>
                <a:cxn ang="0">
                  <a:pos x="csX1412" y="csY1412"/>
                </a:cxn>
                <a:cxn ang="0">
                  <a:pos x="csX1413" y="csY1413"/>
                </a:cxn>
                <a:cxn ang="0">
                  <a:pos x="csX1414" y="csY1414"/>
                </a:cxn>
                <a:cxn ang="0">
                  <a:pos x="csX1415" y="csY1415"/>
                </a:cxn>
                <a:cxn ang="0">
                  <a:pos x="csX1416" y="csY1416"/>
                </a:cxn>
                <a:cxn ang="0">
                  <a:pos x="csX1417" y="csY1417"/>
                </a:cxn>
                <a:cxn ang="0">
                  <a:pos x="csX1418" y="csY1418"/>
                </a:cxn>
                <a:cxn ang="0">
                  <a:pos x="csX1419" y="csY1419"/>
                </a:cxn>
                <a:cxn ang="0">
                  <a:pos x="csX1420" y="csY1420"/>
                </a:cxn>
                <a:cxn ang="0">
                  <a:pos x="csX1421" y="csY1421"/>
                </a:cxn>
                <a:cxn ang="0">
                  <a:pos x="csX1422" y="csY1422"/>
                </a:cxn>
                <a:cxn ang="0">
                  <a:pos x="csX1423" y="csY1423"/>
                </a:cxn>
                <a:cxn ang="0">
                  <a:pos x="csX1424" y="csY1424"/>
                </a:cxn>
                <a:cxn ang="0">
                  <a:pos x="csX1425" y="csY1425"/>
                </a:cxn>
                <a:cxn ang="0">
                  <a:pos x="csX1426" y="csY1426"/>
                </a:cxn>
                <a:cxn ang="0">
                  <a:pos x="csX1427" y="csY1427"/>
                </a:cxn>
                <a:cxn ang="0">
                  <a:pos x="csX1428" y="csY1428"/>
                </a:cxn>
                <a:cxn ang="0">
                  <a:pos x="csX1429" y="csY1429"/>
                </a:cxn>
                <a:cxn ang="0">
                  <a:pos x="csX1430" y="csY1430"/>
                </a:cxn>
                <a:cxn ang="0">
                  <a:pos x="csX1431" y="csY1431"/>
                </a:cxn>
                <a:cxn ang="0">
                  <a:pos x="csX1432" y="csY1432"/>
                </a:cxn>
                <a:cxn ang="0">
                  <a:pos x="csX1433" y="csY1433"/>
                </a:cxn>
                <a:cxn ang="0">
                  <a:pos x="csX1434" y="csY1434"/>
                </a:cxn>
                <a:cxn ang="0">
                  <a:pos x="csX1435" y="csY1435"/>
                </a:cxn>
                <a:cxn ang="0">
                  <a:pos x="csX1436" y="csY1436"/>
                </a:cxn>
                <a:cxn ang="0">
                  <a:pos x="csX1437" y="csY1437"/>
                </a:cxn>
                <a:cxn ang="0">
                  <a:pos x="csX1438" y="csY1438"/>
                </a:cxn>
                <a:cxn ang="0">
                  <a:pos x="csX1439" y="csY1439"/>
                </a:cxn>
                <a:cxn ang="0">
                  <a:pos x="csX1440" y="csY1440"/>
                </a:cxn>
                <a:cxn ang="0">
                  <a:pos x="csX1441" y="csY1441"/>
                </a:cxn>
                <a:cxn ang="0">
                  <a:pos x="csX1442" y="csY1442"/>
                </a:cxn>
                <a:cxn ang="0">
                  <a:pos x="csX1443" y="csY1443"/>
                </a:cxn>
                <a:cxn ang="0">
                  <a:pos x="csX1444" y="csY1444"/>
                </a:cxn>
                <a:cxn ang="0">
                  <a:pos x="csX1445" y="csY1445"/>
                </a:cxn>
                <a:cxn ang="0">
                  <a:pos x="csX1446" y="csY1446"/>
                </a:cxn>
                <a:cxn ang="0">
                  <a:pos x="csX1447" y="csY1447"/>
                </a:cxn>
                <a:cxn ang="0">
                  <a:pos x="csX1448" y="csY1448"/>
                </a:cxn>
                <a:cxn ang="0">
                  <a:pos x="csX1449" y="csY1449"/>
                </a:cxn>
                <a:cxn ang="0">
                  <a:pos x="csX1450" y="csY1450"/>
                </a:cxn>
                <a:cxn ang="0">
                  <a:pos x="csX1451" y="csY1451"/>
                </a:cxn>
                <a:cxn ang="0">
                  <a:pos x="csX1452" y="csY1452"/>
                </a:cxn>
                <a:cxn ang="0">
                  <a:pos x="csX1453" y="csY1453"/>
                </a:cxn>
                <a:cxn ang="0">
                  <a:pos x="csX1454" y="csY1454"/>
                </a:cxn>
                <a:cxn ang="0">
                  <a:pos x="csX1455" y="csY1455"/>
                </a:cxn>
                <a:cxn ang="0">
                  <a:pos x="csX1456" y="csY1456"/>
                </a:cxn>
                <a:cxn ang="0">
                  <a:pos x="csX1457" y="csY1457"/>
                </a:cxn>
                <a:cxn ang="0">
                  <a:pos x="csX1458" y="csY1458"/>
                </a:cxn>
                <a:cxn ang="0">
                  <a:pos x="csX1459" y="csY1459"/>
                </a:cxn>
                <a:cxn ang="0">
                  <a:pos x="csX1460" y="csY1460"/>
                </a:cxn>
                <a:cxn ang="0">
                  <a:pos x="csX1461" y="csY1461"/>
                </a:cxn>
                <a:cxn ang="0">
                  <a:pos x="csX1462" y="csY1462"/>
                </a:cxn>
                <a:cxn ang="0">
                  <a:pos x="csX1463" y="csY1463"/>
                </a:cxn>
                <a:cxn ang="0">
                  <a:pos x="csX1464" y="csY1464"/>
                </a:cxn>
                <a:cxn ang="0">
                  <a:pos x="csX1465" y="csY1465"/>
                </a:cxn>
                <a:cxn ang="0">
                  <a:pos x="csX1466" y="csY1466"/>
                </a:cxn>
                <a:cxn ang="0">
                  <a:pos x="csX1467" y="csY1467"/>
                </a:cxn>
                <a:cxn ang="0">
                  <a:pos x="csX1468" y="csY1468"/>
                </a:cxn>
                <a:cxn ang="0">
                  <a:pos x="csX1469" y="csY1469"/>
                </a:cxn>
                <a:cxn ang="0">
                  <a:pos x="csX1470" y="csY1470"/>
                </a:cxn>
                <a:cxn ang="0">
                  <a:pos x="csX1471" y="csY1471"/>
                </a:cxn>
                <a:cxn ang="0">
                  <a:pos x="csX1472" y="csY1472"/>
                </a:cxn>
                <a:cxn ang="0">
                  <a:pos x="csX1473" y="csY1473"/>
                </a:cxn>
                <a:cxn ang="0">
                  <a:pos x="csX1474" y="csY1474"/>
                </a:cxn>
                <a:cxn ang="0">
                  <a:pos x="csX1475" y="csY1475"/>
                </a:cxn>
                <a:cxn ang="0">
                  <a:pos x="csX1476" y="csY1476"/>
                </a:cxn>
                <a:cxn ang="0">
                  <a:pos x="csX1477" y="csY1477"/>
                </a:cxn>
                <a:cxn ang="0">
                  <a:pos x="csX1478" y="csY1478"/>
                </a:cxn>
                <a:cxn ang="0">
                  <a:pos x="csX1479" y="csY1479"/>
                </a:cxn>
                <a:cxn ang="0">
                  <a:pos x="csX1480" y="csY1480"/>
                </a:cxn>
                <a:cxn ang="0">
                  <a:pos x="csX1481" y="csY1481"/>
                </a:cxn>
                <a:cxn ang="0">
                  <a:pos x="csX1482" y="csY1482"/>
                </a:cxn>
                <a:cxn ang="0">
                  <a:pos x="csX1483" y="csY1483"/>
                </a:cxn>
                <a:cxn ang="0">
                  <a:pos x="csX1484" y="csY1484"/>
                </a:cxn>
                <a:cxn ang="0">
                  <a:pos x="csX1485" y="csY1485"/>
                </a:cxn>
                <a:cxn ang="0">
                  <a:pos x="csX1486" y="csY1486"/>
                </a:cxn>
                <a:cxn ang="0">
                  <a:pos x="csX1487" y="csY1487"/>
                </a:cxn>
                <a:cxn ang="0">
                  <a:pos x="csX1488" y="csY1488"/>
                </a:cxn>
                <a:cxn ang="0">
                  <a:pos x="csX1489" y="csY1489"/>
                </a:cxn>
                <a:cxn ang="0">
                  <a:pos x="csX1490" y="csY1490"/>
                </a:cxn>
                <a:cxn ang="0">
                  <a:pos x="csX1491" y="csY1491"/>
                </a:cxn>
                <a:cxn ang="0">
                  <a:pos x="csX1492" y="csY1492"/>
                </a:cxn>
                <a:cxn ang="0">
                  <a:pos x="csX1493" y="csY1493"/>
                </a:cxn>
                <a:cxn ang="0">
                  <a:pos x="csX1494" y="csY1494"/>
                </a:cxn>
                <a:cxn ang="0">
                  <a:pos x="csX1495" y="csY1495"/>
                </a:cxn>
                <a:cxn ang="0">
                  <a:pos x="csX1496" y="csY1496"/>
                </a:cxn>
                <a:cxn ang="0">
                  <a:pos x="csX1497" y="csY1497"/>
                </a:cxn>
                <a:cxn ang="0">
                  <a:pos x="csX1498" y="csY1498"/>
                </a:cxn>
                <a:cxn ang="0">
                  <a:pos x="csX1499" y="csY1499"/>
                </a:cxn>
                <a:cxn ang="0">
                  <a:pos x="csX1500" y="csY1500"/>
                </a:cxn>
                <a:cxn ang="0">
                  <a:pos x="csX1501" y="csY1501"/>
                </a:cxn>
                <a:cxn ang="0">
                  <a:pos x="csX1502" y="csY1502"/>
                </a:cxn>
                <a:cxn ang="0">
                  <a:pos x="csX1503" y="csY1503"/>
                </a:cxn>
                <a:cxn ang="0">
                  <a:pos x="csX1504" y="csY1504"/>
                </a:cxn>
                <a:cxn ang="0">
                  <a:pos x="csX1505" y="csY1505"/>
                </a:cxn>
                <a:cxn ang="0">
                  <a:pos x="csX1506" y="csY1506"/>
                </a:cxn>
                <a:cxn ang="0">
                  <a:pos x="csX1507" y="csY1507"/>
                </a:cxn>
                <a:cxn ang="0">
                  <a:pos x="csX1508" y="csY1508"/>
                </a:cxn>
                <a:cxn ang="0">
                  <a:pos x="csX1509" y="csY1509"/>
                </a:cxn>
                <a:cxn ang="0">
                  <a:pos x="csX1510" y="csY1510"/>
                </a:cxn>
                <a:cxn ang="0">
                  <a:pos x="csX1511" y="csY1511"/>
                </a:cxn>
                <a:cxn ang="0">
                  <a:pos x="csX1512" y="csY1512"/>
                </a:cxn>
                <a:cxn ang="0">
                  <a:pos x="csX1513" y="csY1513"/>
                </a:cxn>
                <a:cxn ang="0">
                  <a:pos x="csX1514" y="csY1514"/>
                </a:cxn>
                <a:cxn ang="0">
                  <a:pos x="csX1515" y="csY1515"/>
                </a:cxn>
                <a:cxn ang="0">
                  <a:pos x="csX1516" y="csY1516"/>
                </a:cxn>
                <a:cxn ang="0">
                  <a:pos x="csX1517" y="csY1517"/>
                </a:cxn>
                <a:cxn ang="0">
                  <a:pos x="csX1518" y="csY1518"/>
                </a:cxn>
                <a:cxn ang="0">
                  <a:pos x="csX1519" y="csY1519"/>
                </a:cxn>
                <a:cxn ang="0">
                  <a:pos x="csX1520" y="csY1520"/>
                </a:cxn>
                <a:cxn ang="0">
                  <a:pos x="csX1521" y="csY1521"/>
                </a:cxn>
                <a:cxn ang="0">
                  <a:pos x="csX1522" y="csY1522"/>
                </a:cxn>
                <a:cxn ang="0">
                  <a:pos x="csX1523" y="csY1523"/>
                </a:cxn>
                <a:cxn ang="0">
                  <a:pos x="csX1524" y="csY1524"/>
                </a:cxn>
                <a:cxn ang="0">
                  <a:pos x="csX1525" y="csY1525"/>
                </a:cxn>
                <a:cxn ang="0">
                  <a:pos x="csX1526" y="csY1526"/>
                </a:cxn>
                <a:cxn ang="0">
                  <a:pos x="csX1527" y="csY1527"/>
                </a:cxn>
                <a:cxn ang="0">
                  <a:pos x="csX1528" y="csY1528"/>
                </a:cxn>
                <a:cxn ang="0">
                  <a:pos x="csX1529" y="csY1529"/>
                </a:cxn>
                <a:cxn ang="0">
                  <a:pos x="csX1530" y="csY1530"/>
                </a:cxn>
                <a:cxn ang="0">
                  <a:pos x="csX1531" y="csY1531"/>
                </a:cxn>
                <a:cxn ang="0">
                  <a:pos x="csX1532" y="csY1532"/>
                </a:cxn>
                <a:cxn ang="0">
                  <a:pos x="csX1533" y="csY1533"/>
                </a:cxn>
                <a:cxn ang="0">
                  <a:pos x="csX1534" y="csY1534"/>
                </a:cxn>
                <a:cxn ang="0">
                  <a:pos x="csX1535" y="csY1535"/>
                </a:cxn>
                <a:cxn ang="0">
                  <a:pos x="csX1536" y="csY1536"/>
                </a:cxn>
                <a:cxn ang="0">
                  <a:pos x="csX1537" y="csY1537"/>
                </a:cxn>
                <a:cxn ang="0">
                  <a:pos x="csX1538" y="csY1538"/>
                </a:cxn>
                <a:cxn ang="0">
                  <a:pos x="csX1539" y="csY1539"/>
                </a:cxn>
                <a:cxn ang="0">
                  <a:pos x="csX1540" y="csY1540"/>
                </a:cxn>
                <a:cxn ang="0">
                  <a:pos x="csX1541" y="csY1541"/>
                </a:cxn>
                <a:cxn ang="0">
                  <a:pos x="csX1542" y="csY1542"/>
                </a:cxn>
                <a:cxn ang="0">
                  <a:pos x="csX1543" y="csY1543"/>
                </a:cxn>
                <a:cxn ang="0">
                  <a:pos x="csX1544" y="csY1544"/>
                </a:cxn>
                <a:cxn ang="0">
                  <a:pos x="csX1545" y="csY1545"/>
                </a:cxn>
                <a:cxn ang="0">
                  <a:pos x="csX1546" y="csY1546"/>
                </a:cxn>
                <a:cxn ang="0">
                  <a:pos x="csX1547" y="csY1547"/>
                </a:cxn>
                <a:cxn ang="0">
                  <a:pos x="csX1548" y="csY1548"/>
                </a:cxn>
                <a:cxn ang="0">
                  <a:pos x="csX1549" y="csY1549"/>
                </a:cxn>
                <a:cxn ang="0">
                  <a:pos x="csX1550" y="csY1550"/>
                </a:cxn>
                <a:cxn ang="0">
                  <a:pos x="csX1551" y="csY1551"/>
                </a:cxn>
                <a:cxn ang="0">
                  <a:pos x="csX1552" y="csY1552"/>
                </a:cxn>
                <a:cxn ang="0">
                  <a:pos x="csX1553" y="csY1553"/>
                </a:cxn>
                <a:cxn ang="0">
                  <a:pos x="csX1554" y="csY1554"/>
                </a:cxn>
                <a:cxn ang="0">
                  <a:pos x="csX1555" y="csY1555"/>
                </a:cxn>
                <a:cxn ang="0">
                  <a:pos x="csX1556" y="csY1556"/>
                </a:cxn>
                <a:cxn ang="0">
                  <a:pos x="csX1557" y="csY1557"/>
                </a:cxn>
                <a:cxn ang="0">
                  <a:pos x="csX1558" y="csY1558"/>
                </a:cxn>
                <a:cxn ang="0">
                  <a:pos x="csX1559" y="csY1559"/>
                </a:cxn>
                <a:cxn ang="0">
                  <a:pos x="csX1560" y="csY1560"/>
                </a:cxn>
                <a:cxn ang="0">
                  <a:pos x="csX1561" y="csY1561"/>
                </a:cxn>
                <a:cxn ang="0">
                  <a:pos x="csX1562" y="csY1562"/>
                </a:cxn>
                <a:cxn ang="0">
                  <a:pos x="csX1563" y="csY1563"/>
                </a:cxn>
                <a:cxn ang="0">
                  <a:pos x="csX1564" y="csY1564"/>
                </a:cxn>
                <a:cxn ang="0">
                  <a:pos x="csX1565" y="csY1565"/>
                </a:cxn>
                <a:cxn ang="0">
                  <a:pos x="csX1566" y="csY1566"/>
                </a:cxn>
                <a:cxn ang="0">
                  <a:pos x="csX1567" y="csY1567"/>
                </a:cxn>
                <a:cxn ang="0">
                  <a:pos x="csX1568" y="csY1568"/>
                </a:cxn>
                <a:cxn ang="0">
                  <a:pos x="csX1569" y="csY1569"/>
                </a:cxn>
                <a:cxn ang="0">
                  <a:pos x="csX1570" y="csY1570"/>
                </a:cxn>
                <a:cxn ang="0">
                  <a:pos x="csX1571" y="csY1571"/>
                </a:cxn>
                <a:cxn ang="0">
                  <a:pos x="csX1572" y="csY1572"/>
                </a:cxn>
                <a:cxn ang="0">
                  <a:pos x="csX1573" y="csY1573"/>
                </a:cxn>
                <a:cxn ang="0">
                  <a:pos x="csX1574" y="csY1574"/>
                </a:cxn>
                <a:cxn ang="0">
                  <a:pos x="csX1575" y="csY1575"/>
                </a:cxn>
                <a:cxn ang="0">
                  <a:pos x="csX1576" y="csY1576"/>
                </a:cxn>
                <a:cxn ang="0">
                  <a:pos x="csX1577" y="csY1577"/>
                </a:cxn>
                <a:cxn ang="0">
                  <a:pos x="csX1578" y="csY1578"/>
                </a:cxn>
                <a:cxn ang="0">
                  <a:pos x="csX1579" y="csY1579"/>
                </a:cxn>
                <a:cxn ang="0">
                  <a:pos x="csX1580" y="csY1580"/>
                </a:cxn>
                <a:cxn ang="0">
                  <a:pos x="csX1581" y="csY1581"/>
                </a:cxn>
                <a:cxn ang="0">
                  <a:pos x="csX1582" y="csY1582"/>
                </a:cxn>
                <a:cxn ang="0">
                  <a:pos x="csX1583" y="csY1583"/>
                </a:cxn>
                <a:cxn ang="0">
                  <a:pos x="csX1584" y="csY1584"/>
                </a:cxn>
                <a:cxn ang="0">
                  <a:pos x="csX1585" y="csY1585"/>
                </a:cxn>
                <a:cxn ang="0">
                  <a:pos x="csX1586" y="csY1586"/>
                </a:cxn>
                <a:cxn ang="0">
                  <a:pos x="csX1587" y="csY1587"/>
                </a:cxn>
                <a:cxn ang="0">
                  <a:pos x="csX1588" y="csY1588"/>
                </a:cxn>
                <a:cxn ang="0">
                  <a:pos x="csX1589" y="csY1589"/>
                </a:cxn>
                <a:cxn ang="0">
                  <a:pos x="csX1590" y="csY1590"/>
                </a:cxn>
                <a:cxn ang="0">
                  <a:pos x="csX1591" y="csY1591"/>
                </a:cxn>
                <a:cxn ang="0">
                  <a:pos x="csX1592" y="csY1592"/>
                </a:cxn>
                <a:cxn ang="0">
                  <a:pos x="csX1593" y="csY1593"/>
                </a:cxn>
                <a:cxn ang="0">
                  <a:pos x="csX1594" y="csY1594"/>
                </a:cxn>
                <a:cxn ang="0">
                  <a:pos x="csX1595" y="csY1595"/>
                </a:cxn>
                <a:cxn ang="0">
                  <a:pos x="csX1596" y="csY1596"/>
                </a:cxn>
                <a:cxn ang="0">
                  <a:pos x="csX1597" y="csY1597"/>
                </a:cxn>
                <a:cxn ang="0">
                  <a:pos x="csX1598" y="csY1598"/>
                </a:cxn>
                <a:cxn ang="0">
                  <a:pos x="csX1599" y="csY1599"/>
                </a:cxn>
                <a:cxn ang="0">
                  <a:pos x="csX1600" y="csY1600"/>
                </a:cxn>
                <a:cxn ang="0">
                  <a:pos x="csX1601" y="csY1601"/>
                </a:cxn>
                <a:cxn ang="0">
                  <a:pos x="csX1602" y="csY1602"/>
                </a:cxn>
                <a:cxn ang="0">
                  <a:pos x="csX1603" y="csY1603"/>
                </a:cxn>
                <a:cxn ang="0">
                  <a:pos x="csX1604" y="csY1604"/>
                </a:cxn>
                <a:cxn ang="0">
                  <a:pos x="csX1605" y="csY1605"/>
                </a:cxn>
                <a:cxn ang="0">
                  <a:pos x="csX1606" y="csY1606"/>
                </a:cxn>
                <a:cxn ang="0">
                  <a:pos x="csX1607" y="csY1607"/>
                </a:cxn>
                <a:cxn ang="0">
                  <a:pos x="csX1608" y="csY1608"/>
                </a:cxn>
                <a:cxn ang="0">
                  <a:pos x="csX1609" y="csY1609"/>
                </a:cxn>
                <a:cxn ang="0">
                  <a:pos x="csX1610" y="csY1610"/>
                </a:cxn>
                <a:cxn ang="0">
                  <a:pos x="csX1611" y="csY1611"/>
                </a:cxn>
                <a:cxn ang="0">
                  <a:pos x="csX1612" y="csY1612"/>
                </a:cxn>
                <a:cxn ang="0">
                  <a:pos x="csX1613" y="csY1613"/>
                </a:cxn>
                <a:cxn ang="0">
                  <a:pos x="csX1614" y="csY1614"/>
                </a:cxn>
                <a:cxn ang="0">
                  <a:pos x="csX1615" y="csY1615"/>
                </a:cxn>
                <a:cxn ang="0">
                  <a:pos x="csX1616" y="csY1616"/>
                </a:cxn>
                <a:cxn ang="0">
                  <a:pos x="csX1617" y="csY1617"/>
                </a:cxn>
                <a:cxn ang="0">
                  <a:pos x="csX1618" y="csY1618"/>
                </a:cxn>
                <a:cxn ang="0">
                  <a:pos x="csX1619" y="csY1619"/>
                </a:cxn>
                <a:cxn ang="0">
                  <a:pos x="csX1620" y="csY1620"/>
                </a:cxn>
                <a:cxn ang="0">
                  <a:pos x="csX1621" y="csY1621"/>
                </a:cxn>
                <a:cxn ang="0">
                  <a:pos x="csX1622" y="csY1622"/>
                </a:cxn>
                <a:cxn ang="0">
                  <a:pos x="csX1623" y="csY1623"/>
                </a:cxn>
                <a:cxn ang="0">
                  <a:pos x="csX1624" y="csY1624"/>
                </a:cxn>
                <a:cxn ang="0">
                  <a:pos x="csX1625" y="csY1625"/>
                </a:cxn>
                <a:cxn ang="0">
                  <a:pos x="csX1626" y="csY1626"/>
                </a:cxn>
                <a:cxn ang="0">
                  <a:pos x="csX1627" y="csY1627"/>
                </a:cxn>
                <a:cxn ang="0">
                  <a:pos x="csX1628" y="csY1628"/>
                </a:cxn>
                <a:cxn ang="0">
                  <a:pos x="csX1629" y="csY1629"/>
                </a:cxn>
                <a:cxn ang="0">
                  <a:pos x="csX1630" y="csY1630"/>
                </a:cxn>
                <a:cxn ang="0">
                  <a:pos x="csX1631" y="csY1631"/>
                </a:cxn>
                <a:cxn ang="0">
                  <a:pos x="csX1632" y="csY1632"/>
                </a:cxn>
                <a:cxn ang="0">
                  <a:pos x="csX1633" y="csY1633"/>
                </a:cxn>
                <a:cxn ang="0">
                  <a:pos x="csX1634" y="csY1634"/>
                </a:cxn>
                <a:cxn ang="0">
                  <a:pos x="csX1635" y="csY1635"/>
                </a:cxn>
                <a:cxn ang="0">
                  <a:pos x="csX1636" y="csY1636"/>
                </a:cxn>
                <a:cxn ang="0">
                  <a:pos x="csX1637" y="csY1637"/>
                </a:cxn>
                <a:cxn ang="0">
                  <a:pos x="csX1638" y="csY1638"/>
                </a:cxn>
                <a:cxn ang="0">
                  <a:pos x="csX1639" y="csY1639"/>
                </a:cxn>
                <a:cxn ang="0">
                  <a:pos x="csX1640" y="csY1640"/>
                </a:cxn>
                <a:cxn ang="0">
                  <a:pos x="csX1641" y="csY1641"/>
                </a:cxn>
                <a:cxn ang="0">
                  <a:pos x="csX1642" y="csY1642"/>
                </a:cxn>
                <a:cxn ang="0">
                  <a:pos x="csX1643" y="csY1643"/>
                </a:cxn>
                <a:cxn ang="0">
                  <a:pos x="csX1644" y="csY1644"/>
                </a:cxn>
                <a:cxn ang="0">
                  <a:pos x="csX1645" y="csY1645"/>
                </a:cxn>
                <a:cxn ang="0">
                  <a:pos x="csX1646" y="csY1646"/>
                </a:cxn>
                <a:cxn ang="0">
                  <a:pos x="csX1647" y="csY1647"/>
                </a:cxn>
                <a:cxn ang="0">
                  <a:pos x="csX1648" y="csY1648"/>
                </a:cxn>
                <a:cxn ang="0">
                  <a:pos x="csX1649" y="csY1649"/>
                </a:cxn>
                <a:cxn ang="0">
                  <a:pos x="csX1650" y="csY1650"/>
                </a:cxn>
                <a:cxn ang="0">
                  <a:pos x="csX1651" y="csY1651"/>
                </a:cxn>
                <a:cxn ang="0">
                  <a:pos x="csX1652" y="csY1652"/>
                </a:cxn>
                <a:cxn ang="0">
                  <a:pos x="csX1653" y="csY1653"/>
                </a:cxn>
                <a:cxn ang="0">
                  <a:pos x="csX1654" y="csY1654"/>
                </a:cxn>
                <a:cxn ang="0">
                  <a:pos x="csX1655" y="csY1655"/>
                </a:cxn>
                <a:cxn ang="0">
                  <a:pos x="csX1656" y="csY1656"/>
                </a:cxn>
                <a:cxn ang="0">
                  <a:pos x="csX1657" y="csY1657"/>
                </a:cxn>
                <a:cxn ang="0">
                  <a:pos x="csX1658" y="csY1658"/>
                </a:cxn>
                <a:cxn ang="0">
                  <a:pos x="csX1659" y="csY1659"/>
                </a:cxn>
                <a:cxn ang="0">
                  <a:pos x="csX1660" y="csY1660"/>
                </a:cxn>
                <a:cxn ang="0">
                  <a:pos x="csX1661" y="csY1661"/>
                </a:cxn>
                <a:cxn ang="0">
                  <a:pos x="csX1662" y="csY1662"/>
                </a:cxn>
                <a:cxn ang="0">
                  <a:pos x="csX1663" y="csY1663"/>
                </a:cxn>
                <a:cxn ang="0">
                  <a:pos x="csX1664" y="csY1664"/>
                </a:cxn>
                <a:cxn ang="0">
                  <a:pos x="csX1665" y="csY1665"/>
                </a:cxn>
                <a:cxn ang="0">
                  <a:pos x="csX1666" y="csY1666"/>
                </a:cxn>
                <a:cxn ang="0">
                  <a:pos x="csX1667" y="csY1667"/>
                </a:cxn>
                <a:cxn ang="0">
                  <a:pos x="csX1668" y="csY1668"/>
                </a:cxn>
                <a:cxn ang="0">
                  <a:pos x="csX1669" y="csY1669"/>
                </a:cxn>
                <a:cxn ang="0">
                  <a:pos x="csX1670" y="csY1670"/>
                </a:cxn>
                <a:cxn ang="0">
                  <a:pos x="csX1671" y="csY1671"/>
                </a:cxn>
                <a:cxn ang="0">
                  <a:pos x="csX1672" y="csY1672"/>
                </a:cxn>
                <a:cxn ang="0">
                  <a:pos x="csX1673" y="csY1673"/>
                </a:cxn>
                <a:cxn ang="0">
                  <a:pos x="csX1674" y="csY1674"/>
                </a:cxn>
                <a:cxn ang="0">
                  <a:pos x="csX1675" y="csY1675"/>
                </a:cxn>
                <a:cxn ang="0">
                  <a:pos x="csX1676" y="csY1676"/>
                </a:cxn>
                <a:cxn ang="0">
                  <a:pos x="csX1677" y="csY1677"/>
                </a:cxn>
                <a:cxn ang="0">
                  <a:pos x="csX1678" y="csY1678"/>
                </a:cxn>
                <a:cxn ang="0">
                  <a:pos x="csX1679" y="csY1679"/>
                </a:cxn>
                <a:cxn ang="0">
                  <a:pos x="csX1680" y="csY1680"/>
                </a:cxn>
                <a:cxn ang="0">
                  <a:pos x="csX1681" y="csY1681"/>
                </a:cxn>
                <a:cxn ang="0">
                  <a:pos x="csX1682" y="csY1682"/>
                </a:cxn>
                <a:cxn ang="0">
                  <a:pos x="csX1683" y="csY1683"/>
                </a:cxn>
                <a:cxn ang="0">
                  <a:pos x="csX1684" y="csY1684"/>
                </a:cxn>
                <a:cxn ang="0">
                  <a:pos x="csX1685" y="csY1685"/>
                </a:cxn>
                <a:cxn ang="0">
                  <a:pos x="csX1686" y="csY1686"/>
                </a:cxn>
                <a:cxn ang="0">
                  <a:pos x="csX1687" y="csY1687"/>
                </a:cxn>
                <a:cxn ang="0">
                  <a:pos x="csX1688" y="csY1688"/>
                </a:cxn>
                <a:cxn ang="0">
                  <a:pos x="csX1689" y="csY1689"/>
                </a:cxn>
                <a:cxn ang="0">
                  <a:pos x="csX1690" y="csY1690"/>
                </a:cxn>
                <a:cxn ang="0">
                  <a:pos x="csX1691" y="csY1691"/>
                </a:cxn>
                <a:cxn ang="0">
                  <a:pos x="csX1692" y="csY1692"/>
                </a:cxn>
                <a:cxn ang="0">
                  <a:pos x="csX1693" y="csY1693"/>
                </a:cxn>
                <a:cxn ang="0">
                  <a:pos x="csX1694" y="csY1694"/>
                </a:cxn>
                <a:cxn ang="0">
                  <a:pos x="csX1695" y="csY1695"/>
                </a:cxn>
                <a:cxn ang="0">
                  <a:pos x="csX1696" y="csY1696"/>
                </a:cxn>
                <a:cxn ang="0">
                  <a:pos x="csX1697" y="csY1697"/>
                </a:cxn>
                <a:cxn ang="0">
                  <a:pos x="csX1698" y="csY1698"/>
                </a:cxn>
                <a:cxn ang="0">
                  <a:pos x="csX1699" y="csY1699"/>
                </a:cxn>
                <a:cxn ang="0">
                  <a:pos x="csX1700" y="csY1700"/>
                </a:cxn>
                <a:cxn ang="0">
                  <a:pos x="csX1701" y="csY1701"/>
                </a:cxn>
                <a:cxn ang="0">
                  <a:pos x="csX1702" y="csY1702"/>
                </a:cxn>
                <a:cxn ang="0">
                  <a:pos x="csX1703" y="csY1703"/>
                </a:cxn>
                <a:cxn ang="0">
                  <a:pos x="csX1704" y="csY1704"/>
                </a:cxn>
                <a:cxn ang="0">
                  <a:pos x="csX1705" y="csY1705"/>
                </a:cxn>
                <a:cxn ang="0">
                  <a:pos x="csX1706" y="csY1706"/>
                </a:cxn>
                <a:cxn ang="0">
                  <a:pos x="csX1707" y="csY1707"/>
                </a:cxn>
                <a:cxn ang="0">
                  <a:pos x="csX1708" y="csY1708"/>
                </a:cxn>
                <a:cxn ang="0">
                  <a:pos x="csX1709" y="csY1709"/>
                </a:cxn>
                <a:cxn ang="0">
                  <a:pos x="csX1710" y="csY1710"/>
                </a:cxn>
                <a:cxn ang="0">
                  <a:pos x="csX1711" y="csY1711"/>
                </a:cxn>
                <a:cxn ang="0">
                  <a:pos x="csX1712" y="csY1712"/>
                </a:cxn>
                <a:cxn ang="0">
                  <a:pos x="csX1713" y="csY1713"/>
                </a:cxn>
                <a:cxn ang="0">
                  <a:pos x="csX1714" y="csY1714"/>
                </a:cxn>
                <a:cxn ang="0">
                  <a:pos x="csX1715" y="csY1715"/>
                </a:cxn>
                <a:cxn ang="0">
                  <a:pos x="csX1716" y="csY1716"/>
                </a:cxn>
                <a:cxn ang="0">
                  <a:pos x="csX1717" y="csY1717"/>
                </a:cxn>
                <a:cxn ang="0">
                  <a:pos x="csX1718" y="csY1718"/>
                </a:cxn>
                <a:cxn ang="0">
                  <a:pos x="csX1719" y="csY1719"/>
                </a:cxn>
                <a:cxn ang="0">
                  <a:pos x="csX1720" y="csY1720"/>
                </a:cxn>
                <a:cxn ang="0">
                  <a:pos x="csX1721" y="csY1721"/>
                </a:cxn>
                <a:cxn ang="0">
                  <a:pos x="csX1722" y="csY1722"/>
                </a:cxn>
                <a:cxn ang="0">
                  <a:pos x="csX1723" y="csY1723"/>
                </a:cxn>
                <a:cxn ang="0">
                  <a:pos x="csX1724" y="csY1724"/>
                </a:cxn>
                <a:cxn ang="0">
                  <a:pos x="csX1725" y="csY1725"/>
                </a:cxn>
                <a:cxn ang="0">
                  <a:pos x="csX1726" y="csY1726"/>
                </a:cxn>
                <a:cxn ang="0">
                  <a:pos x="csX1727" y="csY1727"/>
                </a:cxn>
                <a:cxn ang="0">
                  <a:pos x="csX1728" y="csY1728"/>
                </a:cxn>
                <a:cxn ang="0">
                  <a:pos x="csX1729" y="csY1729"/>
                </a:cxn>
                <a:cxn ang="0">
                  <a:pos x="csX1730" y="csY1730"/>
                </a:cxn>
                <a:cxn ang="0">
                  <a:pos x="csX1731" y="csY1731"/>
                </a:cxn>
                <a:cxn ang="0">
                  <a:pos x="csX1732" y="csY1732"/>
                </a:cxn>
                <a:cxn ang="0">
                  <a:pos x="csX1733" y="csY1733"/>
                </a:cxn>
                <a:cxn ang="0">
                  <a:pos x="csX1734" y="csY1734"/>
                </a:cxn>
                <a:cxn ang="0">
                  <a:pos x="csX1735" y="csY1735"/>
                </a:cxn>
                <a:cxn ang="0">
                  <a:pos x="csX1736" y="csY1736"/>
                </a:cxn>
                <a:cxn ang="0">
                  <a:pos x="csX1737" y="csY1737"/>
                </a:cxn>
                <a:cxn ang="0">
                  <a:pos x="csX1738" y="csY1738"/>
                </a:cxn>
                <a:cxn ang="0">
                  <a:pos x="csX1739" y="csY1739"/>
                </a:cxn>
                <a:cxn ang="0">
                  <a:pos x="csX1740" y="csY1740"/>
                </a:cxn>
                <a:cxn ang="0">
                  <a:pos x="csX1741" y="csY1741"/>
                </a:cxn>
                <a:cxn ang="0">
                  <a:pos x="csX1742" y="csY1742"/>
                </a:cxn>
                <a:cxn ang="0">
                  <a:pos x="csX1743" y="csY1743"/>
                </a:cxn>
                <a:cxn ang="0">
                  <a:pos x="csX1744" y="csY1744"/>
                </a:cxn>
                <a:cxn ang="0">
                  <a:pos x="csX1745" y="csY1745"/>
                </a:cxn>
                <a:cxn ang="0">
                  <a:pos x="csX1746" y="csY1746"/>
                </a:cxn>
                <a:cxn ang="0">
                  <a:pos x="csX1747" y="csY1747"/>
                </a:cxn>
                <a:cxn ang="0">
                  <a:pos x="csX1748" y="csY1748"/>
                </a:cxn>
                <a:cxn ang="0">
                  <a:pos x="csX1749" y="csY1749"/>
                </a:cxn>
                <a:cxn ang="0">
                  <a:pos x="csX1750" y="csY1750"/>
                </a:cxn>
                <a:cxn ang="0">
                  <a:pos x="csX1751" y="csY1751"/>
                </a:cxn>
                <a:cxn ang="0">
                  <a:pos x="csX1752" y="csY1752"/>
                </a:cxn>
                <a:cxn ang="0">
                  <a:pos x="csX1753" y="csY1753"/>
                </a:cxn>
                <a:cxn ang="0">
                  <a:pos x="csX1754" y="csY1754"/>
                </a:cxn>
                <a:cxn ang="0">
                  <a:pos x="csX1755" y="csY1755"/>
                </a:cxn>
                <a:cxn ang="0">
                  <a:pos x="csX1756" y="csY1756"/>
                </a:cxn>
                <a:cxn ang="0">
                  <a:pos x="csX1757" y="csY1757"/>
                </a:cxn>
                <a:cxn ang="0">
                  <a:pos x="csX1758" y="csY1758"/>
                </a:cxn>
                <a:cxn ang="0">
                  <a:pos x="csX1759" y="csY1759"/>
                </a:cxn>
                <a:cxn ang="0">
                  <a:pos x="csX1760" y="csY1760"/>
                </a:cxn>
                <a:cxn ang="0">
                  <a:pos x="csX1761" y="csY1761"/>
                </a:cxn>
                <a:cxn ang="0">
                  <a:pos x="csX1762" y="csY1762"/>
                </a:cxn>
                <a:cxn ang="0">
                  <a:pos x="csX1763" y="csY1763"/>
                </a:cxn>
                <a:cxn ang="0">
                  <a:pos x="csX1764" y="csY1764"/>
                </a:cxn>
                <a:cxn ang="0">
                  <a:pos x="csX1765" y="csY1765"/>
                </a:cxn>
                <a:cxn ang="0">
                  <a:pos x="csX1766" y="csY1766"/>
                </a:cxn>
                <a:cxn ang="0">
                  <a:pos x="csX1767" y="csY1767"/>
                </a:cxn>
                <a:cxn ang="0">
                  <a:pos x="csX1768" y="csY1768"/>
                </a:cxn>
                <a:cxn ang="0">
                  <a:pos x="csX1769" y="csY1769"/>
                </a:cxn>
                <a:cxn ang="0">
                  <a:pos x="csX1770" y="csY1770"/>
                </a:cxn>
                <a:cxn ang="0">
                  <a:pos x="csX1771" y="csY1771"/>
                </a:cxn>
                <a:cxn ang="0">
                  <a:pos x="csX1772" y="csY1772"/>
                </a:cxn>
                <a:cxn ang="0">
                  <a:pos x="csX1773" y="csY1773"/>
                </a:cxn>
                <a:cxn ang="0">
                  <a:pos x="csX1774" y="csY1774"/>
                </a:cxn>
                <a:cxn ang="0">
                  <a:pos x="csX1775" y="csY1775"/>
                </a:cxn>
                <a:cxn ang="0">
                  <a:pos x="csX1776" y="csY1776"/>
                </a:cxn>
                <a:cxn ang="0">
                  <a:pos x="csX1777" y="csY1777"/>
                </a:cxn>
                <a:cxn ang="0">
                  <a:pos x="csX1778" y="csY1778"/>
                </a:cxn>
                <a:cxn ang="0">
                  <a:pos x="csX1779" y="csY1779"/>
                </a:cxn>
                <a:cxn ang="0">
                  <a:pos x="csX1780" y="csY1780"/>
                </a:cxn>
                <a:cxn ang="0">
                  <a:pos x="csX1781" y="csY1781"/>
                </a:cxn>
                <a:cxn ang="0">
                  <a:pos x="csX1782" y="csY1782"/>
                </a:cxn>
                <a:cxn ang="0">
                  <a:pos x="csX1783" y="csY1783"/>
                </a:cxn>
                <a:cxn ang="0">
                  <a:pos x="csX1784" y="csY1784"/>
                </a:cxn>
                <a:cxn ang="0">
                  <a:pos x="csX1785" y="csY1785"/>
                </a:cxn>
                <a:cxn ang="0">
                  <a:pos x="csX1786" y="csY1786"/>
                </a:cxn>
                <a:cxn ang="0">
                  <a:pos x="csX1787" y="csY1787"/>
                </a:cxn>
                <a:cxn ang="0">
                  <a:pos x="csX1788" y="csY1788"/>
                </a:cxn>
                <a:cxn ang="0">
                  <a:pos x="csX1789" y="csY1789"/>
                </a:cxn>
                <a:cxn ang="0">
                  <a:pos x="csX1790" y="csY1790"/>
                </a:cxn>
                <a:cxn ang="0">
                  <a:pos x="csX1791" y="csY1791"/>
                </a:cxn>
                <a:cxn ang="0">
                  <a:pos x="csX1792" y="csY1792"/>
                </a:cxn>
                <a:cxn ang="0">
                  <a:pos x="csX1793" y="csY1793"/>
                </a:cxn>
                <a:cxn ang="0">
                  <a:pos x="csX1794" y="csY1794"/>
                </a:cxn>
                <a:cxn ang="0">
                  <a:pos x="csX1795" y="csY1795"/>
                </a:cxn>
                <a:cxn ang="0">
                  <a:pos x="csX1796" y="csY1796"/>
                </a:cxn>
                <a:cxn ang="0">
                  <a:pos x="csX1797" y="csY1797"/>
                </a:cxn>
                <a:cxn ang="0">
                  <a:pos x="csX1798" y="csY1798"/>
                </a:cxn>
                <a:cxn ang="0">
                  <a:pos x="csX1799" y="csY1799"/>
                </a:cxn>
                <a:cxn ang="0">
                  <a:pos x="csX1800" y="csY1800"/>
                </a:cxn>
                <a:cxn ang="0">
                  <a:pos x="csX1801" y="csY1801"/>
                </a:cxn>
                <a:cxn ang="0">
                  <a:pos x="csX1802" y="csY1802"/>
                </a:cxn>
                <a:cxn ang="0">
                  <a:pos x="csX1803" y="csY1803"/>
                </a:cxn>
                <a:cxn ang="0">
                  <a:pos x="csX1804" y="csY1804"/>
                </a:cxn>
                <a:cxn ang="0">
                  <a:pos x="csX1805" y="csY1805"/>
                </a:cxn>
                <a:cxn ang="0">
                  <a:pos x="csX1806" y="csY1806"/>
                </a:cxn>
                <a:cxn ang="0">
                  <a:pos x="csX1807" y="csY1807"/>
                </a:cxn>
                <a:cxn ang="0">
                  <a:pos x="csX1808" y="csY1808"/>
                </a:cxn>
                <a:cxn ang="0">
                  <a:pos x="csX1809" y="csY1809"/>
                </a:cxn>
                <a:cxn ang="0">
                  <a:pos x="csX1810" y="csY1810"/>
                </a:cxn>
                <a:cxn ang="0">
                  <a:pos x="csX1811" y="csY1811"/>
                </a:cxn>
                <a:cxn ang="0">
                  <a:pos x="csX1812" y="csY1812"/>
                </a:cxn>
                <a:cxn ang="0">
                  <a:pos x="csX1813" y="csY1813"/>
                </a:cxn>
                <a:cxn ang="0">
                  <a:pos x="csX1814" y="csY1814"/>
                </a:cxn>
                <a:cxn ang="0">
                  <a:pos x="csX1815" y="csY1815"/>
                </a:cxn>
                <a:cxn ang="0">
                  <a:pos x="csX1816" y="csY1816"/>
                </a:cxn>
                <a:cxn ang="0">
                  <a:pos x="csX1817" y="csY1817"/>
                </a:cxn>
                <a:cxn ang="0">
                  <a:pos x="csX1818" y="csY1818"/>
                </a:cxn>
                <a:cxn ang="0">
                  <a:pos x="csX1819" y="csY1819"/>
                </a:cxn>
                <a:cxn ang="0">
                  <a:pos x="csX1820" y="csY1820"/>
                </a:cxn>
                <a:cxn ang="0">
                  <a:pos x="csX1821" y="csY1821"/>
                </a:cxn>
                <a:cxn ang="0">
                  <a:pos x="csX1822" y="csY1822"/>
                </a:cxn>
                <a:cxn ang="0">
                  <a:pos x="csX1823" y="csY1823"/>
                </a:cxn>
                <a:cxn ang="0">
                  <a:pos x="csX1824" y="csY1824"/>
                </a:cxn>
                <a:cxn ang="0">
                  <a:pos x="csX1825" y="csY1825"/>
                </a:cxn>
                <a:cxn ang="0">
                  <a:pos x="csX1826" y="csY1826"/>
                </a:cxn>
                <a:cxn ang="0">
                  <a:pos x="csX1827" y="csY1827"/>
                </a:cxn>
                <a:cxn ang="0">
                  <a:pos x="csX1828" y="csY1828"/>
                </a:cxn>
                <a:cxn ang="0">
                  <a:pos x="csX1829" y="csY1829"/>
                </a:cxn>
                <a:cxn ang="0">
                  <a:pos x="csX1830" y="csY1830"/>
                </a:cxn>
                <a:cxn ang="0">
                  <a:pos x="csX1831" y="csY1831"/>
                </a:cxn>
                <a:cxn ang="0">
                  <a:pos x="csX1832" y="csY1832"/>
                </a:cxn>
                <a:cxn ang="0">
                  <a:pos x="csX1833" y="csY1833"/>
                </a:cxn>
                <a:cxn ang="0">
                  <a:pos x="csX1834" y="csY1834"/>
                </a:cxn>
                <a:cxn ang="0">
                  <a:pos x="csX1835" y="csY1835"/>
                </a:cxn>
                <a:cxn ang="0">
                  <a:pos x="csX1836" y="csY1836"/>
                </a:cxn>
                <a:cxn ang="0">
                  <a:pos x="csX1837" y="csY1837"/>
                </a:cxn>
                <a:cxn ang="0">
                  <a:pos x="csX1838" y="csY1838"/>
                </a:cxn>
                <a:cxn ang="0">
                  <a:pos x="csX1839" y="csY1839"/>
                </a:cxn>
                <a:cxn ang="0">
                  <a:pos x="csX1840" y="csY1840"/>
                </a:cxn>
                <a:cxn ang="0">
                  <a:pos x="csX1841" y="csY1841"/>
                </a:cxn>
                <a:cxn ang="0">
                  <a:pos x="csX1842" y="csY1842"/>
                </a:cxn>
                <a:cxn ang="0">
                  <a:pos x="csX1843" y="csY1843"/>
                </a:cxn>
                <a:cxn ang="0">
                  <a:pos x="csX1844" y="csY1844"/>
                </a:cxn>
                <a:cxn ang="0">
                  <a:pos x="csX1845" y="csY1845"/>
                </a:cxn>
                <a:cxn ang="0">
                  <a:pos x="csX1846" y="csY1846"/>
                </a:cxn>
                <a:cxn ang="0">
                  <a:pos x="csX1847" y="csY1847"/>
                </a:cxn>
                <a:cxn ang="0">
                  <a:pos x="csX1848" y="csY1848"/>
                </a:cxn>
                <a:cxn ang="0">
                  <a:pos x="csX1849" y="csY1849"/>
                </a:cxn>
                <a:cxn ang="0">
                  <a:pos x="csX1850" y="csY1850"/>
                </a:cxn>
                <a:cxn ang="0">
                  <a:pos x="csX1851" y="csY1851"/>
                </a:cxn>
                <a:cxn ang="0">
                  <a:pos x="csX1852" y="csY1852"/>
                </a:cxn>
                <a:cxn ang="0">
                  <a:pos x="csX1853" y="csY1853"/>
                </a:cxn>
                <a:cxn ang="0">
                  <a:pos x="csX1854" y="csY1854"/>
                </a:cxn>
                <a:cxn ang="0">
                  <a:pos x="csX1855" y="csY1855"/>
                </a:cxn>
                <a:cxn ang="0">
                  <a:pos x="csX1856" y="csY1856"/>
                </a:cxn>
                <a:cxn ang="0">
                  <a:pos x="csX1857" y="csY1857"/>
                </a:cxn>
                <a:cxn ang="0">
                  <a:pos x="csX1858" y="csY1858"/>
                </a:cxn>
                <a:cxn ang="0">
                  <a:pos x="csX1859" y="csY1859"/>
                </a:cxn>
                <a:cxn ang="0">
                  <a:pos x="csX1860" y="csY1860"/>
                </a:cxn>
                <a:cxn ang="0">
                  <a:pos x="csX1861" y="csY1861"/>
                </a:cxn>
                <a:cxn ang="0">
                  <a:pos x="csX1862" y="csY1862"/>
                </a:cxn>
                <a:cxn ang="0">
                  <a:pos x="csX1863" y="csY1863"/>
                </a:cxn>
                <a:cxn ang="0">
                  <a:pos x="csX1864" y="csY1864"/>
                </a:cxn>
                <a:cxn ang="0">
                  <a:pos x="csX1865" y="csY1865"/>
                </a:cxn>
                <a:cxn ang="0">
                  <a:pos x="csX1866" y="csY1866"/>
                </a:cxn>
                <a:cxn ang="0">
                  <a:pos x="csX1867" y="csY1867"/>
                </a:cxn>
                <a:cxn ang="0">
                  <a:pos x="csX1868" y="csY1868"/>
                </a:cxn>
                <a:cxn ang="0">
                  <a:pos x="csX1869" y="csY1869"/>
                </a:cxn>
                <a:cxn ang="0">
                  <a:pos x="csX1870" y="csY1870"/>
                </a:cxn>
                <a:cxn ang="0">
                  <a:pos x="csX1871" y="csY1871"/>
                </a:cxn>
                <a:cxn ang="0">
                  <a:pos x="csX1872" y="csY1872"/>
                </a:cxn>
                <a:cxn ang="0">
                  <a:pos x="csX1873" y="csY1873"/>
                </a:cxn>
                <a:cxn ang="0">
                  <a:pos x="csX1874" y="csY1874"/>
                </a:cxn>
                <a:cxn ang="0">
                  <a:pos x="csX1875" y="csY1875"/>
                </a:cxn>
                <a:cxn ang="0">
                  <a:pos x="csX1876" y="csY1876"/>
                </a:cxn>
                <a:cxn ang="0">
                  <a:pos x="csX1877" y="csY1877"/>
                </a:cxn>
                <a:cxn ang="0">
                  <a:pos x="csX1878" y="csY1878"/>
                </a:cxn>
                <a:cxn ang="0">
                  <a:pos x="csX1879" y="csY1879"/>
                </a:cxn>
                <a:cxn ang="0">
                  <a:pos x="csX1880" y="csY1880"/>
                </a:cxn>
                <a:cxn ang="0">
                  <a:pos x="csX1881" y="csY1881"/>
                </a:cxn>
                <a:cxn ang="0">
                  <a:pos x="csX1882" y="csY1882"/>
                </a:cxn>
                <a:cxn ang="0">
                  <a:pos x="csX1883" y="csY1883"/>
                </a:cxn>
                <a:cxn ang="0">
                  <a:pos x="csX1884" y="csY1884"/>
                </a:cxn>
                <a:cxn ang="0">
                  <a:pos x="csX1885" y="csY1885"/>
                </a:cxn>
                <a:cxn ang="0">
                  <a:pos x="csX1886" y="csY1886"/>
                </a:cxn>
                <a:cxn ang="0">
                  <a:pos x="csX1887" y="csY1887"/>
                </a:cxn>
                <a:cxn ang="0">
                  <a:pos x="csX1888" y="csY1888"/>
                </a:cxn>
                <a:cxn ang="0">
                  <a:pos x="csX1889" y="csY1889"/>
                </a:cxn>
                <a:cxn ang="0">
                  <a:pos x="csX1890" y="csY1890"/>
                </a:cxn>
                <a:cxn ang="0">
                  <a:pos x="csX1891" y="csY1891"/>
                </a:cxn>
                <a:cxn ang="0">
                  <a:pos x="csX1892" y="csY1892"/>
                </a:cxn>
                <a:cxn ang="0">
                  <a:pos x="csX1893" y="csY1893"/>
                </a:cxn>
                <a:cxn ang="0">
                  <a:pos x="csX1894" y="csY1894"/>
                </a:cxn>
                <a:cxn ang="0">
                  <a:pos x="csX1895" y="csY1895"/>
                </a:cxn>
                <a:cxn ang="0">
                  <a:pos x="csX1896" y="csY1896"/>
                </a:cxn>
                <a:cxn ang="0">
                  <a:pos x="csX1897" y="csY1897"/>
                </a:cxn>
                <a:cxn ang="0">
                  <a:pos x="csX1898" y="csY1898"/>
                </a:cxn>
                <a:cxn ang="0">
                  <a:pos x="csX1899" y="csY1899"/>
                </a:cxn>
                <a:cxn ang="0">
                  <a:pos x="csX1900" y="csY1900"/>
                </a:cxn>
                <a:cxn ang="0">
                  <a:pos x="csX1901" y="csY1901"/>
                </a:cxn>
                <a:cxn ang="0">
                  <a:pos x="csX1902" y="csY1902"/>
                </a:cxn>
                <a:cxn ang="0">
                  <a:pos x="csX1903" y="csY1903"/>
                </a:cxn>
                <a:cxn ang="0">
                  <a:pos x="csX1904" y="csY1904"/>
                </a:cxn>
                <a:cxn ang="0">
                  <a:pos x="csX1905" y="csY1905"/>
                </a:cxn>
                <a:cxn ang="0">
                  <a:pos x="csX1906" y="csY1906"/>
                </a:cxn>
                <a:cxn ang="0">
                  <a:pos x="csX1907" y="csY1907"/>
                </a:cxn>
                <a:cxn ang="0">
                  <a:pos x="csX1908" y="csY1908"/>
                </a:cxn>
                <a:cxn ang="0">
                  <a:pos x="csX1909" y="csY1909"/>
                </a:cxn>
                <a:cxn ang="0">
                  <a:pos x="csX1910" y="csY1910"/>
                </a:cxn>
                <a:cxn ang="0">
                  <a:pos x="csX1911" y="csY1911"/>
                </a:cxn>
                <a:cxn ang="0">
                  <a:pos x="csX1912" y="csY1912"/>
                </a:cxn>
                <a:cxn ang="0">
                  <a:pos x="csX1913" y="csY1913"/>
                </a:cxn>
                <a:cxn ang="0">
                  <a:pos x="csX1914" y="csY1914"/>
                </a:cxn>
                <a:cxn ang="0">
                  <a:pos x="csX1915" y="csY1915"/>
                </a:cxn>
                <a:cxn ang="0">
                  <a:pos x="csX1916" y="csY1916"/>
                </a:cxn>
                <a:cxn ang="0">
                  <a:pos x="csX1917" y="csY1917"/>
                </a:cxn>
                <a:cxn ang="0">
                  <a:pos x="csX1918" y="csY1918"/>
                </a:cxn>
                <a:cxn ang="0">
                  <a:pos x="csX1919" y="csY1919"/>
                </a:cxn>
                <a:cxn ang="0">
                  <a:pos x="csX1920" y="csY1920"/>
                </a:cxn>
                <a:cxn ang="0">
                  <a:pos x="csX1921" y="csY1921"/>
                </a:cxn>
                <a:cxn ang="0">
                  <a:pos x="csX1922" y="csY1922"/>
                </a:cxn>
                <a:cxn ang="0">
                  <a:pos x="csX1923" y="csY1923"/>
                </a:cxn>
                <a:cxn ang="0">
                  <a:pos x="csX1924" y="csY1924"/>
                </a:cxn>
                <a:cxn ang="0">
                  <a:pos x="csX1925" y="csY1925"/>
                </a:cxn>
                <a:cxn ang="0">
                  <a:pos x="csX1926" y="csY1926"/>
                </a:cxn>
                <a:cxn ang="0">
                  <a:pos x="csX1927" y="csY1927"/>
                </a:cxn>
                <a:cxn ang="0">
                  <a:pos x="csX1928" y="csY1928"/>
                </a:cxn>
                <a:cxn ang="0">
                  <a:pos x="csX1929" y="csY1929"/>
                </a:cxn>
                <a:cxn ang="0">
                  <a:pos x="csX1930" y="csY1930"/>
                </a:cxn>
                <a:cxn ang="0">
                  <a:pos x="csX1931" y="csY1931"/>
                </a:cxn>
                <a:cxn ang="0">
                  <a:pos x="csX1932" y="csY1932"/>
                </a:cxn>
                <a:cxn ang="0">
                  <a:pos x="csX1933" y="csY1933"/>
                </a:cxn>
                <a:cxn ang="0">
                  <a:pos x="csX1934" y="csY1934"/>
                </a:cxn>
                <a:cxn ang="0">
                  <a:pos x="csX1935" y="csY1935"/>
                </a:cxn>
                <a:cxn ang="0">
                  <a:pos x="csX1936" y="csY1936"/>
                </a:cxn>
                <a:cxn ang="0">
                  <a:pos x="csX1937" y="csY1937"/>
                </a:cxn>
                <a:cxn ang="0">
                  <a:pos x="csX1938" y="csY1938"/>
                </a:cxn>
                <a:cxn ang="0">
                  <a:pos x="csX1939" y="csY1939"/>
                </a:cxn>
                <a:cxn ang="0">
                  <a:pos x="csX1940" y="csY1940"/>
                </a:cxn>
                <a:cxn ang="0">
                  <a:pos x="csX1941" y="csY1941"/>
                </a:cxn>
                <a:cxn ang="0">
                  <a:pos x="csX1942" y="csY1942"/>
                </a:cxn>
                <a:cxn ang="0">
                  <a:pos x="csX1943" y="csY1943"/>
                </a:cxn>
                <a:cxn ang="0">
                  <a:pos x="csX1944" y="csY1944"/>
                </a:cxn>
                <a:cxn ang="0">
                  <a:pos x="csX1945" y="csY1945"/>
                </a:cxn>
                <a:cxn ang="0">
                  <a:pos x="csX1946" y="csY1946"/>
                </a:cxn>
                <a:cxn ang="0">
                  <a:pos x="csX1947" y="csY1947"/>
                </a:cxn>
                <a:cxn ang="0">
                  <a:pos x="csX1948" y="csY1948"/>
                </a:cxn>
                <a:cxn ang="0">
                  <a:pos x="csX1949" y="csY1949"/>
                </a:cxn>
                <a:cxn ang="0">
                  <a:pos x="csX1950" y="csY1950"/>
                </a:cxn>
                <a:cxn ang="0">
                  <a:pos x="csX1951" y="csY1951"/>
                </a:cxn>
                <a:cxn ang="0">
                  <a:pos x="csX1952" y="csY1952"/>
                </a:cxn>
                <a:cxn ang="0">
                  <a:pos x="csX1953" y="csY1953"/>
                </a:cxn>
                <a:cxn ang="0">
                  <a:pos x="csX1954" y="csY1954"/>
                </a:cxn>
                <a:cxn ang="0">
                  <a:pos x="csX1955" y="csY1955"/>
                </a:cxn>
                <a:cxn ang="0">
                  <a:pos x="csX1956" y="csY1956"/>
                </a:cxn>
                <a:cxn ang="0">
                  <a:pos x="csX1957" y="csY1957"/>
                </a:cxn>
                <a:cxn ang="0">
                  <a:pos x="csX1958" y="csY1958"/>
                </a:cxn>
                <a:cxn ang="0">
                  <a:pos x="csX1959" y="csY1959"/>
                </a:cxn>
                <a:cxn ang="0">
                  <a:pos x="csX1960" y="csY1960"/>
                </a:cxn>
                <a:cxn ang="0">
                  <a:pos x="csX1961" y="csY1961"/>
                </a:cxn>
                <a:cxn ang="0">
                  <a:pos x="csX1962" y="csY1962"/>
                </a:cxn>
                <a:cxn ang="0">
                  <a:pos x="csX1963" y="csY1963"/>
                </a:cxn>
                <a:cxn ang="0">
                  <a:pos x="csX1964" y="csY1964"/>
                </a:cxn>
                <a:cxn ang="0">
                  <a:pos x="csX1965" y="csY1965"/>
                </a:cxn>
                <a:cxn ang="0">
                  <a:pos x="csX1966" y="csY1966"/>
                </a:cxn>
                <a:cxn ang="0">
                  <a:pos x="csX1967" y="csY1967"/>
                </a:cxn>
                <a:cxn ang="0">
                  <a:pos x="csX1968" y="csY1968"/>
                </a:cxn>
                <a:cxn ang="0">
                  <a:pos x="csX1969" y="csY1969"/>
                </a:cxn>
                <a:cxn ang="0">
                  <a:pos x="csX1970" y="csY1970"/>
                </a:cxn>
                <a:cxn ang="0">
                  <a:pos x="csX1971" y="csY1971"/>
                </a:cxn>
                <a:cxn ang="0">
                  <a:pos x="csX1972" y="csY1972"/>
                </a:cxn>
                <a:cxn ang="0">
                  <a:pos x="csX1973" y="csY1973"/>
                </a:cxn>
                <a:cxn ang="0">
                  <a:pos x="csX1974" y="csY1974"/>
                </a:cxn>
                <a:cxn ang="0">
                  <a:pos x="csX1975" y="csY1975"/>
                </a:cxn>
                <a:cxn ang="0">
                  <a:pos x="csX1976" y="csY1976"/>
                </a:cxn>
                <a:cxn ang="0">
                  <a:pos x="csX1977" y="csY1977"/>
                </a:cxn>
                <a:cxn ang="0">
                  <a:pos x="csX1978" y="csY1978"/>
                </a:cxn>
                <a:cxn ang="0">
                  <a:pos x="csX1979" y="csY1979"/>
                </a:cxn>
                <a:cxn ang="0">
                  <a:pos x="csX1980" y="csY1980"/>
                </a:cxn>
                <a:cxn ang="0">
                  <a:pos x="csX1981" y="csY1981"/>
                </a:cxn>
                <a:cxn ang="0">
                  <a:pos x="csX1982" y="csY1982"/>
                </a:cxn>
                <a:cxn ang="0">
                  <a:pos x="csX1983" y="csY1983"/>
                </a:cxn>
                <a:cxn ang="0">
                  <a:pos x="csX1984" y="csY1984"/>
                </a:cxn>
                <a:cxn ang="0">
                  <a:pos x="csX1985" y="csY1985"/>
                </a:cxn>
                <a:cxn ang="0">
                  <a:pos x="csX1986" y="csY1986"/>
                </a:cxn>
                <a:cxn ang="0">
                  <a:pos x="csX1987" y="csY1987"/>
                </a:cxn>
                <a:cxn ang="0">
                  <a:pos x="csX1988" y="csY1988"/>
                </a:cxn>
                <a:cxn ang="0">
                  <a:pos x="csX1989" y="csY1989"/>
                </a:cxn>
                <a:cxn ang="0">
                  <a:pos x="csX1990" y="csY1990"/>
                </a:cxn>
                <a:cxn ang="0">
                  <a:pos x="csX1991" y="csY1991"/>
                </a:cxn>
                <a:cxn ang="0">
                  <a:pos x="csX1992" y="csY1992"/>
                </a:cxn>
                <a:cxn ang="0">
                  <a:pos x="csX1993" y="csY1993"/>
                </a:cxn>
                <a:cxn ang="0">
                  <a:pos x="csX1994" y="csY1994"/>
                </a:cxn>
                <a:cxn ang="0">
                  <a:pos x="csX1995" y="csY1995"/>
                </a:cxn>
                <a:cxn ang="0">
                  <a:pos x="csX1996" y="csY1996"/>
                </a:cxn>
                <a:cxn ang="0">
                  <a:pos x="csX1997" y="csY1997"/>
                </a:cxn>
                <a:cxn ang="0">
                  <a:pos x="csX1998" y="csY1998"/>
                </a:cxn>
                <a:cxn ang="0">
                  <a:pos x="csX1999" y="csY1999"/>
                </a:cxn>
                <a:cxn ang="0">
                  <a:pos x="csX2000" y="csY2000"/>
                </a:cxn>
                <a:cxn ang="0">
                  <a:pos x="csX2001" y="csY2001"/>
                </a:cxn>
                <a:cxn ang="0">
                  <a:pos x="csX2002" y="csY2002"/>
                </a:cxn>
                <a:cxn ang="0">
                  <a:pos x="csX2003" y="csY2003"/>
                </a:cxn>
                <a:cxn ang="0">
                  <a:pos x="csX2004" y="csY2004"/>
                </a:cxn>
                <a:cxn ang="0">
                  <a:pos x="csX2005" y="csY2005"/>
                </a:cxn>
                <a:cxn ang="0">
                  <a:pos x="csX2006" y="csY2006"/>
                </a:cxn>
                <a:cxn ang="0">
                  <a:pos x="csX2007" y="csY2007"/>
                </a:cxn>
                <a:cxn ang="0">
                  <a:pos x="csX2008" y="csY2008"/>
                </a:cxn>
                <a:cxn ang="0">
                  <a:pos x="csX2009" y="csY2009"/>
                </a:cxn>
                <a:cxn ang="0">
                  <a:pos x="csX2010" y="csY2010"/>
                </a:cxn>
                <a:cxn ang="0">
                  <a:pos x="csX2011" y="csY2011"/>
                </a:cxn>
                <a:cxn ang="0">
                  <a:pos x="csX2012" y="csY2012"/>
                </a:cxn>
                <a:cxn ang="0">
                  <a:pos x="csX2013" y="csY2013"/>
                </a:cxn>
                <a:cxn ang="0">
                  <a:pos x="csX2014" y="csY2014"/>
                </a:cxn>
                <a:cxn ang="0">
                  <a:pos x="csX2015" y="csY2015"/>
                </a:cxn>
                <a:cxn ang="0">
                  <a:pos x="csX2016" y="csY2016"/>
                </a:cxn>
                <a:cxn ang="0">
                  <a:pos x="csX2017" y="csY2017"/>
                </a:cxn>
                <a:cxn ang="0">
                  <a:pos x="csX2018" y="csY2018"/>
                </a:cxn>
                <a:cxn ang="0">
                  <a:pos x="csX2019" y="csY2019"/>
                </a:cxn>
                <a:cxn ang="0">
                  <a:pos x="csX2020" y="csY2020"/>
                </a:cxn>
                <a:cxn ang="0">
                  <a:pos x="csX2021" y="csY2021"/>
                </a:cxn>
                <a:cxn ang="0">
                  <a:pos x="csX2022" y="csY2022"/>
                </a:cxn>
                <a:cxn ang="0">
                  <a:pos x="csX2023" y="csY2023"/>
                </a:cxn>
                <a:cxn ang="0">
                  <a:pos x="csX2024" y="csY2024"/>
                </a:cxn>
                <a:cxn ang="0">
                  <a:pos x="csX2025" y="csY2025"/>
                </a:cxn>
                <a:cxn ang="0">
                  <a:pos x="csX2026" y="csY2026"/>
                </a:cxn>
                <a:cxn ang="0">
                  <a:pos x="csX2027" y="csY2027"/>
                </a:cxn>
                <a:cxn ang="0">
                  <a:pos x="csX2028" y="csY2028"/>
                </a:cxn>
                <a:cxn ang="0">
                  <a:pos x="csX2029" y="csY2029"/>
                </a:cxn>
                <a:cxn ang="0">
                  <a:pos x="csX2030" y="csY2030"/>
                </a:cxn>
                <a:cxn ang="0">
                  <a:pos x="csX2031" y="csY2031"/>
                </a:cxn>
                <a:cxn ang="0">
                  <a:pos x="csX2032" y="csY2032"/>
                </a:cxn>
                <a:cxn ang="0">
                  <a:pos x="csX2033" y="csY2033"/>
                </a:cxn>
                <a:cxn ang="0">
                  <a:pos x="csX2034" y="csY2034"/>
                </a:cxn>
                <a:cxn ang="0">
                  <a:pos x="csX2035" y="csY2035"/>
                </a:cxn>
                <a:cxn ang="0">
                  <a:pos x="csX2036" y="csY2036"/>
                </a:cxn>
                <a:cxn ang="0">
                  <a:pos x="csX2037" y="csY2037"/>
                </a:cxn>
                <a:cxn ang="0">
                  <a:pos x="csX2038" y="csY2038"/>
                </a:cxn>
                <a:cxn ang="0">
                  <a:pos x="csX2039" y="csY2039"/>
                </a:cxn>
                <a:cxn ang="0">
                  <a:pos x="csX2040" y="csY2040"/>
                </a:cxn>
                <a:cxn ang="0">
                  <a:pos x="csX2041" y="csY2041"/>
                </a:cxn>
                <a:cxn ang="0">
                  <a:pos x="csX2042" y="csY2042"/>
                </a:cxn>
                <a:cxn ang="0">
                  <a:pos x="csX2043" y="csY2043"/>
                </a:cxn>
                <a:cxn ang="0">
                  <a:pos x="csX2044" y="csY2044"/>
                </a:cxn>
                <a:cxn ang="0">
                  <a:pos x="csX2045" y="csY2045"/>
                </a:cxn>
                <a:cxn ang="0">
                  <a:pos x="csX2046" y="csY2046"/>
                </a:cxn>
                <a:cxn ang="0">
                  <a:pos x="csX2047" y="csY2047"/>
                </a:cxn>
                <a:cxn ang="0">
                  <a:pos x="csX2048" y="csY2048"/>
                </a:cxn>
                <a:cxn ang="0">
                  <a:pos x="csX2049" y="csY2049"/>
                </a:cxn>
                <a:cxn ang="0">
                  <a:pos x="csX2050" y="csY2050"/>
                </a:cxn>
                <a:cxn ang="0">
                  <a:pos x="csX2051" y="csY2051"/>
                </a:cxn>
                <a:cxn ang="0">
                  <a:pos x="csX2052" y="csY2052"/>
                </a:cxn>
                <a:cxn ang="0">
                  <a:pos x="csX2053" y="csY2053"/>
                </a:cxn>
                <a:cxn ang="0">
                  <a:pos x="csX2054" y="csY2054"/>
                </a:cxn>
                <a:cxn ang="0">
                  <a:pos x="csX2055" y="csY2055"/>
                </a:cxn>
                <a:cxn ang="0">
                  <a:pos x="csX2056" y="csY2056"/>
                </a:cxn>
                <a:cxn ang="0">
                  <a:pos x="csX2057" y="csY2057"/>
                </a:cxn>
                <a:cxn ang="0">
                  <a:pos x="csX2058" y="csY2058"/>
                </a:cxn>
                <a:cxn ang="0">
                  <a:pos x="csX2059" y="csY2059"/>
                </a:cxn>
                <a:cxn ang="0">
                  <a:pos x="csX2060" y="csY2060"/>
                </a:cxn>
                <a:cxn ang="0">
                  <a:pos x="csX2061" y="csY2061"/>
                </a:cxn>
                <a:cxn ang="0">
                  <a:pos x="csX2062" y="csY2062"/>
                </a:cxn>
                <a:cxn ang="0">
                  <a:pos x="csX2063" y="csY2063"/>
                </a:cxn>
                <a:cxn ang="0">
                  <a:pos x="csX2064" y="csY2064"/>
                </a:cxn>
                <a:cxn ang="0">
                  <a:pos x="csX2065" y="csY2065"/>
                </a:cxn>
                <a:cxn ang="0">
                  <a:pos x="csX2066" y="csY2066"/>
                </a:cxn>
                <a:cxn ang="0">
                  <a:pos x="csX2067" y="csY2067"/>
                </a:cxn>
                <a:cxn ang="0">
                  <a:pos x="csX2068" y="csY2068"/>
                </a:cxn>
                <a:cxn ang="0">
                  <a:pos x="csX2069" y="csY2069"/>
                </a:cxn>
                <a:cxn ang="0">
                  <a:pos x="csX2070" y="csY2070"/>
                </a:cxn>
                <a:cxn ang="0">
                  <a:pos x="csX2071" y="csY2071"/>
                </a:cxn>
                <a:cxn ang="0">
                  <a:pos x="csX2072" y="csY2072"/>
                </a:cxn>
                <a:cxn ang="0">
                  <a:pos x="csX2073" y="csY2073"/>
                </a:cxn>
                <a:cxn ang="0">
                  <a:pos x="csX2074" y="csY2074"/>
                </a:cxn>
                <a:cxn ang="0">
                  <a:pos x="csX2075" y="csY2075"/>
                </a:cxn>
                <a:cxn ang="0">
                  <a:pos x="csX2076" y="csY2076"/>
                </a:cxn>
                <a:cxn ang="0">
                  <a:pos x="csX2077" y="csY2077"/>
                </a:cxn>
                <a:cxn ang="0">
                  <a:pos x="csX2078" y="csY2078"/>
                </a:cxn>
                <a:cxn ang="0">
                  <a:pos x="csX2079" y="csY2079"/>
                </a:cxn>
                <a:cxn ang="0">
                  <a:pos x="csX2080" y="csY2080"/>
                </a:cxn>
                <a:cxn ang="0">
                  <a:pos x="csX2081" y="csY2081"/>
                </a:cxn>
                <a:cxn ang="0">
                  <a:pos x="csX2082" y="csY2082"/>
                </a:cxn>
                <a:cxn ang="0">
                  <a:pos x="csX2083" y="csY2083"/>
                </a:cxn>
                <a:cxn ang="0">
                  <a:pos x="csX2084" y="csY2084"/>
                </a:cxn>
                <a:cxn ang="0">
                  <a:pos x="csX2085" y="csY2085"/>
                </a:cxn>
                <a:cxn ang="0">
                  <a:pos x="csX2086" y="csY2086"/>
                </a:cxn>
                <a:cxn ang="0">
                  <a:pos x="csX2087" y="csY2087"/>
                </a:cxn>
                <a:cxn ang="0">
                  <a:pos x="csX2088" y="csY2088"/>
                </a:cxn>
                <a:cxn ang="0">
                  <a:pos x="csX2089" y="csY2089"/>
                </a:cxn>
                <a:cxn ang="0">
                  <a:pos x="csX2090" y="csY2090"/>
                </a:cxn>
                <a:cxn ang="0">
                  <a:pos x="csX2091" y="csY2091"/>
                </a:cxn>
                <a:cxn ang="0">
                  <a:pos x="csX2092" y="csY2092"/>
                </a:cxn>
                <a:cxn ang="0">
                  <a:pos x="csX2093" y="csY2093"/>
                </a:cxn>
                <a:cxn ang="0">
                  <a:pos x="csX2094" y="csY2094"/>
                </a:cxn>
                <a:cxn ang="0">
                  <a:pos x="csX2095" y="csY2095"/>
                </a:cxn>
                <a:cxn ang="0">
                  <a:pos x="csX2096" y="csY2096"/>
                </a:cxn>
                <a:cxn ang="0">
                  <a:pos x="csX2097" y="csY2097"/>
                </a:cxn>
                <a:cxn ang="0">
                  <a:pos x="csX2098" y="csY2098"/>
                </a:cxn>
                <a:cxn ang="0">
                  <a:pos x="csX2099" y="csY2099"/>
                </a:cxn>
                <a:cxn ang="0">
                  <a:pos x="csX2100" y="csY2100"/>
                </a:cxn>
                <a:cxn ang="0">
                  <a:pos x="csX2101" y="csY2101"/>
                </a:cxn>
                <a:cxn ang="0">
                  <a:pos x="csX2102" y="csY2102"/>
                </a:cxn>
                <a:cxn ang="0">
                  <a:pos x="csX2103" y="csY2103"/>
                </a:cxn>
                <a:cxn ang="0">
                  <a:pos x="csX2104" y="csY2104"/>
                </a:cxn>
                <a:cxn ang="0">
                  <a:pos x="csX2105" y="csY2105"/>
                </a:cxn>
                <a:cxn ang="0">
                  <a:pos x="csX2106" y="csY2106"/>
                </a:cxn>
                <a:cxn ang="0">
                  <a:pos x="csX2107" y="csY2107"/>
                </a:cxn>
                <a:cxn ang="0">
                  <a:pos x="csX2108" y="csY2108"/>
                </a:cxn>
                <a:cxn ang="0">
                  <a:pos x="csX2109" y="csY2109"/>
                </a:cxn>
                <a:cxn ang="0">
                  <a:pos x="csX2110" y="csY2110"/>
                </a:cxn>
                <a:cxn ang="0">
                  <a:pos x="csX2111" y="csY2111"/>
                </a:cxn>
                <a:cxn ang="0">
                  <a:pos x="csX2112" y="csY2112"/>
                </a:cxn>
                <a:cxn ang="0">
                  <a:pos x="csX2113" y="csY2113"/>
                </a:cxn>
                <a:cxn ang="0">
                  <a:pos x="csX2114" y="csY2114"/>
                </a:cxn>
                <a:cxn ang="0">
                  <a:pos x="csX2115" y="csY2115"/>
                </a:cxn>
                <a:cxn ang="0">
                  <a:pos x="csX2116" y="csY2116"/>
                </a:cxn>
                <a:cxn ang="0">
                  <a:pos x="csX2117" y="csY2117"/>
                </a:cxn>
                <a:cxn ang="0">
                  <a:pos x="csX2118" y="csY2118"/>
                </a:cxn>
                <a:cxn ang="0">
                  <a:pos x="csX2119" y="csY2119"/>
                </a:cxn>
                <a:cxn ang="0">
                  <a:pos x="csX2120" y="csY2120"/>
                </a:cxn>
                <a:cxn ang="0">
                  <a:pos x="csX2121" y="csY2121"/>
                </a:cxn>
                <a:cxn ang="0">
                  <a:pos x="csX2122" y="csY2122"/>
                </a:cxn>
                <a:cxn ang="0">
                  <a:pos x="csX2123" y="csY2123"/>
                </a:cxn>
                <a:cxn ang="0">
                  <a:pos x="csX2124" y="csY2124"/>
                </a:cxn>
                <a:cxn ang="0">
                  <a:pos x="csX2125" y="csY2125"/>
                </a:cxn>
                <a:cxn ang="0">
                  <a:pos x="csX2126" y="csY2126"/>
                </a:cxn>
                <a:cxn ang="0">
                  <a:pos x="csX2127" y="csY2127"/>
                </a:cxn>
                <a:cxn ang="0">
                  <a:pos x="csX2128" y="csY2128"/>
                </a:cxn>
                <a:cxn ang="0">
                  <a:pos x="csX2129" y="csY2129"/>
                </a:cxn>
                <a:cxn ang="0">
                  <a:pos x="csX2130" y="csY2130"/>
                </a:cxn>
                <a:cxn ang="0">
                  <a:pos x="csX2131" y="csY2131"/>
                </a:cxn>
                <a:cxn ang="0">
                  <a:pos x="csX2132" y="csY2132"/>
                </a:cxn>
                <a:cxn ang="0">
                  <a:pos x="csX2133" y="csY2133"/>
                </a:cxn>
                <a:cxn ang="0">
                  <a:pos x="csX2134" y="csY2134"/>
                </a:cxn>
                <a:cxn ang="0">
                  <a:pos x="csX2135" y="csY2135"/>
                </a:cxn>
                <a:cxn ang="0">
                  <a:pos x="csX2136" y="csY2136"/>
                </a:cxn>
                <a:cxn ang="0">
                  <a:pos x="csX2137" y="csY2137"/>
                </a:cxn>
                <a:cxn ang="0">
                  <a:pos x="csX2138" y="csY2138"/>
                </a:cxn>
                <a:cxn ang="0">
                  <a:pos x="csX2139" y="csY2139"/>
                </a:cxn>
                <a:cxn ang="0">
                  <a:pos x="csX2140" y="csY2140"/>
                </a:cxn>
                <a:cxn ang="0">
                  <a:pos x="csX2141" y="csY2141"/>
                </a:cxn>
                <a:cxn ang="0">
                  <a:pos x="csX2142" y="csY2142"/>
                </a:cxn>
                <a:cxn ang="0">
                  <a:pos x="csX2143" y="csY2143"/>
                </a:cxn>
                <a:cxn ang="0">
                  <a:pos x="csX2144" y="csY2144"/>
                </a:cxn>
                <a:cxn ang="0">
                  <a:pos x="csX2145" y="csY2145"/>
                </a:cxn>
                <a:cxn ang="0">
                  <a:pos x="csX2146" y="csY2146"/>
                </a:cxn>
                <a:cxn ang="0">
                  <a:pos x="csX2147" y="csY2147"/>
                </a:cxn>
                <a:cxn ang="0">
                  <a:pos x="csX2148" y="csY2148"/>
                </a:cxn>
                <a:cxn ang="0">
                  <a:pos x="csX2149" y="csY2149"/>
                </a:cxn>
                <a:cxn ang="0">
                  <a:pos x="csX2150" y="csY2150"/>
                </a:cxn>
                <a:cxn ang="0">
                  <a:pos x="csX2151" y="csY2151"/>
                </a:cxn>
                <a:cxn ang="0">
                  <a:pos x="csX2152" y="csY2152"/>
                </a:cxn>
                <a:cxn ang="0">
                  <a:pos x="csX2153" y="csY2153"/>
                </a:cxn>
                <a:cxn ang="0">
                  <a:pos x="csX2154" y="csY2154"/>
                </a:cxn>
                <a:cxn ang="0">
                  <a:pos x="csX2155" y="csY2155"/>
                </a:cxn>
                <a:cxn ang="0">
                  <a:pos x="csX2156" y="csY2156"/>
                </a:cxn>
                <a:cxn ang="0">
                  <a:pos x="csX2157" y="csY2157"/>
                </a:cxn>
                <a:cxn ang="0">
                  <a:pos x="csX2158" y="csY2158"/>
                </a:cxn>
                <a:cxn ang="0">
                  <a:pos x="csX2159" y="csY2159"/>
                </a:cxn>
                <a:cxn ang="0">
                  <a:pos x="csX2160" y="csY2160"/>
                </a:cxn>
                <a:cxn ang="0">
                  <a:pos x="csX2161" y="csY2161"/>
                </a:cxn>
                <a:cxn ang="0">
                  <a:pos x="csX2162" y="csY2162"/>
                </a:cxn>
                <a:cxn ang="0">
                  <a:pos x="csX2163" y="csY2163"/>
                </a:cxn>
                <a:cxn ang="0">
                  <a:pos x="csX2164" y="csY2164"/>
                </a:cxn>
                <a:cxn ang="0">
                  <a:pos x="csX2165" y="csY2165"/>
                </a:cxn>
                <a:cxn ang="0">
                  <a:pos x="csX2166" y="csY2166"/>
                </a:cxn>
                <a:cxn ang="0">
                  <a:pos x="csX2167" y="csY2167"/>
                </a:cxn>
                <a:cxn ang="0">
                  <a:pos x="csX2168" y="csY2168"/>
                </a:cxn>
                <a:cxn ang="0">
                  <a:pos x="csX2169" y="csY2169"/>
                </a:cxn>
                <a:cxn ang="0">
                  <a:pos x="csX2170" y="csY2170"/>
                </a:cxn>
                <a:cxn ang="0">
                  <a:pos x="csX2171" y="csY2171"/>
                </a:cxn>
                <a:cxn ang="0">
                  <a:pos x="csX2172" y="csY2172"/>
                </a:cxn>
                <a:cxn ang="0">
                  <a:pos x="csX2173" y="csY2173"/>
                </a:cxn>
                <a:cxn ang="0">
                  <a:pos x="csX2174" y="csY2174"/>
                </a:cxn>
                <a:cxn ang="0">
                  <a:pos x="csX2175" y="csY2175"/>
                </a:cxn>
                <a:cxn ang="0">
                  <a:pos x="csX2176" y="csY2176"/>
                </a:cxn>
                <a:cxn ang="0">
                  <a:pos x="csX2177" y="csY2177"/>
                </a:cxn>
                <a:cxn ang="0">
                  <a:pos x="csX2178" y="csY2178"/>
                </a:cxn>
                <a:cxn ang="0">
                  <a:pos x="csX2179" y="csY2179"/>
                </a:cxn>
                <a:cxn ang="0">
                  <a:pos x="csX2180" y="csY2180"/>
                </a:cxn>
                <a:cxn ang="0">
                  <a:pos x="csX2181" y="csY2181"/>
                </a:cxn>
                <a:cxn ang="0">
                  <a:pos x="csX2182" y="csY2182"/>
                </a:cxn>
                <a:cxn ang="0">
                  <a:pos x="csX2183" y="csY2183"/>
                </a:cxn>
                <a:cxn ang="0">
                  <a:pos x="csX2184" y="csY2184"/>
                </a:cxn>
                <a:cxn ang="0">
                  <a:pos x="csX2185" y="csY2185"/>
                </a:cxn>
                <a:cxn ang="0">
                  <a:pos x="csX2186" y="csY2186"/>
                </a:cxn>
                <a:cxn ang="0">
                  <a:pos x="csX2187" y="csY2187"/>
                </a:cxn>
                <a:cxn ang="0">
                  <a:pos x="csX2188" y="csY2188"/>
                </a:cxn>
                <a:cxn ang="0">
                  <a:pos x="csX2189" y="csY2189"/>
                </a:cxn>
                <a:cxn ang="0">
                  <a:pos x="csX2190" y="csY2190"/>
                </a:cxn>
                <a:cxn ang="0">
                  <a:pos x="csX2191" y="csY2191"/>
                </a:cxn>
                <a:cxn ang="0">
                  <a:pos x="csX2192" y="csY2192"/>
                </a:cxn>
                <a:cxn ang="0">
                  <a:pos x="csX2193" y="csY2193"/>
                </a:cxn>
                <a:cxn ang="0">
                  <a:pos x="csX2194" y="csY2194"/>
                </a:cxn>
                <a:cxn ang="0">
                  <a:pos x="csX2195" y="csY2195"/>
                </a:cxn>
                <a:cxn ang="0">
                  <a:pos x="csX2196" y="csY2196"/>
                </a:cxn>
                <a:cxn ang="0">
                  <a:pos x="csX2197" y="csY2197"/>
                </a:cxn>
                <a:cxn ang="0">
                  <a:pos x="csX2198" y="csY2198"/>
                </a:cxn>
                <a:cxn ang="0">
                  <a:pos x="csX2199" y="csY2199"/>
                </a:cxn>
                <a:cxn ang="0">
                  <a:pos x="csX2200" y="csY2200"/>
                </a:cxn>
                <a:cxn ang="0">
                  <a:pos x="csX2201" y="csY2201"/>
                </a:cxn>
                <a:cxn ang="0">
                  <a:pos x="csX2202" y="csY2202"/>
                </a:cxn>
                <a:cxn ang="0">
                  <a:pos x="csX2203" y="csY2203"/>
                </a:cxn>
                <a:cxn ang="0">
                  <a:pos x="csX2204" y="csY2204"/>
                </a:cxn>
                <a:cxn ang="0">
                  <a:pos x="csX2205" y="csY2205"/>
                </a:cxn>
                <a:cxn ang="0">
                  <a:pos x="csX2206" y="csY2206"/>
                </a:cxn>
                <a:cxn ang="0">
                  <a:pos x="csX2207" y="csY2207"/>
                </a:cxn>
                <a:cxn ang="0">
                  <a:pos x="csX2208" y="csY2208"/>
                </a:cxn>
                <a:cxn ang="0">
                  <a:pos x="csX2209" y="csY2209"/>
                </a:cxn>
                <a:cxn ang="0">
                  <a:pos x="csX2210" y="csY2210"/>
                </a:cxn>
                <a:cxn ang="0">
                  <a:pos x="csX2211" y="csY2211"/>
                </a:cxn>
                <a:cxn ang="0">
                  <a:pos x="csX2212" y="csY2212"/>
                </a:cxn>
                <a:cxn ang="0">
                  <a:pos x="csX2213" y="csY2213"/>
                </a:cxn>
                <a:cxn ang="0">
                  <a:pos x="csX2214" y="csY2214"/>
                </a:cxn>
                <a:cxn ang="0">
                  <a:pos x="csX2215" y="csY2215"/>
                </a:cxn>
                <a:cxn ang="0">
                  <a:pos x="csX2216" y="csY2216"/>
                </a:cxn>
                <a:cxn ang="0">
                  <a:pos x="csX2217" y="csY2217"/>
                </a:cxn>
                <a:cxn ang="0">
                  <a:pos x="csX2218" y="csY2218"/>
                </a:cxn>
                <a:cxn ang="0">
                  <a:pos x="csX2219" y="csY2219"/>
                </a:cxn>
                <a:cxn ang="0">
                  <a:pos x="csX2220" y="csY2220"/>
                </a:cxn>
                <a:cxn ang="0">
                  <a:pos x="csX2221" y="csY2221"/>
                </a:cxn>
                <a:cxn ang="0">
                  <a:pos x="csX2222" y="csY2222"/>
                </a:cxn>
                <a:cxn ang="0">
                  <a:pos x="csX2223" y="csY2223"/>
                </a:cxn>
                <a:cxn ang="0">
                  <a:pos x="csX2224" y="csY2224"/>
                </a:cxn>
                <a:cxn ang="0">
                  <a:pos x="csX2225" y="csY2225"/>
                </a:cxn>
                <a:cxn ang="0">
                  <a:pos x="csX2226" y="csY2226"/>
                </a:cxn>
                <a:cxn ang="0">
                  <a:pos x="csX2227" y="csY2227"/>
                </a:cxn>
                <a:cxn ang="0">
                  <a:pos x="csX2228" y="csY2228"/>
                </a:cxn>
                <a:cxn ang="0">
                  <a:pos x="csX2229" y="csY2229"/>
                </a:cxn>
                <a:cxn ang="0">
                  <a:pos x="csX2230" y="csY2230"/>
                </a:cxn>
                <a:cxn ang="0">
                  <a:pos x="csX2231" y="csY2231"/>
                </a:cxn>
                <a:cxn ang="0">
                  <a:pos x="csX2232" y="csY2232"/>
                </a:cxn>
                <a:cxn ang="0">
                  <a:pos x="csX2233" y="csY2233"/>
                </a:cxn>
                <a:cxn ang="0">
                  <a:pos x="csX2234" y="csY2234"/>
                </a:cxn>
                <a:cxn ang="0">
                  <a:pos x="csX2235" y="csY2235"/>
                </a:cxn>
                <a:cxn ang="0">
                  <a:pos x="csX2236" y="csY2236"/>
                </a:cxn>
                <a:cxn ang="0">
                  <a:pos x="csX2237" y="csY2237"/>
                </a:cxn>
                <a:cxn ang="0">
                  <a:pos x="csX2238" y="csY2238"/>
                </a:cxn>
                <a:cxn ang="0">
                  <a:pos x="csX2239" y="csY2239"/>
                </a:cxn>
                <a:cxn ang="0">
                  <a:pos x="csX2240" y="csY2240"/>
                </a:cxn>
                <a:cxn ang="0">
                  <a:pos x="csX2241" y="csY2241"/>
                </a:cxn>
                <a:cxn ang="0">
                  <a:pos x="csX2242" y="csY2242"/>
                </a:cxn>
                <a:cxn ang="0">
                  <a:pos x="csX2243" y="csY2243"/>
                </a:cxn>
                <a:cxn ang="0">
                  <a:pos x="csX2244" y="csY2244"/>
                </a:cxn>
                <a:cxn ang="0">
                  <a:pos x="csX2245" y="csY2245"/>
                </a:cxn>
                <a:cxn ang="0">
                  <a:pos x="csX2246" y="csY2246"/>
                </a:cxn>
                <a:cxn ang="0">
                  <a:pos x="csX2247" y="csY2247"/>
                </a:cxn>
                <a:cxn ang="0">
                  <a:pos x="csX2248" y="csY2248"/>
                </a:cxn>
                <a:cxn ang="0">
                  <a:pos x="csX2249" y="csY2249"/>
                </a:cxn>
                <a:cxn ang="0">
                  <a:pos x="csX2250" y="csY2250"/>
                </a:cxn>
                <a:cxn ang="0">
                  <a:pos x="csX2251" y="csY2251"/>
                </a:cxn>
                <a:cxn ang="0">
                  <a:pos x="csX2252" y="csY2252"/>
                </a:cxn>
                <a:cxn ang="0">
                  <a:pos x="csX2253" y="csY2253"/>
                </a:cxn>
                <a:cxn ang="0">
                  <a:pos x="csX2254" y="csY2254"/>
                </a:cxn>
                <a:cxn ang="0">
                  <a:pos x="csX2255" y="csY2255"/>
                </a:cxn>
                <a:cxn ang="0">
                  <a:pos x="csX2256" y="csY2256"/>
                </a:cxn>
                <a:cxn ang="0">
                  <a:pos x="csX2257" y="csY2257"/>
                </a:cxn>
                <a:cxn ang="0">
                  <a:pos x="csX2258" y="csY2258"/>
                </a:cxn>
                <a:cxn ang="0">
                  <a:pos x="csX2259" y="csY2259"/>
                </a:cxn>
                <a:cxn ang="0">
                  <a:pos x="csX2260" y="csY2260"/>
                </a:cxn>
                <a:cxn ang="0">
                  <a:pos x="csX2261" y="csY2261"/>
                </a:cxn>
                <a:cxn ang="0">
                  <a:pos x="csX2262" y="csY2262"/>
                </a:cxn>
                <a:cxn ang="0">
                  <a:pos x="csX2263" y="csY2263"/>
                </a:cxn>
                <a:cxn ang="0">
                  <a:pos x="csX2264" y="csY2264"/>
                </a:cxn>
                <a:cxn ang="0">
                  <a:pos x="csX2265" y="csY2265"/>
                </a:cxn>
                <a:cxn ang="0">
                  <a:pos x="csX2266" y="csY2266"/>
                </a:cxn>
                <a:cxn ang="0">
                  <a:pos x="csX2267" y="csY2267"/>
                </a:cxn>
                <a:cxn ang="0">
                  <a:pos x="csX2268" y="csY2268"/>
                </a:cxn>
                <a:cxn ang="0">
                  <a:pos x="csX2269" y="csY2269"/>
                </a:cxn>
                <a:cxn ang="0">
                  <a:pos x="csX2270" y="csY2270"/>
                </a:cxn>
                <a:cxn ang="0">
                  <a:pos x="csX2271" y="csY2271"/>
                </a:cxn>
                <a:cxn ang="0">
                  <a:pos x="csX2272" y="csY2272"/>
                </a:cxn>
                <a:cxn ang="0">
                  <a:pos x="csX2273" y="csY2273"/>
                </a:cxn>
                <a:cxn ang="0">
                  <a:pos x="csX2274" y="csY2274"/>
                </a:cxn>
                <a:cxn ang="0">
                  <a:pos x="csX2275" y="csY2275"/>
                </a:cxn>
                <a:cxn ang="0">
                  <a:pos x="csX2276" y="csY2276"/>
                </a:cxn>
                <a:cxn ang="0">
                  <a:pos x="csX2277" y="csY2277"/>
                </a:cxn>
                <a:cxn ang="0">
                  <a:pos x="csX2278" y="csY2278"/>
                </a:cxn>
                <a:cxn ang="0">
                  <a:pos x="csX2279" y="csY2279"/>
                </a:cxn>
                <a:cxn ang="0">
                  <a:pos x="csX2280" y="csY2280"/>
                </a:cxn>
                <a:cxn ang="0">
                  <a:pos x="csX2281" y="csY2281"/>
                </a:cxn>
                <a:cxn ang="0">
                  <a:pos x="csX2282" y="csY2282"/>
                </a:cxn>
                <a:cxn ang="0">
                  <a:pos x="csX2283" y="csY2283"/>
                </a:cxn>
                <a:cxn ang="0">
                  <a:pos x="csX2284" y="csY2284"/>
                </a:cxn>
                <a:cxn ang="0">
                  <a:pos x="csX2285" y="csY2285"/>
                </a:cxn>
                <a:cxn ang="0">
                  <a:pos x="csX2286" y="csY2286"/>
                </a:cxn>
                <a:cxn ang="0">
                  <a:pos x="csX2287" y="csY2287"/>
                </a:cxn>
                <a:cxn ang="0">
                  <a:pos x="csX2288" y="csY2288"/>
                </a:cxn>
                <a:cxn ang="0">
                  <a:pos x="csX2289" y="csY2289"/>
                </a:cxn>
                <a:cxn ang="0">
                  <a:pos x="csX2290" y="csY2290"/>
                </a:cxn>
                <a:cxn ang="0">
                  <a:pos x="csX2291" y="csY2291"/>
                </a:cxn>
                <a:cxn ang="0">
                  <a:pos x="csX2292" y="csY2292"/>
                </a:cxn>
                <a:cxn ang="0">
                  <a:pos x="csX2293" y="csY2293"/>
                </a:cxn>
                <a:cxn ang="0">
                  <a:pos x="csX2294" y="csY2294"/>
                </a:cxn>
                <a:cxn ang="0">
                  <a:pos x="csX2295" y="csY2295"/>
                </a:cxn>
                <a:cxn ang="0">
                  <a:pos x="csX2296" y="csY2296"/>
                </a:cxn>
                <a:cxn ang="0">
                  <a:pos x="csX2297" y="csY2297"/>
                </a:cxn>
                <a:cxn ang="0">
                  <a:pos x="csX2298" y="csY2298"/>
                </a:cxn>
                <a:cxn ang="0">
                  <a:pos x="csX2299" y="csY2299"/>
                </a:cxn>
                <a:cxn ang="0">
                  <a:pos x="csX2300" y="csY2300"/>
                </a:cxn>
                <a:cxn ang="0">
                  <a:pos x="csX2301" y="csY2301"/>
                </a:cxn>
                <a:cxn ang="0">
                  <a:pos x="csX2302" y="csY2302"/>
                </a:cxn>
                <a:cxn ang="0">
                  <a:pos x="csX2303" y="csY2303"/>
                </a:cxn>
                <a:cxn ang="0">
                  <a:pos x="csX2304" y="csY2304"/>
                </a:cxn>
                <a:cxn ang="0">
                  <a:pos x="csX2305" y="csY2305"/>
                </a:cxn>
                <a:cxn ang="0">
                  <a:pos x="csX2306" y="csY2306"/>
                </a:cxn>
                <a:cxn ang="0">
                  <a:pos x="csX2307" y="csY2307"/>
                </a:cxn>
                <a:cxn ang="0">
                  <a:pos x="csX2308" y="csY2308"/>
                </a:cxn>
                <a:cxn ang="0">
                  <a:pos x="csX2309" y="csY2309"/>
                </a:cxn>
                <a:cxn ang="0">
                  <a:pos x="csX2310" y="csY2310"/>
                </a:cxn>
                <a:cxn ang="0">
                  <a:pos x="csX2311" y="csY2311"/>
                </a:cxn>
                <a:cxn ang="0">
                  <a:pos x="csX2312" y="csY2312"/>
                </a:cxn>
                <a:cxn ang="0">
                  <a:pos x="csX2313" y="csY2313"/>
                </a:cxn>
                <a:cxn ang="0">
                  <a:pos x="csX2314" y="csY2314"/>
                </a:cxn>
                <a:cxn ang="0">
                  <a:pos x="csX2315" y="csY2315"/>
                </a:cxn>
                <a:cxn ang="0">
                  <a:pos x="csX2316" y="csY2316"/>
                </a:cxn>
                <a:cxn ang="0">
                  <a:pos x="csX2317" y="csY2317"/>
                </a:cxn>
                <a:cxn ang="0">
                  <a:pos x="csX2318" y="csY2318"/>
                </a:cxn>
                <a:cxn ang="0">
                  <a:pos x="csX2319" y="csY2319"/>
                </a:cxn>
                <a:cxn ang="0">
                  <a:pos x="csX2320" y="csY2320"/>
                </a:cxn>
                <a:cxn ang="0">
                  <a:pos x="csX2321" y="csY2321"/>
                </a:cxn>
                <a:cxn ang="0">
                  <a:pos x="csX2322" y="csY2322"/>
                </a:cxn>
                <a:cxn ang="0">
                  <a:pos x="csX2323" y="csY2323"/>
                </a:cxn>
                <a:cxn ang="0">
                  <a:pos x="csX2324" y="csY2324"/>
                </a:cxn>
                <a:cxn ang="0">
                  <a:pos x="csX2325" y="csY2325"/>
                </a:cxn>
                <a:cxn ang="0">
                  <a:pos x="csX2326" y="csY2326"/>
                </a:cxn>
                <a:cxn ang="0">
                  <a:pos x="csX2327" y="csY2327"/>
                </a:cxn>
                <a:cxn ang="0">
                  <a:pos x="csX2328" y="csY2328"/>
                </a:cxn>
                <a:cxn ang="0">
                  <a:pos x="csX2329" y="csY2329"/>
                </a:cxn>
                <a:cxn ang="0">
                  <a:pos x="csX2330" y="csY2330"/>
                </a:cxn>
                <a:cxn ang="0">
                  <a:pos x="csX2331" y="csY2331"/>
                </a:cxn>
                <a:cxn ang="0">
                  <a:pos x="csX2332" y="csY2332"/>
                </a:cxn>
                <a:cxn ang="0">
                  <a:pos x="csX2333" y="csY2333"/>
                </a:cxn>
                <a:cxn ang="0">
                  <a:pos x="csX2334" y="csY2334"/>
                </a:cxn>
                <a:cxn ang="0">
                  <a:pos x="csX2335" y="csY2335"/>
                </a:cxn>
                <a:cxn ang="0">
                  <a:pos x="csX2336" y="csY2336"/>
                </a:cxn>
                <a:cxn ang="0">
                  <a:pos x="csX2337" y="csY2337"/>
                </a:cxn>
                <a:cxn ang="0">
                  <a:pos x="csX2338" y="csY2338"/>
                </a:cxn>
                <a:cxn ang="0">
                  <a:pos x="csX2339" y="csY2339"/>
                </a:cxn>
                <a:cxn ang="0">
                  <a:pos x="csX2340" y="csY2340"/>
                </a:cxn>
                <a:cxn ang="0">
                  <a:pos x="csX2341" y="csY2341"/>
                </a:cxn>
                <a:cxn ang="0">
                  <a:pos x="csX2342" y="csY2342"/>
                </a:cxn>
                <a:cxn ang="0">
                  <a:pos x="csX2343" y="csY2343"/>
                </a:cxn>
                <a:cxn ang="0">
                  <a:pos x="csX2344" y="csY2344"/>
                </a:cxn>
                <a:cxn ang="0">
                  <a:pos x="csX2345" y="csY2345"/>
                </a:cxn>
                <a:cxn ang="0">
                  <a:pos x="csX2346" y="csY2346"/>
                </a:cxn>
                <a:cxn ang="0">
                  <a:pos x="csX2347" y="csY2347"/>
                </a:cxn>
                <a:cxn ang="0">
                  <a:pos x="csX2348" y="csY2348"/>
                </a:cxn>
                <a:cxn ang="0">
                  <a:pos x="csX2349" y="csY2349"/>
                </a:cxn>
                <a:cxn ang="0">
                  <a:pos x="csX2350" y="csY2350"/>
                </a:cxn>
                <a:cxn ang="0">
                  <a:pos x="csX2351" y="csY2351"/>
                </a:cxn>
                <a:cxn ang="0">
                  <a:pos x="csX2352" y="csY2352"/>
                </a:cxn>
                <a:cxn ang="0">
                  <a:pos x="csX2353" y="csY2353"/>
                </a:cxn>
                <a:cxn ang="0">
                  <a:pos x="csX2354" y="csY2354"/>
                </a:cxn>
                <a:cxn ang="0">
                  <a:pos x="csX2355" y="csY2355"/>
                </a:cxn>
                <a:cxn ang="0">
                  <a:pos x="csX2356" y="csY2356"/>
                </a:cxn>
                <a:cxn ang="0">
                  <a:pos x="csX2357" y="csY2357"/>
                </a:cxn>
                <a:cxn ang="0">
                  <a:pos x="csX2358" y="csY2358"/>
                </a:cxn>
                <a:cxn ang="0">
                  <a:pos x="csX2359" y="csY2359"/>
                </a:cxn>
                <a:cxn ang="0">
                  <a:pos x="csX2360" y="csY2360"/>
                </a:cxn>
                <a:cxn ang="0">
                  <a:pos x="csX2361" y="csY2361"/>
                </a:cxn>
                <a:cxn ang="0">
                  <a:pos x="csX2362" y="csY2362"/>
                </a:cxn>
                <a:cxn ang="0">
                  <a:pos x="csX2363" y="csY2363"/>
                </a:cxn>
                <a:cxn ang="0">
                  <a:pos x="csX2364" y="csY2364"/>
                </a:cxn>
                <a:cxn ang="0">
                  <a:pos x="csX2365" y="csY2365"/>
                </a:cxn>
                <a:cxn ang="0">
                  <a:pos x="csX2366" y="csY2366"/>
                </a:cxn>
                <a:cxn ang="0">
                  <a:pos x="csX2367" y="csY2367"/>
                </a:cxn>
                <a:cxn ang="0">
                  <a:pos x="csX2368" y="csY2368"/>
                </a:cxn>
                <a:cxn ang="0">
                  <a:pos x="csX2369" y="csY2369"/>
                </a:cxn>
                <a:cxn ang="0">
                  <a:pos x="csX2370" y="csY2370"/>
                </a:cxn>
                <a:cxn ang="0">
                  <a:pos x="csX2371" y="csY2371"/>
                </a:cxn>
                <a:cxn ang="0">
                  <a:pos x="csX2372" y="csY2372"/>
                </a:cxn>
                <a:cxn ang="0">
                  <a:pos x="csX2373" y="csY2373"/>
                </a:cxn>
                <a:cxn ang="0">
                  <a:pos x="csX2374" y="csY2374"/>
                </a:cxn>
                <a:cxn ang="0">
                  <a:pos x="csX2375" y="csY2375"/>
                </a:cxn>
                <a:cxn ang="0">
                  <a:pos x="csX2376" y="csY2376"/>
                </a:cxn>
                <a:cxn ang="0">
                  <a:pos x="csX2377" y="csY2377"/>
                </a:cxn>
                <a:cxn ang="0">
                  <a:pos x="csX2378" y="csY2378"/>
                </a:cxn>
                <a:cxn ang="0">
                  <a:pos x="csX2379" y="csY2379"/>
                </a:cxn>
                <a:cxn ang="0">
                  <a:pos x="csX2380" y="csY2380"/>
                </a:cxn>
                <a:cxn ang="0">
                  <a:pos x="csX2381" y="csY2381"/>
                </a:cxn>
                <a:cxn ang="0">
                  <a:pos x="csX2382" y="csY2382"/>
                </a:cxn>
                <a:cxn ang="0">
                  <a:pos x="csX2383" y="csY2383"/>
                </a:cxn>
                <a:cxn ang="0">
                  <a:pos x="csX2384" y="csY2384"/>
                </a:cxn>
                <a:cxn ang="0">
                  <a:pos x="csX2385" y="csY2385"/>
                </a:cxn>
                <a:cxn ang="0">
                  <a:pos x="csX2386" y="csY2386"/>
                </a:cxn>
                <a:cxn ang="0">
                  <a:pos x="csX2387" y="csY2387"/>
                </a:cxn>
                <a:cxn ang="0">
                  <a:pos x="csX2388" y="csY2388"/>
                </a:cxn>
                <a:cxn ang="0">
                  <a:pos x="csX2389" y="csY2389"/>
                </a:cxn>
                <a:cxn ang="0">
                  <a:pos x="csX2390" y="csY2390"/>
                </a:cxn>
                <a:cxn ang="0">
                  <a:pos x="csX2391" y="csY2391"/>
                </a:cxn>
                <a:cxn ang="0">
                  <a:pos x="csX2392" y="csY2392"/>
                </a:cxn>
                <a:cxn ang="0">
                  <a:pos x="csX2393" y="csY2393"/>
                </a:cxn>
                <a:cxn ang="0">
                  <a:pos x="csX2394" y="csY2394"/>
                </a:cxn>
                <a:cxn ang="0">
                  <a:pos x="csX2395" y="csY2395"/>
                </a:cxn>
                <a:cxn ang="0">
                  <a:pos x="csX2396" y="csY2396"/>
                </a:cxn>
                <a:cxn ang="0">
                  <a:pos x="csX2397" y="csY2397"/>
                </a:cxn>
                <a:cxn ang="0">
                  <a:pos x="csX2398" y="csY2398"/>
                </a:cxn>
                <a:cxn ang="0">
                  <a:pos x="csX2399" y="csY2399"/>
                </a:cxn>
                <a:cxn ang="0">
                  <a:pos x="csX2400" y="csY2400"/>
                </a:cxn>
                <a:cxn ang="0">
                  <a:pos x="csX2401" y="csY2401"/>
                </a:cxn>
                <a:cxn ang="0">
                  <a:pos x="csX2402" y="csY2402"/>
                </a:cxn>
                <a:cxn ang="0">
                  <a:pos x="csX2403" y="csY2403"/>
                </a:cxn>
                <a:cxn ang="0">
                  <a:pos x="csX2404" y="csY2404"/>
                </a:cxn>
                <a:cxn ang="0">
                  <a:pos x="csX2405" y="csY2405"/>
                </a:cxn>
                <a:cxn ang="0">
                  <a:pos x="csX2406" y="csY2406"/>
                </a:cxn>
                <a:cxn ang="0">
                  <a:pos x="csX2407" y="csY2407"/>
                </a:cxn>
                <a:cxn ang="0">
                  <a:pos x="csX2408" y="csY2408"/>
                </a:cxn>
                <a:cxn ang="0">
                  <a:pos x="csX2409" y="csY2409"/>
                </a:cxn>
                <a:cxn ang="0">
                  <a:pos x="csX2410" y="csY2410"/>
                </a:cxn>
                <a:cxn ang="0">
                  <a:pos x="csX2411" y="csY2411"/>
                </a:cxn>
                <a:cxn ang="0">
                  <a:pos x="csX2412" y="csY2412"/>
                </a:cxn>
                <a:cxn ang="0">
                  <a:pos x="csX2413" y="csY2413"/>
                </a:cxn>
                <a:cxn ang="0">
                  <a:pos x="csX2414" y="csY2414"/>
                </a:cxn>
                <a:cxn ang="0">
                  <a:pos x="csX2415" y="csY2415"/>
                </a:cxn>
                <a:cxn ang="0">
                  <a:pos x="csX2416" y="csY2416"/>
                </a:cxn>
                <a:cxn ang="0">
                  <a:pos x="csX2417" y="csY2417"/>
                </a:cxn>
                <a:cxn ang="0">
                  <a:pos x="csX2418" y="csY2418"/>
                </a:cxn>
                <a:cxn ang="0">
                  <a:pos x="csX2419" y="csY2419"/>
                </a:cxn>
                <a:cxn ang="0">
                  <a:pos x="csX2420" y="csY2420"/>
                </a:cxn>
                <a:cxn ang="0">
                  <a:pos x="csX2421" y="csY2421"/>
                </a:cxn>
                <a:cxn ang="0">
                  <a:pos x="csX2422" y="csY2422"/>
                </a:cxn>
                <a:cxn ang="0">
                  <a:pos x="csX2423" y="csY2423"/>
                </a:cxn>
                <a:cxn ang="0">
                  <a:pos x="csX2424" y="csY2424"/>
                </a:cxn>
                <a:cxn ang="0">
                  <a:pos x="csX2425" y="csY2425"/>
                </a:cxn>
                <a:cxn ang="0">
                  <a:pos x="csX2426" y="csY2426"/>
                </a:cxn>
                <a:cxn ang="0">
                  <a:pos x="csX2427" y="csY2427"/>
                </a:cxn>
                <a:cxn ang="0">
                  <a:pos x="csX2428" y="csY2428"/>
                </a:cxn>
                <a:cxn ang="0">
                  <a:pos x="csX2429" y="csY2429"/>
                </a:cxn>
                <a:cxn ang="0">
                  <a:pos x="csX2430" y="csY2430"/>
                </a:cxn>
                <a:cxn ang="0">
                  <a:pos x="csX2431" y="csY2431"/>
                </a:cxn>
                <a:cxn ang="0">
                  <a:pos x="csX2432" y="csY2432"/>
                </a:cxn>
                <a:cxn ang="0">
                  <a:pos x="csX2433" y="csY2433"/>
                </a:cxn>
                <a:cxn ang="0">
                  <a:pos x="csX2434" y="csY2434"/>
                </a:cxn>
                <a:cxn ang="0">
                  <a:pos x="csX2435" y="csY2435"/>
                </a:cxn>
                <a:cxn ang="0">
                  <a:pos x="csX2436" y="csY2436"/>
                </a:cxn>
                <a:cxn ang="0">
                  <a:pos x="csX2437" y="csY2437"/>
                </a:cxn>
                <a:cxn ang="0">
                  <a:pos x="csX2438" y="csY2438"/>
                </a:cxn>
                <a:cxn ang="0">
                  <a:pos x="csX2439" y="csY2439"/>
                </a:cxn>
                <a:cxn ang="0">
                  <a:pos x="csX2440" y="csY2440"/>
                </a:cxn>
                <a:cxn ang="0">
                  <a:pos x="csX2441" y="csY2441"/>
                </a:cxn>
                <a:cxn ang="0">
                  <a:pos x="csX2442" y="csY2442"/>
                </a:cxn>
                <a:cxn ang="0">
                  <a:pos x="csX2443" y="csY2443"/>
                </a:cxn>
                <a:cxn ang="0">
                  <a:pos x="csX2444" y="csY2444"/>
                </a:cxn>
                <a:cxn ang="0">
                  <a:pos x="csX2445" y="csY2445"/>
                </a:cxn>
                <a:cxn ang="0">
                  <a:pos x="csX2446" y="csY2446"/>
                </a:cxn>
                <a:cxn ang="0">
                  <a:pos x="csX2447" y="csY2447"/>
                </a:cxn>
                <a:cxn ang="0">
                  <a:pos x="csX2448" y="csY2448"/>
                </a:cxn>
                <a:cxn ang="0">
                  <a:pos x="csX2449" y="csY2449"/>
                </a:cxn>
                <a:cxn ang="0">
                  <a:pos x="csX2450" y="csY2450"/>
                </a:cxn>
                <a:cxn ang="0">
                  <a:pos x="csX2451" y="csY2451"/>
                </a:cxn>
                <a:cxn ang="0">
                  <a:pos x="csX2452" y="csY2452"/>
                </a:cxn>
                <a:cxn ang="0">
                  <a:pos x="csX2453" y="csY2453"/>
                </a:cxn>
                <a:cxn ang="0">
                  <a:pos x="csX2454" y="csY2454"/>
                </a:cxn>
                <a:cxn ang="0">
                  <a:pos x="csX2455" y="csY2455"/>
                </a:cxn>
                <a:cxn ang="0">
                  <a:pos x="csX2456" y="csY2456"/>
                </a:cxn>
                <a:cxn ang="0">
                  <a:pos x="csX2457" y="csY2457"/>
                </a:cxn>
                <a:cxn ang="0">
                  <a:pos x="csX2458" y="csY2458"/>
                </a:cxn>
                <a:cxn ang="0">
                  <a:pos x="csX2459" y="csY2459"/>
                </a:cxn>
                <a:cxn ang="0">
                  <a:pos x="csX2460" y="csY2460"/>
                </a:cxn>
                <a:cxn ang="0">
                  <a:pos x="csX2461" y="csY2461"/>
                </a:cxn>
                <a:cxn ang="0">
                  <a:pos x="csX2462" y="csY2462"/>
                </a:cxn>
                <a:cxn ang="0">
                  <a:pos x="csX2463" y="csY2463"/>
                </a:cxn>
                <a:cxn ang="0">
                  <a:pos x="csX2464" y="csY2464"/>
                </a:cxn>
                <a:cxn ang="0">
                  <a:pos x="csX2465" y="csY2465"/>
                </a:cxn>
                <a:cxn ang="0">
                  <a:pos x="csX2466" y="csY2466"/>
                </a:cxn>
                <a:cxn ang="0">
                  <a:pos x="csX2467" y="csY2467"/>
                </a:cxn>
                <a:cxn ang="0">
                  <a:pos x="csX2468" y="csY2468"/>
                </a:cxn>
                <a:cxn ang="0">
                  <a:pos x="csX2469" y="csY2469"/>
                </a:cxn>
                <a:cxn ang="0">
                  <a:pos x="csX2470" y="csY2470"/>
                </a:cxn>
                <a:cxn ang="0">
                  <a:pos x="csX2471" y="csY2471"/>
                </a:cxn>
                <a:cxn ang="0">
                  <a:pos x="csX2472" y="csY2472"/>
                </a:cxn>
                <a:cxn ang="0">
                  <a:pos x="csX2473" y="csY2473"/>
                </a:cxn>
                <a:cxn ang="0">
                  <a:pos x="csX2474" y="csY2474"/>
                </a:cxn>
                <a:cxn ang="0">
                  <a:pos x="csX2475" y="csY2475"/>
                </a:cxn>
                <a:cxn ang="0">
                  <a:pos x="csX2476" y="csY2476"/>
                </a:cxn>
                <a:cxn ang="0">
                  <a:pos x="csX2477" y="csY2477"/>
                </a:cxn>
                <a:cxn ang="0">
                  <a:pos x="csX2478" y="csY2478"/>
                </a:cxn>
                <a:cxn ang="0">
                  <a:pos x="csX2479" y="csY2479"/>
                </a:cxn>
                <a:cxn ang="0">
                  <a:pos x="csX2480" y="csY2480"/>
                </a:cxn>
                <a:cxn ang="0">
                  <a:pos x="csX2481" y="csY2481"/>
                </a:cxn>
                <a:cxn ang="0">
                  <a:pos x="csX2482" y="csY2482"/>
                </a:cxn>
                <a:cxn ang="0">
                  <a:pos x="csX2483" y="csY2483"/>
                </a:cxn>
                <a:cxn ang="0">
                  <a:pos x="csX2484" y="csY2484"/>
                </a:cxn>
                <a:cxn ang="0">
                  <a:pos x="csX2485" y="csY2485"/>
                </a:cxn>
                <a:cxn ang="0">
                  <a:pos x="csX2486" y="csY2486"/>
                </a:cxn>
                <a:cxn ang="0">
                  <a:pos x="csX2487" y="csY2487"/>
                </a:cxn>
                <a:cxn ang="0">
                  <a:pos x="csX2488" y="csY2488"/>
                </a:cxn>
                <a:cxn ang="0">
                  <a:pos x="csX2489" y="csY2489"/>
                </a:cxn>
                <a:cxn ang="0">
                  <a:pos x="csX2490" y="csY2490"/>
                </a:cxn>
                <a:cxn ang="0">
                  <a:pos x="csX2491" y="csY2491"/>
                </a:cxn>
                <a:cxn ang="0">
                  <a:pos x="csX2492" y="csY2492"/>
                </a:cxn>
                <a:cxn ang="0">
                  <a:pos x="csX2493" y="csY2493"/>
                </a:cxn>
                <a:cxn ang="0">
                  <a:pos x="csX2494" y="csY2494"/>
                </a:cxn>
                <a:cxn ang="0">
                  <a:pos x="csX2495" y="csY2495"/>
                </a:cxn>
                <a:cxn ang="0">
                  <a:pos x="csX2496" y="csY2496"/>
                </a:cxn>
                <a:cxn ang="0">
                  <a:pos x="csX2497" y="csY2497"/>
                </a:cxn>
                <a:cxn ang="0">
                  <a:pos x="csX2498" y="csY2498"/>
                </a:cxn>
                <a:cxn ang="0">
                  <a:pos x="csX2499" y="csY2499"/>
                </a:cxn>
                <a:cxn ang="0">
                  <a:pos x="csX2500" y="csY2500"/>
                </a:cxn>
                <a:cxn ang="0">
                  <a:pos x="csX2501" y="csY2501"/>
                </a:cxn>
                <a:cxn ang="0">
                  <a:pos x="csX2502" y="csY2502"/>
                </a:cxn>
                <a:cxn ang="0">
                  <a:pos x="csX2503" y="csY2503"/>
                </a:cxn>
                <a:cxn ang="0">
                  <a:pos x="csX2504" y="csY2504"/>
                </a:cxn>
                <a:cxn ang="0">
                  <a:pos x="csX2505" y="csY2505"/>
                </a:cxn>
                <a:cxn ang="0">
                  <a:pos x="csX2506" y="csY2506"/>
                </a:cxn>
                <a:cxn ang="0">
                  <a:pos x="csX2507" y="csY2507"/>
                </a:cxn>
                <a:cxn ang="0">
                  <a:pos x="csX2508" y="csY2508"/>
                </a:cxn>
                <a:cxn ang="0">
                  <a:pos x="csX2509" y="csY2509"/>
                </a:cxn>
                <a:cxn ang="0">
                  <a:pos x="csX2510" y="csY2510"/>
                </a:cxn>
                <a:cxn ang="0">
                  <a:pos x="csX2511" y="csY2511"/>
                </a:cxn>
                <a:cxn ang="0">
                  <a:pos x="csX2512" y="csY2512"/>
                </a:cxn>
                <a:cxn ang="0">
                  <a:pos x="csX2513" y="csY2513"/>
                </a:cxn>
                <a:cxn ang="0">
                  <a:pos x="csX2514" y="csY2514"/>
                </a:cxn>
                <a:cxn ang="0">
                  <a:pos x="csX2515" y="csY2515"/>
                </a:cxn>
                <a:cxn ang="0">
                  <a:pos x="csX2516" y="csY2516"/>
                </a:cxn>
                <a:cxn ang="0">
                  <a:pos x="csX2517" y="csY2517"/>
                </a:cxn>
                <a:cxn ang="0">
                  <a:pos x="csX2518" y="csY2518"/>
                </a:cxn>
                <a:cxn ang="0">
                  <a:pos x="csX2519" y="csY2519"/>
                </a:cxn>
                <a:cxn ang="0">
                  <a:pos x="csX2520" y="csY2520"/>
                </a:cxn>
                <a:cxn ang="0">
                  <a:pos x="csX2521" y="csY2521"/>
                </a:cxn>
                <a:cxn ang="0">
                  <a:pos x="csX2522" y="csY2522"/>
                </a:cxn>
                <a:cxn ang="0">
                  <a:pos x="csX2523" y="csY2523"/>
                </a:cxn>
                <a:cxn ang="0">
                  <a:pos x="csX2524" y="csY2524"/>
                </a:cxn>
                <a:cxn ang="0">
                  <a:pos x="csX2525" y="csY2525"/>
                </a:cxn>
                <a:cxn ang="0">
                  <a:pos x="csX2526" y="csY2526"/>
                </a:cxn>
                <a:cxn ang="0">
                  <a:pos x="csX2527" y="csY2527"/>
                </a:cxn>
                <a:cxn ang="0">
                  <a:pos x="csX2528" y="csY2528"/>
                </a:cxn>
                <a:cxn ang="0">
                  <a:pos x="csX2529" y="csY2529"/>
                </a:cxn>
                <a:cxn ang="0">
                  <a:pos x="csX2530" y="csY2530"/>
                </a:cxn>
                <a:cxn ang="0">
                  <a:pos x="csX2531" y="csY2531"/>
                </a:cxn>
                <a:cxn ang="0">
                  <a:pos x="csX2532" y="csY2532"/>
                </a:cxn>
                <a:cxn ang="0">
                  <a:pos x="csX2533" y="csY2533"/>
                </a:cxn>
                <a:cxn ang="0">
                  <a:pos x="csX2534" y="csY2534"/>
                </a:cxn>
                <a:cxn ang="0">
                  <a:pos x="csX2535" y="csY2535"/>
                </a:cxn>
                <a:cxn ang="0">
                  <a:pos x="csX2536" y="csY2536"/>
                </a:cxn>
                <a:cxn ang="0">
                  <a:pos x="csX2537" y="csY2537"/>
                </a:cxn>
                <a:cxn ang="0">
                  <a:pos x="csX2538" y="csY2538"/>
                </a:cxn>
                <a:cxn ang="0">
                  <a:pos x="csX2539" y="csY2539"/>
                </a:cxn>
                <a:cxn ang="0">
                  <a:pos x="csX2540" y="csY2540"/>
                </a:cxn>
                <a:cxn ang="0">
                  <a:pos x="csX2541" y="csY2541"/>
                </a:cxn>
                <a:cxn ang="0">
                  <a:pos x="csX2542" y="csY2542"/>
                </a:cxn>
                <a:cxn ang="0">
                  <a:pos x="csX2543" y="csY2543"/>
                </a:cxn>
                <a:cxn ang="0">
                  <a:pos x="csX2544" y="csY2544"/>
                </a:cxn>
                <a:cxn ang="0">
                  <a:pos x="csX2545" y="csY2545"/>
                </a:cxn>
                <a:cxn ang="0">
                  <a:pos x="csX2546" y="csY2546"/>
                </a:cxn>
                <a:cxn ang="0">
                  <a:pos x="csX2547" y="csY2547"/>
                </a:cxn>
                <a:cxn ang="0">
                  <a:pos x="csX2548" y="csY2548"/>
                </a:cxn>
                <a:cxn ang="0">
                  <a:pos x="csX2549" y="csY2549"/>
                </a:cxn>
                <a:cxn ang="0">
                  <a:pos x="csX2550" y="csY2550"/>
                </a:cxn>
                <a:cxn ang="0">
                  <a:pos x="csX2551" y="csY2551"/>
                </a:cxn>
                <a:cxn ang="0">
                  <a:pos x="csX2552" y="csY2552"/>
                </a:cxn>
                <a:cxn ang="0">
                  <a:pos x="csX2553" y="csY2553"/>
                </a:cxn>
                <a:cxn ang="0">
                  <a:pos x="csX2554" y="csY2554"/>
                </a:cxn>
                <a:cxn ang="0">
                  <a:pos x="csX2555" y="csY2555"/>
                </a:cxn>
                <a:cxn ang="0">
                  <a:pos x="csX2556" y="csY2556"/>
                </a:cxn>
                <a:cxn ang="0">
                  <a:pos x="csX2557" y="csY2557"/>
                </a:cxn>
                <a:cxn ang="0">
                  <a:pos x="csX2558" y="csY2558"/>
                </a:cxn>
                <a:cxn ang="0">
                  <a:pos x="csX2559" y="csY2559"/>
                </a:cxn>
                <a:cxn ang="0">
                  <a:pos x="csX2560" y="csY2560"/>
                </a:cxn>
                <a:cxn ang="0">
                  <a:pos x="csX2561" y="csY2561"/>
                </a:cxn>
                <a:cxn ang="0">
                  <a:pos x="csX2562" y="csY2562"/>
                </a:cxn>
                <a:cxn ang="0">
                  <a:pos x="csX2563" y="csY2563"/>
                </a:cxn>
                <a:cxn ang="0">
                  <a:pos x="csX2564" y="csY2564"/>
                </a:cxn>
                <a:cxn ang="0">
                  <a:pos x="csX2565" y="csY2565"/>
                </a:cxn>
                <a:cxn ang="0">
                  <a:pos x="csX2566" y="csY2566"/>
                </a:cxn>
                <a:cxn ang="0">
                  <a:pos x="csX2567" y="csY2567"/>
                </a:cxn>
                <a:cxn ang="0">
                  <a:pos x="csX2568" y="csY2568"/>
                </a:cxn>
                <a:cxn ang="0">
                  <a:pos x="csX2569" y="csY2569"/>
                </a:cxn>
                <a:cxn ang="0">
                  <a:pos x="csX2570" y="csY2570"/>
                </a:cxn>
                <a:cxn ang="0">
                  <a:pos x="csX2571" y="csY2571"/>
                </a:cxn>
                <a:cxn ang="0">
                  <a:pos x="csX2572" y="csY2572"/>
                </a:cxn>
                <a:cxn ang="0">
                  <a:pos x="csX2573" y="csY2573"/>
                </a:cxn>
                <a:cxn ang="0">
                  <a:pos x="csX2574" y="csY2574"/>
                </a:cxn>
                <a:cxn ang="0">
                  <a:pos x="csX2575" y="csY2575"/>
                </a:cxn>
                <a:cxn ang="0">
                  <a:pos x="csX2576" y="csY2576"/>
                </a:cxn>
                <a:cxn ang="0">
                  <a:pos x="csX2577" y="csY2577"/>
                </a:cxn>
                <a:cxn ang="0">
                  <a:pos x="csX2578" y="csY2578"/>
                </a:cxn>
                <a:cxn ang="0">
                  <a:pos x="csX2579" y="csY2579"/>
                </a:cxn>
                <a:cxn ang="0">
                  <a:pos x="csX2580" y="csY2580"/>
                </a:cxn>
                <a:cxn ang="0">
                  <a:pos x="csX2581" y="csY2581"/>
                </a:cxn>
                <a:cxn ang="0">
                  <a:pos x="csX2582" y="csY2582"/>
                </a:cxn>
                <a:cxn ang="0">
                  <a:pos x="csX2583" y="csY2583"/>
                </a:cxn>
                <a:cxn ang="0">
                  <a:pos x="csX2584" y="csY2584"/>
                </a:cxn>
                <a:cxn ang="0">
                  <a:pos x="csX2585" y="csY2585"/>
                </a:cxn>
                <a:cxn ang="0">
                  <a:pos x="csX2586" y="csY2586"/>
                </a:cxn>
                <a:cxn ang="0">
                  <a:pos x="csX2587" y="csY2587"/>
                </a:cxn>
                <a:cxn ang="0">
                  <a:pos x="csX2588" y="csY2588"/>
                </a:cxn>
                <a:cxn ang="0">
                  <a:pos x="csX2589" y="csY2589"/>
                </a:cxn>
                <a:cxn ang="0">
                  <a:pos x="csX2590" y="csY2590"/>
                </a:cxn>
                <a:cxn ang="0">
                  <a:pos x="csX2591" y="csY2591"/>
                </a:cxn>
                <a:cxn ang="0">
                  <a:pos x="csX2592" y="csY2592"/>
                </a:cxn>
                <a:cxn ang="0">
                  <a:pos x="csX2593" y="csY2593"/>
                </a:cxn>
                <a:cxn ang="0">
                  <a:pos x="csX2594" y="csY2594"/>
                </a:cxn>
                <a:cxn ang="0">
                  <a:pos x="csX2595" y="csY2595"/>
                </a:cxn>
                <a:cxn ang="0">
                  <a:pos x="csX2596" y="csY2596"/>
                </a:cxn>
                <a:cxn ang="0">
                  <a:pos x="csX2597" y="csY2597"/>
                </a:cxn>
                <a:cxn ang="0">
                  <a:pos x="csX2598" y="csY2598"/>
                </a:cxn>
                <a:cxn ang="0">
                  <a:pos x="csX2599" y="csY2599"/>
                </a:cxn>
                <a:cxn ang="0">
                  <a:pos x="csX2600" y="csY2600"/>
                </a:cxn>
                <a:cxn ang="0">
                  <a:pos x="csX2601" y="csY2601"/>
                </a:cxn>
                <a:cxn ang="0">
                  <a:pos x="csX2602" y="csY2602"/>
                </a:cxn>
                <a:cxn ang="0">
                  <a:pos x="csX2603" y="csY2603"/>
                </a:cxn>
                <a:cxn ang="0">
                  <a:pos x="csX2604" y="csY2604"/>
                </a:cxn>
                <a:cxn ang="0">
                  <a:pos x="csX2605" y="csY2605"/>
                </a:cxn>
                <a:cxn ang="0">
                  <a:pos x="csX2606" y="csY2606"/>
                </a:cxn>
                <a:cxn ang="0">
                  <a:pos x="csX2607" y="csY2607"/>
                </a:cxn>
                <a:cxn ang="0">
                  <a:pos x="csX2608" y="csY2608"/>
                </a:cxn>
                <a:cxn ang="0">
                  <a:pos x="csX2609" y="csY2609"/>
                </a:cxn>
                <a:cxn ang="0">
                  <a:pos x="csX2610" y="csY2610"/>
                </a:cxn>
                <a:cxn ang="0">
                  <a:pos x="csX2611" y="csY2611"/>
                </a:cxn>
                <a:cxn ang="0">
                  <a:pos x="csX2612" y="csY2612"/>
                </a:cxn>
                <a:cxn ang="0">
                  <a:pos x="csX2613" y="csY2613"/>
                </a:cxn>
                <a:cxn ang="0">
                  <a:pos x="csX2614" y="csY2614"/>
                </a:cxn>
                <a:cxn ang="0">
                  <a:pos x="csX2615" y="csY2615"/>
                </a:cxn>
                <a:cxn ang="0">
                  <a:pos x="csX2616" y="csY2616"/>
                </a:cxn>
                <a:cxn ang="0">
                  <a:pos x="csX2617" y="csY2617"/>
                </a:cxn>
                <a:cxn ang="0">
                  <a:pos x="csX2618" y="csY2618"/>
                </a:cxn>
                <a:cxn ang="0">
                  <a:pos x="csX2619" y="csY2619"/>
                </a:cxn>
                <a:cxn ang="0">
                  <a:pos x="csX2620" y="csY2620"/>
                </a:cxn>
                <a:cxn ang="0">
                  <a:pos x="csX2621" y="csY2621"/>
                </a:cxn>
                <a:cxn ang="0">
                  <a:pos x="csX2622" y="csY2622"/>
                </a:cxn>
                <a:cxn ang="0">
                  <a:pos x="csX2623" y="csY2623"/>
                </a:cxn>
                <a:cxn ang="0">
                  <a:pos x="csX2624" y="csY2624"/>
                </a:cxn>
                <a:cxn ang="0">
                  <a:pos x="csX2625" y="csY2625"/>
                </a:cxn>
                <a:cxn ang="0">
                  <a:pos x="csX2626" y="csY2626"/>
                </a:cxn>
                <a:cxn ang="0">
                  <a:pos x="csX2627" y="csY2627"/>
                </a:cxn>
                <a:cxn ang="0">
                  <a:pos x="csX2628" y="csY2628"/>
                </a:cxn>
                <a:cxn ang="0">
                  <a:pos x="csX2629" y="csY2629"/>
                </a:cxn>
                <a:cxn ang="0">
                  <a:pos x="csX2630" y="csY2630"/>
                </a:cxn>
                <a:cxn ang="0">
                  <a:pos x="csX2631" y="csY2631"/>
                </a:cxn>
                <a:cxn ang="0">
                  <a:pos x="csX2632" y="csY2632"/>
                </a:cxn>
                <a:cxn ang="0">
                  <a:pos x="csX2633" y="csY2633"/>
                </a:cxn>
                <a:cxn ang="0">
                  <a:pos x="csX2634" y="csY2634"/>
                </a:cxn>
                <a:cxn ang="0">
                  <a:pos x="csX2635" y="csY2635"/>
                </a:cxn>
                <a:cxn ang="0">
                  <a:pos x="csX2636" y="csY2636"/>
                </a:cxn>
                <a:cxn ang="0">
                  <a:pos x="csX2637" y="csY2637"/>
                </a:cxn>
                <a:cxn ang="0">
                  <a:pos x="csX2638" y="csY2638"/>
                </a:cxn>
                <a:cxn ang="0">
                  <a:pos x="csX2639" y="csY2639"/>
                </a:cxn>
                <a:cxn ang="0">
                  <a:pos x="csX2640" y="csY2640"/>
                </a:cxn>
                <a:cxn ang="0">
                  <a:pos x="csX2641" y="csY2641"/>
                </a:cxn>
                <a:cxn ang="0">
                  <a:pos x="csX2642" y="csY2642"/>
                </a:cxn>
                <a:cxn ang="0">
                  <a:pos x="csX2643" y="csY2643"/>
                </a:cxn>
                <a:cxn ang="0">
                  <a:pos x="csX2644" y="csY2644"/>
                </a:cxn>
                <a:cxn ang="0">
                  <a:pos x="csX2645" y="csY2645"/>
                </a:cxn>
                <a:cxn ang="0">
                  <a:pos x="csX2646" y="csY2646"/>
                </a:cxn>
                <a:cxn ang="0">
                  <a:pos x="csX2647" y="csY2647"/>
                </a:cxn>
                <a:cxn ang="0">
                  <a:pos x="csX2648" y="csY2648"/>
                </a:cxn>
                <a:cxn ang="0">
                  <a:pos x="csX2649" y="csY2649"/>
                </a:cxn>
                <a:cxn ang="0">
                  <a:pos x="csX2650" y="csY2650"/>
                </a:cxn>
                <a:cxn ang="0">
                  <a:pos x="csX2651" y="csY2651"/>
                </a:cxn>
                <a:cxn ang="0">
                  <a:pos x="csX2652" y="csY2652"/>
                </a:cxn>
                <a:cxn ang="0">
                  <a:pos x="csX2653" y="csY2653"/>
                </a:cxn>
                <a:cxn ang="0">
                  <a:pos x="csX2654" y="csY2654"/>
                </a:cxn>
                <a:cxn ang="0">
                  <a:pos x="csX2655" y="csY2655"/>
                </a:cxn>
                <a:cxn ang="0">
                  <a:pos x="csX2656" y="csY2656"/>
                </a:cxn>
                <a:cxn ang="0">
                  <a:pos x="csX2657" y="csY2657"/>
                </a:cxn>
                <a:cxn ang="0">
                  <a:pos x="csX2658" y="csY2658"/>
                </a:cxn>
                <a:cxn ang="0">
                  <a:pos x="csX2659" y="csY2659"/>
                </a:cxn>
                <a:cxn ang="0">
                  <a:pos x="csX2660" y="csY2660"/>
                </a:cxn>
                <a:cxn ang="0">
                  <a:pos x="csX2661" y="csY2661"/>
                </a:cxn>
                <a:cxn ang="0">
                  <a:pos x="csX2662" y="csY2662"/>
                </a:cxn>
                <a:cxn ang="0">
                  <a:pos x="csX2663" y="csY2663"/>
                </a:cxn>
                <a:cxn ang="0">
                  <a:pos x="csX2664" y="csY2664"/>
                </a:cxn>
                <a:cxn ang="0">
                  <a:pos x="csX2665" y="csY2665"/>
                </a:cxn>
                <a:cxn ang="0">
                  <a:pos x="csX2666" y="csY2666"/>
                </a:cxn>
                <a:cxn ang="0">
                  <a:pos x="csX2667" y="csY2667"/>
                </a:cxn>
                <a:cxn ang="0">
                  <a:pos x="csX2668" y="csY2668"/>
                </a:cxn>
                <a:cxn ang="0">
                  <a:pos x="csX2669" y="csY2669"/>
                </a:cxn>
                <a:cxn ang="0">
                  <a:pos x="csX2670" y="csY2670"/>
                </a:cxn>
                <a:cxn ang="0">
                  <a:pos x="csX2671" y="csY2671"/>
                </a:cxn>
                <a:cxn ang="0">
                  <a:pos x="csX2672" y="csY2672"/>
                </a:cxn>
                <a:cxn ang="0">
                  <a:pos x="csX2673" y="csY2673"/>
                </a:cxn>
                <a:cxn ang="0">
                  <a:pos x="csX2674" y="csY2674"/>
                </a:cxn>
                <a:cxn ang="0">
                  <a:pos x="csX2675" y="csY2675"/>
                </a:cxn>
                <a:cxn ang="0">
                  <a:pos x="csX2676" y="csY2676"/>
                </a:cxn>
                <a:cxn ang="0">
                  <a:pos x="csX2677" y="csY2677"/>
                </a:cxn>
                <a:cxn ang="0">
                  <a:pos x="csX2678" y="csY2678"/>
                </a:cxn>
                <a:cxn ang="0">
                  <a:pos x="csX2679" y="csY2679"/>
                </a:cxn>
                <a:cxn ang="0">
                  <a:pos x="csX2680" y="csY2680"/>
                </a:cxn>
                <a:cxn ang="0">
                  <a:pos x="csX2681" y="csY2681"/>
                </a:cxn>
                <a:cxn ang="0">
                  <a:pos x="csX2682" y="csY2682"/>
                </a:cxn>
                <a:cxn ang="0">
                  <a:pos x="csX2683" y="csY2683"/>
                </a:cxn>
                <a:cxn ang="0">
                  <a:pos x="csX2684" y="csY2684"/>
                </a:cxn>
                <a:cxn ang="0">
                  <a:pos x="csX2685" y="csY2685"/>
                </a:cxn>
                <a:cxn ang="0">
                  <a:pos x="csX2686" y="csY2686"/>
                </a:cxn>
                <a:cxn ang="0">
                  <a:pos x="csX2687" y="csY2687"/>
                </a:cxn>
                <a:cxn ang="0">
                  <a:pos x="csX2688" y="csY2688"/>
                </a:cxn>
                <a:cxn ang="0">
                  <a:pos x="csX2689" y="csY2689"/>
                </a:cxn>
                <a:cxn ang="0">
                  <a:pos x="csX2690" y="csY2690"/>
                </a:cxn>
                <a:cxn ang="0">
                  <a:pos x="csX2691" y="csY2691"/>
                </a:cxn>
                <a:cxn ang="0">
                  <a:pos x="csX2692" y="csY2692"/>
                </a:cxn>
                <a:cxn ang="0">
                  <a:pos x="csX2693" y="csY2693"/>
                </a:cxn>
                <a:cxn ang="0">
                  <a:pos x="csX2694" y="csY2694"/>
                </a:cxn>
                <a:cxn ang="0">
                  <a:pos x="csX2695" y="csY2695"/>
                </a:cxn>
                <a:cxn ang="0">
                  <a:pos x="csX2696" y="csY2696"/>
                </a:cxn>
                <a:cxn ang="0">
                  <a:pos x="csX2697" y="csY2697"/>
                </a:cxn>
                <a:cxn ang="0">
                  <a:pos x="csX2698" y="csY2698"/>
                </a:cxn>
                <a:cxn ang="0">
                  <a:pos x="csX2699" y="csY2699"/>
                </a:cxn>
                <a:cxn ang="0">
                  <a:pos x="csX2700" y="csY2700"/>
                </a:cxn>
                <a:cxn ang="0">
                  <a:pos x="csX2701" y="csY2701"/>
                </a:cxn>
                <a:cxn ang="0">
                  <a:pos x="csX2702" y="csY2702"/>
                </a:cxn>
                <a:cxn ang="0">
                  <a:pos x="csX2703" y="csY2703"/>
                </a:cxn>
                <a:cxn ang="0">
                  <a:pos x="csX2704" y="csY2704"/>
                </a:cxn>
                <a:cxn ang="0">
                  <a:pos x="csX2705" y="csY2705"/>
                </a:cxn>
                <a:cxn ang="0">
                  <a:pos x="csX2706" y="csY2706"/>
                </a:cxn>
                <a:cxn ang="0">
                  <a:pos x="csX2707" y="csY2707"/>
                </a:cxn>
                <a:cxn ang="0">
                  <a:pos x="csX2708" y="csY2708"/>
                </a:cxn>
                <a:cxn ang="0">
                  <a:pos x="csX2709" y="csY2709"/>
                </a:cxn>
                <a:cxn ang="0">
                  <a:pos x="csX2710" y="csY2710"/>
                </a:cxn>
                <a:cxn ang="0">
                  <a:pos x="csX2711" y="csY2711"/>
                </a:cxn>
                <a:cxn ang="0">
                  <a:pos x="csX2712" y="csY2712"/>
                </a:cxn>
                <a:cxn ang="0">
                  <a:pos x="csX2713" y="csY2713"/>
                </a:cxn>
                <a:cxn ang="0">
                  <a:pos x="csX2714" y="csY2714"/>
                </a:cxn>
                <a:cxn ang="0">
                  <a:pos x="csX2715" y="csY2715"/>
                </a:cxn>
                <a:cxn ang="0">
                  <a:pos x="csX2716" y="csY2716"/>
                </a:cxn>
                <a:cxn ang="0">
                  <a:pos x="csX2717" y="csY2717"/>
                </a:cxn>
                <a:cxn ang="0">
                  <a:pos x="csX2718" y="csY2718"/>
                </a:cxn>
                <a:cxn ang="0">
                  <a:pos x="csX2719" y="csY2719"/>
                </a:cxn>
                <a:cxn ang="0">
                  <a:pos x="csX2720" y="csY2720"/>
                </a:cxn>
                <a:cxn ang="0">
                  <a:pos x="csX2721" y="csY2721"/>
                </a:cxn>
                <a:cxn ang="0">
                  <a:pos x="csX2722" y="csY2722"/>
                </a:cxn>
                <a:cxn ang="0">
                  <a:pos x="csX2723" y="csY2723"/>
                </a:cxn>
                <a:cxn ang="0">
                  <a:pos x="csX2724" y="csY2724"/>
                </a:cxn>
                <a:cxn ang="0">
                  <a:pos x="csX2725" y="csY2725"/>
                </a:cxn>
                <a:cxn ang="0">
                  <a:pos x="csX2726" y="csY2726"/>
                </a:cxn>
                <a:cxn ang="0">
                  <a:pos x="csX2727" y="csY2727"/>
                </a:cxn>
                <a:cxn ang="0">
                  <a:pos x="csX2728" y="csY2728"/>
                </a:cxn>
                <a:cxn ang="0">
                  <a:pos x="csX2729" y="csY2729"/>
                </a:cxn>
                <a:cxn ang="0">
                  <a:pos x="csX2730" y="csY2730"/>
                </a:cxn>
                <a:cxn ang="0">
                  <a:pos x="csX2731" y="csY2731"/>
                </a:cxn>
                <a:cxn ang="0">
                  <a:pos x="csX2732" y="csY2732"/>
                </a:cxn>
                <a:cxn ang="0">
                  <a:pos x="csX2733" y="csY2733"/>
                </a:cxn>
                <a:cxn ang="0">
                  <a:pos x="csX2734" y="csY2734"/>
                </a:cxn>
                <a:cxn ang="0">
                  <a:pos x="csX2735" y="csY2735"/>
                </a:cxn>
                <a:cxn ang="0">
                  <a:pos x="csX2736" y="csY2736"/>
                </a:cxn>
                <a:cxn ang="0">
                  <a:pos x="csX2737" y="csY2737"/>
                </a:cxn>
                <a:cxn ang="0">
                  <a:pos x="csX2738" y="csY2738"/>
                </a:cxn>
                <a:cxn ang="0">
                  <a:pos x="csX2739" y="csY2739"/>
                </a:cxn>
                <a:cxn ang="0">
                  <a:pos x="csX2740" y="csY2740"/>
                </a:cxn>
                <a:cxn ang="0">
                  <a:pos x="csX2741" y="csY2741"/>
                </a:cxn>
                <a:cxn ang="0">
                  <a:pos x="csX2742" y="csY2742"/>
                </a:cxn>
                <a:cxn ang="0">
                  <a:pos x="csX2743" y="csY2743"/>
                </a:cxn>
                <a:cxn ang="0">
                  <a:pos x="csX2744" y="csY2744"/>
                </a:cxn>
                <a:cxn ang="0">
                  <a:pos x="csX2745" y="csY2745"/>
                </a:cxn>
                <a:cxn ang="0">
                  <a:pos x="csX2746" y="csY2746"/>
                </a:cxn>
                <a:cxn ang="0">
                  <a:pos x="csX2747" y="csY2747"/>
                </a:cxn>
                <a:cxn ang="0">
                  <a:pos x="csX2748" y="csY2748"/>
                </a:cxn>
                <a:cxn ang="0">
                  <a:pos x="csX2749" y="csY2749"/>
                </a:cxn>
                <a:cxn ang="0">
                  <a:pos x="csX2750" y="csY2750"/>
                </a:cxn>
                <a:cxn ang="0">
                  <a:pos x="csX2751" y="csY2751"/>
                </a:cxn>
                <a:cxn ang="0">
                  <a:pos x="csX2752" y="csY2752"/>
                </a:cxn>
                <a:cxn ang="0">
                  <a:pos x="csX2753" y="csY2753"/>
                </a:cxn>
                <a:cxn ang="0">
                  <a:pos x="csX2754" y="csY2754"/>
                </a:cxn>
                <a:cxn ang="0">
                  <a:pos x="csX2755" y="csY2755"/>
                </a:cxn>
                <a:cxn ang="0">
                  <a:pos x="csX2756" y="csY2756"/>
                </a:cxn>
                <a:cxn ang="0">
                  <a:pos x="csX2757" y="csY2757"/>
                </a:cxn>
                <a:cxn ang="0">
                  <a:pos x="csX2758" y="csY2758"/>
                </a:cxn>
                <a:cxn ang="0">
                  <a:pos x="csX2759" y="csY2759"/>
                </a:cxn>
                <a:cxn ang="0">
                  <a:pos x="csX2760" y="csY2760"/>
                </a:cxn>
                <a:cxn ang="0">
                  <a:pos x="csX2761" y="csY2761"/>
                </a:cxn>
                <a:cxn ang="0">
                  <a:pos x="csX2762" y="csY2762"/>
                </a:cxn>
                <a:cxn ang="0">
                  <a:pos x="csX2763" y="csY2763"/>
                </a:cxn>
                <a:cxn ang="0">
                  <a:pos x="csX2764" y="csY2764"/>
                </a:cxn>
                <a:cxn ang="0">
                  <a:pos x="csX2765" y="csY2765"/>
                </a:cxn>
                <a:cxn ang="0">
                  <a:pos x="csX2766" y="csY2766"/>
                </a:cxn>
                <a:cxn ang="0">
                  <a:pos x="csX2767" y="csY2767"/>
                </a:cxn>
                <a:cxn ang="0">
                  <a:pos x="csX2768" y="csY2768"/>
                </a:cxn>
                <a:cxn ang="0">
                  <a:pos x="csX2769" y="csY2769"/>
                </a:cxn>
                <a:cxn ang="0">
                  <a:pos x="csX2770" y="csY2770"/>
                </a:cxn>
                <a:cxn ang="0">
                  <a:pos x="csX2771" y="csY2771"/>
                </a:cxn>
                <a:cxn ang="0">
                  <a:pos x="csX2772" y="csY2772"/>
                </a:cxn>
                <a:cxn ang="0">
                  <a:pos x="csX2773" y="csY2773"/>
                </a:cxn>
                <a:cxn ang="0">
                  <a:pos x="csX2774" y="csY2774"/>
                </a:cxn>
                <a:cxn ang="0">
                  <a:pos x="csX2775" y="csY2775"/>
                </a:cxn>
                <a:cxn ang="0">
                  <a:pos x="csX2776" y="csY2776"/>
                </a:cxn>
                <a:cxn ang="0">
                  <a:pos x="csX2777" y="csY2777"/>
                </a:cxn>
                <a:cxn ang="0">
                  <a:pos x="csX2778" y="csY2778"/>
                </a:cxn>
                <a:cxn ang="0">
                  <a:pos x="csX2779" y="csY2779"/>
                </a:cxn>
                <a:cxn ang="0">
                  <a:pos x="csX2780" y="csY2780"/>
                </a:cxn>
                <a:cxn ang="0">
                  <a:pos x="csX2781" y="csY2781"/>
                </a:cxn>
                <a:cxn ang="0">
                  <a:pos x="csX2782" y="csY2782"/>
                </a:cxn>
                <a:cxn ang="0">
                  <a:pos x="csX2783" y="csY2783"/>
                </a:cxn>
                <a:cxn ang="0">
                  <a:pos x="csX2784" y="csY2784"/>
                </a:cxn>
                <a:cxn ang="0">
                  <a:pos x="csX2785" y="csY2785"/>
                </a:cxn>
                <a:cxn ang="0">
                  <a:pos x="csX2786" y="csY2786"/>
                </a:cxn>
                <a:cxn ang="0">
                  <a:pos x="csX2787" y="csY2787"/>
                </a:cxn>
                <a:cxn ang="0">
                  <a:pos x="csX2788" y="csY2788"/>
                </a:cxn>
                <a:cxn ang="0">
                  <a:pos x="csX2789" y="csY2789"/>
                </a:cxn>
                <a:cxn ang="0">
                  <a:pos x="csX2790" y="csY2790"/>
                </a:cxn>
                <a:cxn ang="0">
                  <a:pos x="csX2791" y="csY2791"/>
                </a:cxn>
                <a:cxn ang="0">
                  <a:pos x="csX2792" y="csY2792"/>
                </a:cxn>
                <a:cxn ang="0">
                  <a:pos x="csX2793" y="csY2793"/>
                </a:cxn>
                <a:cxn ang="0">
                  <a:pos x="csX2794" y="csY2794"/>
                </a:cxn>
                <a:cxn ang="0">
                  <a:pos x="csX2795" y="csY2795"/>
                </a:cxn>
                <a:cxn ang="0">
                  <a:pos x="csX2796" y="csY2796"/>
                </a:cxn>
                <a:cxn ang="0">
                  <a:pos x="csX2797" y="csY2797"/>
                </a:cxn>
                <a:cxn ang="0">
                  <a:pos x="csX2798" y="csY2798"/>
                </a:cxn>
                <a:cxn ang="0">
                  <a:pos x="csX2799" y="csY2799"/>
                </a:cxn>
                <a:cxn ang="0">
                  <a:pos x="csX2800" y="csY2800"/>
                </a:cxn>
                <a:cxn ang="0">
                  <a:pos x="csX2801" y="csY2801"/>
                </a:cxn>
                <a:cxn ang="0">
                  <a:pos x="csX2802" y="csY2802"/>
                </a:cxn>
                <a:cxn ang="0">
                  <a:pos x="csX2803" y="csY2803"/>
                </a:cxn>
                <a:cxn ang="0">
                  <a:pos x="csX2804" y="csY2804"/>
                </a:cxn>
                <a:cxn ang="0">
                  <a:pos x="csX2805" y="csY2805"/>
                </a:cxn>
                <a:cxn ang="0">
                  <a:pos x="csX2806" y="csY2806"/>
                </a:cxn>
                <a:cxn ang="0">
                  <a:pos x="csX2807" y="csY2807"/>
                </a:cxn>
                <a:cxn ang="0">
                  <a:pos x="csX2808" y="csY2808"/>
                </a:cxn>
                <a:cxn ang="0">
                  <a:pos x="csX2809" y="csY2809"/>
                </a:cxn>
                <a:cxn ang="0">
                  <a:pos x="csX2810" y="csY2810"/>
                </a:cxn>
                <a:cxn ang="0">
                  <a:pos x="csX2811" y="csY2811"/>
                </a:cxn>
                <a:cxn ang="0">
                  <a:pos x="csX2812" y="csY2812"/>
                </a:cxn>
                <a:cxn ang="0">
                  <a:pos x="csX2813" y="csY2813"/>
                </a:cxn>
                <a:cxn ang="0">
                  <a:pos x="csX2814" y="csY2814"/>
                </a:cxn>
                <a:cxn ang="0">
                  <a:pos x="csX2815" y="csY2815"/>
                </a:cxn>
                <a:cxn ang="0">
                  <a:pos x="csX2816" y="csY2816"/>
                </a:cxn>
                <a:cxn ang="0">
                  <a:pos x="csX2817" y="csY2817"/>
                </a:cxn>
                <a:cxn ang="0">
                  <a:pos x="csX2818" y="csY2818"/>
                </a:cxn>
                <a:cxn ang="0">
                  <a:pos x="csX2819" y="csY2819"/>
                </a:cxn>
                <a:cxn ang="0">
                  <a:pos x="csX2820" y="csY2820"/>
                </a:cxn>
                <a:cxn ang="0">
                  <a:pos x="csX2821" y="csY2821"/>
                </a:cxn>
                <a:cxn ang="0">
                  <a:pos x="csX2822" y="csY2822"/>
                </a:cxn>
                <a:cxn ang="0">
                  <a:pos x="csX2823" y="csY2823"/>
                </a:cxn>
                <a:cxn ang="0">
                  <a:pos x="csX2824" y="csY2824"/>
                </a:cxn>
                <a:cxn ang="0">
                  <a:pos x="csX2825" y="csY2825"/>
                </a:cxn>
                <a:cxn ang="0">
                  <a:pos x="csX2826" y="csY2826"/>
                </a:cxn>
                <a:cxn ang="0">
                  <a:pos x="csX2827" y="csY2827"/>
                </a:cxn>
                <a:cxn ang="0">
                  <a:pos x="csX2828" y="csY2828"/>
                </a:cxn>
                <a:cxn ang="0">
                  <a:pos x="csX2829" y="csY2829"/>
                </a:cxn>
                <a:cxn ang="0">
                  <a:pos x="csX2830" y="csY2830"/>
                </a:cxn>
                <a:cxn ang="0">
                  <a:pos x="csX2831" y="csY2831"/>
                </a:cxn>
                <a:cxn ang="0">
                  <a:pos x="csX2832" y="csY2832"/>
                </a:cxn>
                <a:cxn ang="0">
                  <a:pos x="csX2833" y="csY2833"/>
                </a:cxn>
                <a:cxn ang="0">
                  <a:pos x="csX2834" y="csY2834"/>
                </a:cxn>
                <a:cxn ang="0">
                  <a:pos x="csX2835" y="csY2835"/>
                </a:cxn>
                <a:cxn ang="0">
                  <a:pos x="csX2836" y="csY2836"/>
                </a:cxn>
                <a:cxn ang="0">
                  <a:pos x="csX2837" y="csY2837"/>
                </a:cxn>
                <a:cxn ang="0">
                  <a:pos x="csX2838" y="csY2838"/>
                </a:cxn>
                <a:cxn ang="0">
                  <a:pos x="csX2839" y="csY2839"/>
                </a:cxn>
                <a:cxn ang="0">
                  <a:pos x="csX2840" y="csY2840"/>
                </a:cxn>
                <a:cxn ang="0">
                  <a:pos x="csX2841" y="csY2841"/>
                </a:cxn>
                <a:cxn ang="0">
                  <a:pos x="csX2842" y="csY2842"/>
                </a:cxn>
                <a:cxn ang="0">
                  <a:pos x="csX2843" y="csY2843"/>
                </a:cxn>
                <a:cxn ang="0">
                  <a:pos x="csX2844" y="csY2844"/>
                </a:cxn>
                <a:cxn ang="0">
                  <a:pos x="csX2845" y="csY2845"/>
                </a:cxn>
                <a:cxn ang="0">
                  <a:pos x="csX2846" y="csY2846"/>
                </a:cxn>
                <a:cxn ang="0">
                  <a:pos x="csX2847" y="csY2847"/>
                </a:cxn>
                <a:cxn ang="0">
                  <a:pos x="csX2848" y="csY2848"/>
                </a:cxn>
                <a:cxn ang="0">
                  <a:pos x="csX2849" y="csY2849"/>
                </a:cxn>
                <a:cxn ang="0">
                  <a:pos x="csX2850" y="csY2850"/>
                </a:cxn>
                <a:cxn ang="0">
                  <a:pos x="csX2851" y="csY2851"/>
                </a:cxn>
                <a:cxn ang="0">
                  <a:pos x="csX2852" y="csY2852"/>
                </a:cxn>
                <a:cxn ang="0">
                  <a:pos x="csX2853" y="csY2853"/>
                </a:cxn>
                <a:cxn ang="0">
                  <a:pos x="csX2854" y="csY2854"/>
                </a:cxn>
                <a:cxn ang="0">
                  <a:pos x="csX2855" y="csY2855"/>
                </a:cxn>
                <a:cxn ang="0">
                  <a:pos x="csX2856" y="csY2856"/>
                </a:cxn>
                <a:cxn ang="0">
                  <a:pos x="csX2857" y="csY2857"/>
                </a:cxn>
                <a:cxn ang="0">
                  <a:pos x="csX2858" y="csY2858"/>
                </a:cxn>
                <a:cxn ang="0">
                  <a:pos x="csX2859" y="csY2859"/>
                </a:cxn>
                <a:cxn ang="0">
                  <a:pos x="csX2860" y="csY2860"/>
                </a:cxn>
                <a:cxn ang="0">
                  <a:pos x="csX2861" y="csY2861"/>
                </a:cxn>
                <a:cxn ang="0">
                  <a:pos x="csX2862" y="csY2862"/>
                </a:cxn>
                <a:cxn ang="0">
                  <a:pos x="csX2863" y="csY2863"/>
                </a:cxn>
                <a:cxn ang="0">
                  <a:pos x="csX2864" y="csY2864"/>
                </a:cxn>
                <a:cxn ang="0">
                  <a:pos x="csX2865" y="csY2865"/>
                </a:cxn>
                <a:cxn ang="0">
                  <a:pos x="csX2866" y="csY2866"/>
                </a:cxn>
                <a:cxn ang="0">
                  <a:pos x="csX2867" y="csY2867"/>
                </a:cxn>
                <a:cxn ang="0">
                  <a:pos x="csX2868" y="csY2868"/>
                </a:cxn>
                <a:cxn ang="0">
                  <a:pos x="csX2869" y="csY2869"/>
                </a:cxn>
                <a:cxn ang="0">
                  <a:pos x="csX2870" y="csY2870"/>
                </a:cxn>
                <a:cxn ang="0">
                  <a:pos x="csX2871" y="csY2871"/>
                </a:cxn>
                <a:cxn ang="0">
                  <a:pos x="csX2872" y="csY2872"/>
                </a:cxn>
                <a:cxn ang="0">
                  <a:pos x="csX2873" y="csY2873"/>
                </a:cxn>
                <a:cxn ang="0">
                  <a:pos x="csX2874" y="csY2874"/>
                </a:cxn>
                <a:cxn ang="0">
                  <a:pos x="csX2875" y="csY2875"/>
                </a:cxn>
                <a:cxn ang="0">
                  <a:pos x="csX2876" y="csY2876"/>
                </a:cxn>
                <a:cxn ang="0">
                  <a:pos x="csX2877" y="csY2877"/>
                </a:cxn>
                <a:cxn ang="0">
                  <a:pos x="csX2878" y="csY2878"/>
                </a:cxn>
                <a:cxn ang="0">
                  <a:pos x="csX2879" y="csY2879"/>
                </a:cxn>
                <a:cxn ang="0">
                  <a:pos x="csX2880" y="csY2880"/>
                </a:cxn>
                <a:cxn ang="0">
                  <a:pos x="csX2881" y="csY2881"/>
                </a:cxn>
                <a:cxn ang="0">
                  <a:pos x="csX2882" y="csY2882"/>
                </a:cxn>
                <a:cxn ang="0">
                  <a:pos x="csX2883" y="csY2883"/>
                </a:cxn>
                <a:cxn ang="0">
                  <a:pos x="csX2884" y="csY2884"/>
                </a:cxn>
                <a:cxn ang="0">
                  <a:pos x="csX2885" y="csY2885"/>
                </a:cxn>
                <a:cxn ang="0">
                  <a:pos x="csX2886" y="csY2886"/>
                </a:cxn>
                <a:cxn ang="0">
                  <a:pos x="csX2887" y="csY2887"/>
                </a:cxn>
                <a:cxn ang="0">
                  <a:pos x="csX2888" y="csY2888"/>
                </a:cxn>
                <a:cxn ang="0">
                  <a:pos x="csX2889" y="csY2889"/>
                </a:cxn>
                <a:cxn ang="0">
                  <a:pos x="csX2890" y="csY2890"/>
                </a:cxn>
                <a:cxn ang="0">
                  <a:pos x="csX2891" y="csY2891"/>
                </a:cxn>
                <a:cxn ang="0">
                  <a:pos x="csX2892" y="csY2892"/>
                </a:cxn>
                <a:cxn ang="0">
                  <a:pos x="csX2893" y="csY2893"/>
                </a:cxn>
                <a:cxn ang="0">
                  <a:pos x="csX2894" y="csY2894"/>
                </a:cxn>
                <a:cxn ang="0">
                  <a:pos x="csX2895" y="csY2895"/>
                </a:cxn>
                <a:cxn ang="0">
                  <a:pos x="csX2896" y="csY2896"/>
                </a:cxn>
                <a:cxn ang="0">
                  <a:pos x="csX2897" y="csY2897"/>
                </a:cxn>
                <a:cxn ang="0">
                  <a:pos x="csX2898" y="csY2898"/>
                </a:cxn>
                <a:cxn ang="0">
                  <a:pos x="csX2899" y="csY2899"/>
                </a:cxn>
                <a:cxn ang="0">
                  <a:pos x="csX2900" y="csY2900"/>
                </a:cxn>
                <a:cxn ang="0">
                  <a:pos x="csX2901" y="csY2901"/>
                </a:cxn>
                <a:cxn ang="0">
                  <a:pos x="csX2902" y="csY2902"/>
                </a:cxn>
                <a:cxn ang="0">
                  <a:pos x="csX2903" y="csY2903"/>
                </a:cxn>
                <a:cxn ang="0">
                  <a:pos x="csX2904" y="csY2904"/>
                </a:cxn>
                <a:cxn ang="0">
                  <a:pos x="csX2905" y="csY2905"/>
                </a:cxn>
                <a:cxn ang="0">
                  <a:pos x="csX2906" y="csY2906"/>
                </a:cxn>
                <a:cxn ang="0">
                  <a:pos x="csX2907" y="csY2907"/>
                </a:cxn>
                <a:cxn ang="0">
                  <a:pos x="csX2908" y="csY2908"/>
                </a:cxn>
                <a:cxn ang="0">
                  <a:pos x="csX2909" y="csY2909"/>
                </a:cxn>
                <a:cxn ang="0">
                  <a:pos x="csX2910" y="csY2910"/>
                </a:cxn>
                <a:cxn ang="0">
                  <a:pos x="csX2911" y="csY2911"/>
                </a:cxn>
                <a:cxn ang="0">
                  <a:pos x="csX2912" y="csY2912"/>
                </a:cxn>
                <a:cxn ang="0">
                  <a:pos x="csX2913" y="csY2913"/>
                </a:cxn>
                <a:cxn ang="0">
                  <a:pos x="csX2914" y="csY2914"/>
                </a:cxn>
                <a:cxn ang="0">
                  <a:pos x="csX2915" y="csY2915"/>
                </a:cxn>
                <a:cxn ang="0">
                  <a:pos x="csX2916" y="csY2916"/>
                </a:cxn>
                <a:cxn ang="0">
                  <a:pos x="csX2917" y="csY2917"/>
                </a:cxn>
                <a:cxn ang="0">
                  <a:pos x="csX2918" y="csY2918"/>
                </a:cxn>
                <a:cxn ang="0">
                  <a:pos x="csX2919" y="csY2919"/>
                </a:cxn>
                <a:cxn ang="0">
                  <a:pos x="csX2920" y="csY2920"/>
                </a:cxn>
                <a:cxn ang="0">
                  <a:pos x="csX2921" y="csY2921"/>
                </a:cxn>
                <a:cxn ang="0">
                  <a:pos x="csX2922" y="csY2922"/>
                </a:cxn>
                <a:cxn ang="0">
                  <a:pos x="csX2923" y="csY2923"/>
                </a:cxn>
                <a:cxn ang="0">
                  <a:pos x="csX2924" y="csY2924"/>
                </a:cxn>
                <a:cxn ang="0">
                  <a:pos x="csX2925" y="csY2925"/>
                </a:cxn>
                <a:cxn ang="0">
                  <a:pos x="csX2926" y="csY2926"/>
                </a:cxn>
                <a:cxn ang="0">
                  <a:pos x="csX2927" y="csY2927"/>
                </a:cxn>
                <a:cxn ang="0">
                  <a:pos x="csX2928" y="csY2928"/>
                </a:cxn>
                <a:cxn ang="0">
                  <a:pos x="csX2929" y="csY2929"/>
                </a:cxn>
                <a:cxn ang="0">
                  <a:pos x="csX2930" y="csY2930"/>
                </a:cxn>
                <a:cxn ang="0">
                  <a:pos x="csX2931" y="csY2931"/>
                </a:cxn>
                <a:cxn ang="0">
                  <a:pos x="csX2932" y="csY2932"/>
                </a:cxn>
                <a:cxn ang="0">
                  <a:pos x="csX2933" y="csY2933"/>
                </a:cxn>
                <a:cxn ang="0">
                  <a:pos x="csX2934" y="csY2934"/>
                </a:cxn>
                <a:cxn ang="0">
                  <a:pos x="csX2935" y="csY2935"/>
                </a:cxn>
                <a:cxn ang="0">
                  <a:pos x="csX2936" y="csY2936"/>
                </a:cxn>
                <a:cxn ang="0">
                  <a:pos x="csX2937" y="csY2937"/>
                </a:cxn>
                <a:cxn ang="0">
                  <a:pos x="csX2938" y="csY2938"/>
                </a:cxn>
                <a:cxn ang="0">
                  <a:pos x="csX2939" y="csY2939"/>
                </a:cxn>
                <a:cxn ang="0">
                  <a:pos x="csX2940" y="csY2940"/>
                </a:cxn>
                <a:cxn ang="0">
                  <a:pos x="csX2941" y="csY2941"/>
                </a:cxn>
                <a:cxn ang="0">
                  <a:pos x="csX2942" y="csY2942"/>
                </a:cxn>
                <a:cxn ang="0">
                  <a:pos x="csX2943" y="csY2943"/>
                </a:cxn>
                <a:cxn ang="0">
                  <a:pos x="csX2944" y="csY2944"/>
                </a:cxn>
                <a:cxn ang="0">
                  <a:pos x="csX2945" y="csY2945"/>
                </a:cxn>
                <a:cxn ang="0">
                  <a:pos x="csX2946" y="csY2946"/>
                </a:cxn>
                <a:cxn ang="0">
                  <a:pos x="csX2947" y="csY2947"/>
                </a:cxn>
                <a:cxn ang="0">
                  <a:pos x="csX2948" y="csY2948"/>
                </a:cxn>
                <a:cxn ang="0">
                  <a:pos x="csX2949" y="csY2949"/>
                </a:cxn>
                <a:cxn ang="0">
                  <a:pos x="csX2950" y="csY2950"/>
                </a:cxn>
                <a:cxn ang="0">
                  <a:pos x="csX2951" y="csY2951"/>
                </a:cxn>
                <a:cxn ang="0">
                  <a:pos x="csX2952" y="csY2952"/>
                </a:cxn>
                <a:cxn ang="0">
                  <a:pos x="csX2953" y="csY2953"/>
                </a:cxn>
                <a:cxn ang="0">
                  <a:pos x="csX2954" y="csY2954"/>
                </a:cxn>
                <a:cxn ang="0">
                  <a:pos x="csX2955" y="csY2955"/>
                </a:cxn>
                <a:cxn ang="0">
                  <a:pos x="csX2956" y="csY2956"/>
                </a:cxn>
                <a:cxn ang="0">
                  <a:pos x="csX2957" y="csY2957"/>
                </a:cxn>
                <a:cxn ang="0">
                  <a:pos x="csX2958" y="csY2958"/>
                </a:cxn>
                <a:cxn ang="0">
                  <a:pos x="csX2959" y="csY2959"/>
                </a:cxn>
                <a:cxn ang="0">
                  <a:pos x="csX2960" y="csY2960"/>
                </a:cxn>
                <a:cxn ang="0">
                  <a:pos x="csX2961" y="csY2961"/>
                </a:cxn>
                <a:cxn ang="0">
                  <a:pos x="csX2962" y="csY2962"/>
                </a:cxn>
                <a:cxn ang="0">
                  <a:pos x="csX2963" y="csY2963"/>
                </a:cxn>
                <a:cxn ang="0">
                  <a:pos x="csX2964" y="csY2964"/>
                </a:cxn>
                <a:cxn ang="0">
                  <a:pos x="csX2965" y="csY2965"/>
                </a:cxn>
                <a:cxn ang="0">
                  <a:pos x="csX2966" y="csY2966"/>
                </a:cxn>
                <a:cxn ang="0">
                  <a:pos x="csX2967" y="csY2967"/>
                </a:cxn>
                <a:cxn ang="0">
                  <a:pos x="csX2968" y="csY2968"/>
                </a:cxn>
                <a:cxn ang="0">
                  <a:pos x="csX2969" y="csY2969"/>
                </a:cxn>
                <a:cxn ang="0">
                  <a:pos x="csX2970" y="csY2970"/>
                </a:cxn>
                <a:cxn ang="0">
                  <a:pos x="csX2971" y="csY2971"/>
                </a:cxn>
                <a:cxn ang="0">
                  <a:pos x="csX2972" y="csY2972"/>
                </a:cxn>
                <a:cxn ang="0">
                  <a:pos x="csX2973" y="csY2973"/>
                </a:cxn>
                <a:cxn ang="0">
                  <a:pos x="csX2974" y="csY2974"/>
                </a:cxn>
                <a:cxn ang="0">
                  <a:pos x="csX2975" y="csY2975"/>
                </a:cxn>
                <a:cxn ang="0">
                  <a:pos x="csX2976" y="csY2976"/>
                </a:cxn>
                <a:cxn ang="0">
                  <a:pos x="csX2977" y="csY2977"/>
                </a:cxn>
                <a:cxn ang="0">
                  <a:pos x="csX2978" y="csY2978"/>
                </a:cxn>
                <a:cxn ang="0">
                  <a:pos x="csX2979" y="csY2979"/>
                </a:cxn>
                <a:cxn ang="0">
                  <a:pos x="csX2980" y="csY2980"/>
                </a:cxn>
                <a:cxn ang="0">
                  <a:pos x="csX2981" y="csY2981"/>
                </a:cxn>
                <a:cxn ang="0">
                  <a:pos x="csX2982" y="csY2982"/>
                </a:cxn>
                <a:cxn ang="0">
                  <a:pos x="csX2983" y="csY2983"/>
                </a:cxn>
                <a:cxn ang="0">
                  <a:pos x="csX2984" y="csY2984"/>
                </a:cxn>
                <a:cxn ang="0">
                  <a:pos x="csX2985" y="csY2985"/>
                </a:cxn>
                <a:cxn ang="0">
                  <a:pos x="csX2986" y="csY2986"/>
                </a:cxn>
                <a:cxn ang="0">
                  <a:pos x="csX2987" y="csY2987"/>
                </a:cxn>
                <a:cxn ang="0">
                  <a:pos x="csX2988" y="csY2988"/>
                </a:cxn>
                <a:cxn ang="0">
                  <a:pos x="csX2989" y="csY2989"/>
                </a:cxn>
                <a:cxn ang="0">
                  <a:pos x="csX2990" y="csY2990"/>
                </a:cxn>
                <a:cxn ang="0">
                  <a:pos x="csX2991" y="csY2991"/>
                </a:cxn>
                <a:cxn ang="0">
                  <a:pos x="csX2992" y="csY2992"/>
                </a:cxn>
                <a:cxn ang="0">
                  <a:pos x="csX2993" y="csY2993"/>
                </a:cxn>
                <a:cxn ang="0">
                  <a:pos x="csX2994" y="csY2994"/>
                </a:cxn>
                <a:cxn ang="0">
                  <a:pos x="csX2995" y="csY2995"/>
                </a:cxn>
                <a:cxn ang="0">
                  <a:pos x="csX2996" y="csY2996"/>
                </a:cxn>
                <a:cxn ang="0">
                  <a:pos x="csX2997" y="csY2997"/>
                </a:cxn>
                <a:cxn ang="0">
                  <a:pos x="csX2998" y="csY2998"/>
                </a:cxn>
                <a:cxn ang="0">
                  <a:pos x="csX2999" y="csY2999"/>
                </a:cxn>
                <a:cxn ang="0">
                  <a:pos x="csX3000" y="csY3000"/>
                </a:cxn>
                <a:cxn ang="0">
                  <a:pos x="csX3001" y="csY3001"/>
                </a:cxn>
                <a:cxn ang="0">
                  <a:pos x="csX3002" y="csY3002"/>
                </a:cxn>
                <a:cxn ang="0">
                  <a:pos x="csX3003" y="csY3003"/>
                </a:cxn>
                <a:cxn ang="0">
                  <a:pos x="csX3004" y="csY3004"/>
                </a:cxn>
                <a:cxn ang="0">
                  <a:pos x="csX3005" y="csY3005"/>
                </a:cxn>
                <a:cxn ang="0">
                  <a:pos x="csX3006" y="csY3006"/>
                </a:cxn>
                <a:cxn ang="0">
                  <a:pos x="csX3007" y="csY3007"/>
                </a:cxn>
                <a:cxn ang="0">
                  <a:pos x="csX3008" y="csY3008"/>
                </a:cxn>
                <a:cxn ang="0">
                  <a:pos x="csX3009" y="csY3009"/>
                </a:cxn>
                <a:cxn ang="0">
                  <a:pos x="csX3010" y="csY3010"/>
                </a:cxn>
                <a:cxn ang="0">
                  <a:pos x="csX3011" y="csY3011"/>
                </a:cxn>
                <a:cxn ang="0">
                  <a:pos x="csX3012" y="csY3012"/>
                </a:cxn>
                <a:cxn ang="0">
                  <a:pos x="csX3013" y="csY3013"/>
                </a:cxn>
                <a:cxn ang="0">
                  <a:pos x="csX3014" y="csY3014"/>
                </a:cxn>
                <a:cxn ang="0">
                  <a:pos x="csX3015" y="csY3015"/>
                </a:cxn>
                <a:cxn ang="0">
                  <a:pos x="csX3016" y="csY3016"/>
                </a:cxn>
                <a:cxn ang="0">
                  <a:pos x="csX3017" y="csY3017"/>
                </a:cxn>
                <a:cxn ang="0">
                  <a:pos x="csX3018" y="csY3018"/>
                </a:cxn>
                <a:cxn ang="0">
                  <a:pos x="csX3019" y="csY3019"/>
                </a:cxn>
                <a:cxn ang="0">
                  <a:pos x="csX3020" y="csY3020"/>
                </a:cxn>
                <a:cxn ang="0">
                  <a:pos x="csX3021" y="csY3021"/>
                </a:cxn>
                <a:cxn ang="0">
                  <a:pos x="csX3022" y="csY3022"/>
                </a:cxn>
                <a:cxn ang="0">
                  <a:pos x="csX3023" y="csY3023"/>
                </a:cxn>
                <a:cxn ang="0">
                  <a:pos x="csX3024" y="csY3024"/>
                </a:cxn>
                <a:cxn ang="0">
                  <a:pos x="csX3025" y="csY3025"/>
                </a:cxn>
              </a:cxnLst>
              <a:rect l="l" t="t" r="r" b="b"/>
              <a:pathLst>
                <a:path w="1651802" h="1232001">
                  <a:moveTo>
                    <a:pt x="1415563" y="1229783"/>
                  </a:moveTo>
                  <a:cubicBezTo>
                    <a:pt x="1417973" y="1228843"/>
                    <a:pt x="1420842" y="1228939"/>
                    <a:pt x="1421950" y="1230048"/>
                  </a:cubicBezTo>
                  <a:cubicBezTo>
                    <a:pt x="1423060" y="1231157"/>
                    <a:pt x="1421107" y="1231953"/>
                    <a:pt x="1417587" y="1231808"/>
                  </a:cubicBezTo>
                  <a:lnTo>
                    <a:pt x="1411198" y="1231543"/>
                  </a:lnTo>
                  <a:close/>
                  <a:moveTo>
                    <a:pt x="1478654" y="1229856"/>
                  </a:moveTo>
                  <a:cubicBezTo>
                    <a:pt x="1480944" y="1228939"/>
                    <a:pt x="1484705" y="1228939"/>
                    <a:pt x="1486995" y="1229856"/>
                  </a:cubicBezTo>
                  <a:lnTo>
                    <a:pt x="1491166" y="1231543"/>
                  </a:lnTo>
                  <a:lnTo>
                    <a:pt x="1482825" y="1231543"/>
                  </a:lnTo>
                  <a:lnTo>
                    <a:pt x="1474508" y="1231543"/>
                  </a:lnTo>
                  <a:close/>
                  <a:moveTo>
                    <a:pt x="1393985" y="1226529"/>
                  </a:moveTo>
                  <a:cubicBezTo>
                    <a:pt x="1395215" y="1225299"/>
                    <a:pt x="1397215" y="1225299"/>
                    <a:pt x="1398422" y="1226529"/>
                  </a:cubicBezTo>
                  <a:cubicBezTo>
                    <a:pt x="1399650" y="1227734"/>
                    <a:pt x="1398638" y="1228746"/>
                    <a:pt x="1396203" y="1228746"/>
                  </a:cubicBezTo>
                  <a:cubicBezTo>
                    <a:pt x="1393767" y="1228746"/>
                    <a:pt x="1392755" y="1227734"/>
                    <a:pt x="1393985" y="1226529"/>
                  </a:cubicBezTo>
                  <a:close/>
                  <a:moveTo>
                    <a:pt x="1502810" y="1227083"/>
                  </a:moveTo>
                  <a:cubicBezTo>
                    <a:pt x="1502810" y="1226167"/>
                    <a:pt x="1503557" y="1225419"/>
                    <a:pt x="1504474" y="1225419"/>
                  </a:cubicBezTo>
                  <a:cubicBezTo>
                    <a:pt x="1505389" y="1225419"/>
                    <a:pt x="1506137" y="1226167"/>
                    <a:pt x="1506137" y="1227083"/>
                  </a:cubicBezTo>
                  <a:cubicBezTo>
                    <a:pt x="1506137" y="1227999"/>
                    <a:pt x="1505389" y="1228746"/>
                    <a:pt x="1504474" y="1228746"/>
                  </a:cubicBezTo>
                  <a:cubicBezTo>
                    <a:pt x="1503557" y="1228746"/>
                    <a:pt x="1502810" y="1227999"/>
                    <a:pt x="1502810" y="1227083"/>
                  </a:cubicBezTo>
                  <a:close/>
                  <a:moveTo>
                    <a:pt x="1380654" y="1223178"/>
                  </a:moveTo>
                  <a:cubicBezTo>
                    <a:pt x="1381883" y="1221972"/>
                    <a:pt x="1383884" y="1221972"/>
                    <a:pt x="1385114" y="1223178"/>
                  </a:cubicBezTo>
                  <a:cubicBezTo>
                    <a:pt x="1386319" y="1224407"/>
                    <a:pt x="1385330" y="1225419"/>
                    <a:pt x="1382871" y="1225419"/>
                  </a:cubicBezTo>
                  <a:cubicBezTo>
                    <a:pt x="1380436" y="1225419"/>
                    <a:pt x="1379447" y="1224407"/>
                    <a:pt x="1380654" y="1223178"/>
                  </a:cubicBezTo>
                  <a:close/>
                  <a:moveTo>
                    <a:pt x="1516143" y="1223732"/>
                  </a:moveTo>
                  <a:cubicBezTo>
                    <a:pt x="1516143" y="1222816"/>
                    <a:pt x="1516890" y="1222069"/>
                    <a:pt x="1517806" y="1222069"/>
                  </a:cubicBezTo>
                  <a:cubicBezTo>
                    <a:pt x="1518722" y="1222069"/>
                    <a:pt x="1519470" y="1222816"/>
                    <a:pt x="1519470" y="1223732"/>
                  </a:cubicBezTo>
                  <a:cubicBezTo>
                    <a:pt x="1519470" y="1224648"/>
                    <a:pt x="1518722" y="1225419"/>
                    <a:pt x="1517806" y="1225419"/>
                  </a:cubicBezTo>
                  <a:cubicBezTo>
                    <a:pt x="1516890" y="1225419"/>
                    <a:pt x="1516143" y="1224648"/>
                    <a:pt x="1516143" y="1223732"/>
                  </a:cubicBezTo>
                  <a:close/>
                  <a:moveTo>
                    <a:pt x="1369563" y="1220405"/>
                  </a:moveTo>
                  <a:cubicBezTo>
                    <a:pt x="1369563" y="1219489"/>
                    <a:pt x="1370311" y="1218742"/>
                    <a:pt x="1371226" y="1218742"/>
                  </a:cubicBezTo>
                  <a:cubicBezTo>
                    <a:pt x="1372143" y="1218742"/>
                    <a:pt x="1372890" y="1219489"/>
                    <a:pt x="1372890" y="1220405"/>
                  </a:cubicBezTo>
                  <a:cubicBezTo>
                    <a:pt x="1372890" y="1221321"/>
                    <a:pt x="1372143" y="1222069"/>
                    <a:pt x="1371226" y="1222069"/>
                  </a:cubicBezTo>
                  <a:cubicBezTo>
                    <a:pt x="1370311" y="1222069"/>
                    <a:pt x="1369563" y="1221321"/>
                    <a:pt x="1369563" y="1220405"/>
                  </a:cubicBezTo>
                  <a:close/>
                  <a:moveTo>
                    <a:pt x="1526147" y="1220405"/>
                  </a:moveTo>
                  <a:cubicBezTo>
                    <a:pt x="1526147" y="1219489"/>
                    <a:pt x="1526895" y="1218742"/>
                    <a:pt x="1527811" y="1218742"/>
                  </a:cubicBezTo>
                  <a:cubicBezTo>
                    <a:pt x="1528727" y="1218742"/>
                    <a:pt x="1529474" y="1219489"/>
                    <a:pt x="1529474" y="1220405"/>
                  </a:cubicBezTo>
                  <a:cubicBezTo>
                    <a:pt x="1529474" y="1221321"/>
                    <a:pt x="1528727" y="1222069"/>
                    <a:pt x="1527811" y="1222069"/>
                  </a:cubicBezTo>
                  <a:cubicBezTo>
                    <a:pt x="1526895" y="1222069"/>
                    <a:pt x="1526147" y="1221321"/>
                    <a:pt x="1526147" y="1220405"/>
                  </a:cubicBezTo>
                  <a:close/>
                  <a:moveTo>
                    <a:pt x="1362886" y="1217078"/>
                  </a:moveTo>
                  <a:cubicBezTo>
                    <a:pt x="1362886" y="1216162"/>
                    <a:pt x="1363632" y="1215415"/>
                    <a:pt x="1364549" y="1215415"/>
                  </a:cubicBezTo>
                  <a:cubicBezTo>
                    <a:pt x="1365465" y="1215415"/>
                    <a:pt x="1366213" y="1216162"/>
                    <a:pt x="1366213" y="1217078"/>
                  </a:cubicBezTo>
                  <a:cubicBezTo>
                    <a:pt x="1366213" y="1217994"/>
                    <a:pt x="1365465" y="1218742"/>
                    <a:pt x="1364549" y="1218742"/>
                  </a:cubicBezTo>
                  <a:cubicBezTo>
                    <a:pt x="1363632" y="1218742"/>
                    <a:pt x="1362886" y="1217994"/>
                    <a:pt x="1362886" y="1217078"/>
                  </a:cubicBezTo>
                  <a:close/>
                  <a:moveTo>
                    <a:pt x="1532801" y="1217078"/>
                  </a:moveTo>
                  <a:cubicBezTo>
                    <a:pt x="1532801" y="1216162"/>
                    <a:pt x="1533549" y="1215415"/>
                    <a:pt x="1534465" y="1215415"/>
                  </a:cubicBezTo>
                  <a:cubicBezTo>
                    <a:pt x="1535381" y="1215415"/>
                    <a:pt x="1536128" y="1216162"/>
                    <a:pt x="1536128" y="1217078"/>
                  </a:cubicBezTo>
                  <a:cubicBezTo>
                    <a:pt x="1536128" y="1217994"/>
                    <a:pt x="1535381" y="1218742"/>
                    <a:pt x="1534465" y="1218742"/>
                  </a:cubicBezTo>
                  <a:cubicBezTo>
                    <a:pt x="1533549" y="1218742"/>
                    <a:pt x="1532801" y="1217994"/>
                    <a:pt x="1532801" y="1217078"/>
                  </a:cubicBezTo>
                  <a:close/>
                  <a:moveTo>
                    <a:pt x="1542806" y="1213751"/>
                  </a:moveTo>
                  <a:cubicBezTo>
                    <a:pt x="1542806" y="1212835"/>
                    <a:pt x="1543553" y="1212064"/>
                    <a:pt x="1544470" y="1212064"/>
                  </a:cubicBezTo>
                  <a:cubicBezTo>
                    <a:pt x="1545385" y="1212064"/>
                    <a:pt x="1546133" y="1212835"/>
                    <a:pt x="1546133" y="1213751"/>
                  </a:cubicBezTo>
                  <a:cubicBezTo>
                    <a:pt x="1546133" y="1214667"/>
                    <a:pt x="1545385" y="1215415"/>
                    <a:pt x="1544470" y="1215415"/>
                  </a:cubicBezTo>
                  <a:cubicBezTo>
                    <a:pt x="1543553" y="1215415"/>
                    <a:pt x="1542806" y="1214667"/>
                    <a:pt x="1542806" y="1213751"/>
                  </a:cubicBezTo>
                  <a:close/>
                  <a:moveTo>
                    <a:pt x="1549460" y="1210400"/>
                  </a:moveTo>
                  <a:cubicBezTo>
                    <a:pt x="1549460" y="1209484"/>
                    <a:pt x="1550207" y="1208737"/>
                    <a:pt x="1551124" y="1208737"/>
                  </a:cubicBezTo>
                  <a:cubicBezTo>
                    <a:pt x="1552039" y="1208737"/>
                    <a:pt x="1552786" y="1209484"/>
                    <a:pt x="1552786" y="1210400"/>
                  </a:cubicBezTo>
                  <a:cubicBezTo>
                    <a:pt x="1552786" y="1211316"/>
                    <a:pt x="1552039" y="1212064"/>
                    <a:pt x="1551124" y="1212064"/>
                  </a:cubicBezTo>
                  <a:cubicBezTo>
                    <a:pt x="1550207" y="1212064"/>
                    <a:pt x="1549460" y="1211316"/>
                    <a:pt x="1549460" y="1210400"/>
                  </a:cubicBezTo>
                  <a:close/>
                  <a:moveTo>
                    <a:pt x="1336245" y="1203746"/>
                  </a:moveTo>
                  <a:cubicBezTo>
                    <a:pt x="1336245" y="1202830"/>
                    <a:pt x="1336993" y="1202083"/>
                    <a:pt x="1337909" y="1202083"/>
                  </a:cubicBezTo>
                  <a:cubicBezTo>
                    <a:pt x="1338825" y="1202083"/>
                    <a:pt x="1339572" y="1202830"/>
                    <a:pt x="1339572" y="1203746"/>
                  </a:cubicBezTo>
                  <a:cubicBezTo>
                    <a:pt x="1339572" y="1204662"/>
                    <a:pt x="1338825" y="1205410"/>
                    <a:pt x="1337909" y="1205410"/>
                  </a:cubicBezTo>
                  <a:cubicBezTo>
                    <a:pt x="1336993" y="1205410"/>
                    <a:pt x="1336245" y="1204662"/>
                    <a:pt x="1336245" y="1203746"/>
                  </a:cubicBezTo>
                  <a:close/>
                  <a:moveTo>
                    <a:pt x="1327590" y="1198225"/>
                  </a:moveTo>
                  <a:lnTo>
                    <a:pt x="1325203" y="1194392"/>
                  </a:lnTo>
                  <a:lnTo>
                    <a:pt x="1329062" y="1196755"/>
                  </a:lnTo>
                  <a:cubicBezTo>
                    <a:pt x="1331183" y="1198080"/>
                    <a:pt x="1332918" y="1199792"/>
                    <a:pt x="1332918" y="1200612"/>
                  </a:cubicBezTo>
                  <a:cubicBezTo>
                    <a:pt x="1332918" y="1203384"/>
                    <a:pt x="1329977" y="1202083"/>
                    <a:pt x="1327590" y="1198225"/>
                  </a:cubicBezTo>
                  <a:close/>
                  <a:moveTo>
                    <a:pt x="1566119" y="1200419"/>
                  </a:moveTo>
                  <a:cubicBezTo>
                    <a:pt x="1566119" y="1199503"/>
                    <a:pt x="1566867" y="1198756"/>
                    <a:pt x="1567782" y="1198756"/>
                  </a:cubicBezTo>
                  <a:cubicBezTo>
                    <a:pt x="1568699" y="1198756"/>
                    <a:pt x="1569446" y="1199503"/>
                    <a:pt x="1569446" y="1200419"/>
                  </a:cubicBezTo>
                  <a:cubicBezTo>
                    <a:pt x="1569446" y="1201335"/>
                    <a:pt x="1568699" y="1202083"/>
                    <a:pt x="1567782" y="1202083"/>
                  </a:cubicBezTo>
                  <a:cubicBezTo>
                    <a:pt x="1566867" y="1202083"/>
                    <a:pt x="1566119" y="1201335"/>
                    <a:pt x="1566119" y="1200419"/>
                  </a:cubicBezTo>
                  <a:close/>
                  <a:moveTo>
                    <a:pt x="727678" y="1193187"/>
                  </a:moveTo>
                  <a:cubicBezTo>
                    <a:pt x="728908" y="1191981"/>
                    <a:pt x="730908" y="1191981"/>
                    <a:pt x="732115" y="1193187"/>
                  </a:cubicBezTo>
                  <a:cubicBezTo>
                    <a:pt x="733343" y="1194416"/>
                    <a:pt x="732331" y="1195404"/>
                    <a:pt x="729896" y="1195404"/>
                  </a:cubicBezTo>
                  <a:cubicBezTo>
                    <a:pt x="727462" y="1195404"/>
                    <a:pt x="726448" y="1194416"/>
                    <a:pt x="727678" y="1193187"/>
                  </a:cubicBezTo>
                  <a:close/>
                  <a:moveTo>
                    <a:pt x="1157459" y="1193187"/>
                  </a:moveTo>
                  <a:cubicBezTo>
                    <a:pt x="1158664" y="1191981"/>
                    <a:pt x="1160665" y="1191981"/>
                    <a:pt x="1161894" y="1193187"/>
                  </a:cubicBezTo>
                  <a:cubicBezTo>
                    <a:pt x="1163099" y="1194416"/>
                    <a:pt x="1162111" y="1195404"/>
                    <a:pt x="1159676" y="1195404"/>
                  </a:cubicBezTo>
                  <a:cubicBezTo>
                    <a:pt x="1157217" y="1195404"/>
                    <a:pt x="1156229" y="1194416"/>
                    <a:pt x="1157459" y="1193187"/>
                  </a:cubicBezTo>
                  <a:close/>
                  <a:moveTo>
                    <a:pt x="716154" y="1186243"/>
                  </a:moveTo>
                  <a:lnTo>
                    <a:pt x="711573" y="1180433"/>
                  </a:lnTo>
                  <a:lnTo>
                    <a:pt x="717407" y="1184989"/>
                  </a:lnTo>
                  <a:cubicBezTo>
                    <a:pt x="720614" y="1187521"/>
                    <a:pt x="723242" y="1190125"/>
                    <a:pt x="723242" y="1190824"/>
                  </a:cubicBezTo>
                  <a:cubicBezTo>
                    <a:pt x="723242" y="1193573"/>
                    <a:pt x="720494" y="1191813"/>
                    <a:pt x="716154" y="1186243"/>
                  </a:cubicBezTo>
                  <a:close/>
                  <a:moveTo>
                    <a:pt x="1166330" y="1190824"/>
                  </a:moveTo>
                  <a:cubicBezTo>
                    <a:pt x="1166330" y="1190125"/>
                    <a:pt x="1168958" y="1187521"/>
                    <a:pt x="1172164" y="1184989"/>
                  </a:cubicBezTo>
                  <a:lnTo>
                    <a:pt x="1177999" y="1180433"/>
                  </a:lnTo>
                  <a:lnTo>
                    <a:pt x="1173418" y="1186243"/>
                  </a:lnTo>
                  <a:cubicBezTo>
                    <a:pt x="1169079" y="1191813"/>
                    <a:pt x="1166330" y="1193573"/>
                    <a:pt x="1166330" y="1190824"/>
                  </a:cubicBezTo>
                  <a:close/>
                  <a:moveTo>
                    <a:pt x="1314259" y="1188244"/>
                  </a:moveTo>
                  <a:lnTo>
                    <a:pt x="1311896" y="1184387"/>
                  </a:lnTo>
                  <a:lnTo>
                    <a:pt x="1315729" y="1186774"/>
                  </a:lnTo>
                  <a:cubicBezTo>
                    <a:pt x="1319587" y="1189136"/>
                    <a:pt x="1320889" y="1192078"/>
                    <a:pt x="1318117" y="1192078"/>
                  </a:cubicBezTo>
                  <a:cubicBezTo>
                    <a:pt x="1317296" y="1192078"/>
                    <a:pt x="1315585" y="1190342"/>
                    <a:pt x="1314259" y="1188244"/>
                  </a:cubicBezTo>
                  <a:close/>
                  <a:moveTo>
                    <a:pt x="1579451" y="1190414"/>
                  </a:moveTo>
                  <a:cubicBezTo>
                    <a:pt x="1579451" y="1189498"/>
                    <a:pt x="1580198" y="1188751"/>
                    <a:pt x="1581115" y="1188751"/>
                  </a:cubicBezTo>
                  <a:cubicBezTo>
                    <a:pt x="1582030" y="1188751"/>
                    <a:pt x="1582778" y="1189498"/>
                    <a:pt x="1582778" y="1190414"/>
                  </a:cubicBezTo>
                  <a:cubicBezTo>
                    <a:pt x="1582778" y="1191330"/>
                    <a:pt x="1582030" y="1192078"/>
                    <a:pt x="1581115" y="1192078"/>
                  </a:cubicBezTo>
                  <a:cubicBezTo>
                    <a:pt x="1580198" y="1192078"/>
                    <a:pt x="1579451" y="1191330"/>
                    <a:pt x="1579451" y="1190414"/>
                  </a:cubicBezTo>
                  <a:close/>
                  <a:moveTo>
                    <a:pt x="1406209" y="1180891"/>
                  </a:moveTo>
                  <a:cubicBezTo>
                    <a:pt x="1396131" y="1178698"/>
                    <a:pt x="1380388" y="1173273"/>
                    <a:pt x="1371226" y="1168862"/>
                  </a:cubicBezTo>
                  <a:lnTo>
                    <a:pt x="1354568" y="1160809"/>
                  </a:lnTo>
                  <a:lnTo>
                    <a:pt x="1336004" y="1142294"/>
                  </a:lnTo>
                  <a:lnTo>
                    <a:pt x="1317465" y="1123778"/>
                  </a:lnTo>
                  <a:lnTo>
                    <a:pt x="1308907" y="1105456"/>
                  </a:lnTo>
                  <a:cubicBezTo>
                    <a:pt x="1304206" y="1095379"/>
                    <a:pt x="1298685" y="1079202"/>
                    <a:pt x="1296635" y="1069487"/>
                  </a:cubicBezTo>
                  <a:lnTo>
                    <a:pt x="1292923" y="1051839"/>
                  </a:lnTo>
                  <a:lnTo>
                    <a:pt x="1292923" y="883756"/>
                  </a:lnTo>
                  <a:lnTo>
                    <a:pt x="1292923" y="715672"/>
                  </a:lnTo>
                  <a:lnTo>
                    <a:pt x="1384174" y="715672"/>
                  </a:lnTo>
                  <a:lnTo>
                    <a:pt x="1475423" y="715672"/>
                  </a:lnTo>
                  <a:lnTo>
                    <a:pt x="1482655" y="709814"/>
                  </a:lnTo>
                  <a:lnTo>
                    <a:pt x="1489889" y="703955"/>
                  </a:lnTo>
                  <a:lnTo>
                    <a:pt x="1490226" y="692625"/>
                  </a:lnTo>
                  <a:lnTo>
                    <a:pt x="1490539" y="681270"/>
                  </a:lnTo>
                  <a:lnTo>
                    <a:pt x="1482994" y="675146"/>
                  </a:lnTo>
                  <a:lnTo>
                    <a:pt x="1475423" y="669023"/>
                  </a:lnTo>
                  <a:lnTo>
                    <a:pt x="1384174" y="669023"/>
                  </a:lnTo>
                  <a:lnTo>
                    <a:pt x="1292923" y="669023"/>
                  </a:lnTo>
                  <a:lnTo>
                    <a:pt x="1292923" y="657186"/>
                  </a:lnTo>
                  <a:cubicBezTo>
                    <a:pt x="1292923" y="650676"/>
                    <a:pt x="1295286" y="635006"/>
                    <a:pt x="1298155" y="622373"/>
                  </a:cubicBezTo>
                  <a:lnTo>
                    <a:pt x="1303386" y="599398"/>
                  </a:lnTo>
                  <a:lnTo>
                    <a:pt x="1315946" y="579966"/>
                  </a:lnTo>
                  <a:cubicBezTo>
                    <a:pt x="1344997" y="535004"/>
                    <a:pt x="1389742" y="512439"/>
                    <a:pt x="1449845" y="512439"/>
                  </a:cubicBezTo>
                  <a:lnTo>
                    <a:pt x="1473181" y="512439"/>
                  </a:lnTo>
                  <a:lnTo>
                    <a:pt x="1496181" y="517670"/>
                  </a:lnTo>
                  <a:lnTo>
                    <a:pt x="1519156" y="522902"/>
                  </a:lnTo>
                  <a:lnTo>
                    <a:pt x="1538466" y="535414"/>
                  </a:lnTo>
                  <a:cubicBezTo>
                    <a:pt x="1570651" y="556244"/>
                    <a:pt x="1591626" y="584836"/>
                    <a:pt x="1600931" y="620589"/>
                  </a:cubicBezTo>
                  <a:lnTo>
                    <a:pt x="1606090" y="640454"/>
                  </a:lnTo>
                  <a:lnTo>
                    <a:pt x="1606090" y="848943"/>
                  </a:lnTo>
                  <a:lnTo>
                    <a:pt x="1606090" y="1057432"/>
                  </a:lnTo>
                  <a:lnTo>
                    <a:pt x="1600956" y="1077274"/>
                  </a:lnTo>
                  <a:cubicBezTo>
                    <a:pt x="1580319" y="1157048"/>
                    <a:pt x="1498013" y="1200829"/>
                    <a:pt x="1406209" y="1180891"/>
                  </a:cubicBezTo>
                  <a:close/>
                  <a:moveTo>
                    <a:pt x="1176841" y="1172092"/>
                  </a:moveTo>
                  <a:lnTo>
                    <a:pt x="1176841" y="1163775"/>
                  </a:lnTo>
                  <a:lnTo>
                    <a:pt x="1178528" y="1167921"/>
                  </a:lnTo>
                  <a:cubicBezTo>
                    <a:pt x="1179445" y="1170212"/>
                    <a:pt x="1179445" y="1173972"/>
                    <a:pt x="1178528" y="1176262"/>
                  </a:cubicBezTo>
                  <a:lnTo>
                    <a:pt x="1176841" y="1180433"/>
                  </a:lnTo>
                  <a:close/>
                  <a:moveTo>
                    <a:pt x="710175" y="1170163"/>
                  </a:moveTo>
                  <a:lnTo>
                    <a:pt x="710440" y="1163775"/>
                  </a:lnTo>
                  <a:lnTo>
                    <a:pt x="712176" y="1168138"/>
                  </a:lnTo>
                  <a:cubicBezTo>
                    <a:pt x="713140" y="1170549"/>
                    <a:pt x="713019" y="1173418"/>
                    <a:pt x="711911" y="1174527"/>
                  </a:cubicBezTo>
                  <a:cubicBezTo>
                    <a:pt x="710827" y="1175635"/>
                    <a:pt x="710031" y="1173659"/>
                    <a:pt x="710175" y="1170163"/>
                  </a:cubicBezTo>
                  <a:close/>
                  <a:moveTo>
                    <a:pt x="1287619" y="1161581"/>
                  </a:moveTo>
                  <a:lnTo>
                    <a:pt x="1285233" y="1157748"/>
                  </a:lnTo>
                  <a:lnTo>
                    <a:pt x="1289089" y="1160110"/>
                  </a:lnTo>
                  <a:cubicBezTo>
                    <a:pt x="1291211" y="1161412"/>
                    <a:pt x="1292923" y="1163148"/>
                    <a:pt x="1292923" y="1163968"/>
                  </a:cubicBezTo>
                  <a:cubicBezTo>
                    <a:pt x="1292923" y="1166740"/>
                    <a:pt x="1289981" y="1165414"/>
                    <a:pt x="1287619" y="1161581"/>
                  </a:cubicBezTo>
                  <a:close/>
                  <a:moveTo>
                    <a:pt x="1609417" y="1160424"/>
                  </a:moveTo>
                  <a:cubicBezTo>
                    <a:pt x="1609417" y="1159508"/>
                    <a:pt x="1610165" y="1158760"/>
                    <a:pt x="1611081" y="1158760"/>
                  </a:cubicBezTo>
                  <a:cubicBezTo>
                    <a:pt x="1611996" y="1158760"/>
                    <a:pt x="1612769" y="1159508"/>
                    <a:pt x="1612769" y="1160424"/>
                  </a:cubicBezTo>
                  <a:cubicBezTo>
                    <a:pt x="1612769" y="1161339"/>
                    <a:pt x="1611996" y="1162111"/>
                    <a:pt x="1611081" y="1162111"/>
                  </a:cubicBezTo>
                  <a:cubicBezTo>
                    <a:pt x="1610165" y="1162111"/>
                    <a:pt x="1609417" y="1161339"/>
                    <a:pt x="1609417" y="1160424"/>
                  </a:cubicBezTo>
                  <a:close/>
                  <a:moveTo>
                    <a:pt x="716564" y="1153770"/>
                  </a:moveTo>
                  <a:cubicBezTo>
                    <a:pt x="716564" y="1152854"/>
                    <a:pt x="717312" y="1152106"/>
                    <a:pt x="718227" y="1152106"/>
                  </a:cubicBezTo>
                  <a:cubicBezTo>
                    <a:pt x="719144" y="1152106"/>
                    <a:pt x="719891" y="1152854"/>
                    <a:pt x="719891" y="1153770"/>
                  </a:cubicBezTo>
                  <a:cubicBezTo>
                    <a:pt x="719891" y="1154686"/>
                    <a:pt x="719144" y="1155433"/>
                    <a:pt x="718227" y="1155433"/>
                  </a:cubicBezTo>
                  <a:cubicBezTo>
                    <a:pt x="717312" y="1155433"/>
                    <a:pt x="716564" y="1154686"/>
                    <a:pt x="716564" y="1153770"/>
                  </a:cubicBezTo>
                  <a:close/>
                  <a:moveTo>
                    <a:pt x="1169657" y="1153770"/>
                  </a:moveTo>
                  <a:cubicBezTo>
                    <a:pt x="1169657" y="1152854"/>
                    <a:pt x="1170405" y="1152106"/>
                    <a:pt x="1171320" y="1152106"/>
                  </a:cubicBezTo>
                  <a:cubicBezTo>
                    <a:pt x="1172237" y="1152106"/>
                    <a:pt x="1172984" y="1152854"/>
                    <a:pt x="1172984" y="1153770"/>
                  </a:cubicBezTo>
                  <a:cubicBezTo>
                    <a:pt x="1172984" y="1154686"/>
                    <a:pt x="1172237" y="1155433"/>
                    <a:pt x="1171320" y="1155433"/>
                  </a:cubicBezTo>
                  <a:cubicBezTo>
                    <a:pt x="1170405" y="1155433"/>
                    <a:pt x="1169657" y="1154686"/>
                    <a:pt x="1169657" y="1153770"/>
                  </a:cubicBezTo>
                  <a:close/>
                  <a:moveTo>
                    <a:pt x="1277614" y="1148249"/>
                  </a:moveTo>
                  <a:lnTo>
                    <a:pt x="1275252" y="1144416"/>
                  </a:lnTo>
                  <a:lnTo>
                    <a:pt x="1279085" y="1146802"/>
                  </a:lnTo>
                  <a:cubicBezTo>
                    <a:pt x="1282918" y="1149165"/>
                    <a:pt x="1284244" y="1152106"/>
                    <a:pt x="1281472" y="1152106"/>
                  </a:cubicBezTo>
                  <a:cubicBezTo>
                    <a:pt x="1280652" y="1152106"/>
                    <a:pt x="1278916" y="1150371"/>
                    <a:pt x="1277614" y="1148249"/>
                  </a:cubicBezTo>
                  <a:close/>
                  <a:moveTo>
                    <a:pt x="839010" y="1146272"/>
                  </a:moveTo>
                  <a:cubicBezTo>
                    <a:pt x="898099" y="1145766"/>
                    <a:pt x="994799" y="1145766"/>
                    <a:pt x="1053889" y="1146272"/>
                  </a:cubicBezTo>
                  <a:cubicBezTo>
                    <a:pt x="1112978" y="1146778"/>
                    <a:pt x="1064641" y="1147212"/>
                    <a:pt x="946437" y="1147212"/>
                  </a:cubicBezTo>
                  <a:cubicBezTo>
                    <a:pt x="828258" y="1147212"/>
                    <a:pt x="779921" y="1146778"/>
                    <a:pt x="839010" y="1146272"/>
                  </a:cubicBezTo>
                  <a:close/>
                  <a:moveTo>
                    <a:pt x="1619423" y="1147116"/>
                  </a:moveTo>
                  <a:cubicBezTo>
                    <a:pt x="1619423" y="1146200"/>
                    <a:pt x="1620170" y="1145452"/>
                    <a:pt x="1621086" y="1145452"/>
                  </a:cubicBezTo>
                  <a:cubicBezTo>
                    <a:pt x="1622002" y="1145452"/>
                    <a:pt x="1622750" y="1146200"/>
                    <a:pt x="1622750" y="1147116"/>
                  </a:cubicBezTo>
                  <a:cubicBezTo>
                    <a:pt x="1622750" y="1148032"/>
                    <a:pt x="1622002" y="1148779"/>
                    <a:pt x="1621086" y="1148779"/>
                  </a:cubicBezTo>
                  <a:cubicBezTo>
                    <a:pt x="1620170" y="1148779"/>
                    <a:pt x="1619423" y="1148032"/>
                    <a:pt x="1619423" y="1147116"/>
                  </a:cubicBezTo>
                  <a:close/>
                  <a:moveTo>
                    <a:pt x="1272937" y="1140437"/>
                  </a:moveTo>
                  <a:cubicBezTo>
                    <a:pt x="1272937" y="1139521"/>
                    <a:pt x="1273685" y="1138774"/>
                    <a:pt x="1274600" y="1138774"/>
                  </a:cubicBezTo>
                  <a:cubicBezTo>
                    <a:pt x="1275517" y="1138774"/>
                    <a:pt x="1276264" y="1139521"/>
                    <a:pt x="1276264" y="1140437"/>
                  </a:cubicBezTo>
                  <a:cubicBezTo>
                    <a:pt x="1276264" y="1141353"/>
                    <a:pt x="1275517" y="1142125"/>
                    <a:pt x="1274600" y="1142125"/>
                  </a:cubicBezTo>
                  <a:cubicBezTo>
                    <a:pt x="1273685" y="1142125"/>
                    <a:pt x="1272937" y="1141353"/>
                    <a:pt x="1272937" y="1140437"/>
                  </a:cubicBezTo>
                  <a:close/>
                  <a:moveTo>
                    <a:pt x="1626077" y="1137110"/>
                  </a:moveTo>
                  <a:cubicBezTo>
                    <a:pt x="1626077" y="1136194"/>
                    <a:pt x="1626824" y="1135447"/>
                    <a:pt x="1627740" y="1135447"/>
                  </a:cubicBezTo>
                  <a:cubicBezTo>
                    <a:pt x="1628656" y="1135447"/>
                    <a:pt x="1629427" y="1136194"/>
                    <a:pt x="1629427" y="1137110"/>
                  </a:cubicBezTo>
                  <a:cubicBezTo>
                    <a:pt x="1629427" y="1138026"/>
                    <a:pt x="1628656" y="1138774"/>
                    <a:pt x="1627740" y="1138774"/>
                  </a:cubicBezTo>
                  <a:cubicBezTo>
                    <a:pt x="1626824" y="1138774"/>
                    <a:pt x="1626077" y="1138026"/>
                    <a:pt x="1626077" y="1137110"/>
                  </a:cubicBezTo>
                  <a:close/>
                  <a:moveTo>
                    <a:pt x="1266283" y="1130457"/>
                  </a:moveTo>
                  <a:cubicBezTo>
                    <a:pt x="1266283" y="1129541"/>
                    <a:pt x="1267031" y="1128793"/>
                    <a:pt x="1267946" y="1128793"/>
                  </a:cubicBezTo>
                  <a:cubicBezTo>
                    <a:pt x="1268863" y="1128793"/>
                    <a:pt x="1269610" y="1129541"/>
                    <a:pt x="1269610" y="1130457"/>
                  </a:cubicBezTo>
                  <a:cubicBezTo>
                    <a:pt x="1269610" y="1131373"/>
                    <a:pt x="1268863" y="1132120"/>
                    <a:pt x="1267946" y="1132120"/>
                  </a:cubicBezTo>
                  <a:cubicBezTo>
                    <a:pt x="1267031" y="1132120"/>
                    <a:pt x="1266283" y="1131373"/>
                    <a:pt x="1266283" y="1130457"/>
                  </a:cubicBezTo>
                  <a:close/>
                  <a:moveTo>
                    <a:pt x="1629427" y="1130457"/>
                  </a:moveTo>
                  <a:cubicBezTo>
                    <a:pt x="1629427" y="1129541"/>
                    <a:pt x="1630175" y="1128793"/>
                    <a:pt x="1631092" y="1128793"/>
                  </a:cubicBezTo>
                  <a:cubicBezTo>
                    <a:pt x="1632007" y="1128793"/>
                    <a:pt x="1632754" y="1129541"/>
                    <a:pt x="1632754" y="1130457"/>
                  </a:cubicBezTo>
                  <a:cubicBezTo>
                    <a:pt x="1632754" y="1131373"/>
                    <a:pt x="1632007" y="1132120"/>
                    <a:pt x="1631092" y="1132120"/>
                  </a:cubicBezTo>
                  <a:cubicBezTo>
                    <a:pt x="1630175" y="1132120"/>
                    <a:pt x="1629427" y="1131373"/>
                    <a:pt x="1629427" y="1130457"/>
                  </a:cubicBezTo>
                  <a:close/>
                  <a:moveTo>
                    <a:pt x="1632754" y="1123778"/>
                  </a:moveTo>
                  <a:cubicBezTo>
                    <a:pt x="1632754" y="1122862"/>
                    <a:pt x="1633502" y="1122115"/>
                    <a:pt x="1634419" y="1122115"/>
                  </a:cubicBezTo>
                  <a:cubicBezTo>
                    <a:pt x="1635334" y="1122115"/>
                    <a:pt x="1636081" y="1122862"/>
                    <a:pt x="1636081" y="1123778"/>
                  </a:cubicBezTo>
                  <a:cubicBezTo>
                    <a:pt x="1636081" y="1124695"/>
                    <a:pt x="1635334" y="1125466"/>
                    <a:pt x="1634419" y="1125466"/>
                  </a:cubicBezTo>
                  <a:cubicBezTo>
                    <a:pt x="1633502" y="1125466"/>
                    <a:pt x="1632754" y="1124695"/>
                    <a:pt x="1632754" y="1123778"/>
                  </a:cubicBezTo>
                  <a:close/>
                  <a:moveTo>
                    <a:pt x="1636081" y="1117124"/>
                  </a:moveTo>
                  <a:cubicBezTo>
                    <a:pt x="1636081" y="1116208"/>
                    <a:pt x="1636829" y="1115461"/>
                    <a:pt x="1637746" y="1115461"/>
                  </a:cubicBezTo>
                  <a:cubicBezTo>
                    <a:pt x="1638661" y="1115461"/>
                    <a:pt x="1639408" y="1116208"/>
                    <a:pt x="1639408" y="1117124"/>
                  </a:cubicBezTo>
                  <a:cubicBezTo>
                    <a:pt x="1639408" y="1118041"/>
                    <a:pt x="1638661" y="1118788"/>
                    <a:pt x="1637746" y="1118788"/>
                  </a:cubicBezTo>
                  <a:cubicBezTo>
                    <a:pt x="1636829" y="1118788"/>
                    <a:pt x="1636081" y="1118041"/>
                    <a:pt x="1636081" y="1117124"/>
                  </a:cubicBezTo>
                  <a:close/>
                  <a:moveTo>
                    <a:pt x="1259606" y="1113797"/>
                  </a:moveTo>
                  <a:cubicBezTo>
                    <a:pt x="1259606" y="1112881"/>
                    <a:pt x="1260352" y="1112135"/>
                    <a:pt x="1261269" y="1112135"/>
                  </a:cubicBezTo>
                  <a:cubicBezTo>
                    <a:pt x="1262185" y="1112135"/>
                    <a:pt x="1262956" y="1112881"/>
                    <a:pt x="1262956" y="1113797"/>
                  </a:cubicBezTo>
                  <a:cubicBezTo>
                    <a:pt x="1262956" y="1114714"/>
                    <a:pt x="1262185" y="1115461"/>
                    <a:pt x="1261269" y="1115461"/>
                  </a:cubicBezTo>
                  <a:cubicBezTo>
                    <a:pt x="1260352" y="1115461"/>
                    <a:pt x="1259606" y="1114714"/>
                    <a:pt x="1259606" y="1113797"/>
                  </a:cubicBezTo>
                  <a:close/>
                  <a:moveTo>
                    <a:pt x="1256279" y="1107120"/>
                  </a:moveTo>
                  <a:cubicBezTo>
                    <a:pt x="1256279" y="1106228"/>
                    <a:pt x="1257025" y="1105456"/>
                    <a:pt x="1257942" y="1105456"/>
                  </a:cubicBezTo>
                  <a:cubicBezTo>
                    <a:pt x="1258858" y="1105456"/>
                    <a:pt x="1259606" y="1106228"/>
                    <a:pt x="1259606" y="1107120"/>
                  </a:cubicBezTo>
                  <a:cubicBezTo>
                    <a:pt x="1259606" y="1108036"/>
                    <a:pt x="1258858" y="1108808"/>
                    <a:pt x="1257942" y="1108808"/>
                  </a:cubicBezTo>
                  <a:cubicBezTo>
                    <a:pt x="1257025" y="1108808"/>
                    <a:pt x="1256279" y="1108036"/>
                    <a:pt x="1256279" y="1107120"/>
                  </a:cubicBezTo>
                  <a:close/>
                  <a:moveTo>
                    <a:pt x="1639408" y="1107120"/>
                  </a:moveTo>
                  <a:cubicBezTo>
                    <a:pt x="1639408" y="1106228"/>
                    <a:pt x="1640156" y="1105456"/>
                    <a:pt x="1641072" y="1105456"/>
                  </a:cubicBezTo>
                  <a:cubicBezTo>
                    <a:pt x="1641988" y="1105456"/>
                    <a:pt x="1642735" y="1106228"/>
                    <a:pt x="1642735" y="1107120"/>
                  </a:cubicBezTo>
                  <a:cubicBezTo>
                    <a:pt x="1642735" y="1108036"/>
                    <a:pt x="1641988" y="1108808"/>
                    <a:pt x="1641072" y="1108808"/>
                  </a:cubicBezTo>
                  <a:cubicBezTo>
                    <a:pt x="1640156" y="1108808"/>
                    <a:pt x="1639408" y="1108036"/>
                    <a:pt x="1639408" y="1107120"/>
                  </a:cubicBezTo>
                  <a:close/>
                  <a:moveTo>
                    <a:pt x="1252952" y="1097139"/>
                  </a:moveTo>
                  <a:cubicBezTo>
                    <a:pt x="1252952" y="1096223"/>
                    <a:pt x="1253698" y="1095476"/>
                    <a:pt x="1254615" y="1095476"/>
                  </a:cubicBezTo>
                  <a:cubicBezTo>
                    <a:pt x="1255531" y="1095476"/>
                    <a:pt x="1256279" y="1096223"/>
                    <a:pt x="1256279" y="1097139"/>
                  </a:cubicBezTo>
                  <a:cubicBezTo>
                    <a:pt x="1256279" y="1098055"/>
                    <a:pt x="1255531" y="1098803"/>
                    <a:pt x="1254615" y="1098803"/>
                  </a:cubicBezTo>
                  <a:cubicBezTo>
                    <a:pt x="1253698" y="1098803"/>
                    <a:pt x="1252952" y="1098055"/>
                    <a:pt x="1252952" y="1097139"/>
                  </a:cubicBezTo>
                  <a:close/>
                  <a:moveTo>
                    <a:pt x="1642735" y="1097139"/>
                  </a:moveTo>
                  <a:cubicBezTo>
                    <a:pt x="1642735" y="1096223"/>
                    <a:pt x="1643483" y="1095476"/>
                    <a:pt x="1644399" y="1095476"/>
                  </a:cubicBezTo>
                  <a:cubicBezTo>
                    <a:pt x="1645315" y="1095476"/>
                    <a:pt x="1646062" y="1096223"/>
                    <a:pt x="1646062" y="1097139"/>
                  </a:cubicBezTo>
                  <a:cubicBezTo>
                    <a:pt x="1646062" y="1098055"/>
                    <a:pt x="1645315" y="1098803"/>
                    <a:pt x="1644399" y="1098803"/>
                  </a:cubicBezTo>
                  <a:cubicBezTo>
                    <a:pt x="1643483" y="1098803"/>
                    <a:pt x="1642735" y="1098055"/>
                    <a:pt x="1642735" y="1097139"/>
                  </a:cubicBezTo>
                  <a:close/>
                  <a:moveTo>
                    <a:pt x="1646062" y="1085470"/>
                  </a:moveTo>
                  <a:cubicBezTo>
                    <a:pt x="1646062" y="1083036"/>
                    <a:pt x="1647075" y="1082023"/>
                    <a:pt x="1648305" y="1083252"/>
                  </a:cubicBezTo>
                  <a:cubicBezTo>
                    <a:pt x="1649510" y="1084482"/>
                    <a:pt x="1649510" y="1086483"/>
                    <a:pt x="1648305" y="1087689"/>
                  </a:cubicBezTo>
                  <a:cubicBezTo>
                    <a:pt x="1647075" y="1088918"/>
                    <a:pt x="1646062" y="1087906"/>
                    <a:pt x="1646062" y="1085470"/>
                  </a:cubicBezTo>
                  <a:close/>
                  <a:moveTo>
                    <a:pt x="1249625" y="1083807"/>
                  </a:moveTo>
                  <a:cubicBezTo>
                    <a:pt x="1249625" y="1082891"/>
                    <a:pt x="1250371" y="1082143"/>
                    <a:pt x="1251288" y="1082143"/>
                  </a:cubicBezTo>
                  <a:cubicBezTo>
                    <a:pt x="1252204" y="1082143"/>
                    <a:pt x="1252952" y="1082891"/>
                    <a:pt x="1252952" y="1083807"/>
                  </a:cubicBezTo>
                  <a:cubicBezTo>
                    <a:pt x="1252952" y="1084723"/>
                    <a:pt x="1252204" y="1085470"/>
                    <a:pt x="1251288" y="1085470"/>
                  </a:cubicBezTo>
                  <a:cubicBezTo>
                    <a:pt x="1250371" y="1085470"/>
                    <a:pt x="1249625" y="1084723"/>
                    <a:pt x="1249625" y="1083807"/>
                  </a:cubicBezTo>
                  <a:close/>
                  <a:moveTo>
                    <a:pt x="1649679" y="1066883"/>
                  </a:moveTo>
                  <a:lnTo>
                    <a:pt x="1649919" y="1060494"/>
                  </a:lnTo>
                  <a:lnTo>
                    <a:pt x="1651680" y="1064857"/>
                  </a:lnTo>
                  <a:cubicBezTo>
                    <a:pt x="1652644" y="1067268"/>
                    <a:pt x="1652523" y="1070138"/>
                    <a:pt x="1651414" y="1071247"/>
                  </a:cubicBezTo>
                  <a:cubicBezTo>
                    <a:pt x="1650306" y="1072355"/>
                    <a:pt x="1649533" y="1070378"/>
                    <a:pt x="1649679" y="1066883"/>
                  </a:cubicBezTo>
                  <a:close/>
                  <a:moveTo>
                    <a:pt x="1246804" y="1062157"/>
                  </a:moveTo>
                  <a:lnTo>
                    <a:pt x="1246804" y="1053840"/>
                  </a:lnTo>
                  <a:lnTo>
                    <a:pt x="1248492" y="1057987"/>
                  </a:lnTo>
                  <a:cubicBezTo>
                    <a:pt x="1249407" y="1060278"/>
                    <a:pt x="1249407" y="1064038"/>
                    <a:pt x="1248492" y="1066328"/>
                  </a:cubicBezTo>
                  <a:lnTo>
                    <a:pt x="1246804" y="1070499"/>
                  </a:lnTo>
                  <a:close/>
                  <a:moveTo>
                    <a:pt x="595805" y="1043305"/>
                  </a:moveTo>
                  <a:cubicBezTo>
                    <a:pt x="598096" y="1042365"/>
                    <a:pt x="601832" y="1042365"/>
                    <a:pt x="604123" y="1043305"/>
                  </a:cubicBezTo>
                  <a:lnTo>
                    <a:pt x="608293" y="1044968"/>
                  </a:lnTo>
                  <a:lnTo>
                    <a:pt x="599976" y="1044968"/>
                  </a:lnTo>
                  <a:lnTo>
                    <a:pt x="591634" y="1044968"/>
                  </a:lnTo>
                  <a:close/>
                  <a:moveTo>
                    <a:pt x="1048897" y="1043305"/>
                  </a:moveTo>
                  <a:cubicBezTo>
                    <a:pt x="1051189" y="1042365"/>
                    <a:pt x="1054925" y="1042365"/>
                    <a:pt x="1057216" y="1043305"/>
                  </a:cubicBezTo>
                  <a:lnTo>
                    <a:pt x="1061386" y="1044968"/>
                  </a:lnTo>
                  <a:lnTo>
                    <a:pt x="1053069" y="1044968"/>
                  </a:lnTo>
                  <a:lnTo>
                    <a:pt x="1044727" y="1044968"/>
                  </a:lnTo>
                  <a:close/>
                  <a:moveTo>
                    <a:pt x="569985" y="1040508"/>
                  </a:moveTo>
                  <a:cubicBezTo>
                    <a:pt x="569985" y="1039592"/>
                    <a:pt x="570732" y="1038845"/>
                    <a:pt x="571649" y="1038845"/>
                  </a:cubicBezTo>
                  <a:cubicBezTo>
                    <a:pt x="572564" y="1038845"/>
                    <a:pt x="573312" y="1039592"/>
                    <a:pt x="573312" y="1040508"/>
                  </a:cubicBezTo>
                  <a:cubicBezTo>
                    <a:pt x="573312" y="1041424"/>
                    <a:pt x="572564" y="1042172"/>
                    <a:pt x="571649" y="1042172"/>
                  </a:cubicBezTo>
                  <a:cubicBezTo>
                    <a:pt x="570732" y="1042172"/>
                    <a:pt x="569985" y="1041424"/>
                    <a:pt x="569985" y="1040508"/>
                  </a:cubicBezTo>
                  <a:close/>
                  <a:moveTo>
                    <a:pt x="631052" y="1039954"/>
                  </a:moveTo>
                  <a:cubicBezTo>
                    <a:pt x="632281" y="1038724"/>
                    <a:pt x="634282" y="1038724"/>
                    <a:pt x="635512" y="1039954"/>
                  </a:cubicBezTo>
                  <a:cubicBezTo>
                    <a:pt x="636717" y="1041183"/>
                    <a:pt x="635728" y="1042172"/>
                    <a:pt x="633294" y="1042172"/>
                  </a:cubicBezTo>
                  <a:cubicBezTo>
                    <a:pt x="630834" y="1042172"/>
                    <a:pt x="629847" y="1041160"/>
                    <a:pt x="631052" y="1039954"/>
                  </a:cubicBezTo>
                  <a:close/>
                  <a:moveTo>
                    <a:pt x="1017533" y="1039954"/>
                  </a:moveTo>
                  <a:cubicBezTo>
                    <a:pt x="1018738" y="1038724"/>
                    <a:pt x="1020740" y="1038724"/>
                    <a:pt x="1021968" y="1039954"/>
                  </a:cubicBezTo>
                  <a:cubicBezTo>
                    <a:pt x="1023175" y="1041183"/>
                    <a:pt x="1022186" y="1042172"/>
                    <a:pt x="1019751" y="1042172"/>
                  </a:cubicBezTo>
                  <a:cubicBezTo>
                    <a:pt x="1017292" y="1042172"/>
                    <a:pt x="1016303" y="1041160"/>
                    <a:pt x="1017533" y="1039954"/>
                  </a:cubicBezTo>
                  <a:close/>
                  <a:moveTo>
                    <a:pt x="1079708" y="1040508"/>
                  </a:moveTo>
                  <a:cubicBezTo>
                    <a:pt x="1079708" y="1039592"/>
                    <a:pt x="1080456" y="1038845"/>
                    <a:pt x="1081373" y="1038845"/>
                  </a:cubicBezTo>
                  <a:cubicBezTo>
                    <a:pt x="1082288" y="1038845"/>
                    <a:pt x="1083035" y="1039592"/>
                    <a:pt x="1083035" y="1040508"/>
                  </a:cubicBezTo>
                  <a:cubicBezTo>
                    <a:pt x="1083035" y="1041424"/>
                    <a:pt x="1082288" y="1042172"/>
                    <a:pt x="1081373" y="1042172"/>
                  </a:cubicBezTo>
                  <a:cubicBezTo>
                    <a:pt x="1080456" y="1042172"/>
                    <a:pt x="1079708" y="1041424"/>
                    <a:pt x="1079708" y="1040508"/>
                  </a:cubicBezTo>
                  <a:close/>
                  <a:moveTo>
                    <a:pt x="556654" y="1037182"/>
                  </a:moveTo>
                  <a:cubicBezTo>
                    <a:pt x="556654" y="1036266"/>
                    <a:pt x="557401" y="1035518"/>
                    <a:pt x="558316" y="1035518"/>
                  </a:cubicBezTo>
                  <a:cubicBezTo>
                    <a:pt x="559233" y="1035518"/>
                    <a:pt x="559980" y="1036266"/>
                    <a:pt x="559980" y="1037182"/>
                  </a:cubicBezTo>
                  <a:cubicBezTo>
                    <a:pt x="559980" y="1038097"/>
                    <a:pt x="559233" y="1038845"/>
                    <a:pt x="558316" y="1038845"/>
                  </a:cubicBezTo>
                  <a:cubicBezTo>
                    <a:pt x="557401" y="1038845"/>
                    <a:pt x="556654" y="1038097"/>
                    <a:pt x="556654" y="1037182"/>
                  </a:cubicBezTo>
                  <a:close/>
                  <a:moveTo>
                    <a:pt x="646602" y="1037182"/>
                  </a:moveTo>
                  <a:cubicBezTo>
                    <a:pt x="646602" y="1036266"/>
                    <a:pt x="647348" y="1035518"/>
                    <a:pt x="648265" y="1035518"/>
                  </a:cubicBezTo>
                  <a:cubicBezTo>
                    <a:pt x="649182" y="1035518"/>
                    <a:pt x="649953" y="1036266"/>
                    <a:pt x="649953" y="1037182"/>
                  </a:cubicBezTo>
                  <a:cubicBezTo>
                    <a:pt x="649953" y="1038097"/>
                    <a:pt x="649182" y="1038845"/>
                    <a:pt x="648265" y="1038845"/>
                  </a:cubicBezTo>
                  <a:cubicBezTo>
                    <a:pt x="647348" y="1038845"/>
                    <a:pt x="646602" y="1038097"/>
                    <a:pt x="646602" y="1037182"/>
                  </a:cubicBezTo>
                  <a:close/>
                  <a:moveTo>
                    <a:pt x="1003092" y="1037182"/>
                  </a:moveTo>
                  <a:cubicBezTo>
                    <a:pt x="1003092" y="1036266"/>
                    <a:pt x="1003840" y="1035518"/>
                    <a:pt x="1004755" y="1035518"/>
                  </a:cubicBezTo>
                  <a:cubicBezTo>
                    <a:pt x="1005672" y="1035518"/>
                    <a:pt x="1006419" y="1036266"/>
                    <a:pt x="1006419" y="1037182"/>
                  </a:cubicBezTo>
                  <a:cubicBezTo>
                    <a:pt x="1006419" y="1038097"/>
                    <a:pt x="1005672" y="1038845"/>
                    <a:pt x="1004755" y="1038845"/>
                  </a:cubicBezTo>
                  <a:cubicBezTo>
                    <a:pt x="1003840" y="1038845"/>
                    <a:pt x="1003092" y="1038097"/>
                    <a:pt x="1003092" y="1037182"/>
                  </a:cubicBezTo>
                  <a:close/>
                  <a:moveTo>
                    <a:pt x="1093040" y="1037182"/>
                  </a:moveTo>
                  <a:cubicBezTo>
                    <a:pt x="1093040" y="1036266"/>
                    <a:pt x="1093787" y="1035518"/>
                    <a:pt x="1094704" y="1035518"/>
                  </a:cubicBezTo>
                  <a:cubicBezTo>
                    <a:pt x="1095621" y="1035518"/>
                    <a:pt x="1096367" y="1036266"/>
                    <a:pt x="1096367" y="1037182"/>
                  </a:cubicBezTo>
                  <a:cubicBezTo>
                    <a:pt x="1096367" y="1038097"/>
                    <a:pt x="1095621" y="1038845"/>
                    <a:pt x="1094704" y="1038845"/>
                  </a:cubicBezTo>
                  <a:cubicBezTo>
                    <a:pt x="1093787" y="1038845"/>
                    <a:pt x="1093040" y="1038097"/>
                    <a:pt x="1093040" y="1037182"/>
                  </a:cubicBezTo>
                  <a:close/>
                  <a:moveTo>
                    <a:pt x="550000" y="1033830"/>
                  </a:moveTo>
                  <a:cubicBezTo>
                    <a:pt x="550000" y="1032914"/>
                    <a:pt x="550747" y="1032167"/>
                    <a:pt x="551662" y="1032167"/>
                  </a:cubicBezTo>
                  <a:cubicBezTo>
                    <a:pt x="552579" y="1032167"/>
                    <a:pt x="553327" y="1032914"/>
                    <a:pt x="553327" y="1033830"/>
                  </a:cubicBezTo>
                  <a:cubicBezTo>
                    <a:pt x="553327" y="1034746"/>
                    <a:pt x="552579" y="1035518"/>
                    <a:pt x="551662" y="1035518"/>
                  </a:cubicBezTo>
                  <a:cubicBezTo>
                    <a:pt x="550747" y="1035518"/>
                    <a:pt x="550000" y="1034746"/>
                    <a:pt x="550000" y="1033830"/>
                  </a:cubicBezTo>
                  <a:close/>
                  <a:moveTo>
                    <a:pt x="659934" y="1033830"/>
                  </a:moveTo>
                  <a:cubicBezTo>
                    <a:pt x="659934" y="1032914"/>
                    <a:pt x="660681" y="1032167"/>
                    <a:pt x="661596" y="1032167"/>
                  </a:cubicBezTo>
                  <a:cubicBezTo>
                    <a:pt x="662513" y="1032167"/>
                    <a:pt x="663261" y="1032914"/>
                    <a:pt x="663261" y="1033830"/>
                  </a:cubicBezTo>
                  <a:cubicBezTo>
                    <a:pt x="663261" y="1034746"/>
                    <a:pt x="662513" y="1035518"/>
                    <a:pt x="661596" y="1035518"/>
                  </a:cubicBezTo>
                  <a:cubicBezTo>
                    <a:pt x="660681" y="1035518"/>
                    <a:pt x="659934" y="1034746"/>
                    <a:pt x="659934" y="1033830"/>
                  </a:cubicBezTo>
                  <a:close/>
                  <a:moveTo>
                    <a:pt x="989760" y="1033830"/>
                  </a:moveTo>
                  <a:cubicBezTo>
                    <a:pt x="989760" y="1032914"/>
                    <a:pt x="990507" y="1032167"/>
                    <a:pt x="991424" y="1032167"/>
                  </a:cubicBezTo>
                  <a:cubicBezTo>
                    <a:pt x="992340" y="1032167"/>
                    <a:pt x="993086" y="1032914"/>
                    <a:pt x="993086" y="1033830"/>
                  </a:cubicBezTo>
                  <a:cubicBezTo>
                    <a:pt x="993086" y="1034746"/>
                    <a:pt x="992340" y="1035518"/>
                    <a:pt x="991424" y="1035518"/>
                  </a:cubicBezTo>
                  <a:cubicBezTo>
                    <a:pt x="990507" y="1035518"/>
                    <a:pt x="989760" y="1034746"/>
                    <a:pt x="989760" y="1033830"/>
                  </a:cubicBezTo>
                  <a:close/>
                  <a:moveTo>
                    <a:pt x="1099694" y="1033830"/>
                  </a:moveTo>
                  <a:cubicBezTo>
                    <a:pt x="1099694" y="1032914"/>
                    <a:pt x="1100441" y="1032167"/>
                    <a:pt x="1101358" y="1032167"/>
                  </a:cubicBezTo>
                  <a:cubicBezTo>
                    <a:pt x="1102275" y="1032167"/>
                    <a:pt x="1103021" y="1032914"/>
                    <a:pt x="1103021" y="1033830"/>
                  </a:cubicBezTo>
                  <a:cubicBezTo>
                    <a:pt x="1103021" y="1034746"/>
                    <a:pt x="1102275" y="1035518"/>
                    <a:pt x="1101358" y="1035518"/>
                  </a:cubicBezTo>
                  <a:cubicBezTo>
                    <a:pt x="1100441" y="1035518"/>
                    <a:pt x="1099694" y="1034746"/>
                    <a:pt x="1099694" y="1033830"/>
                  </a:cubicBezTo>
                  <a:close/>
                  <a:moveTo>
                    <a:pt x="543322" y="1030503"/>
                  </a:moveTo>
                  <a:cubicBezTo>
                    <a:pt x="543322" y="1029587"/>
                    <a:pt x="544093" y="1028840"/>
                    <a:pt x="544985" y="1028840"/>
                  </a:cubicBezTo>
                  <a:cubicBezTo>
                    <a:pt x="545925" y="1028840"/>
                    <a:pt x="546673" y="1029587"/>
                    <a:pt x="546673" y="1030503"/>
                  </a:cubicBezTo>
                  <a:cubicBezTo>
                    <a:pt x="546673" y="1031419"/>
                    <a:pt x="545925" y="1032167"/>
                    <a:pt x="544985" y="1032167"/>
                  </a:cubicBezTo>
                  <a:cubicBezTo>
                    <a:pt x="544093" y="1032167"/>
                    <a:pt x="543322" y="1031419"/>
                    <a:pt x="543322" y="1030503"/>
                  </a:cubicBezTo>
                  <a:close/>
                  <a:moveTo>
                    <a:pt x="673265" y="1030503"/>
                  </a:moveTo>
                  <a:cubicBezTo>
                    <a:pt x="673265" y="1029587"/>
                    <a:pt x="674013" y="1028840"/>
                    <a:pt x="674929" y="1028840"/>
                  </a:cubicBezTo>
                  <a:cubicBezTo>
                    <a:pt x="675845" y="1028840"/>
                    <a:pt x="676592" y="1029587"/>
                    <a:pt x="676592" y="1030503"/>
                  </a:cubicBezTo>
                  <a:cubicBezTo>
                    <a:pt x="676592" y="1031419"/>
                    <a:pt x="675845" y="1032167"/>
                    <a:pt x="674929" y="1032167"/>
                  </a:cubicBezTo>
                  <a:cubicBezTo>
                    <a:pt x="674013" y="1032167"/>
                    <a:pt x="673265" y="1031419"/>
                    <a:pt x="673265" y="1030503"/>
                  </a:cubicBezTo>
                  <a:close/>
                  <a:moveTo>
                    <a:pt x="979755" y="1030503"/>
                  </a:moveTo>
                  <a:cubicBezTo>
                    <a:pt x="979755" y="1029587"/>
                    <a:pt x="980503" y="1028840"/>
                    <a:pt x="981419" y="1028840"/>
                  </a:cubicBezTo>
                  <a:cubicBezTo>
                    <a:pt x="982335" y="1028840"/>
                    <a:pt x="983106" y="1029587"/>
                    <a:pt x="983106" y="1030503"/>
                  </a:cubicBezTo>
                  <a:cubicBezTo>
                    <a:pt x="983106" y="1031419"/>
                    <a:pt x="982335" y="1032167"/>
                    <a:pt x="981419" y="1032167"/>
                  </a:cubicBezTo>
                  <a:cubicBezTo>
                    <a:pt x="980503" y="1032167"/>
                    <a:pt x="979755" y="1031419"/>
                    <a:pt x="979755" y="1030503"/>
                  </a:cubicBezTo>
                  <a:close/>
                  <a:moveTo>
                    <a:pt x="1106373" y="1030503"/>
                  </a:moveTo>
                  <a:cubicBezTo>
                    <a:pt x="1106373" y="1029587"/>
                    <a:pt x="1107120" y="1028840"/>
                    <a:pt x="1108035" y="1028840"/>
                  </a:cubicBezTo>
                  <a:cubicBezTo>
                    <a:pt x="1108952" y="1028840"/>
                    <a:pt x="1109700" y="1029587"/>
                    <a:pt x="1109700" y="1030503"/>
                  </a:cubicBezTo>
                  <a:cubicBezTo>
                    <a:pt x="1109700" y="1031419"/>
                    <a:pt x="1108952" y="1032167"/>
                    <a:pt x="1108035" y="1032167"/>
                  </a:cubicBezTo>
                  <a:cubicBezTo>
                    <a:pt x="1107120" y="1032167"/>
                    <a:pt x="1106373" y="1031419"/>
                    <a:pt x="1106373" y="1030503"/>
                  </a:cubicBezTo>
                  <a:close/>
                  <a:moveTo>
                    <a:pt x="534691" y="1025007"/>
                  </a:moveTo>
                  <a:lnTo>
                    <a:pt x="532304" y="1021149"/>
                  </a:lnTo>
                  <a:lnTo>
                    <a:pt x="536161" y="1023536"/>
                  </a:lnTo>
                  <a:cubicBezTo>
                    <a:pt x="539995" y="1025898"/>
                    <a:pt x="541321" y="1028840"/>
                    <a:pt x="538524" y="1028840"/>
                  </a:cubicBezTo>
                  <a:cubicBezTo>
                    <a:pt x="537728" y="1028840"/>
                    <a:pt x="535993" y="1027104"/>
                    <a:pt x="534691" y="1025007"/>
                  </a:cubicBezTo>
                  <a:close/>
                  <a:moveTo>
                    <a:pt x="683246" y="1027176"/>
                  </a:moveTo>
                  <a:cubicBezTo>
                    <a:pt x="683246" y="1026260"/>
                    <a:pt x="684018" y="1025513"/>
                    <a:pt x="684934" y="1025513"/>
                  </a:cubicBezTo>
                  <a:cubicBezTo>
                    <a:pt x="685850" y="1025513"/>
                    <a:pt x="686598" y="1026260"/>
                    <a:pt x="686598" y="1027176"/>
                  </a:cubicBezTo>
                  <a:cubicBezTo>
                    <a:pt x="686598" y="1028092"/>
                    <a:pt x="685850" y="1028840"/>
                    <a:pt x="684934" y="1028840"/>
                  </a:cubicBezTo>
                  <a:cubicBezTo>
                    <a:pt x="684018" y="1028840"/>
                    <a:pt x="683246" y="1028092"/>
                    <a:pt x="683246" y="1027176"/>
                  </a:cubicBezTo>
                  <a:close/>
                  <a:moveTo>
                    <a:pt x="966447" y="1027176"/>
                  </a:moveTo>
                  <a:cubicBezTo>
                    <a:pt x="966447" y="1026260"/>
                    <a:pt x="967195" y="1025513"/>
                    <a:pt x="968111" y="1025513"/>
                  </a:cubicBezTo>
                  <a:cubicBezTo>
                    <a:pt x="969027" y="1025513"/>
                    <a:pt x="969774" y="1026260"/>
                    <a:pt x="969774" y="1027176"/>
                  </a:cubicBezTo>
                  <a:cubicBezTo>
                    <a:pt x="969774" y="1028092"/>
                    <a:pt x="969027" y="1028840"/>
                    <a:pt x="968111" y="1028840"/>
                  </a:cubicBezTo>
                  <a:cubicBezTo>
                    <a:pt x="967195" y="1028840"/>
                    <a:pt x="966447" y="1028092"/>
                    <a:pt x="966447" y="1027176"/>
                  </a:cubicBezTo>
                  <a:close/>
                  <a:moveTo>
                    <a:pt x="1114689" y="1025513"/>
                  </a:moveTo>
                  <a:cubicBezTo>
                    <a:pt x="1115822" y="1023681"/>
                    <a:pt x="1117510" y="1022186"/>
                    <a:pt x="1118427" y="1022186"/>
                  </a:cubicBezTo>
                  <a:cubicBezTo>
                    <a:pt x="1119342" y="1022186"/>
                    <a:pt x="1119149" y="1023681"/>
                    <a:pt x="1118016" y="1025513"/>
                  </a:cubicBezTo>
                  <a:cubicBezTo>
                    <a:pt x="1116883" y="1027345"/>
                    <a:pt x="1115220" y="1028840"/>
                    <a:pt x="1114304" y="1028840"/>
                  </a:cubicBezTo>
                  <a:cubicBezTo>
                    <a:pt x="1113389" y="1028840"/>
                    <a:pt x="1113556" y="1027345"/>
                    <a:pt x="1114689" y="1025513"/>
                  </a:cubicBezTo>
                  <a:close/>
                  <a:moveTo>
                    <a:pt x="689925" y="1023849"/>
                  </a:moveTo>
                  <a:cubicBezTo>
                    <a:pt x="689925" y="1022933"/>
                    <a:pt x="690672" y="1022186"/>
                    <a:pt x="691588" y="1022186"/>
                  </a:cubicBezTo>
                  <a:cubicBezTo>
                    <a:pt x="692504" y="1022186"/>
                    <a:pt x="693252" y="1022933"/>
                    <a:pt x="693252" y="1023849"/>
                  </a:cubicBezTo>
                  <a:cubicBezTo>
                    <a:pt x="693252" y="1024765"/>
                    <a:pt x="692504" y="1025513"/>
                    <a:pt x="691588" y="1025513"/>
                  </a:cubicBezTo>
                  <a:cubicBezTo>
                    <a:pt x="690672" y="1025513"/>
                    <a:pt x="689925" y="1024765"/>
                    <a:pt x="689925" y="1023849"/>
                  </a:cubicBezTo>
                  <a:close/>
                  <a:moveTo>
                    <a:pt x="959770" y="1023849"/>
                  </a:moveTo>
                  <a:cubicBezTo>
                    <a:pt x="959770" y="1022933"/>
                    <a:pt x="960517" y="1022186"/>
                    <a:pt x="961432" y="1022186"/>
                  </a:cubicBezTo>
                  <a:cubicBezTo>
                    <a:pt x="962349" y="1022186"/>
                    <a:pt x="963097" y="1022933"/>
                    <a:pt x="963097" y="1023849"/>
                  </a:cubicBezTo>
                  <a:cubicBezTo>
                    <a:pt x="963097" y="1024765"/>
                    <a:pt x="962349" y="1025513"/>
                    <a:pt x="961432" y="1025513"/>
                  </a:cubicBezTo>
                  <a:cubicBezTo>
                    <a:pt x="960517" y="1025513"/>
                    <a:pt x="959770" y="1024765"/>
                    <a:pt x="959770" y="1023849"/>
                  </a:cubicBezTo>
                  <a:close/>
                  <a:moveTo>
                    <a:pt x="699906" y="1020522"/>
                  </a:moveTo>
                  <a:cubicBezTo>
                    <a:pt x="699906" y="1019606"/>
                    <a:pt x="700652" y="1018859"/>
                    <a:pt x="701569" y="1018859"/>
                  </a:cubicBezTo>
                  <a:cubicBezTo>
                    <a:pt x="702485" y="1018859"/>
                    <a:pt x="703256" y="1019606"/>
                    <a:pt x="703256" y="1020522"/>
                  </a:cubicBezTo>
                  <a:cubicBezTo>
                    <a:pt x="703256" y="1021438"/>
                    <a:pt x="702485" y="1022186"/>
                    <a:pt x="701569" y="1022186"/>
                  </a:cubicBezTo>
                  <a:cubicBezTo>
                    <a:pt x="700652" y="1022186"/>
                    <a:pt x="699906" y="1021438"/>
                    <a:pt x="699906" y="1020522"/>
                  </a:cubicBezTo>
                  <a:close/>
                  <a:moveTo>
                    <a:pt x="949789" y="1020522"/>
                  </a:moveTo>
                  <a:cubicBezTo>
                    <a:pt x="949789" y="1019606"/>
                    <a:pt x="950536" y="1018859"/>
                    <a:pt x="951452" y="1018859"/>
                  </a:cubicBezTo>
                  <a:cubicBezTo>
                    <a:pt x="952368" y="1018859"/>
                    <a:pt x="953116" y="1019606"/>
                    <a:pt x="953116" y="1020522"/>
                  </a:cubicBezTo>
                  <a:cubicBezTo>
                    <a:pt x="953116" y="1021438"/>
                    <a:pt x="952368" y="1022186"/>
                    <a:pt x="951452" y="1022186"/>
                  </a:cubicBezTo>
                  <a:cubicBezTo>
                    <a:pt x="950536" y="1022186"/>
                    <a:pt x="949789" y="1021438"/>
                    <a:pt x="949789" y="1020522"/>
                  </a:cubicBezTo>
                  <a:close/>
                  <a:moveTo>
                    <a:pt x="709910" y="1017171"/>
                  </a:moveTo>
                  <a:cubicBezTo>
                    <a:pt x="709910" y="1016255"/>
                    <a:pt x="710658" y="1015508"/>
                    <a:pt x="711573" y="1015508"/>
                  </a:cubicBezTo>
                  <a:cubicBezTo>
                    <a:pt x="712490" y="1015508"/>
                    <a:pt x="713237" y="1016255"/>
                    <a:pt x="713237" y="1017171"/>
                  </a:cubicBezTo>
                  <a:cubicBezTo>
                    <a:pt x="713237" y="1018088"/>
                    <a:pt x="712490" y="1018859"/>
                    <a:pt x="711573" y="1018859"/>
                  </a:cubicBezTo>
                  <a:cubicBezTo>
                    <a:pt x="710658" y="1018859"/>
                    <a:pt x="709910" y="1018088"/>
                    <a:pt x="709910" y="1017171"/>
                  </a:cubicBezTo>
                  <a:close/>
                  <a:moveTo>
                    <a:pt x="943110" y="1017171"/>
                  </a:moveTo>
                  <a:cubicBezTo>
                    <a:pt x="943110" y="1016255"/>
                    <a:pt x="943857" y="1015508"/>
                    <a:pt x="944774" y="1015508"/>
                  </a:cubicBezTo>
                  <a:cubicBezTo>
                    <a:pt x="945689" y="1015508"/>
                    <a:pt x="946437" y="1016255"/>
                    <a:pt x="946437" y="1017171"/>
                  </a:cubicBezTo>
                  <a:cubicBezTo>
                    <a:pt x="946437" y="1018088"/>
                    <a:pt x="945689" y="1018859"/>
                    <a:pt x="944774" y="1018859"/>
                  </a:cubicBezTo>
                  <a:cubicBezTo>
                    <a:pt x="943857" y="1018859"/>
                    <a:pt x="943110" y="1018088"/>
                    <a:pt x="943110" y="1017171"/>
                  </a:cubicBezTo>
                  <a:close/>
                  <a:moveTo>
                    <a:pt x="716564" y="1013844"/>
                  </a:moveTo>
                  <a:cubicBezTo>
                    <a:pt x="716564" y="1012928"/>
                    <a:pt x="717312" y="1012181"/>
                    <a:pt x="718227" y="1012181"/>
                  </a:cubicBezTo>
                  <a:cubicBezTo>
                    <a:pt x="719144" y="1012181"/>
                    <a:pt x="719891" y="1012928"/>
                    <a:pt x="719891" y="1013844"/>
                  </a:cubicBezTo>
                  <a:cubicBezTo>
                    <a:pt x="719891" y="1014761"/>
                    <a:pt x="719144" y="1015508"/>
                    <a:pt x="718227" y="1015508"/>
                  </a:cubicBezTo>
                  <a:cubicBezTo>
                    <a:pt x="717312" y="1015508"/>
                    <a:pt x="716564" y="1014761"/>
                    <a:pt x="716564" y="1013844"/>
                  </a:cubicBezTo>
                  <a:close/>
                  <a:moveTo>
                    <a:pt x="933129" y="1013844"/>
                  </a:moveTo>
                  <a:cubicBezTo>
                    <a:pt x="933129" y="1012928"/>
                    <a:pt x="933876" y="1012181"/>
                    <a:pt x="934793" y="1012181"/>
                  </a:cubicBezTo>
                  <a:cubicBezTo>
                    <a:pt x="935708" y="1012181"/>
                    <a:pt x="936456" y="1012928"/>
                    <a:pt x="936456" y="1013844"/>
                  </a:cubicBezTo>
                  <a:cubicBezTo>
                    <a:pt x="936456" y="1014761"/>
                    <a:pt x="935708" y="1015508"/>
                    <a:pt x="934793" y="1015508"/>
                  </a:cubicBezTo>
                  <a:cubicBezTo>
                    <a:pt x="933876" y="1015508"/>
                    <a:pt x="933129" y="1014761"/>
                    <a:pt x="933129" y="1013844"/>
                  </a:cubicBezTo>
                  <a:close/>
                  <a:moveTo>
                    <a:pt x="723242" y="1010517"/>
                  </a:moveTo>
                  <a:cubicBezTo>
                    <a:pt x="723242" y="1009601"/>
                    <a:pt x="723989" y="1008854"/>
                    <a:pt x="724906" y="1008854"/>
                  </a:cubicBezTo>
                  <a:cubicBezTo>
                    <a:pt x="725821" y="1008854"/>
                    <a:pt x="726569" y="1009601"/>
                    <a:pt x="726569" y="1010517"/>
                  </a:cubicBezTo>
                  <a:cubicBezTo>
                    <a:pt x="726569" y="1011434"/>
                    <a:pt x="725821" y="1012181"/>
                    <a:pt x="724906" y="1012181"/>
                  </a:cubicBezTo>
                  <a:cubicBezTo>
                    <a:pt x="723989" y="1012181"/>
                    <a:pt x="723242" y="1011434"/>
                    <a:pt x="723242" y="1010517"/>
                  </a:cubicBezTo>
                  <a:close/>
                  <a:moveTo>
                    <a:pt x="926452" y="1010517"/>
                  </a:moveTo>
                  <a:cubicBezTo>
                    <a:pt x="926452" y="1009601"/>
                    <a:pt x="927199" y="1008854"/>
                    <a:pt x="928116" y="1008854"/>
                  </a:cubicBezTo>
                  <a:cubicBezTo>
                    <a:pt x="929031" y="1008854"/>
                    <a:pt x="929778" y="1009601"/>
                    <a:pt x="929778" y="1010517"/>
                  </a:cubicBezTo>
                  <a:cubicBezTo>
                    <a:pt x="929778" y="1011434"/>
                    <a:pt x="929031" y="1012181"/>
                    <a:pt x="928116" y="1012181"/>
                  </a:cubicBezTo>
                  <a:cubicBezTo>
                    <a:pt x="927199" y="1012181"/>
                    <a:pt x="926452" y="1011434"/>
                    <a:pt x="926452" y="1010517"/>
                  </a:cubicBezTo>
                  <a:close/>
                  <a:moveTo>
                    <a:pt x="516681" y="1007190"/>
                  </a:moveTo>
                  <a:cubicBezTo>
                    <a:pt x="516681" y="1006274"/>
                    <a:pt x="517429" y="1005527"/>
                    <a:pt x="518346" y="1005527"/>
                  </a:cubicBezTo>
                  <a:cubicBezTo>
                    <a:pt x="519261" y="1005527"/>
                    <a:pt x="520008" y="1006274"/>
                    <a:pt x="520008" y="1007190"/>
                  </a:cubicBezTo>
                  <a:cubicBezTo>
                    <a:pt x="520008" y="1008107"/>
                    <a:pt x="519261" y="1008854"/>
                    <a:pt x="518346" y="1008854"/>
                  </a:cubicBezTo>
                  <a:cubicBezTo>
                    <a:pt x="517429" y="1008854"/>
                    <a:pt x="516681" y="1008107"/>
                    <a:pt x="516681" y="1007190"/>
                  </a:cubicBezTo>
                  <a:close/>
                  <a:moveTo>
                    <a:pt x="729896" y="1007190"/>
                  </a:moveTo>
                  <a:cubicBezTo>
                    <a:pt x="729896" y="1006274"/>
                    <a:pt x="730643" y="1005527"/>
                    <a:pt x="731560" y="1005527"/>
                  </a:cubicBezTo>
                  <a:cubicBezTo>
                    <a:pt x="732475" y="1005527"/>
                    <a:pt x="733223" y="1006274"/>
                    <a:pt x="733223" y="1007190"/>
                  </a:cubicBezTo>
                  <a:cubicBezTo>
                    <a:pt x="733223" y="1008107"/>
                    <a:pt x="732475" y="1008854"/>
                    <a:pt x="731560" y="1008854"/>
                  </a:cubicBezTo>
                  <a:cubicBezTo>
                    <a:pt x="730643" y="1008854"/>
                    <a:pt x="729896" y="1008107"/>
                    <a:pt x="729896" y="1007190"/>
                  </a:cubicBezTo>
                  <a:close/>
                  <a:moveTo>
                    <a:pt x="919798" y="1007190"/>
                  </a:moveTo>
                  <a:cubicBezTo>
                    <a:pt x="919798" y="1006274"/>
                    <a:pt x="920545" y="1005527"/>
                    <a:pt x="921462" y="1005527"/>
                  </a:cubicBezTo>
                  <a:cubicBezTo>
                    <a:pt x="922377" y="1005527"/>
                    <a:pt x="923125" y="1006274"/>
                    <a:pt x="923125" y="1007190"/>
                  </a:cubicBezTo>
                  <a:cubicBezTo>
                    <a:pt x="923125" y="1008107"/>
                    <a:pt x="922377" y="1008854"/>
                    <a:pt x="921462" y="1008854"/>
                  </a:cubicBezTo>
                  <a:cubicBezTo>
                    <a:pt x="920545" y="1008854"/>
                    <a:pt x="919798" y="1008107"/>
                    <a:pt x="919798" y="1007190"/>
                  </a:cubicBezTo>
                  <a:close/>
                  <a:moveTo>
                    <a:pt x="1133012" y="1007190"/>
                  </a:moveTo>
                  <a:cubicBezTo>
                    <a:pt x="1133012" y="1006274"/>
                    <a:pt x="1133759" y="1005527"/>
                    <a:pt x="1134676" y="1005527"/>
                  </a:cubicBezTo>
                  <a:cubicBezTo>
                    <a:pt x="1135591" y="1005527"/>
                    <a:pt x="1136339" y="1006274"/>
                    <a:pt x="1136339" y="1007190"/>
                  </a:cubicBezTo>
                  <a:cubicBezTo>
                    <a:pt x="1136339" y="1008107"/>
                    <a:pt x="1135591" y="1008854"/>
                    <a:pt x="1134676" y="1008854"/>
                  </a:cubicBezTo>
                  <a:cubicBezTo>
                    <a:pt x="1133759" y="1008854"/>
                    <a:pt x="1133012" y="1008107"/>
                    <a:pt x="1133012" y="1007190"/>
                  </a:cubicBezTo>
                  <a:close/>
                  <a:moveTo>
                    <a:pt x="510004" y="997186"/>
                  </a:moveTo>
                  <a:cubicBezTo>
                    <a:pt x="510004" y="996269"/>
                    <a:pt x="510775" y="995522"/>
                    <a:pt x="511692" y="995522"/>
                  </a:cubicBezTo>
                  <a:cubicBezTo>
                    <a:pt x="512607" y="995522"/>
                    <a:pt x="513354" y="996269"/>
                    <a:pt x="513354" y="997186"/>
                  </a:cubicBezTo>
                  <a:cubicBezTo>
                    <a:pt x="513354" y="998102"/>
                    <a:pt x="512607" y="998849"/>
                    <a:pt x="511692" y="998849"/>
                  </a:cubicBezTo>
                  <a:cubicBezTo>
                    <a:pt x="510775" y="998849"/>
                    <a:pt x="510004" y="998102"/>
                    <a:pt x="510004" y="997186"/>
                  </a:cubicBezTo>
                  <a:close/>
                  <a:moveTo>
                    <a:pt x="1139666" y="997186"/>
                  </a:moveTo>
                  <a:cubicBezTo>
                    <a:pt x="1139666" y="996269"/>
                    <a:pt x="1140437" y="995522"/>
                    <a:pt x="1141354" y="995522"/>
                  </a:cubicBezTo>
                  <a:cubicBezTo>
                    <a:pt x="1142270" y="995522"/>
                    <a:pt x="1143018" y="996269"/>
                    <a:pt x="1143018" y="997186"/>
                  </a:cubicBezTo>
                  <a:cubicBezTo>
                    <a:pt x="1143018" y="998102"/>
                    <a:pt x="1142270" y="998849"/>
                    <a:pt x="1141354" y="998849"/>
                  </a:cubicBezTo>
                  <a:cubicBezTo>
                    <a:pt x="1140437" y="998849"/>
                    <a:pt x="1139666" y="998102"/>
                    <a:pt x="1139666" y="997186"/>
                  </a:cubicBezTo>
                  <a:close/>
                  <a:moveTo>
                    <a:pt x="576639" y="993859"/>
                  </a:moveTo>
                  <a:cubicBezTo>
                    <a:pt x="576639" y="992943"/>
                    <a:pt x="577386" y="992195"/>
                    <a:pt x="578303" y="992195"/>
                  </a:cubicBezTo>
                  <a:cubicBezTo>
                    <a:pt x="579218" y="992195"/>
                    <a:pt x="579991" y="992943"/>
                    <a:pt x="579991" y="993859"/>
                  </a:cubicBezTo>
                  <a:cubicBezTo>
                    <a:pt x="579991" y="994775"/>
                    <a:pt x="579218" y="995522"/>
                    <a:pt x="578303" y="995522"/>
                  </a:cubicBezTo>
                  <a:cubicBezTo>
                    <a:pt x="577386" y="995522"/>
                    <a:pt x="576639" y="994775"/>
                    <a:pt x="576639" y="993859"/>
                  </a:cubicBezTo>
                  <a:close/>
                  <a:moveTo>
                    <a:pt x="624398" y="993304"/>
                  </a:moveTo>
                  <a:cubicBezTo>
                    <a:pt x="625627" y="992075"/>
                    <a:pt x="627628" y="992075"/>
                    <a:pt x="628834" y="993304"/>
                  </a:cubicBezTo>
                  <a:cubicBezTo>
                    <a:pt x="630063" y="994534"/>
                    <a:pt x="629051" y="995522"/>
                    <a:pt x="626615" y="995522"/>
                  </a:cubicBezTo>
                  <a:cubicBezTo>
                    <a:pt x="624180" y="995522"/>
                    <a:pt x="623168" y="994534"/>
                    <a:pt x="624398" y="993304"/>
                  </a:cubicBezTo>
                  <a:close/>
                  <a:moveTo>
                    <a:pt x="756560" y="993859"/>
                  </a:moveTo>
                  <a:cubicBezTo>
                    <a:pt x="756560" y="992943"/>
                    <a:pt x="757307" y="992195"/>
                    <a:pt x="758223" y="992195"/>
                  </a:cubicBezTo>
                  <a:cubicBezTo>
                    <a:pt x="759139" y="992195"/>
                    <a:pt x="759887" y="992943"/>
                    <a:pt x="759887" y="993859"/>
                  </a:cubicBezTo>
                  <a:cubicBezTo>
                    <a:pt x="759887" y="994775"/>
                    <a:pt x="759139" y="995522"/>
                    <a:pt x="758223" y="995522"/>
                  </a:cubicBezTo>
                  <a:cubicBezTo>
                    <a:pt x="757307" y="995522"/>
                    <a:pt x="756560" y="994775"/>
                    <a:pt x="756560" y="993859"/>
                  </a:cubicBezTo>
                  <a:close/>
                  <a:moveTo>
                    <a:pt x="893133" y="993859"/>
                  </a:moveTo>
                  <a:cubicBezTo>
                    <a:pt x="893133" y="992943"/>
                    <a:pt x="893906" y="992195"/>
                    <a:pt x="894798" y="992195"/>
                  </a:cubicBezTo>
                  <a:cubicBezTo>
                    <a:pt x="895738" y="992195"/>
                    <a:pt x="896485" y="992943"/>
                    <a:pt x="896485" y="993859"/>
                  </a:cubicBezTo>
                  <a:cubicBezTo>
                    <a:pt x="896485" y="994775"/>
                    <a:pt x="895738" y="995522"/>
                    <a:pt x="894798" y="995522"/>
                  </a:cubicBezTo>
                  <a:cubicBezTo>
                    <a:pt x="893906" y="995522"/>
                    <a:pt x="893133" y="994775"/>
                    <a:pt x="893133" y="993859"/>
                  </a:cubicBezTo>
                  <a:close/>
                  <a:moveTo>
                    <a:pt x="1024187" y="993304"/>
                  </a:moveTo>
                  <a:cubicBezTo>
                    <a:pt x="1025416" y="992075"/>
                    <a:pt x="1027394" y="992075"/>
                    <a:pt x="1028622" y="993304"/>
                  </a:cubicBezTo>
                  <a:cubicBezTo>
                    <a:pt x="1029852" y="994534"/>
                    <a:pt x="1028840" y="995522"/>
                    <a:pt x="1026405" y="995522"/>
                  </a:cubicBezTo>
                  <a:cubicBezTo>
                    <a:pt x="1023969" y="995522"/>
                    <a:pt x="1022957" y="994534"/>
                    <a:pt x="1024187" y="993304"/>
                  </a:cubicBezTo>
                  <a:close/>
                  <a:moveTo>
                    <a:pt x="1073054" y="993859"/>
                  </a:moveTo>
                  <a:cubicBezTo>
                    <a:pt x="1073054" y="992943"/>
                    <a:pt x="1073802" y="992195"/>
                    <a:pt x="1074719" y="992195"/>
                  </a:cubicBezTo>
                  <a:cubicBezTo>
                    <a:pt x="1075634" y="992195"/>
                    <a:pt x="1076381" y="992943"/>
                    <a:pt x="1076381" y="993859"/>
                  </a:cubicBezTo>
                  <a:cubicBezTo>
                    <a:pt x="1076381" y="994775"/>
                    <a:pt x="1075634" y="995522"/>
                    <a:pt x="1074719" y="995522"/>
                  </a:cubicBezTo>
                  <a:cubicBezTo>
                    <a:pt x="1073802" y="995522"/>
                    <a:pt x="1073054" y="994775"/>
                    <a:pt x="1073054" y="993859"/>
                  </a:cubicBezTo>
                  <a:close/>
                  <a:moveTo>
                    <a:pt x="506677" y="990532"/>
                  </a:moveTo>
                  <a:cubicBezTo>
                    <a:pt x="506677" y="989616"/>
                    <a:pt x="507424" y="988868"/>
                    <a:pt x="508340" y="988868"/>
                  </a:cubicBezTo>
                  <a:cubicBezTo>
                    <a:pt x="509256" y="988868"/>
                    <a:pt x="510004" y="989616"/>
                    <a:pt x="510004" y="990532"/>
                  </a:cubicBezTo>
                  <a:cubicBezTo>
                    <a:pt x="510004" y="991448"/>
                    <a:pt x="509256" y="992195"/>
                    <a:pt x="508340" y="992195"/>
                  </a:cubicBezTo>
                  <a:cubicBezTo>
                    <a:pt x="507424" y="992195"/>
                    <a:pt x="506677" y="991448"/>
                    <a:pt x="506677" y="990532"/>
                  </a:cubicBezTo>
                  <a:close/>
                  <a:moveTo>
                    <a:pt x="566658" y="990532"/>
                  </a:moveTo>
                  <a:cubicBezTo>
                    <a:pt x="566658" y="989616"/>
                    <a:pt x="567405" y="988868"/>
                    <a:pt x="568322" y="988868"/>
                  </a:cubicBezTo>
                  <a:cubicBezTo>
                    <a:pt x="569237" y="988868"/>
                    <a:pt x="569985" y="989616"/>
                    <a:pt x="569985" y="990532"/>
                  </a:cubicBezTo>
                  <a:cubicBezTo>
                    <a:pt x="569985" y="991448"/>
                    <a:pt x="569237" y="992195"/>
                    <a:pt x="568322" y="992195"/>
                  </a:cubicBezTo>
                  <a:cubicBezTo>
                    <a:pt x="567405" y="992195"/>
                    <a:pt x="566658" y="991448"/>
                    <a:pt x="566658" y="990532"/>
                  </a:cubicBezTo>
                  <a:close/>
                  <a:moveTo>
                    <a:pt x="639948" y="990532"/>
                  </a:moveTo>
                  <a:cubicBezTo>
                    <a:pt x="639948" y="989616"/>
                    <a:pt x="640694" y="988868"/>
                    <a:pt x="641611" y="988868"/>
                  </a:cubicBezTo>
                  <a:cubicBezTo>
                    <a:pt x="642528" y="988868"/>
                    <a:pt x="643275" y="989616"/>
                    <a:pt x="643275" y="990532"/>
                  </a:cubicBezTo>
                  <a:cubicBezTo>
                    <a:pt x="643275" y="991448"/>
                    <a:pt x="642528" y="992195"/>
                    <a:pt x="641611" y="992195"/>
                  </a:cubicBezTo>
                  <a:cubicBezTo>
                    <a:pt x="640694" y="992195"/>
                    <a:pt x="639948" y="991448"/>
                    <a:pt x="639948" y="990532"/>
                  </a:cubicBezTo>
                  <a:close/>
                  <a:moveTo>
                    <a:pt x="763214" y="990532"/>
                  </a:moveTo>
                  <a:cubicBezTo>
                    <a:pt x="763214" y="989616"/>
                    <a:pt x="763961" y="988868"/>
                    <a:pt x="764877" y="988868"/>
                  </a:cubicBezTo>
                  <a:cubicBezTo>
                    <a:pt x="765793" y="988868"/>
                    <a:pt x="766541" y="989616"/>
                    <a:pt x="766541" y="990532"/>
                  </a:cubicBezTo>
                  <a:cubicBezTo>
                    <a:pt x="766541" y="991448"/>
                    <a:pt x="765793" y="992195"/>
                    <a:pt x="764877" y="992195"/>
                  </a:cubicBezTo>
                  <a:cubicBezTo>
                    <a:pt x="763961" y="992195"/>
                    <a:pt x="763214" y="991448"/>
                    <a:pt x="763214" y="990532"/>
                  </a:cubicBezTo>
                  <a:close/>
                  <a:moveTo>
                    <a:pt x="886479" y="990532"/>
                  </a:moveTo>
                  <a:cubicBezTo>
                    <a:pt x="886479" y="989616"/>
                    <a:pt x="887227" y="988868"/>
                    <a:pt x="888144" y="988868"/>
                  </a:cubicBezTo>
                  <a:cubicBezTo>
                    <a:pt x="889059" y="988868"/>
                    <a:pt x="889806" y="989616"/>
                    <a:pt x="889806" y="990532"/>
                  </a:cubicBezTo>
                  <a:cubicBezTo>
                    <a:pt x="889806" y="991448"/>
                    <a:pt x="889059" y="992195"/>
                    <a:pt x="888144" y="992195"/>
                  </a:cubicBezTo>
                  <a:cubicBezTo>
                    <a:pt x="887227" y="992195"/>
                    <a:pt x="886479" y="991448"/>
                    <a:pt x="886479" y="990532"/>
                  </a:cubicBezTo>
                  <a:close/>
                  <a:moveTo>
                    <a:pt x="1009746" y="990532"/>
                  </a:moveTo>
                  <a:cubicBezTo>
                    <a:pt x="1009746" y="989616"/>
                    <a:pt x="1010494" y="988868"/>
                    <a:pt x="1011409" y="988868"/>
                  </a:cubicBezTo>
                  <a:cubicBezTo>
                    <a:pt x="1012326" y="988868"/>
                    <a:pt x="1013073" y="989616"/>
                    <a:pt x="1013073" y="990532"/>
                  </a:cubicBezTo>
                  <a:cubicBezTo>
                    <a:pt x="1013073" y="991448"/>
                    <a:pt x="1012326" y="992195"/>
                    <a:pt x="1011409" y="992195"/>
                  </a:cubicBezTo>
                  <a:cubicBezTo>
                    <a:pt x="1010494" y="992195"/>
                    <a:pt x="1009746" y="991448"/>
                    <a:pt x="1009746" y="990532"/>
                  </a:cubicBezTo>
                  <a:close/>
                  <a:moveTo>
                    <a:pt x="1083035" y="990532"/>
                  </a:moveTo>
                  <a:cubicBezTo>
                    <a:pt x="1083035" y="989616"/>
                    <a:pt x="1083783" y="988868"/>
                    <a:pt x="1084699" y="988868"/>
                  </a:cubicBezTo>
                  <a:cubicBezTo>
                    <a:pt x="1085615" y="988868"/>
                    <a:pt x="1086362" y="989616"/>
                    <a:pt x="1086362" y="990532"/>
                  </a:cubicBezTo>
                  <a:cubicBezTo>
                    <a:pt x="1086362" y="991448"/>
                    <a:pt x="1085615" y="992195"/>
                    <a:pt x="1084699" y="992195"/>
                  </a:cubicBezTo>
                  <a:cubicBezTo>
                    <a:pt x="1083783" y="992195"/>
                    <a:pt x="1083035" y="991448"/>
                    <a:pt x="1083035" y="990532"/>
                  </a:cubicBezTo>
                  <a:close/>
                  <a:moveTo>
                    <a:pt x="1143018" y="990532"/>
                  </a:moveTo>
                  <a:cubicBezTo>
                    <a:pt x="1143018" y="989616"/>
                    <a:pt x="1143764" y="988868"/>
                    <a:pt x="1144681" y="988868"/>
                  </a:cubicBezTo>
                  <a:cubicBezTo>
                    <a:pt x="1145597" y="988868"/>
                    <a:pt x="1146345" y="989616"/>
                    <a:pt x="1146345" y="990532"/>
                  </a:cubicBezTo>
                  <a:cubicBezTo>
                    <a:pt x="1146345" y="991448"/>
                    <a:pt x="1145597" y="992195"/>
                    <a:pt x="1144681" y="992195"/>
                  </a:cubicBezTo>
                  <a:cubicBezTo>
                    <a:pt x="1143764" y="992195"/>
                    <a:pt x="1143018" y="991448"/>
                    <a:pt x="1143018" y="990532"/>
                  </a:cubicBezTo>
                  <a:close/>
                  <a:moveTo>
                    <a:pt x="653280" y="987205"/>
                  </a:moveTo>
                  <a:cubicBezTo>
                    <a:pt x="653280" y="986289"/>
                    <a:pt x="654027" y="985541"/>
                    <a:pt x="654942" y="985541"/>
                  </a:cubicBezTo>
                  <a:cubicBezTo>
                    <a:pt x="655859" y="985541"/>
                    <a:pt x="656607" y="986289"/>
                    <a:pt x="656607" y="987205"/>
                  </a:cubicBezTo>
                  <a:cubicBezTo>
                    <a:pt x="656607" y="988121"/>
                    <a:pt x="655859" y="988868"/>
                    <a:pt x="654942" y="988868"/>
                  </a:cubicBezTo>
                  <a:cubicBezTo>
                    <a:pt x="654027" y="988868"/>
                    <a:pt x="653280" y="988121"/>
                    <a:pt x="653280" y="987205"/>
                  </a:cubicBezTo>
                  <a:close/>
                  <a:moveTo>
                    <a:pt x="769868" y="987205"/>
                  </a:moveTo>
                  <a:cubicBezTo>
                    <a:pt x="769868" y="986289"/>
                    <a:pt x="770615" y="985541"/>
                    <a:pt x="771531" y="985541"/>
                  </a:cubicBezTo>
                  <a:cubicBezTo>
                    <a:pt x="772447" y="985541"/>
                    <a:pt x="773218" y="986289"/>
                    <a:pt x="773218" y="987205"/>
                  </a:cubicBezTo>
                  <a:cubicBezTo>
                    <a:pt x="773218" y="988121"/>
                    <a:pt x="772447" y="988868"/>
                    <a:pt x="771531" y="988868"/>
                  </a:cubicBezTo>
                  <a:cubicBezTo>
                    <a:pt x="770615" y="988868"/>
                    <a:pt x="769868" y="988121"/>
                    <a:pt x="769868" y="987205"/>
                  </a:cubicBezTo>
                  <a:close/>
                  <a:moveTo>
                    <a:pt x="879825" y="987205"/>
                  </a:moveTo>
                  <a:cubicBezTo>
                    <a:pt x="879825" y="986289"/>
                    <a:pt x="880573" y="985541"/>
                    <a:pt x="881490" y="985541"/>
                  </a:cubicBezTo>
                  <a:cubicBezTo>
                    <a:pt x="882405" y="985541"/>
                    <a:pt x="883152" y="986289"/>
                    <a:pt x="883152" y="987205"/>
                  </a:cubicBezTo>
                  <a:cubicBezTo>
                    <a:pt x="883152" y="988121"/>
                    <a:pt x="882405" y="988868"/>
                    <a:pt x="881490" y="988868"/>
                  </a:cubicBezTo>
                  <a:cubicBezTo>
                    <a:pt x="880573" y="988868"/>
                    <a:pt x="879825" y="988121"/>
                    <a:pt x="879825" y="987205"/>
                  </a:cubicBezTo>
                  <a:close/>
                  <a:moveTo>
                    <a:pt x="996413" y="987205"/>
                  </a:moveTo>
                  <a:cubicBezTo>
                    <a:pt x="996413" y="986289"/>
                    <a:pt x="997161" y="985541"/>
                    <a:pt x="998078" y="985541"/>
                  </a:cubicBezTo>
                  <a:cubicBezTo>
                    <a:pt x="998993" y="985541"/>
                    <a:pt x="999765" y="986289"/>
                    <a:pt x="999765" y="987205"/>
                  </a:cubicBezTo>
                  <a:cubicBezTo>
                    <a:pt x="999765" y="988121"/>
                    <a:pt x="998993" y="988868"/>
                    <a:pt x="998078" y="988868"/>
                  </a:cubicBezTo>
                  <a:cubicBezTo>
                    <a:pt x="997161" y="988868"/>
                    <a:pt x="996413" y="988121"/>
                    <a:pt x="996413" y="987205"/>
                  </a:cubicBezTo>
                  <a:close/>
                  <a:moveTo>
                    <a:pt x="663261" y="983878"/>
                  </a:moveTo>
                  <a:cubicBezTo>
                    <a:pt x="663261" y="982962"/>
                    <a:pt x="664008" y="982190"/>
                    <a:pt x="664923" y="982190"/>
                  </a:cubicBezTo>
                  <a:cubicBezTo>
                    <a:pt x="665840" y="982190"/>
                    <a:pt x="666588" y="982962"/>
                    <a:pt x="666588" y="983878"/>
                  </a:cubicBezTo>
                  <a:cubicBezTo>
                    <a:pt x="666588" y="984794"/>
                    <a:pt x="665840" y="985541"/>
                    <a:pt x="664923" y="985541"/>
                  </a:cubicBezTo>
                  <a:cubicBezTo>
                    <a:pt x="664008" y="985541"/>
                    <a:pt x="663261" y="984794"/>
                    <a:pt x="663261" y="983878"/>
                  </a:cubicBezTo>
                  <a:close/>
                  <a:moveTo>
                    <a:pt x="776545" y="983878"/>
                  </a:moveTo>
                  <a:cubicBezTo>
                    <a:pt x="776545" y="982962"/>
                    <a:pt x="777293" y="982190"/>
                    <a:pt x="778209" y="982190"/>
                  </a:cubicBezTo>
                  <a:cubicBezTo>
                    <a:pt x="779125" y="982190"/>
                    <a:pt x="779872" y="982962"/>
                    <a:pt x="779872" y="983878"/>
                  </a:cubicBezTo>
                  <a:cubicBezTo>
                    <a:pt x="779872" y="984794"/>
                    <a:pt x="779125" y="985541"/>
                    <a:pt x="778209" y="985541"/>
                  </a:cubicBezTo>
                  <a:cubicBezTo>
                    <a:pt x="777293" y="985541"/>
                    <a:pt x="776545" y="984794"/>
                    <a:pt x="776545" y="983878"/>
                  </a:cubicBezTo>
                  <a:close/>
                  <a:moveTo>
                    <a:pt x="873148" y="983878"/>
                  </a:moveTo>
                  <a:cubicBezTo>
                    <a:pt x="873148" y="982962"/>
                    <a:pt x="873895" y="982190"/>
                    <a:pt x="874812" y="982190"/>
                  </a:cubicBezTo>
                  <a:cubicBezTo>
                    <a:pt x="875727" y="982190"/>
                    <a:pt x="876475" y="982962"/>
                    <a:pt x="876475" y="983878"/>
                  </a:cubicBezTo>
                  <a:cubicBezTo>
                    <a:pt x="876475" y="984794"/>
                    <a:pt x="875727" y="985541"/>
                    <a:pt x="874812" y="985541"/>
                  </a:cubicBezTo>
                  <a:cubicBezTo>
                    <a:pt x="873895" y="985541"/>
                    <a:pt x="873148" y="984794"/>
                    <a:pt x="873148" y="983878"/>
                  </a:cubicBezTo>
                  <a:close/>
                  <a:moveTo>
                    <a:pt x="986433" y="983878"/>
                  </a:moveTo>
                  <a:cubicBezTo>
                    <a:pt x="986433" y="982962"/>
                    <a:pt x="987180" y="982190"/>
                    <a:pt x="988097" y="982190"/>
                  </a:cubicBezTo>
                  <a:cubicBezTo>
                    <a:pt x="989013" y="982190"/>
                    <a:pt x="989760" y="982962"/>
                    <a:pt x="989760" y="983878"/>
                  </a:cubicBezTo>
                  <a:cubicBezTo>
                    <a:pt x="989760" y="984794"/>
                    <a:pt x="989013" y="985541"/>
                    <a:pt x="988097" y="985541"/>
                  </a:cubicBezTo>
                  <a:cubicBezTo>
                    <a:pt x="987180" y="985541"/>
                    <a:pt x="986433" y="984794"/>
                    <a:pt x="986433" y="983878"/>
                  </a:cubicBezTo>
                  <a:close/>
                  <a:moveTo>
                    <a:pt x="503350" y="978863"/>
                  </a:moveTo>
                  <a:cubicBezTo>
                    <a:pt x="503350" y="976428"/>
                    <a:pt x="504362" y="975416"/>
                    <a:pt x="505567" y="976645"/>
                  </a:cubicBezTo>
                  <a:cubicBezTo>
                    <a:pt x="506798" y="977875"/>
                    <a:pt x="506798" y="979876"/>
                    <a:pt x="505567" y="981081"/>
                  </a:cubicBezTo>
                  <a:cubicBezTo>
                    <a:pt x="504362" y="982311"/>
                    <a:pt x="503350" y="981298"/>
                    <a:pt x="503350" y="978863"/>
                  </a:cubicBezTo>
                  <a:close/>
                  <a:moveTo>
                    <a:pt x="673265" y="980527"/>
                  </a:moveTo>
                  <a:cubicBezTo>
                    <a:pt x="673265" y="979611"/>
                    <a:pt x="674013" y="978863"/>
                    <a:pt x="674929" y="978863"/>
                  </a:cubicBezTo>
                  <a:cubicBezTo>
                    <a:pt x="675845" y="978863"/>
                    <a:pt x="676592" y="979611"/>
                    <a:pt x="676592" y="980527"/>
                  </a:cubicBezTo>
                  <a:cubicBezTo>
                    <a:pt x="676592" y="981443"/>
                    <a:pt x="675845" y="982190"/>
                    <a:pt x="674929" y="982190"/>
                  </a:cubicBezTo>
                  <a:cubicBezTo>
                    <a:pt x="674013" y="982190"/>
                    <a:pt x="673265" y="981443"/>
                    <a:pt x="673265" y="980527"/>
                  </a:cubicBezTo>
                  <a:close/>
                  <a:moveTo>
                    <a:pt x="976428" y="980527"/>
                  </a:moveTo>
                  <a:cubicBezTo>
                    <a:pt x="976428" y="979611"/>
                    <a:pt x="977176" y="978863"/>
                    <a:pt x="978092" y="978863"/>
                  </a:cubicBezTo>
                  <a:cubicBezTo>
                    <a:pt x="979008" y="978863"/>
                    <a:pt x="979755" y="979611"/>
                    <a:pt x="979755" y="980527"/>
                  </a:cubicBezTo>
                  <a:cubicBezTo>
                    <a:pt x="979755" y="981443"/>
                    <a:pt x="979008" y="982190"/>
                    <a:pt x="978092" y="982190"/>
                  </a:cubicBezTo>
                  <a:cubicBezTo>
                    <a:pt x="977176" y="982190"/>
                    <a:pt x="976428" y="981443"/>
                    <a:pt x="976428" y="980527"/>
                  </a:cubicBezTo>
                  <a:close/>
                  <a:moveTo>
                    <a:pt x="1146345" y="978863"/>
                  </a:moveTo>
                  <a:cubicBezTo>
                    <a:pt x="1146345" y="976428"/>
                    <a:pt x="1147332" y="975416"/>
                    <a:pt x="1148562" y="976645"/>
                  </a:cubicBezTo>
                  <a:cubicBezTo>
                    <a:pt x="1149791" y="977875"/>
                    <a:pt x="1149791" y="979876"/>
                    <a:pt x="1148562" y="981081"/>
                  </a:cubicBezTo>
                  <a:cubicBezTo>
                    <a:pt x="1147332" y="982311"/>
                    <a:pt x="1146345" y="981298"/>
                    <a:pt x="1146345" y="978863"/>
                  </a:cubicBezTo>
                  <a:close/>
                  <a:moveTo>
                    <a:pt x="553327" y="977200"/>
                  </a:moveTo>
                  <a:cubicBezTo>
                    <a:pt x="553327" y="976284"/>
                    <a:pt x="554074" y="975536"/>
                    <a:pt x="554989" y="975536"/>
                  </a:cubicBezTo>
                  <a:cubicBezTo>
                    <a:pt x="555906" y="975536"/>
                    <a:pt x="556654" y="976284"/>
                    <a:pt x="556654" y="977200"/>
                  </a:cubicBezTo>
                  <a:cubicBezTo>
                    <a:pt x="556654" y="978116"/>
                    <a:pt x="555906" y="978863"/>
                    <a:pt x="554989" y="978863"/>
                  </a:cubicBezTo>
                  <a:cubicBezTo>
                    <a:pt x="554074" y="978863"/>
                    <a:pt x="553327" y="978116"/>
                    <a:pt x="553327" y="977200"/>
                  </a:cubicBezTo>
                  <a:close/>
                  <a:moveTo>
                    <a:pt x="683246" y="977200"/>
                  </a:moveTo>
                  <a:cubicBezTo>
                    <a:pt x="683246" y="976284"/>
                    <a:pt x="684018" y="975536"/>
                    <a:pt x="684934" y="975536"/>
                  </a:cubicBezTo>
                  <a:cubicBezTo>
                    <a:pt x="685850" y="975536"/>
                    <a:pt x="686598" y="976284"/>
                    <a:pt x="686598" y="977200"/>
                  </a:cubicBezTo>
                  <a:cubicBezTo>
                    <a:pt x="686598" y="978116"/>
                    <a:pt x="685850" y="978863"/>
                    <a:pt x="684934" y="978863"/>
                  </a:cubicBezTo>
                  <a:cubicBezTo>
                    <a:pt x="684018" y="978863"/>
                    <a:pt x="683246" y="978116"/>
                    <a:pt x="683246" y="977200"/>
                  </a:cubicBezTo>
                  <a:close/>
                  <a:moveTo>
                    <a:pt x="786526" y="977200"/>
                  </a:moveTo>
                  <a:cubicBezTo>
                    <a:pt x="786526" y="976284"/>
                    <a:pt x="787274" y="975536"/>
                    <a:pt x="788190" y="975536"/>
                  </a:cubicBezTo>
                  <a:cubicBezTo>
                    <a:pt x="789106" y="975536"/>
                    <a:pt x="789878" y="976284"/>
                    <a:pt x="789878" y="977200"/>
                  </a:cubicBezTo>
                  <a:cubicBezTo>
                    <a:pt x="789878" y="978116"/>
                    <a:pt x="789106" y="978863"/>
                    <a:pt x="788190" y="978863"/>
                  </a:cubicBezTo>
                  <a:cubicBezTo>
                    <a:pt x="787274" y="978863"/>
                    <a:pt x="786526" y="978116"/>
                    <a:pt x="786526" y="977200"/>
                  </a:cubicBezTo>
                  <a:close/>
                  <a:moveTo>
                    <a:pt x="863167" y="977200"/>
                  </a:moveTo>
                  <a:cubicBezTo>
                    <a:pt x="863167" y="976284"/>
                    <a:pt x="863915" y="975536"/>
                    <a:pt x="864831" y="975536"/>
                  </a:cubicBezTo>
                  <a:cubicBezTo>
                    <a:pt x="865747" y="975536"/>
                    <a:pt x="866494" y="976284"/>
                    <a:pt x="866494" y="977200"/>
                  </a:cubicBezTo>
                  <a:cubicBezTo>
                    <a:pt x="866494" y="978116"/>
                    <a:pt x="865747" y="978863"/>
                    <a:pt x="864831" y="978863"/>
                  </a:cubicBezTo>
                  <a:cubicBezTo>
                    <a:pt x="863915" y="978863"/>
                    <a:pt x="863167" y="978116"/>
                    <a:pt x="863167" y="977200"/>
                  </a:cubicBezTo>
                  <a:close/>
                  <a:moveTo>
                    <a:pt x="966447" y="977200"/>
                  </a:moveTo>
                  <a:cubicBezTo>
                    <a:pt x="966447" y="976284"/>
                    <a:pt x="967195" y="975536"/>
                    <a:pt x="968111" y="975536"/>
                  </a:cubicBezTo>
                  <a:cubicBezTo>
                    <a:pt x="969027" y="975536"/>
                    <a:pt x="969774" y="976284"/>
                    <a:pt x="969774" y="977200"/>
                  </a:cubicBezTo>
                  <a:cubicBezTo>
                    <a:pt x="969774" y="978116"/>
                    <a:pt x="969027" y="978863"/>
                    <a:pt x="968111" y="978863"/>
                  </a:cubicBezTo>
                  <a:cubicBezTo>
                    <a:pt x="967195" y="978863"/>
                    <a:pt x="966447" y="978116"/>
                    <a:pt x="966447" y="977200"/>
                  </a:cubicBezTo>
                  <a:close/>
                  <a:moveTo>
                    <a:pt x="1096367" y="977200"/>
                  </a:moveTo>
                  <a:cubicBezTo>
                    <a:pt x="1096367" y="976284"/>
                    <a:pt x="1097114" y="975536"/>
                    <a:pt x="1098031" y="975536"/>
                  </a:cubicBezTo>
                  <a:cubicBezTo>
                    <a:pt x="1098948" y="975536"/>
                    <a:pt x="1099694" y="976284"/>
                    <a:pt x="1099694" y="977200"/>
                  </a:cubicBezTo>
                  <a:cubicBezTo>
                    <a:pt x="1099694" y="978116"/>
                    <a:pt x="1098948" y="978863"/>
                    <a:pt x="1098031" y="978863"/>
                  </a:cubicBezTo>
                  <a:cubicBezTo>
                    <a:pt x="1097114" y="978863"/>
                    <a:pt x="1096367" y="978116"/>
                    <a:pt x="1096367" y="977200"/>
                  </a:cubicBezTo>
                  <a:close/>
                  <a:moveTo>
                    <a:pt x="689925" y="973873"/>
                  </a:moveTo>
                  <a:cubicBezTo>
                    <a:pt x="689925" y="972957"/>
                    <a:pt x="690672" y="972209"/>
                    <a:pt x="691588" y="972209"/>
                  </a:cubicBezTo>
                  <a:cubicBezTo>
                    <a:pt x="692504" y="972209"/>
                    <a:pt x="693252" y="972957"/>
                    <a:pt x="693252" y="973873"/>
                  </a:cubicBezTo>
                  <a:cubicBezTo>
                    <a:pt x="693252" y="974789"/>
                    <a:pt x="692504" y="975536"/>
                    <a:pt x="691588" y="975536"/>
                  </a:cubicBezTo>
                  <a:cubicBezTo>
                    <a:pt x="690672" y="975536"/>
                    <a:pt x="689925" y="974789"/>
                    <a:pt x="689925" y="973873"/>
                  </a:cubicBezTo>
                  <a:close/>
                  <a:moveTo>
                    <a:pt x="793205" y="973873"/>
                  </a:moveTo>
                  <a:cubicBezTo>
                    <a:pt x="793205" y="972957"/>
                    <a:pt x="793953" y="972209"/>
                    <a:pt x="794868" y="972209"/>
                  </a:cubicBezTo>
                  <a:cubicBezTo>
                    <a:pt x="795785" y="972209"/>
                    <a:pt x="796532" y="972957"/>
                    <a:pt x="796532" y="973873"/>
                  </a:cubicBezTo>
                  <a:cubicBezTo>
                    <a:pt x="796532" y="974789"/>
                    <a:pt x="795785" y="975536"/>
                    <a:pt x="794868" y="975536"/>
                  </a:cubicBezTo>
                  <a:cubicBezTo>
                    <a:pt x="793953" y="975536"/>
                    <a:pt x="793205" y="974789"/>
                    <a:pt x="793205" y="973873"/>
                  </a:cubicBezTo>
                  <a:close/>
                  <a:moveTo>
                    <a:pt x="856490" y="973873"/>
                  </a:moveTo>
                  <a:cubicBezTo>
                    <a:pt x="856490" y="972957"/>
                    <a:pt x="857237" y="972209"/>
                    <a:pt x="858152" y="972209"/>
                  </a:cubicBezTo>
                  <a:cubicBezTo>
                    <a:pt x="859069" y="972209"/>
                    <a:pt x="859840" y="972957"/>
                    <a:pt x="859840" y="973873"/>
                  </a:cubicBezTo>
                  <a:cubicBezTo>
                    <a:pt x="859840" y="974789"/>
                    <a:pt x="859069" y="975536"/>
                    <a:pt x="858152" y="975536"/>
                  </a:cubicBezTo>
                  <a:cubicBezTo>
                    <a:pt x="857237" y="975536"/>
                    <a:pt x="856490" y="974789"/>
                    <a:pt x="856490" y="973873"/>
                  </a:cubicBezTo>
                  <a:close/>
                  <a:moveTo>
                    <a:pt x="959770" y="973873"/>
                  </a:moveTo>
                  <a:cubicBezTo>
                    <a:pt x="959770" y="972957"/>
                    <a:pt x="960517" y="972209"/>
                    <a:pt x="961432" y="972209"/>
                  </a:cubicBezTo>
                  <a:cubicBezTo>
                    <a:pt x="962349" y="972209"/>
                    <a:pt x="963097" y="972957"/>
                    <a:pt x="963097" y="973873"/>
                  </a:cubicBezTo>
                  <a:cubicBezTo>
                    <a:pt x="963097" y="974789"/>
                    <a:pt x="962349" y="975536"/>
                    <a:pt x="961432" y="975536"/>
                  </a:cubicBezTo>
                  <a:cubicBezTo>
                    <a:pt x="960517" y="975536"/>
                    <a:pt x="959770" y="974789"/>
                    <a:pt x="959770" y="973873"/>
                  </a:cubicBezTo>
                  <a:close/>
                  <a:moveTo>
                    <a:pt x="550000" y="970546"/>
                  </a:moveTo>
                  <a:cubicBezTo>
                    <a:pt x="550000" y="969630"/>
                    <a:pt x="550747" y="968882"/>
                    <a:pt x="551662" y="968882"/>
                  </a:cubicBezTo>
                  <a:cubicBezTo>
                    <a:pt x="552579" y="968882"/>
                    <a:pt x="553327" y="969630"/>
                    <a:pt x="553327" y="970546"/>
                  </a:cubicBezTo>
                  <a:cubicBezTo>
                    <a:pt x="553327" y="971462"/>
                    <a:pt x="552579" y="972209"/>
                    <a:pt x="551662" y="972209"/>
                  </a:cubicBezTo>
                  <a:cubicBezTo>
                    <a:pt x="550747" y="972209"/>
                    <a:pt x="550000" y="971462"/>
                    <a:pt x="550000" y="970546"/>
                  </a:cubicBezTo>
                  <a:close/>
                  <a:moveTo>
                    <a:pt x="1099694" y="970546"/>
                  </a:moveTo>
                  <a:cubicBezTo>
                    <a:pt x="1099694" y="969630"/>
                    <a:pt x="1100441" y="968882"/>
                    <a:pt x="1101358" y="968882"/>
                  </a:cubicBezTo>
                  <a:cubicBezTo>
                    <a:pt x="1102275" y="968882"/>
                    <a:pt x="1103021" y="969630"/>
                    <a:pt x="1103021" y="970546"/>
                  </a:cubicBezTo>
                  <a:cubicBezTo>
                    <a:pt x="1103021" y="971462"/>
                    <a:pt x="1102275" y="972209"/>
                    <a:pt x="1101358" y="972209"/>
                  </a:cubicBezTo>
                  <a:cubicBezTo>
                    <a:pt x="1100441" y="972209"/>
                    <a:pt x="1099694" y="971462"/>
                    <a:pt x="1099694" y="970546"/>
                  </a:cubicBezTo>
                  <a:close/>
                  <a:moveTo>
                    <a:pt x="706583" y="967219"/>
                  </a:moveTo>
                  <a:cubicBezTo>
                    <a:pt x="706583" y="966303"/>
                    <a:pt x="707331" y="965555"/>
                    <a:pt x="708246" y="965555"/>
                  </a:cubicBezTo>
                  <a:cubicBezTo>
                    <a:pt x="709163" y="965555"/>
                    <a:pt x="709910" y="966303"/>
                    <a:pt x="709910" y="967219"/>
                  </a:cubicBezTo>
                  <a:cubicBezTo>
                    <a:pt x="709910" y="968135"/>
                    <a:pt x="709163" y="968882"/>
                    <a:pt x="708246" y="968882"/>
                  </a:cubicBezTo>
                  <a:cubicBezTo>
                    <a:pt x="707331" y="968882"/>
                    <a:pt x="706583" y="968135"/>
                    <a:pt x="706583" y="967219"/>
                  </a:cubicBezTo>
                  <a:close/>
                  <a:moveTo>
                    <a:pt x="803186" y="967219"/>
                  </a:moveTo>
                  <a:cubicBezTo>
                    <a:pt x="803186" y="966303"/>
                    <a:pt x="803934" y="965555"/>
                    <a:pt x="804849" y="965555"/>
                  </a:cubicBezTo>
                  <a:cubicBezTo>
                    <a:pt x="805765" y="965555"/>
                    <a:pt x="806513" y="966303"/>
                    <a:pt x="806513" y="967219"/>
                  </a:cubicBezTo>
                  <a:cubicBezTo>
                    <a:pt x="806513" y="968135"/>
                    <a:pt x="805765" y="968882"/>
                    <a:pt x="804849" y="968882"/>
                  </a:cubicBezTo>
                  <a:cubicBezTo>
                    <a:pt x="803934" y="968882"/>
                    <a:pt x="803186" y="968135"/>
                    <a:pt x="803186" y="967219"/>
                  </a:cubicBezTo>
                  <a:close/>
                  <a:moveTo>
                    <a:pt x="846509" y="967219"/>
                  </a:moveTo>
                  <a:cubicBezTo>
                    <a:pt x="846509" y="966303"/>
                    <a:pt x="847256" y="965555"/>
                    <a:pt x="848171" y="965555"/>
                  </a:cubicBezTo>
                  <a:cubicBezTo>
                    <a:pt x="849088" y="965555"/>
                    <a:pt x="849836" y="966303"/>
                    <a:pt x="849836" y="967219"/>
                  </a:cubicBezTo>
                  <a:cubicBezTo>
                    <a:pt x="849836" y="968135"/>
                    <a:pt x="849088" y="968882"/>
                    <a:pt x="848171" y="968882"/>
                  </a:cubicBezTo>
                  <a:cubicBezTo>
                    <a:pt x="847256" y="968882"/>
                    <a:pt x="846509" y="968135"/>
                    <a:pt x="846509" y="967219"/>
                  </a:cubicBezTo>
                  <a:close/>
                  <a:moveTo>
                    <a:pt x="943110" y="967219"/>
                  </a:moveTo>
                  <a:cubicBezTo>
                    <a:pt x="943110" y="966303"/>
                    <a:pt x="943857" y="965555"/>
                    <a:pt x="944774" y="965555"/>
                  </a:cubicBezTo>
                  <a:cubicBezTo>
                    <a:pt x="945689" y="965555"/>
                    <a:pt x="946437" y="966303"/>
                    <a:pt x="946437" y="967219"/>
                  </a:cubicBezTo>
                  <a:cubicBezTo>
                    <a:pt x="946437" y="968135"/>
                    <a:pt x="945689" y="968882"/>
                    <a:pt x="944774" y="968882"/>
                  </a:cubicBezTo>
                  <a:cubicBezTo>
                    <a:pt x="943857" y="968882"/>
                    <a:pt x="943110" y="968135"/>
                    <a:pt x="943110" y="967219"/>
                  </a:cubicBezTo>
                  <a:close/>
                  <a:moveTo>
                    <a:pt x="500963" y="950560"/>
                  </a:moveTo>
                  <a:lnTo>
                    <a:pt x="501012" y="933901"/>
                  </a:lnTo>
                  <a:lnTo>
                    <a:pt x="502410" y="943110"/>
                  </a:lnTo>
                  <a:cubicBezTo>
                    <a:pt x="503181" y="948173"/>
                    <a:pt x="503157" y="955671"/>
                    <a:pt x="502361" y="959770"/>
                  </a:cubicBezTo>
                  <a:cubicBezTo>
                    <a:pt x="501565" y="963868"/>
                    <a:pt x="500938" y="959721"/>
                    <a:pt x="500963" y="950560"/>
                  </a:cubicBezTo>
                  <a:close/>
                  <a:moveTo>
                    <a:pt x="713237" y="963868"/>
                  </a:moveTo>
                  <a:cubicBezTo>
                    <a:pt x="713237" y="962952"/>
                    <a:pt x="713985" y="962204"/>
                    <a:pt x="714900" y="962204"/>
                  </a:cubicBezTo>
                  <a:cubicBezTo>
                    <a:pt x="715817" y="962204"/>
                    <a:pt x="716564" y="962952"/>
                    <a:pt x="716564" y="963868"/>
                  </a:cubicBezTo>
                  <a:cubicBezTo>
                    <a:pt x="716564" y="964784"/>
                    <a:pt x="715817" y="965555"/>
                    <a:pt x="714900" y="965555"/>
                  </a:cubicBezTo>
                  <a:cubicBezTo>
                    <a:pt x="713985" y="965555"/>
                    <a:pt x="713237" y="964784"/>
                    <a:pt x="713237" y="963868"/>
                  </a:cubicBezTo>
                  <a:close/>
                  <a:moveTo>
                    <a:pt x="809863" y="963868"/>
                  </a:moveTo>
                  <a:cubicBezTo>
                    <a:pt x="809863" y="962952"/>
                    <a:pt x="810611" y="962204"/>
                    <a:pt x="811528" y="962204"/>
                  </a:cubicBezTo>
                  <a:cubicBezTo>
                    <a:pt x="812443" y="962204"/>
                    <a:pt x="813190" y="962952"/>
                    <a:pt x="813190" y="963868"/>
                  </a:cubicBezTo>
                  <a:cubicBezTo>
                    <a:pt x="813190" y="964784"/>
                    <a:pt x="812443" y="965555"/>
                    <a:pt x="811528" y="965555"/>
                  </a:cubicBezTo>
                  <a:cubicBezTo>
                    <a:pt x="810611" y="965555"/>
                    <a:pt x="809863" y="964784"/>
                    <a:pt x="809863" y="963868"/>
                  </a:cubicBezTo>
                  <a:close/>
                  <a:moveTo>
                    <a:pt x="839830" y="963868"/>
                  </a:moveTo>
                  <a:cubicBezTo>
                    <a:pt x="839830" y="962952"/>
                    <a:pt x="840577" y="962204"/>
                    <a:pt x="841494" y="962204"/>
                  </a:cubicBezTo>
                  <a:cubicBezTo>
                    <a:pt x="842409" y="962204"/>
                    <a:pt x="843182" y="962952"/>
                    <a:pt x="843182" y="963868"/>
                  </a:cubicBezTo>
                  <a:cubicBezTo>
                    <a:pt x="843182" y="964784"/>
                    <a:pt x="842409" y="965555"/>
                    <a:pt x="841494" y="965555"/>
                  </a:cubicBezTo>
                  <a:cubicBezTo>
                    <a:pt x="840577" y="965555"/>
                    <a:pt x="839830" y="964784"/>
                    <a:pt x="839830" y="963868"/>
                  </a:cubicBezTo>
                  <a:close/>
                  <a:moveTo>
                    <a:pt x="936456" y="963868"/>
                  </a:moveTo>
                  <a:cubicBezTo>
                    <a:pt x="936456" y="962952"/>
                    <a:pt x="937203" y="962204"/>
                    <a:pt x="938120" y="962204"/>
                  </a:cubicBezTo>
                  <a:cubicBezTo>
                    <a:pt x="939035" y="962204"/>
                    <a:pt x="939783" y="962952"/>
                    <a:pt x="939783" y="963868"/>
                  </a:cubicBezTo>
                  <a:cubicBezTo>
                    <a:pt x="939783" y="964784"/>
                    <a:pt x="939035" y="965555"/>
                    <a:pt x="938120" y="965555"/>
                  </a:cubicBezTo>
                  <a:cubicBezTo>
                    <a:pt x="937203" y="965555"/>
                    <a:pt x="936456" y="964784"/>
                    <a:pt x="936456" y="963868"/>
                  </a:cubicBezTo>
                  <a:close/>
                  <a:moveTo>
                    <a:pt x="1150636" y="950560"/>
                  </a:moveTo>
                  <a:lnTo>
                    <a:pt x="1150684" y="933901"/>
                  </a:lnTo>
                  <a:lnTo>
                    <a:pt x="1152058" y="943110"/>
                  </a:lnTo>
                  <a:cubicBezTo>
                    <a:pt x="1152829" y="948173"/>
                    <a:pt x="1152804" y="955671"/>
                    <a:pt x="1152010" y="959770"/>
                  </a:cubicBezTo>
                  <a:cubicBezTo>
                    <a:pt x="1151214" y="963868"/>
                    <a:pt x="1150587" y="959721"/>
                    <a:pt x="1150636" y="950560"/>
                  </a:cubicBezTo>
                  <a:close/>
                  <a:moveTo>
                    <a:pt x="719891" y="960541"/>
                  </a:moveTo>
                  <a:cubicBezTo>
                    <a:pt x="719891" y="959625"/>
                    <a:pt x="720662" y="958877"/>
                    <a:pt x="721579" y="958877"/>
                  </a:cubicBezTo>
                  <a:cubicBezTo>
                    <a:pt x="722494" y="958877"/>
                    <a:pt x="723242" y="959625"/>
                    <a:pt x="723242" y="960541"/>
                  </a:cubicBezTo>
                  <a:cubicBezTo>
                    <a:pt x="723242" y="961457"/>
                    <a:pt x="722494" y="962204"/>
                    <a:pt x="721579" y="962204"/>
                  </a:cubicBezTo>
                  <a:cubicBezTo>
                    <a:pt x="720662" y="962204"/>
                    <a:pt x="719891" y="961457"/>
                    <a:pt x="719891" y="960541"/>
                  </a:cubicBezTo>
                  <a:close/>
                  <a:moveTo>
                    <a:pt x="929778" y="960541"/>
                  </a:moveTo>
                  <a:cubicBezTo>
                    <a:pt x="929778" y="959625"/>
                    <a:pt x="930550" y="958877"/>
                    <a:pt x="931466" y="958877"/>
                  </a:cubicBezTo>
                  <a:cubicBezTo>
                    <a:pt x="932383" y="958877"/>
                    <a:pt x="933129" y="959625"/>
                    <a:pt x="933129" y="960541"/>
                  </a:cubicBezTo>
                  <a:cubicBezTo>
                    <a:pt x="933129" y="961457"/>
                    <a:pt x="932383" y="962204"/>
                    <a:pt x="931466" y="962204"/>
                  </a:cubicBezTo>
                  <a:cubicBezTo>
                    <a:pt x="930550" y="962204"/>
                    <a:pt x="929778" y="961457"/>
                    <a:pt x="929778" y="960541"/>
                  </a:cubicBezTo>
                  <a:close/>
                  <a:moveTo>
                    <a:pt x="547323" y="950560"/>
                  </a:moveTo>
                  <a:lnTo>
                    <a:pt x="547444" y="940555"/>
                  </a:lnTo>
                  <a:lnTo>
                    <a:pt x="548962" y="946462"/>
                  </a:lnTo>
                  <a:cubicBezTo>
                    <a:pt x="549807" y="949692"/>
                    <a:pt x="549758" y="954200"/>
                    <a:pt x="548842" y="956443"/>
                  </a:cubicBezTo>
                  <a:cubicBezTo>
                    <a:pt x="547926" y="958709"/>
                    <a:pt x="547251" y="956056"/>
                    <a:pt x="547323" y="950560"/>
                  </a:cubicBezTo>
                  <a:close/>
                  <a:moveTo>
                    <a:pt x="726569" y="957214"/>
                  </a:moveTo>
                  <a:cubicBezTo>
                    <a:pt x="726569" y="956298"/>
                    <a:pt x="727316" y="955550"/>
                    <a:pt x="728233" y="955550"/>
                  </a:cubicBezTo>
                  <a:cubicBezTo>
                    <a:pt x="729148" y="955550"/>
                    <a:pt x="729896" y="956298"/>
                    <a:pt x="729896" y="957214"/>
                  </a:cubicBezTo>
                  <a:cubicBezTo>
                    <a:pt x="729896" y="958130"/>
                    <a:pt x="729148" y="958877"/>
                    <a:pt x="728233" y="958877"/>
                  </a:cubicBezTo>
                  <a:cubicBezTo>
                    <a:pt x="727316" y="958877"/>
                    <a:pt x="726569" y="958130"/>
                    <a:pt x="726569" y="957214"/>
                  </a:cubicBezTo>
                  <a:close/>
                  <a:moveTo>
                    <a:pt x="819844" y="957214"/>
                  </a:moveTo>
                  <a:cubicBezTo>
                    <a:pt x="819844" y="956298"/>
                    <a:pt x="820592" y="955550"/>
                    <a:pt x="821507" y="955550"/>
                  </a:cubicBezTo>
                  <a:cubicBezTo>
                    <a:pt x="822424" y="955550"/>
                    <a:pt x="823171" y="956298"/>
                    <a:pt x="823171" y="957214"/>
                  </a:cubicBezTo>
                  <a:cubicBezTo>
                    <a:pt x="823171" y="958130"/>
                    <a:pt x="822424" y="958877"/>
                    <a:pt x="821507" y="958877"/>
                  </a:cubicBezTo>
                  <a:cubicBezTo>
                    <a:pt x="820592" y="958877"/>
                    <a:pt x="819844" y="958130"/>
                    <a:pt x="819844" y="957214"/>
                  </a:cubicBezTo>
                  <a:close/>
                  <a:moveTo>
                    <a:pt x="829849" y="957214"/>
                  </a:moveTo>
                  <a:cubicBezTo>
                    <a:pt x="829849" y="956298"/>
                    <a:pt x="830596" y="955550"/>
                    <a:pt x="831513" y="955550"/>
                  </a:cubicBezTo>
                  <a:cubicBezTo>
                    <a:pt x="832428" y="955550"/>
                    <a:pt x="833176" y="956298"/>
                    <a:pt x="833176" y="957214"/>
                  </a:cubicBezTo>
                  <a:cubicBezTo>
                    <a:pt x="833176" y="958130"/>
                    <a:pt x="832428" y="958877"/>
                    <a:pt x="831513" y="958877"/>
                  </a:cubicBezTo>
                  <a:cubicBezTo>
                    <a:pt x="830596" y="958877"/>
                    <a:pt x="829849" y="958130"/>
                    <a:pt x="829849" y="957214"/>
                  </a:cubicBezTo>
                  <a:close/>
                  <a:moveTo>
                    <a:pt x="923125" y="957214"/>
                  </a:moveTo>
                  <a:cubicBezTo>
                    <a:pt x="923125" y="956298"/>
                    <a:pt x="923872" y="955550"/>
                    <a:pt x="924789" y="955550"/>
                  </a:cubicBezTo>
                  <a:cubicBezTo>
                    <a:pt x="925704" y="955550"/>
                    <a:pt x="926452" y="956298"/>
                    <a:pt x="926452" y="957214"/>
                  </a:cubicBezTo>
                  <a:cubicBezTo>
                    <a:pt x="926452" y="958130"/>
                    <a:pt x="925704" y="958877"/>
                    <a:pt x="924789" y="958877"/>
                  </a:cubicBezTo>
                  <a:cubicBezTo>
                    <a:pt x="923872" y="958877"/>
                    <a:pt x="923125" y="958130"/>
                    <a:pt x="923125" y="957214"/>
                  </a:cubicBezTo>
                  <a:close/>
                  <a:moveTo>
                    <a:pt x="1103672" y="950560"/>
                  </a:moveTo>
                  <a:lnTo>
                    <a:pt x="1103793" y="940555"/>
                  </a:lnTo>
                  <a:lnTo>
                    <a:pt x="1105335" y="946462"/>
                  </a:lnTo>
                  <a:cubicBezTo>
                    <a:pt x="1106180" y="949692"/>
                    <a:pt x="1106131" y="954200"/>
                    <a:pt x="1105215" y="956443"/>
                  </a:cubicBezTo>
                  <a:cubicBezTo>
                    <a:pt x="1104299" y="958709"/>
                    <a:pt x="1103624" y="956056"/>
                    <a:pt x="1103672" y="950560"/>
                  </a:cubicBezTo>
                  <a:close/>
                  <a:moveTo>
                    <a:pt x="733223" y="953887"/>
                  </a:moveTo>
                  <a:cubicBezTo>
                    <a:pt x="733223" y="952971"/>
                    <a:pt x="733970" y="952223"/>
                    <a:pt x="734887" y="952223"/>
                  </a:cubicBezTo>
                  <a:cubicBezTo>
                    <a:pt x="735802" y="952223"/>
                    <a:pt x="736550" y="952971"/>
                    <a:pt x="736550" y="953887"/>
                  </a:cubicBezTo>
                  <a:cubicBezTo>
                    <a:pt x="736550" y="954803"/>
                    <a:pt x="735802" y="955550"/>
                    <a:pt x="734887" y="955550"/>
                  </a:cubicBezTo>
                  <a:cubicBezTo>
                    <a:pt x="733970" y="955550"/>
                    <a:pt x="733223" y="954803"/>
                    <a:pt x="733223" y="953887"/>
                  </a:cubicBezTo>
                  <a:close/>
                  <a:moveTo>
                    <a:pt x="916471" y="953887"/>
                  </a:moveTo>
                  <a:cubicBezTo>
                    <a:pt x="916471" y="952971"/>
                    <a:pt x="917218" y="952223"/>
                    <a:pt x="918135" y="952223"/>
                  </a:cubicBezTo>
                  <a:cubicBezTo>
                    <a:pt x="919050" y="952223"/>
                    <a:pt x="919798" y="952971"/>
                    <a:pt x="919798" y="953887"/>
                  </a:cubicBezTo>
                  <a:cubicBezTo>
                    <a:pt x="919798" y="954803"/>
                    <a:pt x="919050" y="955550"/>
                    <a:pt x="918135" y="955550"/>
                  </a:cubicBezTo>
                  <a:cubicBezTo>
                    <a:pt x="917218" y="955550"/>
                    <a:pt x="916471" y="954803"/>
                    <a:pt x="916471" y="953887"/>
                  </a:cubicBezTo>
                  <a:close/>
                  <a:moveTo>
                    <a:pt x="739902" y="950560"/>
                  </a:moveTo>
                  <a:cubicBezTo>
                    <a:pt x="739902" y="949644"/>
                    <a:pt x="740649" y="948896"/>
                    <a:pt x="741564" y="948896"/>
                  </a:cubicBezTo>
                  <a:cubicBezTo>
                    <a:pt x="742481" y="948896"/>
                    <a:pt x="743228" y="949644"/>
                    <a:pt x="743228" y="950560"/>
                  </a:cubicBezTo>
                  <a:cubicBezTo>
                    <a:pt x="743228" y="951476"/>
                    <a:pt x="742481" y="952223"/>
                    <a:pt x="741564" y="952223"/>
                  </a:cubicBezTo>
                  <a:cubicBezTo>
                    <a:pt x="740649" y="952223"/>
                    <a:pt x="739902" y="951476"/>
                    <a:pt x="739902" y="950560"/>
                  </a:cubicBezTo>
                  <a:close/>
                  <a:moveTo>
                    <a:pt x="909793" y="950560"/>
                  </a:moveTo>
                  <a:cubicBezTo>
                    <a:pt x="909793" y="949644"/>
                    <a:pt x="910541" y="948896"/>
                    <a:pt x="911456" y="948896"/>
                  </a:cubicBezTo>
                  <a:cubicBezTo>
                    <a:pt x="912373" y="948896"/>
                    <a:pt x="913144" y="949644"/>
                    <a:pt x="913144" y="950560"/>
                  </a:cubicBezTo>
                  <a:cubicBezTo>
                    <a:pt x="913144" y="951476"/>
                    <a:pt x="912373" y="952223"/>
                    <a:pt x="911456" y="952223"/>
                  </a:cubicBezTo>
                  <a:cubicBezTo>
                    <a:pt x="910541" y="952223"/>
                    <a:pt x="909793" y="951476"/>
                    <a:pt x="909793" y="950560"/>
                  </a:cubicBezTo>
                  <a:close/>
                  <a:moveTo>
                    <a:pt x="746555" y="947209"/>
                  </a:moveTo>
                  <a:cubicBezTo>
                    <a:pt x="746555" y="946292"/>
                    <a:pt x="747303" y="945546"/>
                    <a:pt x="748218" y="945546"/>
                  </a:cubicBezTo>
                  <a:cubicBezTo>
                    <a:pt x="749135" y="945546"/>
                    <a:pt x="749882" y="946292"/>
                    <a:pt x="749882" y="947209"/>
                  </a:cubicBezTo>
                  <a:cubicBezTo>
                    <a:pt x="749882" y="948125"/>
                    <a:pt x="749135" y="948896"/>
                    <a:pt x="748218" y="948896"/>
                  </a:cubicBezTo>
                  <a:cubicBezTo>
                    <a:pt x="747303" y="948896"/>
                    <a:pt x="746555" y="948125"/>
                    <a:pt x="746555" y="947209"/>
                  </a:cubicBezTo>
                  <a:close/>
                  <a:moveTo>
                    <a:pt x="903139" y="947209"/>
                  </a:moveTo>
                  <a:cubicBezTo>
                    <a:pt x="903139" y="946292"/>
                    <a:pt x="903887" y="945546"/>
                    <a:pt x="904802" y="945546"/>
                  </a:cubicBezTo>
                  <a:cubicBezTo>
                    <a:pt x="905719" y="945546"/>
                    <a:pt x="906466" y="946292"/>
                    <a:pt x="906466" y="947209"/>
                  </a:cubicBezTo>
                  <a:cubicBezTo>
                    <a:pt x="906466" y="948125"/>
                    <a:pt x="905719" y="948896"/>
                    <a:pt x="904802" y="948896"/>
                  </a:cubicBezTo>
                  <a:cubicBezTo>
                    <a:pt x="903887" y="948896"/>
                    <a:pt x="903139" y="948125"/>
                    <a:pt x="903139" y="947209"/>
                  </a:cubicBezTo>
                  <a:close/>
                  <a:moveTo>
                    <a:pt x="756560" y="940555"/>
                  </a:moveTo>
                  <a:cubicBezTo>
                    <a:pt x="756560" y="939639"/>
                    <a:pt x="757307" y="938892"/>
                    <a:pt x="758223" y="938892"/>
                  </a:cubicBezTo>
                  <a:cubicBezTo>
                    <a:pt x="759139" y="938892"/>
                    <a:pt x="759887" y="939639"/>
                    <a:pt x="759887" y="940555"/>
                  </a:cubicBezTo>
                  <a:cubicBezTo>
                    <a:pt x="759887" y="941471"/>
                    <a:pt x="759139" y="942219"/>
                    <a:pt x="758223" y="942219"/>
                  </a:cubicBezTo>
                  <a:cubicBezTo>
                    <a:pt x="757307" y="942219"/>
                    <a:pt x="756560" y="941471"/>
                    <a:pt x="756560" y="940555"/>
                  </a:cubicBezTo>
                  <a:close/>
                  <a:moveTo>
                    <a:pt x="893133" y="940555"/>
                  </a:moveTo>
                  <a:cubicBezTo>
                    <a:pt x="893133" y="939639"/>
                    <a:pt x="893906" y="938892"/>
                    <a:pt x="894798" y="938892"/>
                  </a:cubicBezTo>
                  <a:cubicBezTo>
                    <a:pt x="895738" y="938892"/>
                    <a:pt x="896485" y="939639"/>
                    <a:pt x="896485" y="940555"/>
                  </a:cubicBezTo>
                  <a:cubicBezTo>
                    <a:pt x="896485" y="941471"/>
                    <a:pt x="895738" y="942219"/>
                    <a:pt x="894798" y="942219"/>
                  </a:cubicBezTo>
                  <a:cubicBezTo>
                    <a:pt x="893906" y="942219"/>
                    <a:pt x="893133" y="941471"/>
                    <a:pt x="893133" y="940555"/>
                  </a:cubicBezTo>
                  <a:close/>
                  <a:moveTo>
                    <a:pt x="763214" y="937228"/>
                  </a:moveTo>
                  <a:cubicBezTo>
                    <a:pt x="763214" y="936312"/>
                    <a:pt x="763961" y="935565"/>
                    <a:pt x="764877" y="935565"/>
                  </a:cubicBezTo>
                  <a:cubicBezTo>
                    <a:pt x="765793" y="935565"/>
                    <a:pt x="766541" y="936312"/>
                    <a:pt x="766541" y="937228"/>
                  </a:cubicBezTo>
                  <a:cubicBezTo>
                    <a:pt x="766541" y="938144"/>
                    <a:pt x="765793" y="938892"/>
                    <a:pt x="764877" y="938892"/>
                  </a:cubicBezTo>
                  <a:cubicBezTo>
                    <a:pt x="763961" y="938892"/>
                    <a:pt x="763214" y="938144"/>
                    <a:pt x="763214" y="937228"/>
                  </a:cubicBezTo>
                  <a:close/>
                  <a:moveTo>
                    <a:pt x="886479" y="937228"/>
                  </a:moveTo>
                  <a:cubicBezTo>
                    <a:pt x="886479" y="936312"/>
                    <a:pt x="887227" y="935565"/>
                    <a:pt x="888144" y="935565"/>
                  </a:cubicBezTo>
                  <a:cubicBezTo>
                    <a:pt x="889059" y="935565"/>
                    <a:pt x="889806" y="936312"/>
                    <a:pt x="889806" y="937228"/>
                  </a:cubicBezTo>
                  <a:cubicBezTo>
                    <a:pt x="889806" y="938144"/>
                    <a:pt x="889059" y="938892"/>
                    <a:pt x="888144" y="938892"/>
                  </a:cubicBezTo>
                  <a:cubicBezTo>
                    <a:pt x="887227" y="938892"/>
                    <a:pt x="886479" y="938144"/>
                    <a:pt x="886479" y="937228"/>
                  </a:cubicBezTo>
                  <a:close/>
                  <a:moveTo>
                    <a:pt x="773218" y="930574"/>
                  </a:moveTo>
                  <a:cubicBezTo>
                    <a:pt x="773218" y="929658"/>
                    <a:pt x="773966" y="928887"/>
                    <a:pt x="774883" y="928887"/>
                  </a:cubicBezTo>
                  <a:cubicBezTo>
                    <a:pt x="775798" y="928887"/>
                    <a:pt x="776545" y="929658"/>
                    <a:pt x="776545" y="930574"/>
                  </a:cubicBezTo>
                  <a:cubicBezTo>
                    <a:pt x="776545" y="931490"/>
                    <a:pt x="775798" y="932238"/>
                    <a:pt x="774883" y="932238"/>
                  </a:cubicBezTo>
                  <a:cubicBezTo>
                    <a:pt x="773966" y="932238"/>
                    <a:pt x="773218" y="931490"/>
                    <a:pt x="773218" y="930574"/>
                  </a:cubicBezTo>
                  <a:close/>
                  <a:moveTo>
                    <a:pt x="550000" y="925560"/>
                  </a:moveTo>
                  <a:cubicBezTo>
                    <a:pt x="550000" y="923124"/>
                    <a:pt x="550988" y="922112"/>
                    <a:pt x="552217" y="923341"/>
                  </a:cubicBezTo>
                  <a:cubicBezTo>
                    <a:pt x="553447" y="924571"/>
                    <a:pt x="553447" y="926572"/>
                    <a:pt x="552217" y="927778"/>
                  </a:cubicBezTo>
                  <a:cubicBezTo>
                    <a:pt x="550988" y="929007"/>
                    <a:pt x="550000" y="927995"/>
                    <a:pt x="550000" y="925560"/>
                  </a:cubicBezTo>
                  <a:close/>
                  <a:moveTo>
                    <a:pt x="779872" y="927223"/>
                  </a:moveTo>
                  <a:cubicBezTo>
                    <a:pt x="779872" y="926307"/>
                    <a:pt x="780620" y="925560"/>
                    <a:pt x="781536" y="925560"/>
                  </a:cubicBezTo>
                  <a:cubicBezTo>
                    <a:pt x="782452" y="925560"/>
                    <a:pt x="783199" y="926307"/>
                    <a:pt x="783199" y="927223"/>
                  </a:cubicBezTo>
                  <a:cubicBezTo>
                    <a:pt x="783199" y="928139"/>
                    <a:pt x="782452" y="928887"/>
                    <a:pt x="781536" y="928887"/>
                  </a:cubicBezTo>
                  <a:cubicBezTo>
                    <a:pt x="780620" y="928887"/>
                    <a:pt x="779872" y="928139"/>
                    <a:pt x="779872" y="927223"/>
                  </a:cubicBezTo>
                  <a:close/>
                  <a:moveTo>
                    <a:pt x="869821" y="927223"/>
                  </a:moveTo>
                  <a:cubicBezTo>
                    <a:pt x="869821" y="926307"/>
                    <a:pt x="870568" y="925560"/>
                    <a:pt x="871485" y="925560"/>
                  </a:cubicBezTo>
                  <a:cubicBezTo>
                    <a:pt x="872400" y="925560"/>
                    <a:pt x="873148" y="926307"/>
                    <a:pt x="873148" y="927223"/>
                  </a:cubicBezTo>
                  <a:cubicBezTo>
                    <a:pt x="873148" y="928139"/>
                    <a:pt x="872400" y="928887"/>
                    <a:pt x="871485" y="928887"/>
                  </a:cubicBezTo>
                  <a:cubicBezTo>
                    <a:pt x="870568" y="928887"/>
                    <a:pt x="869821" y="928139"/>
                    <a:pt x="869821" y="927223"/>
                  </a:cubicBezTo>
                  <a:close/>
                  <a:moveTo>
                    <a:pt x="1099694" y="925560"/>
                  </a:moveTo>
                  <a:cubicBezTo>
                    <a:pt x="1099694" y="923124"/>
                    <a:pt x="1100707" y="922112"/>
                    <a:pt x="1101913" y="923341"/>
                  </a:cubicBezTo>
                  <a:cubicBezTo>
                    <a:pt x="1103141" y="924571"/>
                    <a:pt x="1103141" y="926572"/>
                    <a:pt x="1101913" y="927778"/>
                  </a:cubicBezTo>
                  <a:cubicBezTo>
                    <a:pt x="1100707" y="929007"/>
                    <a:pt x="1099694" y="927995"/>
                    <a:pt x="1099694" y="925560"/>
                  </a:cubicBezTo>
                  <a:close/>
                  <a:moveTo>
                    <a:pt x="503350" y="917242"/>
                  </a:moveTo>
                  <a:cubicBezTo>
                    <a:pt x="503350" y="916326"/>
                    <a:pt x="504097" y="915579"/>
                    <a:pt x="505013" y="915579"/>
                  </a:cubicBezTo>
                  <a:cubicBezTo>
                    <a:pt x="505929" y="915579"/>
                    <a:pt x="506677" y="916326"/>
                    <a:pt x="506677" y="917242"/>
                  </a:cubicBezTo>
                  <a:cubicBezTo>
                    <a:pt x="506677" y="918158"/>
                    <a:pt x="505929" y="918906"/>
                    <a:pt x="505013" y="918906"/>
                  </a:cubicBezTo>
                  <a:cubicBezTo>
                    <a:pt x="504097" y="918906"/>
                    <a:pt x="503350" y="918158"/>
                    <a:pt x="503350" y="917242"/>
                  </a:cubicBezTo>
                  <a:close/>
                  <a:moveTo>
                    <a:pt x="771217" y="915048"/>
                  </a:moveTo>
                  <a:lnTo>
                    <a:pt x="768855" y="911215"/>
                  </a:lnTo>
                  <a:lnTo>
                    <a:pt x="772689" y="913578"/>
                  </a:lnTo>
                  <a:cubicBezTo>
                    <a:pt x="774810" y="914903"/>
                    <a:pt x="776545" y="916615"/>
                    <a:pt x="776545" y="917435"/>
                  </a:cubicBezTo>
                  <a:cubicBezTo>
                    <a:pt x="776545" y="920207"/>
                    <a:pt x="773604" y="918906"/>
                    <a:pt x="771217" y="915048"/>
                  </a:cubicBezTo>
                  <a:close/>
                  <a:moveTo>
                    <a:pt x="878163" y="915579"/>
                  </a:moveTo>
                  <a:cubicBezTo>
                    <a:pt x="879296" y="913747"/>
                    <a:pt x="880958" y="912252"/>
                    <a:pt x="881875" y="912252"/>
                  </a:cubicBezTo>
                  <a:cubicBezTo>
                    <a:pt x="882792" y="912252"/>
                    <a:pt x="882623" y="913747"/>
                    <a:pt x="881490" y="915579"/>
                  </a:cubicBezTo>
                  <a:cubicBezTo>
                    <a:pt x="880357" y="917411"/>
                    <a:pt x="878669" y="918906"/>
                    <a:pt x="877752" y="918906"/>
                  </a:cubicBezTo>
                  <a:cubicBezTo>
                    <a:pt x="876837" y="918906"/>
                    <a:pt x="877030" y="917411"/>
                    <a:pt x="878163" y="915579"/>
                  </a:cubicBezTo>
                  <a:close/>
                  <a:moveTo>
                    <a:pt x="1146345" y="917242"/>
                  </a:moveTo>
                  <a:cubicBezTo>
                    <a:pt x="1146345" y="916326"/>
                    <a:pt x="1147091" y="915579"/>
                    <a:pt x="1148008" y="915579"/>
                  </a:cubicBezTo>
                  <a:cubicBezTo>
                    <a:pt x="1148924" y="915579"/>
                    <a:pt x="1149670" y="916326"/>
                    <a:pt x="1149670" y="917242"/>
                  </a:cubicBezTo>
                  <a:cubicBezTo>
                    <a:pt x="1149670" y="918158"/>
                    <a:pt x="1148924" y="918906"/>
                    <a:pt x="1148008" y="918906"/>
                  </a:cubicBezTo>
                  <a:cubicBezTo>
                    <a:pt x="1147091" y="918906"/>
                    <a:pt x="1146345" y="918158"/>
                    <a:pt x="1146345" y="917242"/>
                  </a:cubicBezTo>
                  <a:close/>
                  <a:moveTo>
                    <a:pt x="553327" y="910564"/>
                  </a:moveTo>
                  <a:cubicBezTo>
                    <a:pt x="553327" y="909648"/>
                    <a:pt x="554074" y="908901"/>
                    <a:pt x="554989" y="908901"/>
                  </a:cubicBezTo>
                  <a:cubicBezTo>
                    <a:pt x="555906" y="908901"/>
                    <a:pt x="556654" y="909648"/>
                    <a:pt x="556654" y="910564"/>
                  </a:cubicBezTo>
                  <a:cubicBezTo>
                    <a:pt x="556654" y="911480"/>
                    <a:pt x="555906" y="912252"/>
                    <a:pt x="554989" y="912252"/>
                  </a:cubicBezTo>
                  <a:cubicBezTo>
                    <a:pt x="554074" y="912252"/>
                    <a:pt x="553327" y="911480"/>
                    <a:pt x="553327" y="910564"/>
                  </a:cubicBezTo>
                  <a:close/>
                  <a:moveTo>
                    <a:pt x="1096367" y="910564"/>
                  </a:moveTo>
                  <a:cubicBezTo>
                    <a:pt x="1096367" y="909648"/>
                    <a:pt x="1097114" y="908901"/>
                    <a:pt x="1098031" y="908901"/>
                  </a:cubicBezTo>
                  <a:cubicBezTo>
                    <a:pt x="1098948" y="908901"/>
                    <a:pt x="1099694" y="909648"/>
                    <a:pt x="1099694" y="910564"/>
                  </a:cubicBezTo>
                  <a:cubicBezTo>
                    <a:pt x="1099694" y="911480"/>
                    <a:pt x="1098948" y="912252"/>
                    <a:pt x="1098031" y="912252"/>
                  </a:cubicBezTo>
                  <a:cubicBezTo>
                    <a:pt x="1097114" y="912252"/>
                    <a:pt x="1096367" y="911480"/>
                    <a:pt x="1096367" y="910564"/>
                  </a:cubicBezTo>
                  <a:close/>
                  <a:moveTo>
                    <a:pt x="506677" y="903910"/>
                  </a:moveTo>
                  <a:cubicBezTo>
                    <a:pt x="506677" y="902994"/>
                    <a:pt x="507424" y="902247"/>
                    <a:pt x="508340" y="902247"/>
                  </a:cubicBezTo>
                  <a:cubicBezTo>
                    <a:pt x="509256" y="902247"/>
                    <a:pt x="510004" y="902994"/>
                    <a:pt x="510004" y="903910"/>
                  </a:cubicBezTo>
                  <a:cubicBezTo>
                    <a:pt x="510004" y="904826"/>
                    <a:pt x="509256" y="905574"/>
                    <a:pt x="508340" y="905574"/>
                  </a:cubicBezTo>
                  <a:cubicBezTo>
                    <a:pt x="507424" y="905574"/>
                    <a:pt x="506677" y="904826"/>
                    <a:pt x="506677" y="903910"/>
                  </a:cubicBezTo>
                  <a:close/>
                  <a:moveTo>
                    <a:pt x="754559" y="901740"/>
                  </a:moveTo>
                  <a:lnTo>
                    <a:pt x="752196" y="897883"/>
                  </a:lnTo>
                  <a:lnTo>
                    <a:pt x="756030" y="900270"/>
                  </a:lnTo>
                  <a:cubicBezTo>
                    <a:pt x="759887" y="902633"/>
                    <a:pt x="761189" y="905574"/>
                    <a:pt x="758417" y="905574"/>
                  </a:cubicBezTo>
                  <a:cubicBezTo>
                    <a:pt x="757597" y="905574"/>
                    <a:pt x="755885" y="903838"/>
                    <a:pt x="754559" y="901740"/>
                  </a:cubicBezTo>
                  <a:close/>
                  <a:moveTo>
                    <a:pt x="893133" y="903910"/>
                  </a:moveTo>
                  <a:cubicBezTo>
                    <a:pt x="893133" y="902994"/>
                    <a:pt x="893906" y="902247"/>
                    <a:pt x="894798" y="902247"/>
                  </a:cubicBezTo>
                  <a:cubicBezTo>
                    <a:pt x="895738" y="902247"/>
                    <a:pt x="896485" y="902994"/>
                    <a:pt x="896485" y="903910"/>
                  </a:cubicBezTo>
                  <a:cubicBezTo>
                    <a:pt x="896485" y="904826"/>
                    <a:pt x="895738" y="905574"/>
                    <a:pt x="894798" y="905574"/>
                  </a:cubicBezTo>
                  <a:cubicBezTo>
                    <a:pt x="893906" y="905574"/>
                    <a:pt x="893133" y="904826"/>
                    <a:pt x="893133" y="903910"/>
                  </a:cubicBezTo>
                  <a:close/>
                  <a:moveTo>
                    <a:pt x="1143018" y="903910"/>
                  </a:moveTo>
                  <a:cubicBezTo>
                    <a:pt x="1143018" y="902994"/>
                    <a:pt x="1143764" y="902247"/>
                    <a:pt x="1144681" y="902247"/>
                  </a:cubicBezTo>
                  <a:cubicBezTo>
                    <a:pt x="1145597" y="902247"/>
                    <a:pt x="1146345" y="902994"/>
                    <a:pt x="1146345" y="903910"/>
                  </a:cubicBezTo>
                  <a:cubicBezTo>
                    <a:pt x="1146345" y="904826"/>
                    <a:pt x="1145597" y="905574"/>
                    <a:pt x="1144681" y="905574"/>
                  </a:cubicBezTo>
                  <a:cubicBezTo>
                    <a:pt x="1143764" y="905574"/>
                    <a:pt x="1143018" y="904826"/>
                    <a:pt x="1143018" y="903910"/>
                  </a:cubicBezTo>
                  <a:close/>
                  <a:moveTo>
                    <a:pt x="556654" y="900583"/>
                  </a:moveTo>
                  <a:cubicBezTo>
                    <a:pt x="556654" y="899667"/>
                    <a:pt x="557401" y="898920"/>
                    <a:pt x="558316" y="898920"/>
                  </a:cubicBezTo>
                  <a:cubicBezTo>
                    <a:pt x="559233" y="898920"/>
                    <a:pt x="559980" y="899667"/>
                    <a:pt x="559980" y="900583"/>
                  </a:cubicBezTo>
                  <a:cubicBezTo>
                    <a:pt x="559980" y="901499"/>
                    <a:pt x="559233" y="902247"/>
                    <a:pt x="558316" y="902247"/>
                  </a:cubicBezTo>
                  <a:cubicBezTo>
                    <a:pt x="557401" y="902247"/>
                    <a:pt x="556654" y="901499"/>
                    <a:pt x="556654" y="900583"/>
                  </a:cubicBezTo>
                  <a:close/>
                  <a:moveTo>
                    <a:pt x="1093040" y="900583"/>
                  </a:moveTo>
                  <a:cubicBezTo>
                    <a:pt x="1093040" y="899667"/>
                    <a:pt x="1093787" y="898920"/>
                    <a:pt x="1094704" y="898920"/>
                  </a:cubicBezTo>
                  <a:cubicBezTo>
                    <a:pt x="1095621" y="898920"/>
                    <a:pt x="1096367" y="899667"/>
                    <a:pt x="1096367" y="900583"/>
                  </a:cubicBezTo>
                  <a:cubicBezTo>
                    <a:pt x="1096367" y="901499"/>
                    <a:pt x="1095621" y="902247"/>
                    <a:pt x="1094704" y="902247"/>
                  </a:cubicBezTo>
                  <a:cubicBezTo>
                    <a:pt x="1093787" y="902247"/>
                    <a:pt x="1093040" y="901499"/>
                    <a:pt x="1093040" y="900583"/>
                  </a:cubicBezTo>
                  <a:close/>
                  <a:moveTo>
                    <a:pt x="510004" y="892242"/>
                  </a:moveTo>
                  <a:cubicBezTo>
                    <a:pt x="510004" y="889807"/>
                    <a:pt x="511016" y="888819"/>
                    <a:pt x="512246" y="890024"/>
                  </a:cubicBezTo>
                  <a:cubicBezTo>
                    <a:pt x="513451" y="891253"/>
                    <a:pt x="513451" y="893255"/>
                    <a:pt x="512246" y="894484"/>
                  </a:cubicBezTo>
                  <a:cubicBezTo>
                    <a:pt x="511016" y="895689"/>
                    <a:pt x="510004" y="894701"/>
                    <a:pt x="510004" y="892242"/>
                  </a:cubicBezTo>
                  <a:close/>
                  <a:moveTo>
                    <a:pt x="1139666" y="892242"/>
                  </a:moveTo>
                  <a:cubicBezTo>
                    <a:pt x="1139666" y="889807"/>
                    <a:pt x="1140678" y="888819"/>
                    <a:pt x="1141908" y="890024"/>
                  </a:cubicBezTo>
                  <a:cubicBezTo>
                    <a:pt x="1143113" y="891253"/>
                    <a:pt x="1143113" y="893255"/>
                    <a:pt x="1141908" y="894484"/>
                  </a:cubicBezTo>
                  <a:cubicBezTo>
                    <a:pt x="1140678" y="895689"/>
                    <a:pt x="1139666" y="894701"/>
                    <a:pt x="1139666" y="892242"/>
                  </a:cubicBezTo>
                  <a:close/>
                  <a:moveTo>
                    <a:pt x="559980" y="890579"/>
                  </a:moveTo>
                  <a:cubicBezTo>
                    <a:pt x="559980" y="889662"/>
                    <a:pt x="560728" y="888915"/>
                    <a:pt x="561643" y="888915"/>
                  </a:cubicBezTo>
                  <a:cubicBezTo>
                    <a:pt x="562560" y="888915"/>
                    <a:pt x="563331" y="889662"/>
                    <a:pt x="563331" y="890579"/>
                  </a:cubicBezTo>
                  <a:cubicBezTo>
                    <a:pt x="563331" y="891495"/>
                    <a:pt x="562560" y="892242"/>
                    <a:pt x="561643" y="892242"/>
                  </a:cubicBezTo>
                  <a:cubicBezTo>
                    <a:pt x="560728" y="892242"/>
                    <a:pt x="559980" y="891495"/>
                    <a:pt x="559980" y="890579"/>
                  </a:cubicBezTo>
                  <a:close/>
                  <a:moveTo>
                    <a:pt x="737900" y="888408"/>
                  </a:moveTo>
                  <a:lnTo>
                    <a:pt x="735537" y="884552"/>
                  </a:lnTo>
                  <a:lnTo>
                    <a:pt x="739370" y="886938"/>
                  </a:lnTo>
                  <a:cubicBezTo>
                    <a:pt x="743228" y="889301"/>
                    <a:pt x="744529" y="892242"/>
                    <a:pt x="741757" y="892242"/>
                  </a:cubicBezTo>
                  <a:cubicBezTo>
                    <a:pt x="740937" y="892242"/>
                    <a:pt x="739226" y="890530"/>
                    <a:pt x="737900" y="888408"/>
                  </a:cubicBezTo>
                  <a:close/>
                  <a:moveTo>
                    <a:pt x="816517" y="890579"/>
                  </a:moveTo>
                  <a:cubicBezTo>
                    <a:pt x="816517" y="889662"/>
                    <a:pt x="817265" y="888915"/>
                    <a:pt x="818180" y="888915"/>
                  </a:cubicBezTo>
                  <a:cubicBezTo>
                    <a:pt x="819097" y="888915"/>
                    <a:pt x="819844" y="889662"/>
                    <a:pt x="819844" y="890579"/>
                  </a:cubicBezTo>
                  <a:cubicBezTo>
                    <a:pt x="819844" y="891495"/>
                    <a:pt x="819097" y="892242"/>
                    <a:pt x="818180" y="892242"/>
                  </a:cubicBezTo>
                  <a:cubicBezTo>
                    <a:pt x="817265" y="892242"/>
                    <a:pt x="816517" y="891495"/>
                    <a:pt x="816517" y="890579"/>
                  </a:cubicBezTo>
                  <a:close/>
                  <a:moveTo>
                    <a:pt x="833176" y="890579"/>
                  </a:moveTo>
                  <a:cubicBezTo>
                    <a:pt x="833176" y="889662"/>
                    <a:pt x="833923" y="888915"/>
                    <a:pt x="834840" y="888915"/>
                  </a:cubicBezTo>
                  <a:cubicBezTo>
                    <a:pt x="835755" y="888915"/>
                    <a:pt x="836503" y="889662"/>
                    <a:pt x="836503" y="890579"/>
                  </a:cubicBezTo>
                  <a:cubicBezTo>
                    <a:pt x="836503" y="891495"/>
                    <a:pt x="835755" y="892242"/>
                    <a:pt x="834840" y="892242"/>
                  </a:cubicBezTo>
                  <a:cubicBezTo>
                    <a:pt x="833923" y="892242"/>
                    <a:pt x="833176" y="891495"/>
                    <a:pt x="833176" y="890579"/>
                  </a:cubicBezTo>
                  <a:close/>
                  <a:moveTo>
                    <a:pt x="911456" y="888915"/>
                  </a:moveTo>
                  <a:cubicBezTo>
                    <a:pt x="912589" y="887082"/>
                    <a:pt x="914277" y="885588"/>
                    <a:pt x="915193" y="885588"/>
                  </a:cubicBezTo>
                  <a:cubicBezTo>
                    <a:pt x="916109" y="885588"/>
                    <a:pt x="915941" y="887082"/>
                    <a:pt x="914808" y="888915"/>
                  </a:cubicBezTo>
                  <a:cubicBezTo>
                    <a:pt x="913675" y="890747"/>
                    <a:pt x="911987" y="892242"/>
                    <a:pt x="911070" y="892242"/>
                  </a:cubicBezTo>
                  <a:cubicBezTo>
                    <a:pt x="910154" y="892242"/>
                    <a:pt x="910323" y="890747"/>
                    <a:pt x="911456" y="888915"/>
                  </a:cubicBezTo>
                  <a:close/>
                  <a:moveTo>
                    <a:pt x="1089713" y="890579"/>
                  </a:moveTo>
                  <a:cubicBezTo>
                    <a:pt x="1089713" y="889662"/>
                    <a:pt x="1090460" y="888915"/>
                    <a:pt x="1091377" y="888915"/>
                  </a:cubicBezTo>
                  <a:cubicBezTo>
                    <a:pt x="1092294" y="888915"/>
                    <a:pt x="1093040" y="889662"/>
                    <a:pt x="1093040" y="890579"/>
                  </a:cubicBezTo>
                  <a:cubicBezTo>
                    <a:pt x="1093040" y="891495"/>
                    <a:pt x="1092294" y="892242"/>
                    <a:pt x="1091377" y="892242"/>
                  </a:cubicBezTo>
                  <a:cubicBezTo>
                    <a:pt x="1090460" y="892242"/>
                    <a:pt x="1089713" y="891495"/>
                    <a:pt x="1089713" y="890579"/>
                  </a:cubicBezTo>
                  <a:close/>
                  <a:moveTo>
                    <a:pt x="513354" y="883925"/>
                  </a:moveTo>
                  <a:cubicBezTo>
                    <a:pt x="513354" y="883008"/>
                    <a:pt x="514102" y="882261"/>
                    <a:pt x="515019" y="882261"/>
                  </a:cubicBezTo>
                  <a:cubicBezTo>
                    <a:pt x="515934" y="882261"/>
                    <a:pt x="516681" y="883008"/>
                    <a:pt x="516681" y="883925"/>
                  </a:cubicBezTo>
                  <a:cubicBezTo>
                    <a:pt x="516681" y="884841"/>
                    <a:pt x="515934" y="885588"/>
                    <a:pt x="515019" y="885588"/>
                  </a:cubicBezTo>
                  <a:cubicBezTo>
                    <a:pt x="514102" y="885588"/>
                    <a:pt x="513354" y="884841"/>
                    <a:pt x="513354" y="883925"/>
                  </a:cubicBezTo>
                  <a:close/>
                  <a:moveTo>
                    <a:pt x="563331" y="883925"/>
                  </a:moveTo>
                  <a:cubicBezTo>
                    <a:pt x="563331" y="883008"/>
                    <a:pt x="564078" y="882261"/>
                    <a:pt x="564995" y="882261"/>
                  </a:cubicBezTo>
                  <a:cubicBezTo>
                    <a:pt x="565910" y="882261"/>
                    <a:pt x="566658" y="883008"/>
                    <a:pt x="566658" y="883925"/>
                  </a:cubicBezTo>
                  <a:cubicBezTo>
                    <a:pt x="566658" y="884841"/>
                    <a:pt x="565910" y="885588"/>
                    <a:pt x="564995" y="885588"/>
                  </a:cubicBezTo>
                  <a:cubicBezTo>
                    <a:pt x="564078" y="885588"/>
                    <a:pt x="563331" y="884841"/>
                    <a:pt x="563331" y="883925"/>
                  </a:cubicBezTo>
                  <a:close/>
                  <a:moveTo>
                    <a:pt x="1086362" y="883925"/>
                  </a:moveTo>
                  <a:cubicBezTo>
                    <a:pt x="1086362" y="883008"/>
                    <a:pt x="1087133" y="882261"/>
                    <a:pt x="1088050" y="882261"/>
                  </a:cubicBezTo>
                  <a:cubicBezTo>
                    <a:pt x="1088967" y="882261"/>
                    <a:pt x="1089713" y="883008"/>
                    <a:pt x="1089713" y="883925"/>
                  </a:cubicBezTo>
                  <a:cubicBezTo>
                    <a:pt x="1089713" y="884841"/>
                    <a:pt x="1088967" y="885588"/>
                    <a:pt x="1088050" y="885588"/>
                  </a:cubicBezTo>
                  <a:cubicBezTo>
                    <a:pt x="1087133" y="885588"/>
                    <a:pt x="1086362" y="884841"/>
                    <a:pt x="1086362" y="883925"/>
                  </a:cubicBezTo>
                  <a:close/>
                  <a:moveTo>
                    <a:pt x="1136339" y="883925"/>
                  </a:moveTo>
                  <a:cubicBezTo>
                    <a:pt x="1136339" y="883008"/>
                    <a:pt x="1137086" y="882261"/>
                    <a:pt x="1138003" y="882261"/>
                  </a:cubicBezTo>
                  <a:cubicBezTo>
                    <a:pt x="1138918" y="882261"/>
                    <a:pt x="1139666" y="883008"/>
                    <a:pt x="1139666" y="883925"/>
                  </a:cubicBezTo>
                  <a:cubicBezTo>
                    <a:pt x="1139666" y="884841"/>
                    <a:pt x="1138918" y="885588"/>
                    <a:pt x="1138003" y="885588"/>
                  </a:cubicBezTo>
                  <a:cubicBezTo>
                    <a:pt x="1137086" y="885588"/>
                    <a:pt x="1136339" y="884841"/>
                    <a:pt x="1136339" y="883925"/>
                  </a:cubicBezTo>
                  <a:close/>
                  <a:moveTo>
                    <a:pt x="803186" y="880598"/>
                  </a:moveTo>
                  <a:cubicBezTo>
                    <a:pt x="803186" y="879681"/>
                    <a:pt x="803934" y="878934"/>
                    <a:pt x="804849" y="878934"/>
                  </a:cubicBezTo>
                  <a:cubicBezTo>
                    <a:pt x="805765" y="878934"/>
                    <a:pt x="806513" y="879681"/>
                    <a:pt x="806513" y="880598"/>
                  </a:cubicBezTo>
                  <a:cubicBezTo>
                    <a:pt x="806513" y="881514"/>
                    <a:pt x="805765" y="882261"/>
                    <a:pt x="804849" y="882261"/>
                  </a:cubicBezTo>
                  <a:cubicBezTo>
                    <a:pt x="803934" y="882261"/>
                    <a:pt x="803186" y="881514"/>
                    <a:pt x="803186" y="880598"/>
                  </a:cubicBezTo>
                  <a:close/>
                  <a:moveTo>
                    <a:pt x="846509" y="880598"/>
                  </a:moveTo>
                  <a:cubicBezTo>
                    <a:pt x="846509" y="879681"/>
                    <a:pt x="847256" y="878934"/>
                    <a:pt x="848171" y="878934"/>
                  </a:cubicBezTo>
                  <a:cubicBezTo>
                    <a:pt x="849088" y="878934"/>
                    <a:pt x="849836" y="879681"/>
                    <a:pt x="849836" y="880598"/>
                  </a:cubicBezTo>
                  <a:cubicBezTo>
                    <a:pt x="849836" y="881514"/>
                    <a:pt x="849088" y="882261"/>
                    <a:pt x="848171" y="882261"/>
                  </a:cubicBezTo>
                  <a:cubicBezTo>
                    <a:pt x="847256" y="882261"/>
                    <a:pt x="846509" y="881514"/>
                    <a:pt x="846509" y="880598"/>
                  </a:cubicBezTo>
                  <a:close/>
                  <a:moveTo>
                    <a:pt x="566658" y="877271"/>
                  </a:moveTo>
                  <a:cubicBezTo>
                    <a:pt x="566658" y="876354"/>
                    <a:pt x="567405" y="875583"/>
                    <a:pt x="568322" y="875583"/>
                  </a:cubicBezTo>
                  <a:cubicBezTo>
                    <a:pt x="569237" y="875583"/>
                    <a:pt x="569985" y="876354"/>
                    <a:pt x="569985" y="877271"/>
                  </a:cubicBezTo>
                  <a:cubicBezTo>
                    <a:pt x="569985" y="878187"/>
                    <a:pt x="569237" y="878934"/>
                    <a:pt x="568322" y="878934"/>
                  </a:cubicBezTo>
                  <a:cubicBezTo>
                    <a:pt x="567405" y="878934"/>
                    <a:pt x="566658" y="878187"/>
                    <a:pt x="566658" y="877271"/>
                  </a:cubicBezTo>
                  <a:close/>
                  <a:moveTo>
                    <a:pt x="1083035" y="877271"/>
                  </a:moveTo>
                  <a:cubicBezTo>
                    <a:pt x="1083035" y="876354"/>
                    <a:pt x="1083783" y="875583"/>
                    <a:pt x="1084699" y="875583"/>
                  </a:cubicBezTo>
                  <a:cubicBezTo>
                    <a:pt x="1085615" y="875583"/>
                    <a:pt x="1086362" y="876354"/>
                    <a:pt x="1086362" y="877271"/>
                  </a:cubicBezTo>
                  <a:cubicBezTo>
                    <a:pt x="1086362" y="878187"/>
                    <a:pt x="1085615" y="878934"/>
                    <a:pt x="1084699" y="878934"/>
                  </a:cubicBezTo>
                  <a:cubicBezTo>
                    <a:pt x="1083783" y="878934"/>
                    <a:pt x="1083035" y="878187"/>
                    <a:pt x="1083035" y="877271"/>
                  </a:cubicBezTo>
                  <a:close/>
                  <a:moveTo>
                    <a:pt x="516681" y="873920"/>
                  </a:moveTo>
                  <a:cubicBezTo>
                    <a:pt x="516681" y="873004"/>
                    <a:pt x="517429" y="872256"/>
                    <a:pt x="518346" y="872256"/>
                  </a:cubicBezTo>
                  <a:cubicBezTo>
                    <a:pt x="519261" y="872256"/>
                    <a:pt x="520008" y="873004"/>
                    <a:pt x="520008" y="873920"/>
                  </a:cubicBezTo>
                  <a:cubicBezTo>
                    <a:pt x="520008" y="874836"/>
                    <a:pt x="519261" y="875583"/>
                    <a:pt x="518346" y="875583"/>
                  </a:cubicBezTo>
                  <a:cubicBezTo>
                    <a:pt x="517429" y="875583"/>
                    <a:pt x="516681" y="874836"/>
                    <a:pt x="516681" y="873920"/>
                  </a:cubicBezTo>
                  <a:close/>
                  <a:moveTo>
                    <a:pt x="1133012" y="873920"/>
                  </a:moveTo>
                  <a:cubicBezTo>
                    <a:pt x="1133012" y="873004"/>
                    <a:pt x="1133759" y="872256"/>
                    <a:pt x="1134676" y="872256"/>
                  </a:cubicBezTo>
                  <a:cubicBezTo>
                    <a:pt x="1135591" y="872256"/>
                    <a:pt x="1136339" y="873004"/>
                    <a:pt x="1136339" y="873920"/>
                  </a:cubicBezTo>
                  <a:cubicBezTo>
                    <a:pt x="1136339" y="874836"/>
                    <a:pt x="1135591" y="875583"/>
                    <a:pt x="1134676" y="875583"/>
                  </a:cubicBezTo>
                  <a:cubicBezTo>
                    <a:pt x="1133759" y="875583"/>
                    <a:pt x="1133012" y="874836"/>
                    <a:pt x="1133012" y="873920"/>
                  </a:cubicBezTo>
                  <a:close/>
                  <a:moveTo>
                    <a:pt x="711260" y="864758"/>
                  </a:moveTo>
                  <a:lnTo>
                    <a:pt x="704919" y="857260"/>
                  </a:lnTo>
                  <a:lnTo>
                    <a:pt x="712418" y="863625"/>
                  </a:lnTo>
                  <a:cubicBezTo>
                    <a:pt x="719457" y="869580"/>
                    <a:pt x="721410" y="872256"/>
                    <a:pt x="718758" y="872256"/>
                  </a:cubicBezTo>
                  <a:cubicBezTo>
                    <a:pt x="718131" y="872256"/>
                    <a:pt x="714756" y="868881"/>
                    <a:pt x="711260" y="864758"/>
                  </a:cubicBezTo>
                  <a:close/>
                  <a:moveTo>
                    <a:pt x="787877" y="868423"/>
                  </a:moveTo>
                  <a:lnTo>
                    <a:pt x="785514" y="864566"/>
                  </a:lnTo>
                  <a:lnTo>
                    <a:pt x="789347" y="866952"/>
                  </a:lnTo>
                  <a:cubicBezTo>
                    <a:pt x="791469" y="868254"/>
                    <a:pt x="793205" y="869990"/>
                    <a:pt x="793205" y="870785"/>
                  </a:cubicBezTo>
                  <a:cubicBezTo>
                    <a:pt x="793205" y="873582"/>
                    <a:pt x="790264" y="872256"/>
                    <a:pt x="787877" y="868423"/>
                  </a:cubicBezTo>
                  <a:close/>
                  <a:moveTo>
                    <a:pt x="861504" y="868929"/>
                  </a:moveTo>
                  <a:cubicBezTo>
                    <a:pt x="862612" y="867097"/>
                    <a:pt x="864300" y="865602"/>
                    <a:pt x="865217" y="865602"/>
                  </a:cubicBezTo>
                  <a:cubicBezTo>
                    <a:pt x="866132" y="865602"/>
                    <a:pt x="865964" y="867097"/>
                    <a:pt x="864831" y="868929"/>
                  </a:cubicBezTo>
                  <a:cubicBezTo>
                    <a:pt x="863697" y="870761"/>
                    <a:pt x="862010" y="872256"/>
                    <a:pt x="861094" y="872256"/>
                  </a:cubicBezTo>
                  <a:cubicBezTo>
                    <a:pt x="860177" y="872256"/>
                    <a:pt x="860370" y="870761"/>
                    <a:pt x="861504" y="868929"/>
                  </a:cubicBezTo>
                  <a:close/>
                  <a:moveTo>
                    <a:pt x="938120" y="865602"/>
                  </a:moveTo>
                  <a:cubicBezTo>
                    <a:pt x="941447" y="861937"/>
                    <a:pt x="944895" y="858948"/>
                    <a:pt x="945810" y="858948"/>
                  </a:cubicBezTo>
                  <a:cubicBezTo>
                    <a:pt x="946727" y="858948"/>
                    <a:pt x="944774" y="861937"/>
                    <a:pt x="941447" y="865602"/>
                  </a:cubicBezTo>
                  <a:cubicBezTo>
                    <a:pt x="938144" y="869267"/>
                    <a:pt x="934673" y="872256"/>
                    <a:pt x="933756" y="872256"/>
                  </a:cubicBezTo>
                  <a:cubicBezTo>
                    <a:pt x="932841" y="872256"/>
                    <a:pt x="934793" y="869267"/>
                    <a:pt x="938120" y="865602"/>
                  </a:cubicBezTo>
                  <a:close/>
                  <a:moveTo>
                    <a:pt x="1129685" y="867266"/>
                  </a:moveTo>
                  <a:cubicBezTo>
                    <a:pt x="1129685" y="866350"/>
                    <a:pt x="1130432" y="865602"/>
                    <a:pt x="1131349" y="865602"/>
                  </a:cubicBezTo>
                  <a:cubicBezTo>
                    <a:pt x="1132264" y="865602"/>
                    <a:pt x="1133012" y="866350"/>
                    <a:pt x="1133012" y="867266"/>
                  </a:cubicBezTo>
                  <a:cubicBezTo>
                    <a:pt x="1133012" y="868182"/>
                    <a:pt x="1132264" y="868929"/>
                    <a:pt x="1131349" y="868929"/>
                  </a:cubicBezTo>
                  <a:cubicBezTo>
                    <a:pt x="1130432" y="868929"/>
                    <a:pt x="1129685" y="868182"/>
                    <a:pt x="1129685" y="867266"/>
                  </a:cubicBezTo>
                  <a:close/>
                  <a:moveTo>
                    <a:pt x="523335" y="857260"/>
                  </a:moveTo>
                  <a:cubicBezTo>
                    <a:pt x="523335" y="856344"/>
                    <a:pt x="524083" y="855597"/>
                    <a:pt x="525000" y="855597"/>
                  </a:cubicBezTo>
                  <a:cubicBezTo>
                    <a:pt x="525915" y="855597"/>
                    <a:pt x="526662" y="856344"/>
                    <a:pt x="526662" y="857260"/>
                  </a:cubicBezTo>
                  <a:cubicBezTo>
                    <a:pt x="526662" y="858176"/>
                    <a:pt x="525915" y="858948"/>
                    <a:pt x="525000" y="858948"/>
                  </a:cubicBezTo>
                  <a:cubicBezTo>
                    <a:pt x="524083" y="858948"/>
                    <a:pt x="523335" y="858176"/>
                    <a:pt x="523335" y="857260"/>
                  </a:cubicBezTo>
                  <a:close/>
                  <a:moveTo>
                    <a:pt x="769457" y="853114"/>
                  </a:moveTo>
                  <a:lnTo>
                    <a:pt x="764877" y="847280"/>
                  </a:lnTo>
                  <a:lnTo>
                    <a:pt x="770711" y="851860"/>
                  </a:lnTo>
                  <a:cubicBezTo>
                    <a:pt x="776257" y="856200"/>
                    <a:pt x="778017" y="858948"/>
                    <a:pt x="775292" y="858948"/>
                  </a:cubicBezTo>
                  <a:cubicBezTo>
                    <a:pt x="774593" y="858948"/>
                    <a:pt x="771965" y="856320"/>
                    <a:pt x="769457" y="853114"/>
                  </a:cubicBezTo>
                  <a:close/>
                  <a:moveTo>
                    <a:pt x="1126358" y="857260"/>
                  </a:moveTo>
                  <a:cubicBezTo>
                    <a:pt x="1126358" y="856344"/>
                    <a:pt x="1127105" y="855597"/>
                    <a:pt x="1128022" y="855597"/>
                  </a:cubicBezTo>
                  <a:cubicBezTo>
                    <a:pt x="1128937" y="855597"/>
                    <a:pt x="1129685" y="856344"/>
                    <a:pt x="1129685" y="857260"/>
                  </a:cubicBezTo>
                  <a:cubicBezTo>
                    <a:pt x="1129685" y="858176"/>
                    <a:pt x="1128937" y="858948"/>
                    <a:pt x="1128022" y="858948"/>
                  </a:cubicBezTo>
                  <a:cubicBezTo>
                    <a:pt x="1127105" y="858948"/>
                    <a:pt x="1126358" y="858176"/>
                    <a:pt x="1126358" y="857260"/>
                  </a:cubicBezTo>
                  <a:close/>
                  <a:moveTo>
                    <a:pt x="881490" y="852270"/>
                  </a:moveTo>
                  <a:cubicBezTo>
                    <a:pt x="882623" y="850438"/>
                    <a:pt x="884285" y="848943"/>
                    <a:pt x="885202" y="848943"/>
                  </a:cubicBezTo>
                  <a:cubicBezTo>
                    <a:pt x="886119" y="848943"/>
                    <a:pt x="885950" y="850438"/>
                    <a:pt x="884817" y="852270"/>
                  </a:cubicBezTo>
                  <a:cubicBezTo>
                    <a:pt x="883684" y="854103"/>
                    <a:pt x="881996" y="855597"/>
                    <a:pt x="881079" y="855597"/>
                  </a:cubicBezTo>
                  <a:cubicBezTo>
                    <a:pt x="880164" y="855597"/>
                    <a:pt x="880357" y="854103"/>
                    <a:pt x="881490" y="852270"/>
                  </a:cubicBezTo>
                  <a:close/>
                  <a:moveTo>
                    <a:pt x="526662" y="850607"/>
                  </a:moveTo>
                  <a:cubicBezTo>
                    <a:pt x="526662" y="849691"/>
                    <a:pt x="527433" y="848943"/>
                    <a:pt x="528350" y="848943"/>
                  </a:cubicBezTo>
                  <a:cubicBezTo>
                    <a:pt x="529267" y="848943"/>
                    <a:pt x="530014" y="849691"/>
                    <a:pt x="530014" y="850607"/>
                  </a:cubicBezTo>
                  <a:cubicBezTo>
                    <a:pt x="530014" y="851522"/>
                    <a:pt x="529267" y="852270"/>
                    <a:pt x="528350" y="852270"/>
                  </a:cubicBezTo>
                  <a:cubicBezTo>
                    <a:pt x="527433" y="852270"/>
                    <a:pt x="526662" y="851522"/>
                    <a:pt x="526662" y="850607"/>
                  </a:cubicBezTo>
                  <a:close/>
                  <a:moveTo>
                    <a:pt x="1069727" y="850607"/>
                  </a:moveTo>
                  <a:cubicBezTo>
                    <a:pt x="1069727" y="849691"/>
                    <a:pt x="1070475" y="848943"/>
                    <a:pt x="1071392" y="848943"/>
                  </a:cubicBezTo>
                  <a:cubicBezTo>
                    <a:pt x="1072307" y="848943"/>
                    <a:pt x="1073054" y="849691"/>
                    <a:pt x="1073054" y="850607"/>
                  </a:cubicBezTo>
                  <a:cubicBezTo>
                    <a:pt x="1073054" y="851522"/>
                    <a:pt x="1072307" y="852270"/>
                    <a:pt x="1071392" y="852270"/>
                  </a:cubicBezTo>
                  <a:cubicBezTo>
                    <a:pt x="1070475" y="852270"/>
                    <a:pt x="1069727" y="851522"/>
                    <a:pt x="1069727" y="850607"/>
                  </a:cubicBezTo>
                  <a:close/>
                  <a:moveTo>
                    <a:pt x="1123031" y="850607"/>
                  </a:moveTo>
                  <a:cubicBezTo>
                    <a:pt x="1123031" y="849691"/>
                    <a:pt x="1123778" y="848943"/>
                    <a:pt x="1124695" y="848943"/>
                  </a:cubicBezTo>
                  <a:cubicBezTo>
                    <a:pt x="1125610" y="848943"/>
                    <a:pt x="1126358" y="849691"/>
                    <a:pt x="1126358" y="850607"/>
                  </a:cubicBezTo>
                  <a:cubicBezTo>
                    <a:pt x="1126358" y="851522"/>
                    <a:pt x="1125610" y="852270"/>
                    <a:pt x="1124695" y="852270"/>
                  </a:cubicBezTo>
                  <a:cubicBezTo>
                    <a:pt x="1123778" y="852270"/>
                    <a:pt x="1123031" y="851522"/>
                    <a:pt x="1123031" y="850607"/>
                  </a:cubicBezTo>
                  <a:close/>
                  <a:moveTo>
                    <a:pt x="530014" y="843953"/>
                  </a:moveTo>
                  <a:cubicBezTo>
                    <a:pt x="530014" y="843037"/>
                    <a:pt x="530760" y="842289"/>
                    <a:pt x="531677" y="842289"/>
                  </a:cubicBezTo>
                  <a:cubicBezTo>
                    <a:pt x="532594" y="842289"/>
                    <a:pt x="533341" y="843037"/>
                    <a:pt x="533341" y="843953"/>
                  </a:cubicBezTo>
                  <a:cubicBezTo>
                    <a:pt x="533341" y="844869"/>
                    <a:pt x="532594" y="845616"/>
                    <a:pt x="531677" y="845616"/>
                  </a:cubicBezTo>
                  <a:cubicBezTo>
                    <a:pt x="530760" y="845616"/>
                    <a:pt x="530014" y="844869"/>
                    <a:pt x="530014" y="843953"/>
                  </a:cubicBezTo>
                  <a:close/>
                  <a:moveTo>
                    <a:pt x="583318" y="843953"/>
                  </a:moveTo>
                  <a:cubicBezTo>
                    <a:pt x="583318" y="843037"/>
                    <a:pt x="584064" y="842289"/>
                    <a:pt x="584981" y="842289"/>
                  </a:cubicBezTo>
                  <a:cubicBezTo>
                    <a:pt x="585897" y="842289"/>
                    <a:pt x="586645" y="843037"/>
                    <a:pt x="586645" y="843953"/>
                  </a:cubicBezTo>
                  <a:cubicBezTo>
                    <a:pt x="586645" y="844869"/>
                    <a:pt x="585897" y="845616"/>
                    <a:pt x="584981" y="845616"/>
                  </a:cubicBezTo>
                  <a:cubicBezTo>
                    <a:pt x="584064" y="845616"/>
                    <a:pt x="583318" y="844869"/>
                    <a:pt x="583318" y="843953"/>
                  </a:cubicBezTo>
                  <a:close/>
                  <a:moveTo>
                    <a:pt x="1066377" y="843953"/>
                  </a:moveTo>
                  <a:cubicBezTo>
                    <a:pt x="1066377" y="843037"/>
                    <a:pt x="1067124" y="842289"/>
                    <a:pt x="1068040" y="842289"/>
                  </a:cubicBezTo>
                  <a:cubicBezTo>
                    <a:pt x="1068956" y="842289"/>
                    <a:pt x="1069727" y="843037"/>
                    <a:pt x="1069727" y="843953"/>
                  </a:cubicBezTo>
                  <a:cubicBezTo>
                    <a:pt x="1069727" y="844869"/>
                    <a:pt x="1068956" y="845616"/>
                    <a:pt x="1068040" y="845616"/>
                  </a:cubicBezTo>
                  <a:cubicBezTo>
                    <a:pt x="1067124" y="845616"/>
                    <a:pt x="1066377" y="844869"/>
                    <a:pt x="1066377" y="843953"/>
                  </a:cubicBezTo>
                  <a:close/>
                  <a:moveTo>
                    <a:pt x="1119680" y="843953"/>
                  </a:moveTo>
                  <a:cubicBezTo>
                    <a:pt x="1119680" y="843037"/>
                    <a:pt x="1120428" y="842289"/>
                    <a:pt x="1121343" y="842289"/>
                  </a:cubicBezTo>
                  <a:cubicBezTo>
                    <a:pt x="1122260" y="842289"/>
                    <a:pt x="1123031" y="843037"/>
                    <a:pt x="1123031" y="843953"/>
                  </a:cubicBezTo>
                  <a:cubicBezTo>
                    <a:pt x="1123031" y="844869"/>
                    <a:pt x="1122260" y="845616"/>
                    <a:pt x="1121343" y="845616"/>
                  </a:cubicBezTo>
                  <a:cubicBezTo>
                    <a:pt x="1120428" y="845616"/>
                    <a:pt x="1119680" y="844869"/>
                    <a:pt x="1119680" y="843953"/>
                  </a:cubicBezTo>
                  <a:close/>
                  <a:moveTo>
                    <a:pt x="533341" y="837275"/>
                  </a:moveTo>
                  <a:cubicBezTo>
                    <a:pt x="533341" y="836358"/>
                    <a:pt x="534087" y="835612"/>
                    <a:pt x="535004" y="835612"/>
                  </a:cubicBezTo>
                  <a:cubicBezTo>
                    <a:pt x="535921" y="835612"/>
                    <a:pt x="536668" y="836358"/>
                    <a:pt x="536668" y="837275"/>
                  </a:cubicBezTo>
                  <a:cubicBezTo>
                    <a:pt x="536668" y="838191"/>
                    <a:pt x="535921" y="838939"/>
                    <a:pt x="535004" y="838939"/>
                  </a:cubicBezTo>
                  <a:cubicBezTo>
                    <a:pt x="534087" y="838939"/>
                    <a:pt x="533341" y="838191"/>
                    <a:pt x="533341" y="837275"/>
                  </a:cubicBezTo>
                  <a:close/>
                  <a:moveTo>
                    <a:pt x="586645" y="837275"/>
                  </a:moveTo>
                  <a:cubicBezTo>
                    <a:pt x="586645" y="836358"/>
                    <a:pt x="587391" y="835612"/>
                    <a:pt x="588308" y="835612"/>
                  </a:cubicBezTo>
                  <a:cubicBezTo>
                    <a:pt x="589224" y="835612"/>
                    <a:pt x="589972" y="836358"/>
                    <a:pt x="589972" y="837275"/>
                  </a:cubicBezTo>
                  <a:cubicBezTo>
                    <a:pt x="589972" y="838191"/>
                    <a:pt x="589224" y="838939"/>
                    <a:pt x="588308" y="838939"/>
                  </a:cubicBezTo>
                  <a:cubicBezTo>
                    <a:pt x="587391" y="838939"/>
                    <a:pt x="586645" y="838191"/>
                    <a:pt x="586645" y="837275"/>
                  </a:cubicBezTo>
                  <a:close/>
                  <a:moveTo>
                    <a:pt x="742962" y="829777"/>
                  </a:moveTo>
                  <a:lnTo>
                    <a:pt x="734887" y="820616"/>
                  </a:lnTo>
                  <a:lnTo>
                    <a:pt x="744048" y="828692"/>
                  </a:lnTo>
                  <a:cubicBezTo>
                    <a:pt x="752630" y="836262"/>
                    <a:pt x="754751" y="838939"/>
                    <a:pt x="752123" y="838939"/>
                  </a:cubicBezTo>
                  <a:cubicBezTo>
                    <a:pt x="751545" y="838939"/>
                    <a:pt x="747422" y="834816"/>
                    <a:pt x="742962" y="829777"/>
                  </a:cubicBezTo>
                  <a:close/>
                  <a:moveTo>
                    <a:pt x="906466" y="830621"/>
                  </a:moveTo>
                  <a:cubicBezTo>
                    <a:pt x="910780" y="826041"/>
                    <a:pt x="915048" y="822279"/>
                    <a:pt x="915964" y="822279"/>
                  </a:cubicBezTo>
                  <a:cubicBezTo>
                    <a:pt x="916881" y="822279"/>
                    <a:pt x="914107" y="826041"/>
                    <a:pt x="909793" y="830621"/>
                  </a:cubicBezTo>
                  <a:cubicBezTo>
                    <a:pt x="905501" y="835201"/>
                    <a:pt x="901234" y="838939"/>
                    <a:pt x="900318" y="838939"/>
                  </a:cubicBezTo>
                  <a:cubicBezTo>
                    <a:pt x="899402" y="838939"/>
                    <a:pt x="902174" y="835201"/>
                    <a:pt x="906466" y="830621"/>
                  </a:cubicBezTo>
                  <a:close/>
                  <a:moveTo>
                    <a:pt x="1063050" y="837275"/>
                  </a:moveTo>
                  <a:cubicBezTo>
                    <a:pt x="1063050" y="836358"/>
                    <a:pt x="1063797" y="835612"/>
                    <a:pt x="1064713" y="835612"/>
                  </a:cubicBezTo>
                  <a:cubicBezTo>
                    <a:pt x="1065629" y="835612"/>
                    <a:pt x="1066377" y="836358"/>
                    <a:pt x="1066377" y="837275"/>
                  </a:cubicBezTo>
                  <a:cubicBezTo>
                    <a:pt x="1066377" y="838191"/>
                    <a:pt x="1065629" y="838939"/>
                    <a:pt x="1064713" y="838939"/>
                  </a:cubicBezTo>
                  <a:cubicBezTo>
                    <a:pt x="1063797" y="838939"/>
                    <a:pt x="1063050" y="838191"/>
                    <a:pt x="1063050" y="837275"/>
                  </a:cubicBezTo>
                  <a:close/>
                  <a:moveTo>
                    <a:pt x="1116354" y="837275"/>
                  </a:moveTo>
                  <a:cubicBezTo>
                    <a:pt x="1116354" y="836358"/>
                    <a:pt x="1117101" y="835612"/>
                    <a:pt x="1118016" y="835612"/>
                  </a:cubicBezTo>
                  <a:cubicBezTo>
                    <a:pt x="1118933" y="835612"/>
                    <a:pt x="1119680" y="836358"/>
                    <a:pt x="1119680" y="837275"/>
                  </a:cubicBezTo>
                  <a:cubicBezTo>
                    <a:pt x="1119680" y="838191"/>
                    <a:pt x="1118933" y="838939"/>
                    <a:pt x="1118016" y="838939"/>
                  </a:cubicBezTo>
                  <a:cubicBezTo>
                    <a:pt x="1117101" y="838939"/>
                    <a:pt x="1116354" y="838191"/>
                    <a:pt x="1116354" y="837275"/>
                  </a:cubicBezTo>
                  <a:close/>
                  <a:moveTo>
                    <a:pt x="536668" y="830621"/>
                  </a:moveTo>
                  <a:cubicBezTo>
                    <a:pt x="536668" y="829704"/>
                    <a:pt x="537414" y="828958"/>
                    <a:pt x="538331" y="828958"/>
                  </a:cubicBezTo>
                  <a:cubicBezTo>
                    <a:pt x="539248" y="828958"/>
                    <a:pt x="539995" y="829704"/>
                    <a:pt x="539995" y="830621"/>
                  </a:cubicBezTo>
                  <a:cubicBezTo>
                    <a:pt x="539995" y="831537"/>
                    <a:pt x="539248" y="832285"/>
                    <a:pt x="538331" y="832285"/>
                  </a:cubicBezTo>
                  <a:cubicBezTo>
                    <a:pt x="537414" y="832285"/>
                    <a:pt x="536668" y="831537"/>
                    <a:pt x="536668" y="830621"/>
                  </a:cubicBezTo>
                  <a:close/>
                  <a:moveTo>
                    <a:pt x="812564" y="830018"/>
                  </a:moveTo>
                  <a:cubicBezTo>
                    <a:pt x="814974" y="829054"/>
                    <a:pt x="817843" y="829174"/>
                    <a:pt x="818953" y="830259"/>
                  </a:cubicBezTo>
                  <a:cubicBezTo>
                    <a:pt x="820061" y="831368"/>
                    <a:pt x="818085" y="832164"/>
                    <a:pt x="814565" y="832019"/>
                  </a:cubicBezTo>
                  <a:lnTo>
                    <a:pt x="808201" y="831754"/>
                  </a:lnTo>
                  <a:close/>
                  <a:moveTo>
                    <a:pt x="835876" y="830018"/>
                  </a:moveTo>
                  <a:cubicBezTo>
                    <a:pt x="838288" y="829054"/>
                    <a:pt x="841156" y="829174"/>
                    <a:pt x="842265" y="830259"/>
                  </a:cubicBezTo>
                  <a:cubicBezTo>
                    <a:pt x="843374" y="831368"/>
                    <a:pt x="841397" y="832164"/>
                    <a:pt x="837902" y="832019"/>
                  </a:cubicBezTo>
                  <a:lnTo>
                    <a:pt x="831513" y="831754"/>
                  </a:lnTo>
                  <a:close/>
                  <a:moveTo>
                    <a:pt x="1113027" y="830621"/>
                  </a:moveTo>
                  <a:cubicBezTo>
                    <a:pt x="1113027" y="829704"/>
                    <a:pt x="1113774" y="828958"/>
                    <a:pt x="1114689" y="828958"/>
                  </a:cubicBezTo>
                  <a:cubicBezTo>
                    <a:pt x="1115606" y="828958"/>
                    <a:pt x="1116354" y="829704"/>
                    <a:pt x="1116354" y="830621"/>
                  </a:cubicBezTo>
                  <a:cubicBezTo>
                    <a:pt x="1116354" y="831537"/>
                    <a:pt x="1115606" y="832285"/>
                    <a:pt x="1114689" y="832285"/>
                  </a:cubicBezTo>
                  <a:cubicBezTo>
                    <a:pt x="1113774" y="832285"/>
                    <a:pt x="1113027" y="831537"/>
                    <a:pt x="1113027" y="830621"/>
                  </a:cubicBezTo>
                  <a:close/>
                  <a:moveTo>
                    <a:pt x="593299" y="827294"/>
                  </a:moveTo>
                  <a:cubicBezTo>
                    <a:pt x="593299" y="826377"/>
                    <a:pt x="594045" y="825631"/>
                    <a:pt x="594961" y="825631"/>
                  </a:cubicBezTo>
                  <a:cubicBezTo>
                    <a:pt x="595878" y="825631"/>
                    <a:pt x="596626" y="826377"/>
                    <a:pt x="596626" y="827294"/>
                  </a:cubicBezTo>
                  <a:cubicBezTo>
                    <a:pt x="596626" y="828210"/>
                    <a:pt x="595878" y="828958"/>
                    <a:pt x="594961" y="828958"/>
                  </a:cubicBezTo>
                  <a:cubicBezTo>
                    <a:pt x="594045" y="828958"/>
                    <a:pt x="593299" y="828210"/>
                    <a:pt x="593299" y="827294"/>
                  </a:cubicBezTo>
                  <a:close/>
                  <a:moveTo>
                    <a:pt x="796532" y="827294"/>
                  </a:moveTo>
                  <a:cubicBezTo>
                    <a:pt x="796532" y="826377"/>
                    <a:pt x="797280" y="825631"/>
                    <a:pt x="798195" y="825631"/>
                  </a:cubicBezTo>
                  <a:cubicBezTo>
                    <a:pt x="799112" y="825631"/>
                    <a:pt x="799859" y="826377"/>
                    <a:pt x="799859" y="827294"/>
                  </a:cubicBezTo>
                  <a:cubicBezTo>
                    <a:pt x="799859" y="828210"/>
                    <a:pt x="799112" y="828958"/>
                    <a:pt x="798195" y="828958"/>
                  </a:cubicBezTo>
                  <a:cubicBezTo>
                    <a:pt x="797280" y="828958"/>
                    <a:pt x="796532" y="828210"/>
                    <a:pt x="796532" y="827294"/>
                  </a:cubicBezTo>
                  <a:close/>
                  <a:moveTo>
                    <a:pt x="853163" y="827294"/>
                  </a:moveTo>
                  <a:cubicBezTo>
                    <a:pt x="853163" y="826377"/>
                    <a:pt x="853910" y="825631"/>
                    <a:pt x="854825" y="825631"/>
                  </a:cubicBezTo>
                  <a:cubicBezTo>
                    <a:pt x="855742" y="825631"/>
                    <a:pt x="856490" y="826377"/>
                    <a:pt x="856490" y="827294"/>
                  </a:cubicBezTo>
                  <a:cubicBezTo>
                    <a:pt x="856490" y="828210"/>
                    <a:pt x="855742" y="828958"/>
                    <a:pt x="854825" y="828958"/>
                  </a:cubicBezTo>
                  <a:cubicBezTo>
                    <a:pt x="853910" y="828958"/>
                    <a:pt x="853163" y="828210"/>
                    <a:pt x="853163" y="827294"/>
                  </a:cubicBezTo>
                  <a:close/>
                  <a:moveTo>
                    <a:pt x="1056396" y="827294"/>
                  </a:moveTo>
                  <a:cubicBezTo>
                    <a:pt x="1056396" y="826377"/>
                    <a:pt x="1057144" y="825631"/>
                    <a:pt x="1058059" y="825631"/>
                  </a:cubicBezTo>
                  <a:cubicBezTo>
                    <a:pt x="1058975" y="825631"/>
                    <a:pt x="1059723" y="826377"/>
                    <a:pt x="1059723" y="827294"/>
                  </a:cubicBezTo>
                  <a:cubicBezTo>
                    <a:pt x="1059723" y="828210"/>
                    <a:pt x="1058975" y="828958"/>
                    <a:pt x="1058059" y="828958"/>
                  </a:cubicBezTo>
                  <a:cubicBezTo>
                    <a:pt x="1057144" y="828958"/>
                    <a:pt x="1056396" y="828210"/>
                    <a:pt x="1056396" y="827294"/>
                  </a:cubicBezTo>
                  <a:close/>
                  <a:moveTo>
                    <a:pt x="789853" y="823967"/>
                  </a:moveTo>
                  <a:cubicBezTo>
                    <a:pt x="789853" y="823027"/>
                    <a:pt x="790626" y="822279"/>
                    <a:pt x="791541" y="822279"/>
                  </a:cubicBezTo>
                  <a:cubicBezTo>
                    <a:pt x="792458" y="822279"/>
                    <a:pt x="793205" y="823027"/>
                    <a:pt x="793205" y="823967"/>
                  </a:cubicBezTo>
                  <a:cubicBezTo>
                    <a:pt x="793205" y="824883"/>
                    <a:pt x="792458" y="825631"/>
                    <a:pt x="791541" y="825631"/>
                  </a:cubicBezTo>
                  <a:cubicBezTo>
                    <a:pt x="790626" y="825631"/>
                    <a:pt x="789853" y="824883"/>
                    <a:pt x="789853" y="823967"/>
                  </a:cubicBezTo>
                  <a:close/>
                  <a:moveTo>
                    <a:pt x="859840" y="823967"/>
                  </a:moveTo>
                  <a:cubicBezTo>
                    <a:pt x="859840" y="823027"/>
                    <a:pt x="860588" y="822279"/>
                    <a:pt x="861504" y="822279"/>
                  </a:cubicBezTo>
                  <a:cubicBezTo>
                    <a:pt x="862420" y="822279"/>
                    <a:pt x="863167" y="823027"/>
                    <a:pt x="863167" y="823967"/>
                  </a:cubicBezTo>
                  <a:cubicBezTo>
                    <a:pt x="863167" y="824883"/>
                    <a:pt x="862420" y="825631"/>
                    <a:pt x="861504" y="825631"/>
                  </a:cubicBezTo>
                  <a:cubicBezTo>
                    <a:pt x="860588" y="825631"/>
                    <a:pt x="859840" y="824883"/>
                    <a:pt x="859840" y="823967"/>
                  </a:cubicBezTo>
                  <a:close/>
                  <a:moveTo>
                    <a:pt x="596626" y="820616"/>
                  </a:moveTo>
                  <a:cubicBezTo>
                    <a:pt x="596626" y="819700"/>
                    <a:pt x="597397" y="818953"/>
                    <a:pt x="598312" y="818953"/>
                  </a:cubicBezTo>
                  <a:cubicBezTo>
                    <a:pt x="599229" y="818953"/>
                    <a:pt x="599976" y="819700"/>
                    <a:pt x="599976" y="820616"/>
                  </a:cubicBezTo>
                  <a:cubicBezTo>
                    <a:pt x="599976" y="821532"/>
                    <a:pt x="599229" y="822279"/>
                    <a:pt x="598312" y="822279"/>
                  </a:cubicBezTo>
                  <a:cubicBezTo>
                    <a:pt x="597397" y="822279"/>
                    <a:pt x="596626" y="821532"/>
                    <a:pt x="596626" y="820616"/>
                  </a:cubicBezTo>
                  <a:close/>
                  <a:moveTo>
                    <a:pt x="1053069" y="820616"/>
                  </a:moveTo>
                  <a:cubicBezTo>
                    <a:pt x="1053069" y="819700"/>
                    <a:pt x="1053817" y="818953"/>
                    <a:pt x="1054732" y="818953"/>
                  </a:cubicBezTo>
                  <a:cubicBezTo>
                    <a:pt x="1055649" y="818953"/>
                    <a:pt x="1056396" y="819700"/>
                    <a:pt x="1056396" y="820616"/>
                  </a:cubicBezTo>
                  <a:cubicBezTo>
                    <a:pt x="1056396" y="821532"/>
                    <a:pt x="1055649" y="822279"/>
                    <a:pt x="1054732" y="822279"/>
                  </a:cubicBezTo>
                  <a:cubicBezTo>
                    <a:pt x="1053817" y="822279"/>
                    <a:pt x="1053069" y="821532"/>
                    <a:pt x="1053069" y="820616"/>
                  </a:cubicBezTo>
                  <a:close/>
                  <a:moveTo>
                    <a:pt x="776545" y="817289"/>
                  </a:moveTo>
                  <a:cubicBezTo>
                    <a:pt x="776545" y="816373"/>
                    <a:pt x="777293" y="815626"/>
                    <a:pt x="778209" y="815626"/>
                  </a:cubicBezTo>
                  <a:cubicBezTo>
                    <a:pt x="779125" y="815626"/>
                    <a:pt x="779872" y="816373"/>
                    <a:pt x="779872" y="817289"/>
                  </a:cubicBezTo>
                  <a:cubicBezTo>
                    <a:pt x="779872" y="818205"/>
                    <a:pt x="779125" y="818953"/>
                    <a:pt x="778209" y="818953"/>
                  </a:cubicBezTo>
                  <a:cubicBezTo>
                    <a:pt x="777293" y="818953"/>
                    <a:pt x="776545" y="818205"/>
                    <a:pt x="776545" y="817289"/>
                  </a:cubicBezTo>
                  <a:close/>
                  <a:moveTo>
                    <a:pt x="873148" y="817289"/>
                  </a:moveTo>
                  <a:cubicBezTo>
                    <a:pt x="873148" y="816373"/>
                    <a:pt x="873895" y="815626"/>
                    <a:pt x="874812" y="815626"/>
                  </a:cubicBezTo>
                  <a:cubicBezTo>
                    <a:pt x="875727" y="815626"/>
                    <a:pt x="876475" y="816373"/>
                    <a:pt x="876475" y="817289"/>
                  </a:cubicBezTo>
                  <a:cubicBezTo>
                    <a:pt x="876475" y="818205"/>
                    <a:pt x="875727" y="818953"/>
                    <a:pt x="874812" y="818953"/>
                  </a:cubicBezTo>
                  <a:cubicBezTo>
                    <a:pt x="873895" y="818953"/>
                    <a:pt x="873148" y="818205"/>
                    <a:pt x="873148" y="817289"/>
                  </a:cubicBezTo>
                  <a:close/>
                  <a:moveTo>
                    <a:pt x="546673" y="813962"/>
                  </a:moveTo>
                  <a:cubicBezTo>
                    <a:pt x="546673" y="813046"/>
                    <a:pt x="547420" y="812299"/>
                    <a:pt x="548335" y="812299"/>
                  </a:cubicBezTo>
                  <a:cubicBezTo>
                    <a:pt x="549252" y="812299"/>
                    <a:pt x="550000" y="813046"/>
                    <a:pt x="550000" y="813962"/>
                  </a:cubicBezTo>
                  <a:cubicBezTo>
                    <a:pt x="550000" y="814878"/>
                    <a:pt x="549252" y="815626"/>
                    <a:pt x="548335" y="815626"/>
                  </a:cubicBezTo>
                  <a:cubicBezTo>
                    <a:pt x="547420" y="815626"/>
                    <a:pt x="546673" y="814878"/>
                    <a:pt x="546673" y="813962"/>
                  </a:cubicBezTo>
                  <a:close/>
                  <a:moveTo>
                    <a:pt x="1103021" y="813962"/>
                  </a:moveTo>
                  <a:cubicBezTo>
                    <a:pt x="1103021" y="813046"/>
                    <a:pt x="1103793" y="812299"/>
                    <a:pt x="1104685" y="812299"/>
                  </a:cubicBezTo>
                  <a:cubicBezTo>
                    <a:pt x="1105625" y="812299"/>
                    <a:pt x="1106373" y="813046"/>
                    <a:pt x="1106373" y="813962"/>
                  </a:cubicBezTo>
                  <a:cubicBezTo>
                    <a:pt x="1106373" y="814878"/>
                    <a:pt x="1105625" y="815626"/>
                    <a:pt x="1104685" y="815626"/>
                  </a:cubicBezTo>
                  <a:cubicBezTo>
                    <a:pt x="1103793" y="815626"/>
                    <a:pt x="1103021" y="814878"/>
                    <a:pt x="1103021" y="813962"/>
                  </a:cubicBezTo>
                  <a:close/>
                  <a:moveTo>
                    <a:pt x="603303" y="810635"/>
                  </a:moveTo>
                  <a:cubicBezTo>
                    <a:pt x="603303" y="809719"/>
                    <a:pt x="604051" y="808972"/>
                    <a:pt x="604966" y="808972"/>
                  </a:cubicBezTo>
                  <a:cubicBezTo>
                    <a:pt x="605883" y="808972"/>
                    <a:pt x="606630" y="809719"/>
                    <a:pt x="606630" y="810635"/>
                  </a:cubicBezTo>
                  <a:cubicBezTo>
                    <a:pt x="606630" y="811551"/>
                    <a:pt x="605883" y="812299"/>
                    <a:pt x="604966" y="812299"/>
                  </a:cubicBezTo>
                  <a:cubicBezTo>
                    <a:pt x="604051" y="812299"/>
                    <a:pt x="603303" y="811551"/>
                    <a:pt x="603303" y="810635"/>
                  </a:cubicBezTo>
                  <a:close/>
                  <a:moveTo>
                    <a:pt x="761236" y="804801"/>
                  </a:moveTo>
                  <a:lnTo>
                    <a:pt x="754872" y="797303"/>
                  </a:lnTo>
                  <a:lnTo>
                    <a:pt x="762371" y="803643"/>
                  </a:lnTo>
                  <a:cubicBezTo>
                    <a:pt x="769434" y="809623"/>
                    <a:pt x="771386" y="812299"/>
                    <a:pt x="768735" y="812299"/>
                  </a:cubicBezTo>
                  <a:cubicBezTo>
                    <a:pt x="768108" y="812299"/>
                    <a:pt x="764732" y="808923"/>
                    <a:pt x="761236" y="804801"/>
                  </a:cubicBezTo>
                  <a:close/>
                  <a:moveTo>
                    <a:pt x="888144" y="805645"/>
                  </a:moveTo>
                  <a:cubicBezTo>
                    <a:pt x="891471" y="801980"/>
                    <a:pt x="894918" y="798966"/>
                    <a:pt x="895833" y="798966"/>
                  </a:cubicBezTo>
                  <a:cubicBezTo>
                    <a:pt x="896750" y="798966"/>
                    <a:pt x="894798" y="801980"/>
                    <a:pt x="891471" y="805645"/>
                  </a:cubicBezTo>
                  <a:cubicBezTo>
                    <a:pt x="888167" y="809309"/>
                    <a:pt x="884696" y="812299"/>
                    <a:pt x="883779" y="812299"/>
                  </a:cubicBezTo>
                  <a:cubicBezTo>
                    <a:pt x="882864" y="812299"/>
                    <a:pt x="884840" y="809309"/>
                    <a:pt x="888144" y="805645"/>
                  </a:cubicBezTo>
                  <a:close/>
                  <a:moveTo>
                    <a:pt x="1046390" y="810635"/>
                  </a:moveTo>
                  <a:cubicBezTo>
                    <a:pt x="1046390" y="809719"/>
                    <a:pt x="1047138" y="808972"/>
                    <a:pt x="1048054" y="808972"/>
                  </a:cubicBezTo>
                  <a:cubicBezTo>
                    <a:pt x="1048971" y="808972"/>
                    <a:pt x="1049717" y="809719"/>
                    <a:pt x="1049717" y="810635"/>
                  </a:cubicBezTo>
                  <a:cubicBezTo>
                    <a:pt x="1049717" y="811551"/>
                    <a:pt x="1048971" y="812299"/>
                    <a:pt x="1048054" y="812299"/>
                  </a:cubicBezTo>
                  <a:cubicBezTo>
                    <a:pt x="1047138" y="812299"/>
                    <a:pt x="1046390" y="811551"/>
                    <a:pt x="1046390" y="810635"/>
                  </a:cubicBezTo>
                  <a:close/>
                  <a:moveTo>
                    <a:pt x="550000" y="807308"/>
                  </a:moveTo>
                  <a:cubicBezTo>
                    <a:pt x="550000" y="806392"/>
                    <a:pt x="550747" y="805645"/>
                    <a:pt x="551662" y="805645"/>
                  </a:cubicBezTo>
                  <a:cubicBezTo>
                    <a:pt x="552579" y="805645"/>
                    <a:pt x="553327" y="806392"/>
                    <a:pt x="553327" y="807308"/>
                  </a:cubicBezTo>
                  <a:cubicBezTo>
                    <a:pt x="553327" y="808224"/>
                    <a:pt x="552579" y="808972"/>
                    <a:pt x="551662" y="808972"/>
                  </a:cubicBezTo>
                  <a:cubicBezTo>
                    <a:pt x="550747" y="808972"/>
                    <a:pt x="550000" y="808224"/>
                    <a:pt x="550000" y="807308"/>
                  </a:cubicBezTo>
                  <a:close/>
                  <a:moveTo>
                    <a:pt x="1099694" y="807308"/>
                  </a:moveTo>
                  <a:cubicBezTo>
                    <a:pt x="1099694" y="806392"/>
                    <a:pt x="1100441" y="805645"/>
                    <a:pt x="1101358" y="805645"/>
                  </a:cubicBezTo>
                  <a:cubicBezTo>
                    <a:pt x="1102275" y="805645"/>
                    <a:pt x="1103021" y="806392"/>
                    <a:pt x="1103021" y="807308"/>
                  </a:cubicBezTo>
                  <a:cubicBezTo>
                    <a:pt x="1103021" y="808224"/>
                    <a:pt x="1102275" y="808972"/>
                    <a:pt x="1101358" y="808972"/>
                  </a:cubicBezTo>
                  <a:cubicBezTo>
                    <a:pt x="1100441" y="808972"/>
                    <a:pt x="1099694" y="808224"/>
                    <a:pt x="1099694" y="807308"/>
                  </a:cubicBezTo>
                  <a:close/>
                  <a:moveTo>
                    <a:pt x="609957" y="800630"/>
                  </a:moveTo>
                  <a:cubicBezTo>
                    <a:pt x="609957" y="799714"/>
                    <a:pt x="610705" y="798966"/>
                    <a:pt x="611620" y="798966"/>
                  </a:cubicBezTo>
                  <a:cubicBezTo>
                    <a:pt x="612537" y="798966"/>
                    <a:pt x="613284" y="799714"/>
                    <a:pt x="613284" y="800630"/>
                  </a:cubicBezTo>
                  <a:cubicBezTo>
                    <a:pt x="613284" y="801546"/>
                    <a:pt x="612537" y="802293"/>
                    <a:pt x="611620" y="802293"/>
                  </a:cubicBezTo>
                  <a:cubicBezTo>
                    <a:pt x="610705" y="802293"/>
                    <a:pt x="609957" y="801546"/>
                    <a:pt x="609957" y="800630"/>
                  </a:cubicBezTo>
                  <a:close/>
                  <a:moveTo>
                    <a:pt x="1039736" y="800630"/>
                  </a:moveTo>
                  <a:cubicBezTo>
                    <a:pt x="1039736" y="799714"/>
                    <a:pt x="1040484" y="798966"/>
                    <a:pt x="1041400" y="798966"/>
                  </a:cubicBezTo>
                  <a:cubicBezTo>
                    <a:pt x="1042317" y="798966"/>
                    <a:pt x="1043063" y="799714"/>
                    <a:pt x="1043063" y="800630"/>
                  </a:cubicBezTo>
                  <a:cubicBezTo>
                    <a:pt x="1043063" y="801546"/>
                    <a:pt x="1042317" y="802293"/>
                    <a:pt x="1041400" y="802293"/>
                  </a:cubicBezTo>
                  <a:cubicBezTo>
                    <a:pt x="1040484" y="802293"/>
                    <a:pt x="1039736" y="801546"/>
                    <a:pt x="1039736" y="800630"/>
                  </a:cubicBezTo>
                  <a:close/>
                  <a:moveTo>
                    <a:pt x="556654" y="797303"/>
                  </a:moveTo>
                  <a:cubicBezTo>
                    <a:pt x="556654" y="796387"/>
                    <a:pt x="557401" y="795639"/>
                    <a:pt x="558316" y="795639"/>
                  </a:cubicBezTo>
                  <a:cubicBezTo>
                    <a:pt x="559233" y="795639"/>
                    <a:pt x="559980" y="796387"/>
                    <a:pt x="559980" y="797303"/>
                  </a:cubicBezTo>
                  <a:cubicBezTo>
                    <a:pt x="559980" y="798219"/>
                    <a:pt x="559233" y="798966"/>
                    <a:pt x="558316" y="798966"/>
                  </a:cubicBezTo>
                  <a:cubicBezTo>
                    <a:pt x="557401" y="798966"/>
                    <a:pt x="556654" y="798219"/>
                    <a:pt x="556654" y="797303"/>
                  </a:cubicBezTo>
                  <a:close/>
                  <a:moveTo>
                    <a:pt x="637971" y="791469"/>
                  </a:moveTo>
                  <a:lnTo>
                    <a:pt x="631607" y="783971"/>
                  </a:lnTo>
                  <a:lnTo>
                    <a:pt x="639104" y="790336"/>
                  </a:lnTo>
                  <a:cubicBezTo>
                    <a:pt x="646168" y="796291"/>
                    <a:pt x="648121" y="798966"/>
                    <a:pt x="645469" y="798966"/>
                  </a:cubicBezTo>
                  <a:cubicBezTo>
                    <a:pt x="644817" y="798966"/>
                    <a:pt x="641467" y="795592"/>
                    <a:pt x="637971" y="791469"/>
                  </a:cubicBezTo>
                  <a:close/>
                  <a:moveTo>
                    <a:pt x="1011409" y="792312"/>
                  </a:moveTo>
                  <a:cubicBezTo>
                    <a:pt x="1014736" y="788648"/>
                    <a:pt x="1018184" y="785634"/>
                    <a:pt x="1019100" y="785634"/>
                  </a:cubicBezTo>
                  <a:cubicBezTo>
                    <a:pt x="1020016" y="785634"/>
                    <a:pt x="1018063" y="788648"/>
                    <a:pt x="1014736" y="792312"/>
                  </a:cubicBezTo>
                  <a:cubicBezTo>
                    <a:pt x="1011434" y="795977"/>
                    <a:pt x="1007961" y="798966"/>
                    <a:pt x="1007046" y="798966"/>
                  </a:cubicBezTo>
                  <a:cubicBezTo>
                    <a:pt x="1006129" y="798966"/>
                    <a:pt x="1008107" y="795977"/>
                    <a:pt x="1011409" y="792312"/>
                  </a:cubicBezTo>
                  <a:close/>
                  <a:moveTo>
                    <a:pt x="1093040" y="797303"/>
                  </a:moveTo>
                  <a:cubicBezTo>
                    <a:pt x="1093040" y="796387"/>
                    <a:pt x="1093787" y="795639"/>
                    <a:pt x="1094704" y="795639"/>
                  </a:cubicBezTo>
                  <a:cubicBezTo>
                    <a:pt x="1095621" y="795639"/>
                    <a:pt x="1096367" y="796387"/>
                    <a:pt x="1096367" y="797303"/>
                  </a:cubicBezTo>
                  <a:cubicBezTo>
                    <a:pt x="1096367" y="798219"/>
                    <a:pt x="1095621" y="798966"/>
                    <a:pt x="1094704" y="798966"/>
                  </a:cubicBezTo>
                  <a:cubicBezTo>
                    <a:pt x="1093787" y="798966"/>
                    <a:pt x="1093040" y="798219"/>
                    <a:pt x="1093040" y="797303"/>
                  </a:cubicBezTo>
                  <a:close/>
                  <a:moveTo>
                    <a:pt x="749882" y="790649"/>
                  </a:moveTo>
                  <a:cubicBezTo>
                    <a:pt x="749882" y="789733"/>
                    <a:pt x="750630" y="788986"/>
                    <a:pt x="751545" y="788986"/>
                  </a:cubicBezTo>
                  <a:cubicBezTo>
                    <a:pt x="752462" y="788986"/>
                    <a:pt x="753209" y="789733"/>
                    <a:pt x="753209" y="790649"/>
                  </a:cubicBezTo>
                  <a:cubicBezTo>
                    <a:pt x="753209" y="791565"/>
                    <a:pt x="752462" y="792312"/>
                    <a:pt x="751545" y="792312"/>
                  </a:cubicBezTo>
                  <a:cubicBezTo>
                    <a:pt x="750630" y="792312"/>
                    <a:pt x="749882" y="791565"/>
                    <a:pt x="749882" y="790649"/>
                  </a:cubicBezTo>
                  <a:close/>
                  <a:moveTo>
                    <a:pt x="899812" y="790649"/>
                  </a:moveTo>
                  <a:cubicBezTo>
                    <a:pt x="899812" y="789733"/>
                    <a:pt x="900560" y="788986"/>
                    <a:pt x="901475" y="788986"/>
                  </a:cubicBezTo>
                  <a:cubicBezTo>
                    <a:pt x="902392" y="788986"/>
                    <a:pt x="903139" y="789733"/>
                    <a:pt x="903139" y="790649"/>
                  </a:cubicBezTo>
                  <a:cubicBezTo>
                    <a:pt x="903139" y="791565"/>
                    <a:pt x="902392" y="792312"/>
                    <a:pt x="901475" y="792312"/>
                  </a:cubicBezTo>
                  <a:cubicBezTo>
                    <a:pt x="900560" y="792312"/>
                    <a:pt x="899812" y="791565"/>
                    <a:pt x="899812" y="790649"/>
                  </a:cubicBezTo>
                  <a:close/>
                  <a:moveTo>
                    <a:pt x="563331" y="787298"/>
                  </a:moveTo>
                  <a:cubicBezTo>
                    <a:pt x="563331" y="786382"/>
                    <a:pt x="564078" y="785634"/>
                    <a:pt x="564995" y="785634"/>
                  </a:cubicBezTo>
                  <a:cubicBezTo>
                    <a:pt x="565910" y="785634"/>
                    <a:pt x="566658" y="786382"/>
                    <a:pt x="566658" y="787298"/>
                  </a:cubicBezTo>
                  <a:cubicBezTo>
                    <a:pt x="566658" y="788214"/>
                    <a:pt x="565910" y="788986"/>
                    <a:pt x="564995" y="788986"/>
                  </a:cubicBezTo>
                  <a:cubicBezTo>
                    <a:pt x="564078" y="788986"/>
                    <a:pt x="563331" y="788214"/>
                    <a:pt x="563331" y="787298"/>
                  </a:cubicBezTo>
                  <a:close/>
                  <a:moveTo>
                    <a:pt x="619962" y="787298"/>
                  </a:moveTo>
                  <a:cubicBezTo>
                    <a:pt x="619962" y="786382"/>
                    <a:pt x="620709" y="785634"/>
                    <a:pt x="621626" y="785634"/>
                  </a:cubicBezTo>
                  <a:cubicBezTo>
                    <a:pt x="622541" y="785634"/>
                    <a:pt x="623288" y="786382"/>
                    <a:pt x="623288" y="787298"/>
                  </a:cubicBezTo>
                  <a:cubicBezTo>
                    <a:pt x="623288" y="788214"/>
                    <a:pt x="622541" y="788986"/>
                    <a:pt x="621626" y="788986"/>
                  </a:cubicBezTo>
                  <a:cubicBezTo>
                    <a:pt x="620709" y="788986"/>
                    <a:pt x="619962" y="788214"/>
                    <a:pt x="619962" y="787298"/>
                  </a:cubicBezTo>
                  <a:close/>
                  <a:moveTo>
                    <a:pt x="1029732" y="787298"/>
                  </a:moveTo>
                  <a:cubicBezTo>
                    <a:pt x="1029732" y="786382"/>
                    <a:pt x="1030479" y="785634"/>
                    <a:pt x="1031396" y="785634"/>
                  </a:cubicBezTo>
                  <a:cubicBezTo>
                    <a:pt x="1032311" y="785634"/>
                    <a:pt x="1033059" y="786382"/>
                    <a:pt x="1033059" y="787298"/>
                  </a:cubicBezTo>
                  <a:cubicBezTo>
                    <a:pt x="1033059" y="788214"/>
                    <a:pt x="1032311" y="788986"/>
                    <a:pt x="1031396" y="788986"/>
                  </a:cubicBezTo>
                  <a:cubicBezTo>
                    <a:pt x="1030479" y="788986"/>
                    <a:pt x="1029732" y="788214"/>
                    <a:pt x="1029732" y="787298"/>
                  </a:cubicBezTo>
                  <a:close/>
                  <a:moveTo>
                    <a:pt x="1086362" y="787298"/>
                  </a:moveTo>
                  <a:cubicBezTo>
                    <a:pt x="1086362" y="786382"/>
                    <a:pt x="1087133" y="785634"/>
                    <a:pt x="1088050" y="785634"/>
                  </a:cubicBezTo>
                  <a:cubicBezTo>
                    <a:pt x="1088967" y="785634"/>
                    <a:pt x="1089713" y="786382"/>
                    <a:pt x="1089713" y="787298"/>
                  </a:cubicBezTo>
                  <a:cubicBezTo>
                    <a:pt x="1089713" y="788214"/>
                    <a:pt x="1088967" y="788986"/>
                    <a:pt x="1088050" y="788986"/>
                  </a:cubicBezTo>
                  <a:cubicBezTo>
                    <a:pt x="1087133" y="788986"/>
                    <a:pt x="1086362" y="788214"/>
                    <a:pt x="1086362" y="787298"/>
                  </a:cubicBezTo>
                  <a:close/>
                  <a:moveTo>
                    <a:pt x="811528" y="780934"/>
                  </a:moveTo>
                  <a:cubicBezTo>
                    <a:pt x="806030" y="778498"/>
                    <a:pt x="798099" y="772785"/>
                    <a:pt x="793904" y="768228"/>
                  </a:cubicBezTo>
                  <a:lnTo>
                    <a:pt x="786261" y="759935"/>
                  </a:lnTo>
                  <a:lnTo>
                    <a:pt x="784406" y="748484"/>
                  </a:lnTo>
                  <a:lnTo>
                    <a:pt x="782549" y="737008"/>
                  </a:lnTo>
                  <a:lnTo>
                    <a:pt x="787659" y="724761"/>
                  </a:lnTo>
                  <a:lnTo>
                    <a:pt x="792795" y="712490"/>
                  </a:lnTo>
                  <a:lnTo>
                    <a:pt x="803813" y="705764"/>
                  </a:lnTo>
                  <a:lnTo>
                    <a:pt x="814855" y="699038"/>
                  </a:lnTo>
                  <a:lnTo>
                    <a:pt x="826522" y="699038"/>
                  </a:lnTo>
                  <a:lnTo>
                    <a:pt x="838167" y="699038"/>
                  </a:lnTo>
                  <a:lnTo>
                    <a:pt x="849209" y="705764"/>
                  </a:lnTo>
                  <a:lnTo>
                    <a:pt x="860226" y="712490"/>
                  </a:lnTo>
                  <a:lnTo>
                    <a:pt x="865361" y="724761"/>
                  </a:lnTo>
                  <a:lnTo>
                    <a:pt x="870471" y="737008"/>
                  </a:lnTo>
                  <a:lnTo>
                    <a:pt x="868616" y="748484"/>
                  </a:lnTo>
                  <a:lnTo>
                    <a:pt x="866759" y="759935"/>
                  </a:lnTo>
                  <a:lnTo>
                    <a:pt x="859118" y="768228"/>
                  </a:lnTo>
                  <a:cubicBezTo>
                    <a:pt x="844749" y="783827"/>
                    <a:pt x="828042" y="788287"/>
                    <a:pt x="811528" y="780934"/>
                  </a:cubicBezTo>
                  <a:close/>
                  <a:moveTo>
                    <a:pt x="743228" y="780645"/>
                  </a:moveTo>
                  <a:cubicBezTo>
                    <a:pt x="743228" y="779728"/>
                    <a:pt x="743976" y="778981"/>
                    <a:pt x="744891" y="778981"/>
                  </a:cubicBezTo>
                  <a:cubicBezTo>
                    <a:pt x="745808" y="778981"/>
                    <a:pt x="746555" y="779728"/>
                    <a:pt x="746555" y="780645"/>
                  </a:cubicBezTo>
                  <a:cubicBezTo>
                    <a:pt x="746555" y="781561"/>
                    <a:pt x="745808" y="782307"/>
                    <a:pt x="744891" y="782307"/>
                  </a:cubicBezTo>
                  <a:cubicBezTo>
                    <a:pt x="743976" y="782307"/>
                    <a:pt x="743228" y="781561"/>
                    <a:pt x="743228" y="780645"/>
                  </a:cubicBezTo>
                  <a:close/>
                  <a:moveTo>
                    <a:pt x="906466" y="780645"/>
                  </a:moveTo>
                  <a:cubicBezTo>
                    <a:pt x="906466" y="779728"/>
                    <a:pt x="907214" y="778981"/>
                    <a:pt x="908129" y="778981"/>
                  </a:cubicBezTo>
                  <a:cubicBezTo>
                    <a:pt x="909046" y="778981"/>
                    <a:pt x="909793" y="779728"/>
                    <a:pt x="909793" y="780645"/>
                  </a:cubicBezTo>
                  <a:cubicBezTo>
                    <a:pt x="909793" y="781561"/>
                    <a:pt x="909046" y="782307"/>
                    <a:pt x="908129" y="782307"/>
                  </a:cubicBezTo>
                  <a:cubicBezTo>
                    <a:pt x="907214" y="782307"/>
                    <a:pt x="906466" y="781561"/>
                    <a:pt x="906466" y="780645"/>
                  </a:cubicBezTo>
                  <a:close/>
                  <a:moveTo>
                    <a:pt x="569985" y="777318"/>
                  </a:moveTo>
                  <a:cubicBezTo>
                    <a:pt x="569985" y="776401"/>
                    <a:pt x="570732" y="775654"/>
                    <a:pt x="571649" y="775654"/>
                  </a:cubicBezTo>
                  <a:cubicBezTo>
                    <a:pt x="572564" y="775654"/>
                    <a:pt x="573312" y="776401"/>
                    <a:pt x="573312" y="777318"/>
                  </a:cubicBezTo>
                  <a:cubicBezTo>
                    <a:pt x="573312" y="778234"/>
                    <a:pt x="572564" y="778981"/>
                    <a:pt x="571649" y="778981"/>
                  </a:cubicBezTo>
                  <a:cubicBezTo>
                    <a:pt x="570732" y="778981"/>
                    <a:pt x="569985" y="778234"/>
                    <a:pt x="569985" y="777318"/>
                  </a:cubicBezTo>
                  <a:close/>
                  <a:moveTo>
                    <a:pt x="1079708" y="777318"/>
                  </a:moveTo>
                  <a:cubicBezTo>
                    <a:pt x="1079708" y="776401"/>
                    <a:pt x="1080456" y="775654"/>
                    <a:pt x="1081373" y="775654"/>
                  </a:cubicBezTo>
                  <a:cubicBezTo>
                    <a:pt x="1082288" y="775654"/>
                    <a:pt x="1083035" y="776401"/>
                    <a:pt x="1083035" y="777318"/>
                  </a:cubicBezTo>
                  <a:cubicBezTo>
                    <a:pt x="1083035" y="778234"/>
                    <a:pt x="1082288" y="778981"/>
                    <a:pt x="1081373" y="778981"/>
                  </a:cubicBezTo>
                  <a:cubicBezTo>
                    <a:pt x="1080456" y="778981"/>
                    <a:pt x="1079708" y="778234"/>
                    <a:pt x="1079708" y="777318"/>
                  </a:cubicBezTo>
                  <a:close/>
                  <a:moveTo>
                    <a:pt x="739902" y="770639"/>
                  </a:moveTo>
                  <a:cubicBezTo>
                    <a:pt x="739902" y="769747"/>
                    <a:pt x="740649" y="768976"/>
                    <a:pt x="741564" y="768976"/>
                  </a:cubicBezTo>
                  <a:cubicBezTo>
                    <a:pt x="742481" y="768976"/>
                    <a:pt x="743228" y="769747"/>
                    <a:pt x="743228" y="770639"/>
                  </a:cubicBezTo>
                  <a:cubicBezTo>
                    <a:pt x="743228" y="771580"/>
                    <a:pt x="742481" y="772327"/>
                    <a:pt x="741564" y="772327"/>
                  </a:cubicBezTo>
                  <a:cubicBezTo>
                    <a:pt x="740649" y="772327"/>
                    <a:pt x="739902" y="771580"/>
                    <a:pt x="739902" y="770639"/>
                  </a:cubicBezTo>
                  <a:close/>
                  <a:moveTo>
                    <a:pt x="909793" y="770639"/>
                  </a:moveTo>
                  <a:cubicBezTo>
                    <a:pt x="909793" y="769747"/>
                    <a:pt x="910541" y="768976"/>
                    <a:pt x="911456" y="768976"/>
                  </a:cubicBezTo>
                  <a:cubicBezTo>
                    <a:pt x="912373" y="768976"/>
                    <a:pt x="913144" y="769747"/>
                    <a:pt x="913144" y="770639"/>
                  </a:cubicBezTo>
                  <a:cubicBezTo>
                    <a:pt x="913144" y="771580"/>
                    <a:pt x="912373" y="772327"/>
                    <a:pt x="911456" y="772327"/>
                  </a:cubicBezTo>
                  <a:cubicBezTo>
                    <a:pt x="910541" y="772327"/>
                    <a:pt x="909793" y="771580"/>
                    <a:pt x="909793" y="770639"/>
                  </a:cubicBezTo>
                  <a:close/>
                  <a:moveTo>
                    <a:pt x="576639" y="767312"/>
                  </a:moveTo>
                  <a:cubicBezTo>
                    <a:pt x="576639" y="766396"/>
                    <a:pt x="577386" y="765649"/>
                    <a:pt x="578303" y="765649"/>
                  </a:cubicBezTo>
                  <a:cubicBezTo>
                    <a:pt x="579218" y="765649"/>
                    <a:pt x="579991" y="766396"/>
                    <a:pt x="579991" y="767312"/>
                  </a:cubicBezTo>
                  <a:cubicBezTo>
                    <a:pt x="579991" y="768228"/>
                    <a:pt x="579218" y="768976"/>
                    <a:pt x="578303" y="768976"/>
                  </a:cubicBezTo>
                  <a:cubicBezTo>
                    <a:pt x="577386" y="768976"/>
                    <a:pt x="576639" y="768228"/>
                    <a:pt x="576639" y="767312"/>
                  </a:cubicBezTo>
                  <a:close/>
                  <a:moveTo>
                    <a:pt x="1073054" y="767312"/>
                  </a:moveTo>
                  <a:cubicBezTo>
                    <a:pt x="1073054" y="766396"/>
                    <a:pt x="1073802" y="765649"/>
                    <a:pt x="1074719" y="765649"/>
                  </a:cubicBezTo>
                  <a:cubicBezTo>
                    <a:pt x="1075634" y="765649"/>
                    <a:pt x="1076381" y="766396"/>
                    <a:pt x="1076381" y="767312"/>
                  </a:cubicBezTo>
                  <a:cubicBezTo>
                    <a:pt x="1076381" y="768228"/>
                    <a:pt x="1075634" y="768976"/>
                    <a:pt x="1074719" y="768976"/>
                  </a:cubicBezTo>
                  <a:cubicBezTo>
                    <a:pt x="1073802" y="768976"/>
                    <a:pt x="1073054" y="768228"/>
                    <a:pt x="1073054" y="767312"/>
                  </a:cubicBezTo>
                  <a:close/>
                  <a:moveTo>
                    <a:pt x="166026" y="763455"/>
                  </a:moveTo>
                  <a:cubicBezTo>
                    <a:pt x="168316" y="762515"/>
                    <a:pt x="172077" y="762515"/>
                    <a:pt x="174367" y="763455"/>
                  </a:cubicBezTo>
                  <a:lnTo>
                    <a:pt x="178537" y="765118"/>
                  </a:lnTo>
                  <a:lnTo>
                    <a:pt x="170196" y="765118"/>
                  </a:lnTo>
                  <a:lnTo>
                    <a:pt x="161879" y="765118"/>
                  </a:lnTo>
                  <a:close/>
                  <a:moveTo>
                    <a:pt x="232661" y="763455"/>
                  </a:moveTo>
                  <a:cubicBezTo>
                    <a:pt x="234952" y="762515"/>
                    <a:pt x="238712" y="762515"/>
                    <a:pt x="241002" y="763455"/>
                  </a:cubicBezTo>
                  <a:lnTo>
                    <a:pt x="245149" y="765118"/>
                  </a:lnTo>
                  <a:lnTo>
                    <a:pt x="236831" y="765118"/>
                  </a:lnTo>
                  <a:lnTo>
                    <a:pt x="228490" y="765118"/>
                  </a:lnTo>
                  <a:close/>
                  <a:moveTo>
                    <a:pt x="146883" y="760658"/>
                  </a:moveTo>
                  <a:cubicBezTo>
                    <a:pt x="146883" y="759743"/>
                    <a:pt x="147631" y="758995"/>
                    <a:pt x="148547" y="758995"/>
                  </a:cubicBezTo>
                  <a:cubicBezTo>
                    <a:pt x="149463" y="758995"/>
                    <a:pt x="150210" y="759743"/>
                    <a:pt x="150210" y="760658"/>
                  </a:cubicBezTo>
                  <a:cubicBezTo>
                    <a:pt x="150210" y="761574"/>
                    <a:pt x="149463" y="762322"/>
                    <a:pt x="148547" y="762322"/>
                  </a:cubicBezTo>
                  <a:cubicBezTo>
                    <a:pt x="147631" y="762322"/>
                    <a:pt x="146883" y="761574"/>
                    <a:pt x="146883" y="760658"/>
                  </a:cubicBezTo>
                  <a:close/>
                  <a:moveTo>
                    <a:pt x="254599" y="760104"/>
                  </a:moveTo>
                  <a:cubicBezTo>
                    <a:pt x="255829" y="758874"/>
                    <a:pt x="257806" y="758874"/>
                    <a:pt x="259036" y="760104"/>
                  </a:cubicBezTo>
                  <a:cubicBezTo>
                    <a:pt x="260265" y="761333"/>
                    <a:pt x="259253" y="762322"/>
                    <a:pt x="256817" y="762322"/>
                  </a:cubicBezTo>
                  <a:cubicBezTo>
                    <a:pt x="254383" y="762322"/>
                    <a:pt x="253370" y="761333"/>
                    <a:pt x="254599" y="760104"/>
                  </a:cubicBezTo>
                  <a:close/>
                  <a:moveTo>
                    <a:pt x="669504" y="756488"/>
                  </a:moveTo>
                  <a:lnTo>
                    <a:pt x="664923" y="750653"/>
                  </a:lnTo>
                  <a:lnTo>
                    <a:pt x="670758" y="755234"/>
                  </a:lnTo>
                  <a:cubicBezTo>
                    <a:pt x="673964" y="757741"/>
                    <a:pt x="676592" y="760369"/>
                    <a:pt x="676592" y="761068"/>
                  </a:cubicBezTo>
                  <a:cubicBezTo>
                    <a:pt x="676592" y="763816"/>
                    <a:pt x="673868" y="762033"/>
                    <a:pt x="669504" y="756488"/>
                  </a:cubicBezTo>
                  <a:close/>
                  <a:moveTo>
                    <a:pt x="736550" y="758995"/>
                  </a:moveTo>
                  <a:cubicBezTo>
                    <a:pt x="736550" y="756560"/>
                    <a:pt x="737562" y="755547"/>
                    <a:pt x="738792" y="756777"/>
                  </a:cubicBezTo>
                  <a:cubicBezTo>
                    <a:pt x="739997" y="757983"/>
                    <a:pt x="739997" y="759983"/>
                    <a:pt x="738792" y="761212"/>
                  </a:cubicBezTo>
                  <a:cubicBezTo>
                    <a:pt x="737562" y="762443"/>
                    <a:pt x="736550" y="761430"/>
                    <a:pt x="736550" y="758995"/>
                  </a:cubicBezTo>
                  <a:close/>
                  <a:moveTo>
                    <a:pt x="913144" y="758995"/>
                  </a:moveTo>
                  <a:cubicBezTo>
                    <a:pt x="913144" y="756560"/>
                    <a:pt x="914132" y="755547"/>
                    <a:pt x="915361" y="756777"/>
                  </a:cubicBezTo>
                  <a:cubicBezTo>
                    <a:pt x="916568" y="757983"/>
                    <a:pt x="916568" y="759983"/>
                    <a:pt x="915361" y="761212"/>
                  </a:cubicBezTo>
                  <a:cubicBezTo>
                    <a:pt x="914132" y="762443"/>
                    <a:pt x="913144" y="761430"/>
                    <a:pt x="913144" y="758995"/>
                  </a:cubicBezTo>
                  <a:close/>
                  <a:moveTo>
                    <a:pt x="976428" y="761068"/>
                  </a:moveTo>
                  <a:cubicBezTo>
                    <a:pt x="976428" y="760369"/>
                    <a:pt x="979056" y="757741"/>
                    <a:pt x="982262" y="755234"/>
                  </a:cubicBezTo>
                  <a:lnTo>
                    <a:pt x="988097" y="750653"/>
                  </a:lnTo>
                  <a:lnTo>
                    <a:pt x="983516" y="756488"/>
                  </a:lnTo>
                  <a:cubicBezTo>
                    <a:pt x="979177" y="762033"/>
                    <a:pt x="976428" y="763816"/>
                    <a:pt x="976428" y="761068"/>
                  </a:cubicBezTo>
                  <a:close/>
                  <a:moveTo>
                    <a:pt x="133551" y="757332"/>
                  </a:moveTo>
                  <a:cubicBezTo>
                    <a:pt x="133551" y="756416"/>
                    <a:pt x="134299" y="755668"/>
                    <a:pt x="135215" y="755668"/>
                  </a:cubicBezTo>
                  <a:cubicBezTo>
                    <a:pt x="136131" y="755668"/>
                    <a:pt x="136878" y="756416"/>
                    <a:pt x="136878" y="757332"/>
                  </a:cubicBezTo>
                  <a:cubicBezTo>
                    <a:pt x="136878" y="758248"/>
                    <a:pt x="136131" y="758995"/>
                    <a:pt x="135215" y="758995"/>
                  </a:cubicBezTo>
                  <a:cubicBezTo>
                    <a:pt x="134299" y="758995"/>
                    <a:pt x="133551" y="758248"/>
                    <a:pt x="133551" y="757332"/>
                  </a:cubicBezTo>
                  <a:close/>
                  <a:moveTo>
                    <a:pt x="270150" y="757332"/>
                  </a:moveTo>
                  <a:cubicBezTo>
                    <a:pt x="270150" y="756416"/>
                    <a:pt x="270897" y="755668"/>
                    <a:pt x="271813" y="755668"/>
                  </a:cubicBezTo>
                  <a:cubicBezTo>
                    <a:pt x="272729" y="755668"/>
                    <a:pt x="273477" y="756416"/>
                    <a:pt x="273477" y="757332"/>
                  </a:cubicBezTo>
                  <a:cubicBezTo>
                    <a:pt x="273477" y="758248"/>
                    <a:pt x="272729" y="758995"/>
                    <a:pt x="271813" y="758995"/>
                  </a:cubicBezTo>
                  <a:cubicBezTo>
                    <a:pt x="270897" y="758995"/>
                    <a:pt x="270150" y="758248"/>
                    <a:pt x="270150" y="757332"/>
                  </a:cubicBezTo>
                  <a:close/>
                  <a:moveTo>
                    <a:pt x="584981" y="755668"/>
                  </a:moveTo>
                  <a:cubicBezTo>
                    <a:pt x="586114" y="753835"/>
                    <a:pt x="587778" y="752317"/>
                    <a:pt x="588693" y="752317"/>
                  </a:cubicBezTo>
                  <a:cubicBezTo>
                    <a:pt x="589610" y="752317"/>
                    <a:pt x="589441" y="753835"/>
                    <a:pt x="588308" y="755668"/>
                  </a:cubicBezTo>
                  <a:cubicBezTo>
                    <a:pt x="587174" y="757500"/>
                    <a:pt x="585487" y="758995"/>
                    <a:pt x="584595" y="758995"/>
                  </a:cubicBezTo>
                  <a:cubicBezTo>
                    <a:pt x="583655" y="758995"/>
                    <a:pt x="583848" y="757500"/>
                    <a:pt x="584981" y="755668"/>
                  </a:cubicBezTo>
                  <a:close/>
                  <a:moveTo>
                    <a:pt x="1064399" y="755138"/>
                  </a:moveTo>
                  <a:lnTo>
                    <a:pt x="1062013" y="751304"/>
                  </a:lnTo>
                  <a:lnTo>
                    <a:pt x="1065871" y="753667"/>
                  </a:lnTo>
                  <a:cubicBezTo>
                    <a:pt x="1067993" y="754993"/>
                    <a:pt x="1069727" y="756705"/>
                    <a:pt x="1069727" y="757524"/>
                  </a:cubicBezTo>
                  <a:cubicBezTo>
                    <a:pt x="1069727" y="760297"/>
                    <a:pt x="1066762" y="758995"/>
                    <a:pt x="1064399" y="755138"/>
                  </a:cubicBezTo>
                  <a:close/>
                  <a:moveTo>
                    <a:pt x="123547" y="754005"/>
                  </a:moveTo>
                  <a:cubicBezTo>
                    <a:pt x="123547" y="753089"/>
                    <a:pt x="124318" y="752317"/>
                    <a:pt x="125234" y="752317"/>
                  </a:cubicBezTo>
                  <a:cubicBezTo>
                    <a:pt x="126126" y="752317"/>
                    <a:pt x="126897" y="753089"/>
                    <a:pt x="126897" y="754005"/>
                  </a:cubicBezTo>
                  <a:cubicBezTo>
                    <a:pt x="126897" y="754921"/>
                    <a:pt x="126126" y="755668"/>
                    <a:pt x="125234" y="755668"/>
                  </a:cubicBezTo>
                  <a:cubicBezTo>
                    <a:pt x="124318" y="755668"/>
                    <a:pt x="123547" y="754921"/>
                    <a:pt x="123547" y="754005"/>
                  </a:cubicBezTo>
                  <a:close/>
                  <a:moveTo>
                    <a:pt x="280130" y="754005"/>
                  </a:moveTo>
                  <a:cubicBezTo>
                    <a:pt x="280130" y="753089"/>
                    <a:pt x="280878" y="752317"/>
                    <a:pt x="281794" y="752317"/>
                  </a:cubicBezTo>
                  <a:cubicBezTo>
                    <a:pt x="282710" y="752317"/>
                    <a:pt x="283482" y="753089"/>
                    <a:pt x="283482" y="754005"/>
                  </a:cubicBezTo>
                  <a:cubicBezTo>
                    <a:pt x="283482" y="754921"/>
                    <a:pt x="282710" y="755668"/>
                    <a:pt x="281794" y="755668"/>
                  </a:cubicBezTo>
                  <a:cubicBezTo>
                    <a:pt x="280878" y="755668"/>
                    <a:pt x="280130" y="754921"/>
                    <a:pt x="280130" y="754005"/>
                  </a:cubicBezTo>
                  <a:close/>
                  <a:moveTo>
                    <a:pt x="286809" y="750653"/>
                  </a:moveTo>
                  <a:cubicBezTo>
                    <a:pt x="286809" y="749737"/>
                    <a:pt x="287555" y="748990"/>
                    <a:pt x="288471" y="748990"/>
                  </a:cubicBezTo>
                  <a:cubicBezTo>
                    <a:pt x="289388" y="748990"/>
                    <a:pt x="290135" y="749737"/>
                    <a:pt x="290135" y="750653"/>
                  </a:cubicBezTo>
                  <a:cubicBezTo>
                    <a:pt x="290135" y="751569"/>
                    <a:pt x="289388" y="752317"/>
                    <a:pt x="288471" y="752317"/>
                  </a:cubicBezTo>
                  <a:cubicBezTo>
                    <a:pt x="287555" y="752317"/>
                    <a:pt x="286809" y="751569"/>
                    <a:pt x="286809" y="750653"/>
                  </a:cubicBezTo>
                  <a:close/>
                  <a:moveTo>
                    <a:pt x="296789" y="747326"/>
                  </a:moveTo>
                  <a:cubicBezTo>
                    <a:pt x="296789" y="746410"/>
                    <a:pt x="297536" y="745663"/>
                    <a:pt x="298452" y="745663"/>
                  </a:cubicBezTo>
                  <a:cubicBezTo>
                    <a:pt x="299369" y="745663"/>
                    <a:pt x="300140" y="746410"/>
                    <a:pt x="300140" y="747326"/>
                  </a:cubicBezTo>
                  <a:cubicBezTo>
                    <a:pt x="300140" y="748242"/>
                    <a:pt x="299369" y="748990"/>
                    <a:pt x="298452" y="748990"/>
                  </a:cubicBezTo>
                  <a:cubicBezTo>
                    <a:pt x="297536" y="748990"/>
                    <a:pt x="296789" y="748242"/>
                    <a:pt x="296789" y="747326"/>
                  </a:cubicBezTo>
                  <a:close/>
                  <a:moveTo>
                    <a:pt x="100234" y="743999"/>
                  </a:moveTo>
                  <a:cubicBezTo>
                    <a:pt x="100234" y="743083"/>
                    <a:pt x="100981" y="742336"/>
                    <a:pt x="101897" y="742336"/>
                  </a:cubicBezTo>
                  <a:cubicBezTo>
                    <a:pt x="102813" y="742336"/>
                    <a:pt x="103561" y="743083"/>
                    <a:pt x="103561" y="743999"/>
                  </a:cubicBezTo>
                  <a:cubicBezTo>
                    <a:pt x="103561" y="744915"/>
                    <a:pt x="102813" y="745663"/>
                    <a:pt x="101897" y="745663"/>
                  </a:cubicBezTo>
                  <a:cubicBezTo>
                    <a:pt x="100981" y="745663"/>
                    <a:pt x="100234" y="744915"/>
                    <a:pt x="100234" y="743999"/>
                  </a:cubicBezTo>
                  <a:close/>
                  <a:moveTo>
                    <a:pt x="303467" y="743999"/>
                  </a:moveTo>
                  <a:cubicBezTo>
                    <a:pt x="303467" y="743083"/>
                    <a:pt x="304215" y="742336"/>
                    <a:pt x="305131" y="742336"/>
                  </a:cubicBezTo>
                  <a:cubicBezTo>
                    <a:pt x="306047" y="742336"/>
                    <a:pt x="306794" y="743083"/>
                    <a:pt x="306794" y="743999"/>
                  </a:cubicBezTo>
                  <a:cubicBezTo>
                    <a:pt x="306794" y="744915"/>
                    <a:pt x="306047" y="745663"/>
                    <a:pt x="305131" y="745663"/>
                  </a:cubicBezTo>
                  <a:cubicBezTo>
                    <a:pt x="304215" y="745663"/>
                    <a:pt x="303467" y="744915"/>
                    <a:pt x="303467" y="743999"/>
                  </a:cubicBezTo>
                  <a:close/>
                  <a:moveTo>
                    <a:pt x="593299" y="743999"/>
                  </a:moveTo>
                  <a:cubicBezTo>
                    <a:pt x="593299" y="743083"/>
                    <a:pt x="594045" y="742336"/>
                    <a:pt x="594961" y="742336"/>
                  </a:cubicBezTo>
                  <a:cubicBezTo>
                    <a:pt x="595878" y="742336"/>
                    <a:pt x="596626" y="743083"/>
                    <a:pt x="596626" y="743999"/>
                  </a:cubicBezTo>
                  <a:cubicBezTo>
                    <a:pt x="596626" y="744915"/>
                    <a:pt x="595878" y="745663"/>
                    <a:pt x="594961" y="745663"/>
                  </a:cubicBezTo>
                  <a:cubicBezTo>
                    <a:pt x="594045" y="745663"/>
                    <a:pt x="593299" y="744915"/>
                    <a:pt x="593299" y="743999"/>
                  </a:cubicBezTo>
                  <a:close/>
                  <a:moveTo>
                    <a:pt x="1056396" y="743999"/>
                  </a:moveTo>
                  <a:cubicBezTo>
                    <a:pt x="1056396" y="743083"/>
                    <a:pt x="1057144" y="742336"/>
                    <a:pt x="1058059" y="742336"/>
                  </a:cubicBezTo>
                  <a:cubicBezTo>
                    <a:pt x="1058975" y="742336"/>
                    <a:pt x="1059723" y="743083"/>
                    <a:pt x="1059723" y="743999"/>
                  </a:cubicBezTo>
                  <a:cubicBezTo>
                    <a:pt x="1059723" y="744915"/>
                    <a:pt x="1058975" y="745663"/>
                    <a:pt x="1058059" y="745663"/>
                  </a:cubicBezTo>
                  <a:cubicBezTo>
                    <a:pt x="1057144" y="745663"/>
                    <a:pt x="1056396" y="744915"/>
                    <a:pt x="1056396" y="743999"/>
                  </a:cubicBezTo>
                  <a:close/>
                  <a:moveTo>
                    <a:pt x="656607" y="741082"/>
                  </a:moveTo>
                  <a:cubicBezTo>
                    <a:pt x="656607" y="740383"/>
                    <a:pt x="659235" y="737755"/>
                    <a:pt x="662441" y="735248"/>
                  </a:cubicBezTo>
                  <a:lnTo>
                    <a:pt x="668275" y="730667"/>
                  </a:lnTo>
                  <a:lnTo>
                    <a:pt x="663695" y="736502"/>
                  </a:lnTo>
                  <a:cubicBezTo>
                    <a:pt x="659330" y="742047"/>
                    <a:pt x="656607" y="743807"/>
                    <a:pt x="656607" y="741082"/>
                  </a:cubicBezTo>
                  <a:close/>
                  <a:moveTo>
                    <a:pt x="989327" y="736502"/>
                  </a:moveTo>
                  <a:lnTo>
                    <a:pt x="984770" y="730667"/>
                  </a:lnTo>
                  <a:lnTo>
                    <a:pt x="990579" y="735248"/>
                  </a:lnTo>
                  <a:cubicBezTo>
                    <a:pt x="996149" y="739588"/>
                    <a:pt x="997908" y="742336"/>
                    <a:pt x="995160" y="742336"/>
                  </a:cubicBezTo>
                  <a:cubicBezTo>
                    <a:pt x="994461" y="742336"/>
                    <a:pt x="991858" y="739708"/>
                    <a:pt x="989327" y="736502"/>
                  </a:cubicBezTo>
                  <a:close/>
                  <a:moveTo>
                    <a:pt x="90253" y="737345"/>
                  </a:moveTo>
                  <a:cubicBezTo>
                    <a:pt x="90253" y="736429"/>
                    <a:pt x="91000" y="735658"/>
                    <a:pt x="91916" y="735658"/>
                  </a:cubicBezTo>
                  <a:cubicBezTo>
                    <a:pt x="92832" y="735658"/>
                    <a:pt x="93580" y="736429"/>
                    <a:pt x="93580" y="737345"/>
                  </a:cubicBezTo>
                  <a:cubicBezTo>
                    <a:pt x="93580" y="738261"/>
                    <a:pt x="92832" y="739009"/>
                    <a:pt x="91916" y="739009"/>
                  </a:cubicBezTo>
                  <a:cubicBezTo>
                    <a:pt x="91000" y="739009"/>
                    <a:pt x="90253" y="738261"/>
                    <a:pt x="90253" y="737345"/>
                  </a:cubicBezTo>
                  <a:close/>
                  <a:moveTo>
                    <a:pt x="313448" y="737345"/>
                  </a:moveTo>
                  <a:cubicBezTo>
                    <a:pt x="313448" y="736429"/>
                    <a:pt x="314195" y="735658"/>
                    <a:pt x="315111" y="735658"/>
                  </a:cubicBezTo>
                  <a:cubicBezTo>
                    <a:pt x="316027" y="735658"/>
                    <a:pt x="316775" y="736429"/>
                    <a:pt x="316775" y="737345"/>
                  </a:cubicBezTo>
                  <a:cubicBezTo>
                    <a:pt x="316775" y="738261"/>
                    <a:pt x="316027" y="739009"/>
                    <a:pt x="315111" y="739009"/>
                  </a:cubicBezTo>
                  <a:cubicBezTo>
                    <a:pt x="314195" y="739009"/>
                    <a:pt x="313448" y="738261"/>
                    <a:pt x="313448" y="737345"/>
                  </a:cubicBezTo>
                  <a:close/>
                  <a:moveTo>
                    <a:pt x="83575" y="733994"/>
                  </a:moveTo>
                  <a:cubicBezTo>
                    <a:pt x="83575" y="733078"/>
                    <a:pt x="84322" y="732331"/>
                    <a:pt x="85238" y="732331"/>
                  </a:cubicBezTo>
                  <a:cubicBezTo>
                    <a:pt x="86154" y="732331"/>
                    <a:pt x="86902" y="733078"/>
                    <a:pt x="86902" y="733994"/>
                  </a:cubicBezTo>
                  <a:cubicBezTo>
                    <a:pt x="86902" y="734911"/>
                    <a:pt x="86154" y="735658"/>
                    <a:pt x="85238" y="735658"/>
                  </a:cubicBezTo>
                  <a:cubicBezTo>
                    <a:pt x="84322" y="735658"/>
                    <a:pt x="83575" y="734911"/>
                    <a:pt x="83575" y="733994"/>
                  </a:cubicBezTo>
                  <a:close/>
                  <a:moveTo>
                    <a:pt x="320126" y="733994"/>
                  </a:moveTo>
                  <a:cubicBezTo>
                    <a:pt x="320126" y="733078"/>
                    <a:pt x="320874" y="732331"/>
                    <a:pt x="321790" y="732331"/>
                  </a:cubicBezTo>
                  <a:cubicBezTo>
                    <a:pt x="322706" y="732331"/>
                    <a:pt x="323453" y="733078"/>
                    <a:pt x="323453" y="733994"/>
                  </a:cubicBezTo>
                  <a:cubicBezTo>
                    <a:pt x="323453" y="734911"/>
                    <a:pt x="322706" y="735658"/>
                    <a:pt x="321790" y="735658"/>
                  </a:cubicBezTo>
                  <a:cubicBezTo>
                    <a:pt x="320874" y="735658"/>
                    <a:pt x="320126" y="734911"/>
                    <a:pt x="320126" y="733994"/>
                  </a:cubicBezTo>
                  <a:close/>
                  <a:moveTo>
                    <a:pt x="589972" y="733994"/>
                  </a:moveTo>
                  <a:cubicBezTo>
                    <a:pt x="589972" y="733078"/>
                    <a:pt x="590718" y="732331"/>
                    <a:pt x="591634" y="732331"/>
                  </a:cubicBezTo>
                  <a:cubicBezTo>
                    <a:pt x="592551" y="732331"/>
                    <a:pt x="593299" y="733078"/>
                    <a:pt x="593299" y="733994"/>
                  </a:cubicBezTo>
                  <a:cubicBezTo>
                    <a:pt x="593299" y="734911"/>
                    <a:pt x="592551" y="735658"/>
                    <a:pt x="591634" y="735658"/>
                  </a:cubicBezTo>
                  <a:cubicBezTo>
                    <a:pt x="590718" y="735658"/>
                    <a:pt x="589972" y="734911"/>
                    <a:pt x="589972" y="733994"/>
                  </a:cubicBezTo>
                  <a:close/>
                  <a:moveTo>
                    <a:pt x="1059723" y="733994"/>
                  </a:moveTo>
                  <a:cubicBezTo>
                    <a:pt x="1059723" y="733078"/>
                    <a:pt x="1060470" y="732331"/>
                    <a:pt x="1061386" y="732331"/>
                  </a:cubicBezTo>
                  <a:cubicBezTo>
                    <a:pt x="1062302" y="732331"/>
                    <a:pt x="1063050" y="733078"/>
                    <a:pt x="1063050" y="733994"/>
                  </a:cubicBezTo>
                  <a:cubicBezTo>
                    <a:pt x="1063050" y="734911"/>
                    <a:pt x="1062302" y="735658"/>
                    <a:pt x="1061386" y="735658"/>
                  </a:cubicBezTo>
                  <a:cubicBezTo>
                    <a:pt x="1060470" y="735658"/>
                    <a:pt x="1059723" y="734911"/>
                    <a:pt x="1059723" y="733994"/>
                  </a:cubicBezTo>
                  <a:close/>
                  <a:moveTo>
                    <a:pt x="736550" y="725677"/>
                  </a:moveTo>
                  <a:cubicBezTo>
                    <a:pt x="736550" y="723242"/>
                    <a:pt x="737562" y="722230"/>
                    <a:pt x="738792" y="723459"/>
                  </a:cubicBezTo>
                  <a:cubicBezTo>
                    <a:pt x="739997" y="724689"/>
                    <a:pt x="739997" y="726666"/>
                    <a:pt x="738792" y="727895"/>
                  </a:cubicBezTo>
                  <a:cubicBezTo>
                    <a:pt x="737562" y="729124"/>
                    <a:pt x="736550" y="728112"/>
                    <a:pt x="736550" y="725677"/>
                  </a:cubicBezTo>
                  <a:close/>
                  <a:moveTo>
                    <a:pt x="913144" y="725677"/>
                  </a:moveTo>
                  <a:cubicBezTo>
                    <a:pt x="913144" y="723242"/>
                    <a:pt x="914132" y="722230"/>
                    <a:pt x="915361" y="723459"/>
                  </a:cubicBezTo>
                  <a:cubicBezTo>
                    <a:pt x="916568" y="724689"/>
                    <a:pt x="916568" y="726666"/>
                    <a:pt x="915361" y="727895"/>
                  </a:cubicBezTo>
                  <a:cubicBezTo>
                    <a:pt x="914132" y="729124"/>
                    <a:pt x="913144" y="728112"/>
                    <a:pt x="913144" y="725677"/>
                  </a:cubicBezTo>
                  <a:close/>
                  <a:moveTo>
                    <a:pt x="70243" y="724013"/>
                  </a:moveTo>
                  <a:cubicBezTo>
                    <a:pt x="70243" y="723097"/>
                    <a:pt x="70990" y="722350"/>
                    <a:pt x="71907" y="722350"/>
                  </a:cubicBezTo>
                  <a:cubicBezTo>
                    <a:pt x="72823" y="722350"/>
                    <a:pt x="73594" y="723097"/>
                    <a:pt x="73594" y="724013"/>
                  </a:cubicBezTo>
                  <a:cubicBezTo>
                    <a:pt x="73594" y="724930"/>
                    <a:pt x="72823" y="725677"/>
                    <a:pt x="71907" y="725677"/>
                  </a:cubicBezTo>
                  <a:cubicBezTo>
                    <a:pt x="70990" y="725677"/>
                    <a:pt x="70243" y="724930"/>
                    <a:pt x="70243" y="724013"/>
                  </a:cubicBezTo>
                  <a:close/>
                  <a:moveTo>
                    <a:pt x="335122" y="722350"/>
                  </a:moveTo>
                  <a:cubicBezTo>
                    <a:pt x="336231" y="720518"/>
                    <a:pt x="337918" y="718999"/>
                    <a:pt x="338834" y="718999"/>
                  </a:cubicBezTo>
                  <a:cubicBezTo>
                    <a:pt x="339750" y="718999"/>
                    <a:pt x="339582" y="720518"/>
                    <a:pt x="338449" y="722350"/>
                  </a:cubicBezTo>
                  <a:cubicBezTo>
                    <a:pt x="337315" y="724183"/>
                    <a:pt x="335628" y="725677"/>
                    <a:pt x="334712" y="725677"/>
                  </a:cubicBezTo>
                  <a:cubicBezTo>
                    <a:pt x="333795" y="725677"/>
                    <a:pt x="333965" y="724183"/>
                    <a:pt x="335122" y="722350"/>
                  </a:cubicBezTo>
                  <a:close/>
                  <a:moveTo>
                    <a:pt x="579966" y="720686"/>
                  </a:moveTo>
                  <a:cubicBezTo>
                    <a:pt x="579966" y="719770"/>
                    <a:pt x="580737" y="718999"/>
                    <a:pt x="581654" y="718999"/>
                  </a:cubicBezTo>
                  <a:cubicBezTo>
                    <a:pt x="582570" y="718999"/>
                    <a:pt x="583318" y="719770"/>
                    <a:pt x="583318" y="720686"/>
                  </a:cubicBezTo>
                  <a:cubicBezTo>
                    <a:pt x="583318" y="721603"/>
                    <a:pt x="582570" y="722350"/>
                    <a:pt x="581654" y="722350"/>
                  </a:cubicBezTo>
                  <a:cubicBezTo>
                    <a:pt x="580737" y="722350"/>
                    <a:pt x="579966" y="721603"/>
                    <a:pt x="579966" y="720686"/>
                  </a:cubicBezTo>
                  <a:close/>
                  <a:moveTo>
                    <a:pt x="1069727" y="720686"/>
                  </a:moveTo>
                  <a:cubicBezTo>
                    <a:pt x="1069727" y="719770"/>
                    <a:pt x="1070475" y="718999"/>
                    <a:pt x="1071392" y="718999"/>
                  </a:cubicBezTo>
                  <a:cubicBezTo>
                    <a:pt x="1072307" y="718999"/>
                    <a:pt x="1073054" y="719770"/>
                    <a:pt x="1073054" y="720686"/>
                  </a:cubicBezTo>
                  <a:cubicBezTo>
                    <a:pt x="1073054" y="721603"/>
                    <a:pt x="1072307" y="722350"/>
                    <a:pt x="1071392" y="722350"/>
                  </a:cubicBezTo>
                  <a:cubicBezTo>
                    <a:pt x="1070475" y="722350"/>
                    <a:pt x="1069727" y="721603"/>
                    <a:pt x="1069727" y="720686"/>
                  </a:cubicBezTo>
                  <a:close/>
                  <a:moveTo>
                    <a:pt x="154309" y="713478"/>
                  </a:moveTo>
                  <a:lnTo>
                    <a:pt x="133431" y="708536"/>
                  </a:lnTo>
                  <a:lnTo>
                    <a:pt x="112770" y="694602"/>
                  </a:lnTo>
                  <a:lnTo>
                    <a:pt x="92085" y="680691"/>
                  </a:lnTo>
                  <a:lnTo>
                    <a:pt x="78199" y="663526"/>
                  </a:lnTo>
                  <a:cubicBezTo>
                    <a:pt x="70557" y="654076"/>
                    <a:pt x="60768" y="637585"/>
                    <a:pt x="56453" y="626881"/>
                  </a:cubicBezTo>
                  <a:lnTo>
                    <a:pt x="48594" y="607402"/>
                  </a:lnTo>
                  <a:lnTo>
                    <a:pt x="48594" y="382519"/>
                  </a:lnTo>
                  <a:lnTo>
                    <a:pt x="48594" y="157636"/>
                  </a:lnTo>
                  <a:lnTo>
                    <a:pt x="56453" y="138180"/>
                  </a:lnTo>
                  <a:cubicBezTo>
                    <a:pt x="60768" y="127476"/>
                    <a:pt x="70557" y="110986"/>
                    <a:pt x="78199" y="101535"/>
                  </a:cubicBezTo>
                  <a:lnTo>
                    <a:pt x="92085" y="84346"/>
                  </a:lnTo>
                  <a:lnTo>
                    <a:pt x="112673" y="70484"/>
                  </a:lnTo>
                  <a:lnTo>
                    <a:pt x="133262" y="56646"/>
                  </a:lnTo>
                  <a:lnTo>
                    <a:pt x="156551" y="51342"/>
                  </a:lnTo>
                  <a:cubicBezTo>
                    <a:pt x="198789" y="41723"/>
                    <a:pt x="245752" y="45773"/>
                    <a:pt x="280130" y="61949"/>
                  </a:cubicBezTo>
                  <a:lnTo>
                    <a:pt x="298452" y="70580"/>
                  </a:lnTo>
                  <a:lnTo>
                    <a:pt x="317016" y="89120"/>
                  </a:lnTo>
                  <a:lnTo>
                    <a:pt x="335555" y="107683"/>
                  </a:lnTo>
                  <a:lnTo>
                    <a:pt x="344114" y="126005"/>
                  </a:lnTo>
                  <a:cubicBezTo>
                    <a:pt x="348815" y="136083"/>
                    <a:pt x="354336" y="152259"/>
                    <a:pt x="356385" y="161975"/>
                  </a:cubicBezTo>
                  <a:lnTo>
                    <a:pt x="360098" y="179623"/>
                  </a:lnTo>
                  <a:lnTo>
                    <a:pt x="360098" y="382687"/>
                  </a:lnTo>
                  <a:lnTo>
                    <a:pt x="360098" y="585752"/>
                  </a:lnTo>
                  <a:lnTo>
                    <a:pt x="263930" y="585752"/>
                  </a:lnTo>
                  <a:lnTo>
                    <a:pt x="167761" y="585752"/>
                  </a:lnTo>
                  <a:lnTo>
                    <a:pt x="158986" y="592647"/>
                  </a:lnTo>
                  <a:lnTo>
                    <a:pt x="150210" y="599566"/>
                  </a:lnTo>
                  <a:lnTo>
                    <a:pt x="150210" y="609306"/>
                  </a:lnTo>
                  <a:lnTo>
                    <a:pt x="150210" y="619070"/>
                  </a:lnTo>
                  <a:lnTo>
                    <a:pt x="156864" y="625724"/>
                  </a:lnTo>
                  <a:lnTo>
                    <a:pt x="163542" y="632402"/>
                  </a:lnTo>
                  <a:lnTo>
                    <a:pt x="255154" y="632402"/>
                  </a:lnTo>
                  <a:cubicBezTo>
                    <a:pt x="305540" y="632402"/>
                    <a:pt x="346766" y="633391"/>
                    <a:pt x="346766" y="634596"/>
                  </a:cubicBezTo>
                  <a:cubicBezTo>
                    <a:pt x="346766" y="640623"/>
                    <a:pt x="324248" y="670686"/>
                    <a:pt x="310989" y="682378"/>
                  </a:cubicBezTo>
                  <a:cubicBezTo>
                    <a:pt x="273814" y="715093"/>
                    <a:pt x="212530" y="727268"/>
                    <a:pt x="154309" y="713478"/>
                  </a:cubicBezTo>
                  <a:close/>
                  <a:moveTo>
                    <a:pt x="679919" y="714756"/>
                  </a:moveTo>
                  <a:cubicBezTo>
                    <a:pt x="679919" y="714249"/>
                    <a:pt x="691539" y="702629"/>
                    <a:pt x="705740" y="688936"/>
                  </a:cubicBezTo>
                  <a:lnTo>
                    <a:pt x="731560" y="664032"/>
                  </a:lnTo>
                  <a:lnTo>
                    <a:pt x="706655" y="689852"/>
                  </a:lnTo>
                  <a:cubicBezTo>
                    <a:pt x="683536" y="713840"/>
                    <a:pt x="679919" y="717191"/>
                    <a:pt x="679919" y="714756"/>
                  </a:cubicBezTo>
                  <a:close/>
                  <a:moveTo>
                    <a:pt x="944702" y="688188"/>
                  </a:moveTo>
                  <a:lnTo>
                    <a:pt x="918135" y="660705"/>
                  </a:lnTo>
                  <a:lnTo>
                    <a:pt x="945617" y="687272"/>
                  </a:lnTo>
                  <a:cubicBezTo>
                    <a:pt x="971149" y="711959"/>
                    <a:pt x="974620" y="715672"/>
                    <a:pt x="972184" y="715672"/>
                  </a:cubicBezTo>
                  <a:cubicBezTo>
                    <a:pt x="971678" y="715672"/>
                    <a:pt x="959311" y="703305"/>
                    <a:pt x="944702" y="688188"/>
                  </a:cubicBezTo>
                  <a:close/>
                  <a:moveTo>
                    <a:pt x="1129685" y="714009"/>
                  </a:moveTo>
                  <a:cubicBezTo>
                    <a:pt x="1129685" y="713093"/>
                    <a:pt x="1130432" y="712345"/>
                    <a:pt x="1131349" y="712345"/>
                  </a:cubicBezTo>
                  <a:cubicBezTo>
                    <a:pt x="1132264" y="712345"/>
                    <a:pt x="1133012" y="713093"/>
                    <a:pt x="1133012" y="714009"/>
                  </a:cubicBezTo>
                  <a:cubicBezTo>
                    <a:pt x="1133012" y="714925"/>
                    <a:pt x="1132264" y="715672"/>
                    <a:pt x="1131349" y="715672"/>
                  </a:cubicBezTo>
                  <a:cubicBezTo>
                    <a:pt x="1130432" y="715672"/>
                    <a:pt x="1129685" y="714925"/>
                    <a:pt x="1129685" y="714009"/>
                  </a:cubicBezTo>
                  <a:close/>
                  <a:moveTo>
                    <a:pt x="573312" y="710682"/>
                  </a:moveTo>
                  <a:cubicBezTo>
                    <a:pt x="573312" y="709766"/>
                    <a:pt x="574059" y="709018"/>
                    <a:pt x="574976" y="709018"/>
                  </a:cubicBezTo>
                  <a:cubicBezTo>
                    <a:pt x="575891" y="709018"/>
                    <a:pt x="576639" y="709766"/>
                    <a:pt x="576639" y="710682"/>
                  </a:cubicBezTo>
                  <a:cubicBezTo>
                    <a:pt x="576639" y="711598"/>
                    <a:pt x="575891" y="712345"/>
                    <a:pt x="574976" y="712345"/>
                  </a:cubicBezTo>
                  <a:cubicBezTo>
                    <a:pt x="574059" y="712345"/>
                    <a:pt x="573312" y="711598"/>
                    <a:pt x="573312" y="710682"/>
                  </a:cubicBezTo>
                  <a:close/>
                  <a:moveTo>
                    <a:pt x="739902" y="710682"/>
                  </a:moveTo>
                  <a:cubicBezTo>
                    <a:pt x="739902" y="709766"/>
                    <a:pt x="740649" y="709018"/>
                    <a:pt x="741564" y="709018"/>
                  </a:cubicBezTo>
                  <a:cubicBezTo>
                    <a:pt x="742481" y="709018"/>
                    <a:pt x="743228" y="709766"/>
                    <a:pt x="743228" y="710682"/>
                  </a:cubicBezTo>
                  <a:cubicBezTo>
                    <a:pt x="743228" y="711598"/>
                    <a:pt x="742481" y="712345"/>
                    <a:pt x="741564" y="712345"/>
                  </a:cubicBezTo>
                  <a:cubicBezTo>
                    <a:pt x="740649" y="712345"/>
                    <a:pt x="739902" y="711598"/>
                    <a:pt x="739902" y="710682"/>
                  </a:cubicBezTo>
                  <a:close/>
                  <a:moveTo>
                    <a:pt x="909793" y="710682"/>
                  </a:moveTo>
                  <a:cubicBezTo>
                    <a:pt x="909793" y="709766"/>
                    <a:pt x="910541" y="709018"/>
                    <a:pt x="911456" y="709018"/>
                  </a:cubicBezTo>
                  <a:cubicBezTo>
                    <a:pt x="912373" y="709018"/>
                    <a:pt x="913144" y="709766"/>
                    <a:pt x="913144" y="710682"/>
                  </a:cubicBezTo>
                  <a:cubicBezTo>
                    <a:pt x="913144" y="711598"/>
                    <a:pt x="912373" y="712345"/>
                    <a:pt x="911456" y="712345"/>
                  </a:cubicBezTo>
                  <a:cubicBezTo>
                    <a:pt x="910541" y="712345"/>
                    <a:pt x="909793" y="711598"/>
                    <a:pt x="909793" y="710682"/>
                  </a:cubicBezTo>
                  <a:close/>
                  <a:moveTo>
                    <a:pt x="1076381" y="710682"/>
                  </a:moveTo>
                  <a:cubicBezTo>
                    <a:pt x="1076381" y="709766"/>
                    <a:pt x="1077129" y="709018"/>
                    <a:pt x="1078046" y="709018"/>
                  </a:cubicBezTo>
                  <a:cubicBezTo>
                    <a:pt x="1078961" y="709018"/>
                    <a:pt x="1079708" y="709766"/>
                    <a:pt x="1079708" y="710682"/>
                  </a:cubicBezTo>
                  <a:cubicBezTo>
                    <a:pt x="1079708" y="711598"/>
                    <a:pt x="1078961" y="712345"/>
                    <a:pt x="1078046" y="712345"/>
                  </a:cubicBezTo>
                  <a:cubicBezTo>
                    <a:pt x="1077129" y="712345"/>
                    <a:pt x="1076381" y="711598"/>
                    <a:pt x="1076381" y="710682"/>
                  </a:cubicBezTo>
                  <a:close/>
                  <a:moveTo>
                    <a:pt x="1123031" y="710682"/>
                  </a:moveTo>
                  <a:cubicBezTo>
                    <a:pt x="1123031" y="709766"/>
                    <a:pt x="1123778" y="709018"/>
                    <a:pt x="1124695" y="709018"/>
                  </a:cubicBezTo>
                  <a:cubicBezTo>
                    <a:pt x="1125610" y="709018"/>
                    <a:pt x="1126358" y="709766"/>
                    <a:pt x="1126358" y="710682"/>
                  </a:cubicBezTo>
                  <a:cubicBezTo>
                    <a:pt x="1126358" y="711598"/>
                    <a:pt x="1125610" y="712345"/>
                    <a:pt x="1124695" y="712345"/>
                  </a:cubicBezTo>
                  <a:cubicBezTo>
                    <a:pt x="1123778" y="712345"/>
                    <a:pt x="1123031" y="711598"/>
                    <a:pt x="1123031" y="710682"/>
                  </a:cubicBezTo>
                  <a:close/>
                  <a:moveTo>
                    <a:pt x="743228" y="704028"/>
                  </a:moveTo>
                  <a:cubicBezTo>
                    <a:pt x="743228" y="703112"/>
                    <a:pt x="743976" y="702364"/>
                    <a:pt x="744891" y="702364"/>
                  </a:cubicBezTo>
                  <a:cubicBezTo>
                    <a:pt x="745808" y="702364"/>
                    <a:pt x="746555" y="703112"/>
                    <a:pt x="746555" y="704028"/>
                  </a:cubicBezTo>
                  <a:cubicBezTo>
                    <a:pt x="746555" y="704944"/>
                    <a:pt x="745808" y="705691"/>
                    <a:pt x="744891" y="705691"/>
                  </a:cubicBezTo>
                  <a:cubicBezTo>
                    <a:pt x="743976" y="705691"/>
                    <a:pt x="743228" y="704944"/>
                    <a:pt x="743228" y="704028"/>
                  </a:cubicBezTo>
                  <a:close/>
                  <a:moveTo>
                    <a:pt x="906466" y="704028"/>
                  </a:moveTo>
                  <a:cubicBezTo>
                    <a:pt x="906466" y="703112"/>
                    <a:pt x="907214" y="702364"/>
                    <a:pt x="908129" y="702364"/>
                  </a:cubicBezTo>
                  <a:cubicBezTo>
                    <a:pt x="909046" y="702364"/>
                    <a:pt x="909793" y="703112"/>
                    <a:pt x="909793" y="704028"/>
                  </a:cubicBezTo>
                  <a:cubicBezTo>
                    <a:pt x="909793" y="704944"/>
                    <a:pt x="909046" y="705691"/>
                    <a:pt x="908129" y="705691"/>
                  </a:cubicBezTo>
                  <a:cubicBezTo>
                    <a:pt x="907214" y="705691"/>
                    <a:pt x="906466" y="704944"/>
                    <a:pt x="906466" y="704028"/>
                  </a:cubicBezTo>
                  <a:close/>
                  <a:moveTo>
                    <a:pt x="1116354" y="704028"/>
                  </a:moveTo>
                  <a:cubicBezTo>
                    <a:pt x="1116354" y="703112"/>
                    <a:pt x="1117101" y="702364"/>
                    <a:pt x="1118016" y="702364"/>
                  </a:cubicBezTo>
                  <a:cubicBezTo>
                    <a:pt x="1118933" y="702364"/>
                    <a:pt x="1119680" y="703112"/>
                    <a:pt x="1119680" y="704028"/>
                  </a:cubicBezTo>
                  <a:cubicBezTo>
                    <a:pt x="1119680" y="704944"/>
                    <a:pt x="1118933" y="705691"/>
                    <a:pt x="1118016" y="705691"/>
                  </a:cubicBezTo>
                  <a:cubicBezTo>
                    <a:pt x="1117101" y="705691"/>
                    <a:pt x="1116354" y="704944"/>
                    <a:pt x="1116354" y="704028"/>
                  </a:cubicBezTo>
                  <a:close/>
                  <a:moveTo>
                    <a:pt x="564657" y="698507"/>
                  </a:moveTo>
                  <a:lnTo>
                    <a:pt x="562295" y="694650"/>
                  </a:lnTo>
                  <a:lnTo>
                    <a:pt x="566128" y="697036"/>
                  </a:lnTo>
                  <a:cubicBezTo>
                    <a:pt x="569985" y="699423"/>
                    <a:pt x="571287" y="702364"/>
                    <a:pt x="568515" y="702364"/>
                  </a:cubicBezTo>
                  <a:cubicBezTo>
                    <a:pt x="567719" y="702364"/>
                    <a:pt x="565983" y="700629"/>
                    <a:pt x="564657" y="698507"/>
                  </a:cubicBezTo>
                  <a:close/>
                  <a:moveTo>
                    <a:pt x="623288" y="700677"/>
                  </a:moveTo>
                  <a:cubicBezTo>
                    <a:pt x="623288" y="699761"/>
                    <a:pt x="624036" y="699013"/>
                    <a:pt x="624953" y="699013"/>
                  </a:cubicBezTo>
                  <a:cubicBezTo>
                    <a:pt x="625868" y="699013"/>
                    <a:pt x="626615" y="699761"/>
                    <a:pt x="626615" y="700677"/>
                  </a:cubicBezTo>
                  <a:cubicBezTo>
                    <a:pt x="626615" y="701593"/>
                    <a:pt x="625868" y="702340"/>
                    <a:pt x="624953" y="702340"/>
                  </a:cubicBezTo>
                  <a:cubicBezTo>
                    <a:pt x="624036" y="702340"/>
                    <a:pt x="623288" y="701593"/>
                    <a:pt x="623288" y="700677"/>
                  </a:cubicBezTo>
                  <a:close/>
                  <a:moveTo>
                    <a:pt x="1026405" y="700677"/>
                  </a:moveTo>
                  <a:cubicBezTo>
                    <a:pt x="1026405" y="699761"/>
                    <a:pt x="1027152" y="699013"/>
                    <a:pt x="1028069" y="699013"/>
                  </a:cubicBezTo>
                  <a:cubicBezTo>
                    <a:pt x="1028984" y="699013"/>
                    <a:pt x="1029732" y="699761"/>
                    <a:pt x="1029732" y="700677"/>
                  </a:cubicBezTo>
                  <a:cubicBezTo>
                    <a:pt x="1029732" y="701593"/>
                    <a:pt x="1028984" y="702340"/>
                    <a:pt x="1028069" y="702340"/>
                  </a:cubicBezTo>
                  <a:cubicBezTo>
                    <a:pt x="1027152" y="702340"/>
                    <a:pt x="1026405" y="701593"/>
                    <a:pt x="1026405" y="700677"/>
                  </a:cubicBezTo>
                  <a:close/>
                  <a:moveTo>
                    <a:pt x="1083035" y="700677"/>
                  </a:moveTo>
                  <a:cubicBezTo>
                    <a:pt x="1083035" y="699761"/>
                    <a:pt x="1083783" y="699013"/>
                    <a:pt x="1084699" y="699013"/>
                  </a:cubicBezTo>
                  <a:cubicBezTo>
                    <a:pt x="1085615" y="699013"/>
                    <a:pt x="1086362" y="699761"/>
                    <a:pt x="1086362" y="700677"/>
                  </a:cubicBezTo>
                  <a:cubicBezTo>
                    <a:pt x="1086362" y="701593"/>
                    <a:pt x="1085615" y="702340"/>
                    <a:pt x="1084699" y="702340"/>
                  </a:cubicBezTo>
                  <a:cubicBezTo>
                    <a:pt x="1083783" y="702340"/>
                    <a:pt x="1083035" y="701593"/>
                    <a:pt x="1083035" y="700677"/>
                  </a:cubicBezTo>
                  <a:close/>
                  <a:moveTo>
                    <a:pt x="361761" y="695686"/>
                  </a:moveTo>
                  <a:cubicBezTo>
                    <a:pt x="362894" y="693854"/>
                    <a:pt x="364582" y="692359"/>
                    <a:pt x="365498" y="692359"/>
                  </a:cubicBezTo>
                  <a:cubicBezTo>
                    <a:pt x="366414" y="692359"/>
                    <a:pt x="366221" y="693854"/>
                    <a:pt x="365088" y="695686"/>
                  </a:cubicBezTo>
                  <a:cubicBezTo>
                    <a:pt x="363955" y="697518"/>
                    <a:pt x="362292" y="699013"/>
                    <a:pt x="361376" y="699013"/>
                  </a:cubicBezTo>
                  <a:cubicBezTo>
                    <a:pt x="360460" y="699013"/>
                    <a:pt x="360628" y="697518"/>
                    <a:pt x="361761" y="695686"/>
                  </a:cubicBezTo>
                  <a:close/>
                  <a:moveTo>
                    <a:pt x="746555" y="697350"/>
                  </a:moveTo>
                  <a:cubicBezTo>
                    <a:pt x="746555" y="696434"/>
                    <a:pt x="747303" y="695686"/>
                    <a:pt x="748218" y="695686"/>
                  </a:cubicBezTo>
                  <a:cubicBezTo>
                    <a:pt x="749135" y="695686"/>
                    <a:pt x="749882" y="696434"/>
                    <a:pt x="749882" y="697350"/>
                  </a:cubicBezTo>
                  <a:cubicBezTo>
                    <a:pt x="749882" y="698266"/>
                    <a:pt x="749135" y="699013"/>
                    <a:pt x="748218" y="699013"/>
                  </a:cubicBezTo>
                  <a:cubicBezTo>
                    <a:pt x="747303" y="699013"/>
                    <a:pt x="746555" y="698266"/>
                    <a:pt x="746555" y="697350"/>
                  </a:cubicBezTo>
                  <a:close/>
                  <a:moveTo>
                    <a:pt x="903139" y="697350"/>
                  </a:moveTo>
                  <a:cubicBezTo>
                    <a:pt x="903139" y="696434"/>
                    <a:pt x="903887" y="695686"/>
                    <a:pt x="904802" y="695686"/>
                  </a:cubicBezTo>
                  <a:cubicBezTo>
                    <a:pt x="905719" y="695686"/>
                    <a:pt x="906466" y="696434"/>
                    <a:pt x="906466" y="697350"/>
                  </a:cubicBezTo>
                  <a:cubicBezTo>
                    <a:pt x="906466" y="698266"/>
                    <a:pt x="905719" y="699013"/>
                    <a:pt x="904802" y="699013"/>
                  </a:cubicBezTo>
                  <a:cubicBezTo>
                    <a:pt x="903887" y="699013"/>
                    <a:pt x="903139" y="698266"/>
                    <a:pt x="903139" y="697350"/>
                  </a:cubicBezTo>
                  <a:close/>
                  <a:moveTo>
                    <a:pt x="38275" y="691853"/>
                  </a:moveTo>
                  <a:lnTo>
                    <a:pt x="35913" y="687996"/>
                  </a:lnTo>
                  <a:lnTo>
                    <a:pt x="39746" y="690382"/>
                  </a:lnTo>
                  <a:cubicBezTo>
                    <a:pt x="43603" y="692745"/>
                    <a:pt x="44905" y="695686"/>
                    <a:pt x="42132" y="695686"/>
                  </a:cubicBezTo>
                  <a:cubicBezTo>
                    <a:pt x="41313" y="695686"/>
                    <a:pt x="39601" y="693951"/>
                    <a:pt x="38275" y="691853"/>
                  </a:cubicBezTo>
                  <a:close/>
                  <a:moveTo>
                    <a:pt x="1113027" y="692359"/>
                  </a:moveTo>
                  <a:cubicBezTo>
                    <a:pt x="1113027" y="689925"/>
                    <a:pt x="1114015" y="688912"/>
                    <a:pt x="1115244" y="690141"/>
                  </a:cubicBezTo>
                  <a:cubicBezTo>
                    <a:pt x="1116474" y="691371"/>
                    <a:pt x="1116474" y="693348"/>
                    <a:pt x="1115244" y="694578"/>
                  </a:cubicBezTo>
                  <a:cubicBezTo>
                    <a:pt x="1114015" y="695807"/>
                    <a:pt x="1113027" y="694795"/>
                    <a:pt x="1113027" y="692359"/>
                  </a:cubicBezTo>
                  <a:close/>
                  <a:moveTo>
                    <a:pt x="559980" y="690696"/>
                  </a:moveTo>
                  <a:cubicBezTo>
                    <a:pt x="559980" y="689780"/>
                    <a:pt x="560728" y="689032"/>
                    <a:pt x="561643" y="689032"/>
                  </a:cubicBezTo>
                  <a:cubicBezTo>
                    <a:pt x="562560" y="689032"/>
                    <a:pt x="563331" y="689780"/>
                    <a:pt x="563331" y="690696"/>
                  </a:cubicBezTo>
                  <a:cubicBezTo>
                    <a:pt x="563331" y="691612"/>
                    <a:pt x="562560" y="692359"/>
                    <a:pt x="561643" y="692359"/>
                  </a:cubicBezTo>
                  <a:cubicBezTo>
                    <a:pt x="560728" y="692359"/>
                    <a:pt x="559980" y="691612"/>
                    <a:pt x="559980" y="690696"/>
                  </a:cubicBezTo>
                  <a:close/>
                  <a:moveTo>
                    <a:pt x="614633" y="688502"/>
                  </a:moveTo>
                  <a:lnTo>
                    <a:pt x="612272" y="684669"/>
                  </a:lnTo>
                  <a:lnTo>
                    <a:pt x="616105" y="687031"/>
                  </a:lnTo>
                  <a:cubicBezTo>
                    <a:pt x="618227" y="688358"/>
                    <a:pt x="619962" y="690069"/>
                    <a:pt x="619962" y="690889"/>
                  </a:cubicBezTo>
                  <a:cubicBezTo>
                    <a:pt x="619962" y="693662"/>
                    <a:pt x="617020" y="692359"/>
                    <a:pt x="614633" y="688502"/>
                  </a:cubicBezTo>
                  <a:close/>
                  <a:moveTo>
                    <a:pt x="1034746" y="689032"/>
                  </a:moveTo>
                  <a:cubicBezTo>
                    <a:pt x="1035879" y="687200"/>
                    <a:pt x="1037544" y="685705"/>
                    <a:pt x="1038459" y="685705"/>
                  </a:cubicBezTo>
                  <a:cubicBezTo>
                    <a:pt x="1039376" y="685705"/>
                    <a:pt x="1039206" y="687200"/>
                    <a:pt x="1038073" y="689032"/>
                  </a:cubicBezTo>
                  <a:cubicBezTo>
                    <a:pt x="1036940" y="690864"/>
                    <a:pt x="1035253" y="692359"/>
                    <a:pt x="1034336" y="692359"/>
                  </a:cubicBezTo>
                  <a:cubicBezTo>
                    <a:pt x="1033421" y="692359"/>
                    <a:pt x="1033613" y="690864"/>
                    <a:pt x="1034746" y="689032"/>
                  </a:cubicBezTo>
                  <a:close/>
                  <a:moveTo>
                    <a:pt x="1089713" y="690696"/>
                  </a:moveTo>
                  <a:cubicBezTo>
                    <a:pt x="1089713" y="689780"/>
                    <a:pt x="1090460" y="689032"/>
                    <a:pt x="1091377" y="689032"/>
                  </a:cubicBezTo>
                  <a:cubicBezTo>
                    <a:pt x="1092294" y="689032"/>
                    <a:pt x="1093040" y="689780"/>
                    <a:pt x="1093040" y="690696"/>
                  </a:cubicBezTo>
                  <a:cubicBezTo>
                    <a:pt x="1093040" y="691612"/>
                    <a:pt x="1092294" y="692359"/>
                    <a:pt x="1091377" y="692359"/>
                  </a:cubicBezTo>
                  <a:cubicBezTo>
                    <a:pt x="1090460" y="692359"/>
                    <a:pt x="1089713" y="691612"/>
                    <a:pt x="1089713" y="690696"/>
                  </a:cubicBezTo>
                  <a:close/>
                  <a:moveTo>
                    <a:pt x="753209" y="687369"/>
                  </a:moveTo>
                  <a:cubicBezTo>
                    <a:pt x="753209" y="686453"/>
                    <a:pt x="753980" y="685705"/>
                    <a:pt x="754872" y="685705"/>
                  </a:cubicBezTo>
                  <a:cubicBezTo>
                    <a:pt x="755812" y="685705"/>
                    <a:pt x="756560" y="686453"/>
                    <a:pt x="756560" y="687369"/>
                  </a:cubicBezTo>
                  <a:cubicBezTo>
                    <a:pt x="756560" y="688285"/>
                    <a:pt x="755812" y="689032"/>
                    <a:pt x="754872" y="689032"/>
                  </a:cubicBezTo>
                  <a:cubicBezTo>
                    <a:pt x="753980" y="689032"/>
                    <a:pt x="753209" y="688285"/>
                    <a:pt x="753209" y="687369"/>
                  </a:cubicBezTo>
                  <a:close/>
                  <a:moveTo>
                    <a:pt x="896485" y="687369"/>
                  </a:moveTo>
                  <a:cubicBezTo>
                    <a:pt x="896485" y="686453"/>
                    <a:pt x="897233" y="685705"/>
                    <a:pt x="898148" y="685705"/>
                  </a:cubicBezTo>
                  <a:cubicBezTo>
                    <a:pt x="899065" y="685705"/>
                    <a:pt x="899812" y="686453"/>
                    <a:pt x="899812" y="687369"/>
                  </a:cubicBezTo>
                  <a:cubicBezTo>
                    <a:pt x="899812" y="688285"/>
                    <a:pt x="899065" y="689032"/>
                    <a:pt x="898148" y="689032"/>
                  </a:cubicBezTo>
                  <a:cubicBezTo>
                    <a:pt x="897233" y="689032"/>
                    <a:pt x="896485" y="688285"/>
                    <a:pt x="896485" y="687369"/>
                  </a:cubicBezTo>
                  <a:close/>
                  <a:moveTo>
                    <a:pt x="30271" y="680691"/>
                  </a:moveTo>
                  <a:cubicBezTo>
                    <a:pt x="30271" y="679775"/>
                    <a:pt x="31019" y="679027"/>
                    <a:pt x="31934" y="679027"/>
                  </a:cubicBezTo>
                  <a:cubicBezTo>
                    <a:pt x="32850" y="679027"/>
                    <a:pt x="33598" y="679775"/>
                    <a:pt x="33598" y="680691"/>
                  </a:cubicBezTo>
                  <a:cubicBezTo>
                    <a:pt x="33598" y="681607"/>
                    <a:pt x="32850" y="682354"/>
                    <a:pt x="31934" y="682354"/>
                  </a:cubicBezTo>
                  <a:cubicBezTo>
                    <a:pt x="31019" y="682354"/>
                    <a:pt x="30271" y="681607"/>
                    <a:pt x="30271" y="680691"/>
                  </a:cubicBezTo>
                  <a:close/>
                  <a:moveTo>
                    <a:pt x="373430" y="680691"/>
                  </a:moveTo>
                  <a:cubicBezTo>
                    <a:pt x="373430" y="679775"/>
                    <a:pt x="374177" y="679027"/>
                    <a:pt x="375093" y="679027"/>
                  </a:cubicBezTo>
                  <a:cubicBezTo>
                    <a:pt x="376009" y="679027"/>
                    <a:pt x="376757" y="679775"/>
                    <a:pt x="376757" y="680691"/>
                  </a:cubicBezTo>
                  <a:cubicBezTo>
                    <a:pt x="376757" y="681607"/>
                    <a:pt x="376009" y="682354"/>
                    <a:pt x="375093" y="682354"/>
                  </a:cubicBezTo>
                  <a:cubicBezTo>
                    <a:pt x="374177" y="682354"/>
                    <a:pt x="373430" y="681607"/>
                    <a:pt x="373430" y="680691"/>
                  </a:cubicBezTo>
                  <a:close/>
                  <a:moveTo>
                    <a:pt x="553327" y="680691"/>
                  </a:moveTo>
                  <a:cubicBezTo>
                    <a:pt x="553327" y="679775"/>
                    <a:pt x="554074" y="679027"/>
                    <a:pt x="554989" y="679027"/>
                  </a:cubicBezTo>
                  <a:cubicBezTo>
                    <a:pt x="555906" y="679027"/>
                    <a:pt x="556654" y="679775"/>
                    <a:pt x="556654" y="680691"/>
                  </a:cubicBezTo>
                  <a:cubicBezTo>
                    <a:pt x="556654" y="681607"/>
                    <a:pt x="555906" y="682354"/>
                    <a:pt x="554989" y="682354"/>
                  </a:cubicBezTo>
                  <a:cubicBezTo>
                    <a:pt x="554074" y="682354"/>
                    <a:pt x="553327" y="681607"/>
                    <a:pt x="553327" y="680691"/>
                  </a:cubicBezTo>
                  <a:close/>
                  <a:moveTo>
                    <a:pt x="671602" y="655715"/>
                  </a:moveTo>
                  <a:cubicBezTo>
                    <a:pt x="686164" y="641057"/>
                    <a:pt x="698845" y="629051"/>
                    <a:pt x="699760" y="629051"/>
                  </a:cubicBezTo>
                  <a:cubicBezTo>
                    <a:pt x="700677" y="629051"/>
                    <a:pt x="689491" y="641057"/>
                    <a:pt x="674929" y="655715"/>
                  </a:cubicBezTo>
                  <a:cubicBezTo>
                    <a:pt x="660343" y="670373"/>
                    <a:pt x="647687" y="682354"/>
                    <a:pt x="646770" y="682354"/>
                  </a:cubicBezTo>
                  <a:cubicBezTo>
                    <a:pt x="645855" y="682354"/>
                    <a:pt x="657016" y="670373"/>
                    <a:pt x="671602" y="655715"/>
                  </a:cubicBezTo>
                  <a:close/>
                  <a:moveTo>
                    <a:pt x="978019" y="654871"/>
                  </a:moveTo>
                  <a:lnTo>
                    <a:pt x="951452" y="627387"/>
                  </a:lnTo>
                  <a:lnTo>
                    <a:pt x="978935" y="653979"/>
                  </a:lnTo>
                  <a:cubicBezTo>
                    <a:pt x="1004467" y="678642"/>
                    <a:pt x="1007938" y="682354"/>
                    <a:pt x="1005503" y="682354"/>
                  </a:cubicBezTo>
                  <a:cubicBezTo>
                    <a:pt x="1004996" y="682354"/>
                    <a:pt x="992629" y="669987"/>
                    <a:pt x="978019" y="654871"/>
                  </a:cubicBezTo>
                  <a:close/>
                  <a:moveTo>
                    <a:pt x="1096367" y="680691"/>
                  </a:moveTo>
                  <a:cubicBezTo>
                    <a:pt x="1096367" y="679775"/>
                    <a:pt x="1097114" y="679027"/>
                    <a:pt x="1098031" y="679027"/>
                  </a:cubicBezTo>
                  <a:cubicBezTo>
                    <a:pt x="1098948" y="679027"/>
                    <a:pt x="1099694" y="679775"/>
                    <a:pt x="1099694" y="680691"/>
                  </a:cubicBezTo>
                  <a:cubicBezTo>
                    <a:pt x="1099694" y="681607"/>
                    <a:pt x="1098948" y="682354"/>
                    <a:pt x="1098031" y="682354"/>
                  </a:cubicBezTo>
                  <a:cubicBezTo>
                    <a:pt x="1097114" y="682354"/>
                    <a:pt x="1096367" y="681607"/>
                    <a:pt x="1096367" y="680691"/>
                  </a:cubicBezTo>
                  <a:close/>
                  <a:moveTo>
                    <a:pt x="1116354" y="680691"/>
                  </a:moveTo>
                  <a:cubicBezTo>
                    <a:pt x="1116354" y="679775"/>
                    <a:pt x="1117101" y="679027"/>
                    <a:pt x="1118016" y="679027"/>
                  </a:cubicBezTo>
                  <a:cubicBezTo>
                    <a:pt x="1118933" y="679027"/>
                    <a:pt x="1119680" y="679775"/>
                    <a:pt x="1119680" y="680691"/>
                  </a:cubicBezTo>
                  <a:cubicBezTo>
                    <a:pt x="1119680" y="681607"/>
                    <a:pt x="1118933" y="682354"/>
                    <a:pt x="1118016" y="682354"/>
                  </a:cubicBezTo>
                  <a:cubicBezTo>
                    <a:pt x="1117101" y="682354"/>
                    <a:pt x="1116354" y="681607"/>
                    <a:pt x="1116354" y="680691"/>
                  </a:cubicBezTo>
                  <a:close/>
                  <a:moveTo>
                    <a:pt x="606630" y="677364"/>
                  </a:moveTo>
                  <a:cubicBezTo>
                    <a:pt x="606630" y="676448"/>
                    <a:pt x="607378" y="675700"/>
                    <a:pt x="608293" y="675700"/>
                  </a:cubicBezTo>
                  <a:cubicBezTo>
                    <a:pt x="609210" y="675700"/>
                    <a:pt x="609957" y="676448"/>
                    <a:pt x="609957" y="677364"/>
                  </a:cubicBezTo>
                  <a:cubicBezTo>
                    <a:pt x="609957" y="678280"/>
                    <a:pt x="609210" y="679027"/>
                    <a:pt x="608293" y="679027"/>
                  </a:cubicBezTo>
                  <a:cubicBezTo>
                    <a:pt x="607378" y="679027"/>
                    <a:pt x="606630" y="678280"/>
                    <a:pt x="606630" y="677364"/>
                  </a:cubicBezTo>
                  <a:close/>
                  <a:moveTo>
                    <a:pt x="1043063" y="677364"/>
                  </a:moveTo>
                  <a:cubicBezTo>
                    <a:pt x="1043063" y="676448"/>
                    <a:pt x="1043811" y="675700"/>
                    <a:pt x="1044727" y="675700"/>
                  </a:cubicBezTo>
                  <a:cubicBezTo>
                    <a:pt x="1045644" y="675700"/>
                    <a:pt x="1046390" y="676448"/>
                    <a:pt x="1046390" y="677364"/>
                  </a:cubicBezTo>
                  <a:cubicBezTo>
                    <a:pt x="1046390" y="678280"/>
                    <a:pt x="1045644" y="679027"/>
                    <a:pt x="1044727" y="679027"/>
                  </a:cubicBezTo>
                  <a:cubicBezTo>
                    <a:pt x="1043811" y="679027"/>
                    <a:pt x="1043063" y="678280"/>
                    <a:pt x="1043063" y="677364"/>
                  </a:cubicBezTo>
                  <a:close/>
                  <a:moveTo>
                    <a:pt x="376757" y="674037"/>
                  </a:moveTo>
                  <a:cubicBezTo>
                    <a:pt x="376757" y="673121"/>
                    <a:pt x="377504" y="672373"/>
                    <a:pt x="378420" y="672373"/>
                  </a:cubicBezTo>
                  <a:cubicBezTo>
                    <a:pt x="379336" y="672373"/>
                    <a:pt x="380084" y="673121"/>
                    <a:pt x="380084" y="674037"/>
                  </a:cubicBezTo>
                  <a:cubicBezTo>
                    <a:pt x="380084" y="674953"/>
                    <a:pt x="379336" y="675700"/>
                    <a:pt x="378420" y="675700"/>
                  </a:cubicBezTo>
                  <a:cubicBezTo>
                    <a:pt x="377504" y="675700"/>
                    <a:pt x="376757" y="674953"/>
                    <a:pt x="376757" y="674037"/>
                  </a:cubicBezTo>
                  <a:close/>
                  <a:moveTo>
                    <a:pt x="23617" y="670710"/>
                  </a:moveTo>
                  <a:cubicBezTo>
                    <a:pt x="23617" y="669794"/>
                    <a:pt x="24365" y="669046"/>
                    <a:pt x="25281" y="669046"/>
                  </a:cubicBezTo>
                  <a:cubicBezTo>
                    <a:pt x="26197" y="669046"/>
                    <a:pt x="26944" y="669794"/>
                    <a:pt x="26944" y="670710"/>
                  </a:cubicBezTo>
                  <a:cubicBezTo>
                    <a:pt x="26944" y="671626"/>
                    <a:pt x="26197" y="672373"/>
                    <a:pt x="25281" y="672373"/>
                  </a:cubicBezTo>
                  <a:cubicBezTo>
                    <a:pt x="24365" y="672373"/>
                    <a:pt x="23617" y="671626"/>
                    <a:pt x="23617" y="670710"/>
                  </a:cubicBezTo>
                  <a:close/>
                  <a:moveTo>
                    <a:pt x="546673" y="670710"/>
                  </a:moveTo>
                  <a:cubicBezTo>
                    <a:pt x="546673" y="669794"/>
                    <a:pt x="547420" y="669046"/>
                    <a:pt x="548335" y="669046"/>
                  </a:cubicBezTo>
                  <a:cubicBezTo>
                    <a:pt x="549252" y="669046"/>
                    <a:pt x="550000" y="669794"/>
                    <a:pt x="550000" y="670710"/>
                  </a:cubicBezTo>
                  <a:cubicBezTo>
                    <a:pt x="550000" y="671626"/>
                    <a:pt x="549252" y="672373"/>
                    <a:pt x="548335" y="672373"/>
                  </a:cubicBezTo>
                  <a:cubicBezTo>
                    <a:pt x="547420" y="672373"/>
                    <a:pt x="546673" y="671626"/>
                    <a:pt x="546673" y="670710"/>
                  </a:cubicBezTo>
                  <a:close/>
                  <a:moveTo>
                    <a:pt x="771531" y="669046"/>
                  </a:moveTo>
                  <a:cubicBezTo>
                    <a:pt x="772665" y="667214"/>
                    <a:pt x="774351" y="665696"/>
                    <a:pt x="775268" y="665696"/>
                  </a:cubicBezTo>
                  <a:cubicBezTo>
                    <a:pt x="776185" y="665696"/>
                    <a:pt x="776016" y="667214"/>
                    <a:pt x="774883" y="669046"/>
                  </a:cubicBezTo>
                  <a:cubicBezTo>
                    <a:pt x="773749" y="670879"/>
                    <a:pt x="772062" y="672373"/>
                    <a:pt x="771145" y="672373"/>
                  </a:cubicBezTo>
                  <a:cubicBezTo>
                    <a:pt x="770230" y="672373"/>
                    <a:pt x="770423" y="670879"/>
                    <a:pt x="771531" y="669046"/>
                  </a:cubicBezTo>
                  <a:close/>
                  <a:moveTo>
                    <a:pt x="877826" y="668517"/>
                  </a:moveTo>
                  <a:lnTo>
                    <a:pt x="875463" y="664683"/>
                  </a:lnTo>
                  <a:lnTo>
                    <a:pt x="879296" y="667046"/>
                  </a:lnTo>
                  <a:cubicBezTo>
                    <a:pt x="881418" y="668372"/>
                    <a:pt x="883152" y="670083"/>
                    <a:pt x="883152" y="670903"/>
                  </a:cubicBezTo>
                  <a:cubicBezTo>
                    <a:pt x="883152" y="673675"/>
                    <a:pt x="880212" y="672373"/>
                    <a:pt x="877826" y="668517"/>
                  </a:cubicBezTo>
                  <a:close/>
                  <a:moveTo>
                    <a:pt x="1103021" y="670710"/>
                  </a:moveTo>
                  <a:cubicBezTo>
                    <a:pt x="1103021" y="669794"/>
                    <a:pt x="1103793" y="669046"/>
                    <a:pt x="1104685" y="669046"/>
                  </a:cubicBezTo>
                  <a:cubicBezTo>
                    <a:pt x="1105625" y="669046"/>
                    <a:pt x="1106373" y="669794"/>
                    <a:pt x="1106373" y="670710"/>
                  </a:cubicBezTo>
                  <a:cubicBezTo>
                    <a:pt x="1106373" y="671626"/>
                    <a:pt x="1105625" y="672373"/>
                    <a:pt x="1104685" y="672373"/>
                  </a:cubicBezTo>
                  <a:cubicBezTo>
                    <a:pt x="1103793" y="672373"/>
                    <a:pt x="1103021" y="671626"/>
                    <a:pt x="1103021" y="670710"/>
                  </a:cubicBezTo>
                  <a:close/>
                  <a:moveTo>
                    <a:pt x="1126358" y="670710"/>
                  </a:moveTo>
                  <a:cubicBezTo>
                    <a:pt x="1126358" y="669794"/>
                    <a:pt x="1127105" y="669046"/>
                    <a:pt x="1128022" y="669046"/>
                  </a:cubicBezTo>
                  <a:cubicBezTo>
                    <a:pt x="1128937" y="669046"/>
                    <a:pt x="1129685" y="669794"/>
                    <a:pt x="1129685" y="670710"/>
                  </a:cubicBezTo>
                  <a:cubicBezTo>
                    <a:pt x="1129685" y="671626"/>
                    <a:pt x="1128937" y="672373"/>
                    <a:pt x="1128022" y="672373"/>
                  </a:cubicBezTo>
                  <a:cubicBezTo>
                    <a:pt x="1127105" y="672373"/>
                    <a:pt x="1126358" y="671626"/>
                    <a:pt x="1126358" y="670710"/>
                  </a:cubicBezTo>
                  <a:close/>
                  <a:moveTo>
                    <a:pt x="599976" y="667383"/>
                  </a:moveTo>
                  <a:cubicBezTo>
                    <a:pt x="599976" y="666467"/>
                    <a:pt x="600724" y="665696"/>
                    <a:pt x="601639" y="665696"/>
                  </a:cubicBezTo>
                  <a:cubicBezTo>
                    <a:pt x="602556" y="665696"/>
                    <a:pt x="603303" y="666467"/>
                    <a:pt x="603303" y="667383"/>
                  </a:cubicBezTo>
                  <a:cubicBezTo>
                    <a:pt x="603303" y="668299"/>
                    <a:pt x="602556" y="669046"/>
                    <a:pt x="601639" y="669046"/>
                  </a:cubicBezTo>
                  <a:cubicBezTo>
                    <a:pt x="600724" y="669046"/>
                    <a:pt x="599976" y="668299"/>
                    <a:pt x="599976" y="667383"/>
                  </a:cubicBezTo>
                  <a:close/>
                  <a:moveTo>
                    <a:pt x="1049717" y="667383"/>
                  </a:moveTo>
                  <a:cubicBezTo>
                    <a:pt x="1049717" y="666467"/>
                    <a:pt x="1050465" y="665696"/>
                    <a:pt x="1051381" y="665696"/>
                  </a:cubicBezTo>
                  <a:cubicBezTo>
                    <a:pt x="1052298" y="665696"/>
                    <a:pt x="1053069" y="666467"/>
                    <a:pt x="1053069" y="667383"/>
                  </a:cubicBezTo>
                  <a:cubicBezTo>
                    <a:pt x="1053069" y="668299"/>
                    <a:pt x="1052298" y="669046"/>
                    <a:pt x="1051381" y="669046"/>
                  </a:cubicBezTo>
                  <a:cubicBezTo>
                    <a:pt x="1050465" y="669046"/>
                    <a:pt x="1049717" y="668299"/>
                    <a:pt x="1049717" y="667383"/>
                  </a:cubicBezTo>
                  <a:close/>
                  <a:moveTo>
                    <a:pt x="20290" y="664032"/>
                  </a:moveTo>
                  <a:cubicBezTo>
                    <a:pt x="20290" y="663116"/>
                    <a:pt x="21038" y="662369"/>
                    <a:pt x="21954" y="662369"/>
                  </a:cubicBezTo>
                  <a:cubicBezTo>
                    <a:pt x="22870" y="662369"/>
                    <a:pt x="23617" y="663116"/>
                    <a:pt x="23617" y="664032"/>
                  </a:cubicBezTo>
                  <a:cubicBezTo>
                    <a:pt x="23617" y="664948"/>
                    <a:pt x="22870" y="665696"/>
                    <a:pt x="21954" y="665696"/>
                  </a:cubicBezTo>
                  <a:cubicBezTo>
                    <a:pt x="21038" y="665696"/>
                    <a:pt x="20290" y="664948"/>
                    <a:pt x="20290" y="664032"/>
                  </a:cubicBezTo>
                  <a:close/>
                  <a:moveTo>
                    <a:pt x="383411" y="664032"/>
                  </a:moveTo>
                  <a:cubicBezTo>
                    <a:pt x="383411" y="663116"/>
                    <a:pt x="384158" y="662369"/>
                    <a:pt x="385074" y="662369"/>
                  </a:cubicBezTo>
                  <a:cubicBezTo>
                    <a:pt x="385990" y="662369"/>
                    <a:pt x="386738" y="663116"/>
                    <a:pt x="386738" y="664032"/>
                  </a:cubicBezTo>
                  <a:cubicBezTo>
                    <a:pt x="386738" y="664948"/>
                    <a:pt x="385990" y="665696"/>
                    <a:pt x="385074" y="665696"/>
                  </a:cubicBezTo>
                  <a:cubicBezTo>
                    <a:pt x="384158" y="665696"/>
                    <a:pt x="383411" y="664948"/>
                    <a:pt x="383411" y="664032"/>
                  </a:cubicBezTo>
                  <a:close/>
                  <a:moveTo>
                    <a:pt x="543322" y="664032"/>
                  </a:moveTo>
                  <a:cubicBezTo>
                    <a:pt x="543322" y="663116"/>
                    <a:pt x="544093" y="662369"/>
                    <a:pt x="544985" y="662369"/>
                  </a:cubicBezTo>
                  <a:cubicBezTo>
                    <a:pt x="545925" y="662369"/>
                    <a:pt x="546673" y="663116"/>
                    <a:pt x="546673" y="664032"/>
                  </a:cubicBezTo>
                  <a:cubicBezTo>
                    <a:pt x="546673" y="664948"/>
                    <a:pt x="545925" y="665696"/>
                    <a:pt x="544985" y="665696"/>
                  </a:cubicBezTo>
                  <a:cubicBezTo>
                    <a:pt x="544093" y="665696"/>
                    <a:pt x="543322" y="664948"/>
                    <a:pt x="543322" y="664032"/>
                  </a:cubicBezTo>
                  <a:close/>
                  <a:moveTo>
                    <a:pt x="779872" y="664032"/>
                  </a:moveTo>
                  <a:cubicBezTo>
                    <a:pt x="779872" y="663116"/>
                    <a:pt x="780620" y="662369"/>
                    <a:pt x="781536" y="662369"/>
                  </a:cubicBezTo>
                  <a:cubicBezTo>
                    <a:pt x="782452" y="662369"/>
                    <a:pt x="783199" y="663116"/>
                    <a:pt x="783199" y="664032"/>
                  </a:cubicBezTo>
                  <a:cubicBezTo>
                    <a:pt x="783199" y="664948"/>
                    <a:pt x="782452" y="665696"/>
                    <a:pt x="781536" y="665696"/>
                  </a:cubicBezTo>
                  <a:cubicBezTo>
                    <a:pt x="780620" y="665696"/>
                    <a:pt x="779872" y="664948"/>
                    <a:pt x="779872" y="664032"/>
                  </a:cubicBezTo>
                  <a:close/>
                  <a:moveTo>
                    <a:pt x="1106373" y="664032"/>
                  </a:moveTo>
                  <a:cubicBezTo>
                    <a:pt x="1106373" y="663116"/>
                    <a:pt x="1107120" y="662369"/>
                    <a:pt x="1108035" y="662369"/>
                  </a:cubicBezTo>
                  <a:cubicBezTo>
                    <a:pt x="1108952" y="662369"/>
                    <a:pt x="1109700" y="663116"/>
                    <a:pt x="1109700" y="664032"/>
                  </a:cubicBezTo>
                  <a:cubicBezTo>
                    <a:pt x="1109700" y="664948"/>
                    <a:pt x="1108952" y="665696"/>
                    <a:pt x="1108035" y="665696"/>
                  </a:cubicBezTo>
                  <a:cubicBezTo>
                    <a:pt x="1107120" y="665696"/>
                    <a:pt x="1106373" y="664948"/>
                    <a:pt x="1106373" y="664032"/>
                  </a:cubicBezTo>
                  <a:close/>
                  <a:moveTo>
                    <a:pt x="863167" y="660705"/>
                  </a:moveTo>
                  <a:cubicBezTo>
                    <a:pt x="863167" y="659789"/>
                    <a:pt x="863915" y="659042"/>
                    <a:pt x="864831" y="659042"/>
                  </a:cubicBezTo>
                  <a:cubicBezTo>
                    <a:pt x="865747" y="659042"/>
                    <a:pt x="866494" y="659789"/>
                    <a:pt x="866494" y="660705"/>
                  </a:cubicBezTo>
                  <a:cubicBezTo>
                    <a:pt x="866494" y="661621"/>
                    <a:pt x="865747" y="662369"/>
                    <a:pt x="864831" y="662369"/>
                  </a:cubicBezTo>
                  <a:cubicBezTo>
                    <a:pt x="863915" y="662369"/>
                    <a:pt x="863167" y="661621"/>
                    <a:pt x="863167" y="660705"/>
                  </a:cubicBezTo>
                  <a:close/>
                  <a:moveTo>
                    <a:pt x="16940" y="657378"/>
                  </a:moveTo>
                  <a:cubicBezTo>
                    <a:pt x="16940" y="656462"/>
                    <a:pt x="17686" y="655715"/>
                    <a:pt x="18603" y="655715"/>
                  </a:cubicBezTo>
                  <a:cubicBezTo>
                    <a:pt x="19519" y="655715"/>
                    <a:pt x="20290" y="656462"/>
                    <a:pt x="20290" y="657378"/>
                  </a:cubicBezTo>
                  <a:cubicBezTo>
                    <a:pt x="20290" y="658294"/>
                    <a:pt x="19519" y="659042"/>
                    <a:pt x="18603" y="659042"/>
                  </a:cubicBezTo>
                  <a:cubicBezTo>
                    <a:pt x="17686" y="659042"/>
                    <a:pt x="16940" y="658294"/>
                    <a:pt x="16940" y="657378"/>
                  </a:cubicBezTo>
                  <a:close/>
                  <a:moveTo>
                    <a:pt x="386738" y="657378"/>
                  </a:moveTo>
                  <a:cubicBezTo>
                    <a:pt x="386738" y="656462"/>
                    <a:pt x="387509" y="655715"/>
                    <a:pt x="388425" y="655715"/>
                  </a:cubicBezTo>
                  <a:cubicBezTo>
                    <a:pt x="389341" y="655715"/>
                    <a:pt x="390089" y="656462"/>
                    <a:pt x="390089" y="657378"/>
                  </a:cubicBezTo>
                  <a:cubicBezTo>
                    <a:pt x="390089" y="658294"/>
                    <a:pt x="389341" y="659042"/>
                    <a:pt x="388425" y="659042"/>
                  </a:cubicBezTo>
                  <a:cubicBezTo>
                    <a:pt x="387509" y="659042"/>
                    <a:pt x="386738" y="658294"/>
                    <a:pt x="386738" y="657378"/>
                  </a:cubicBezTo>
                  <a:close/>
                  <a:moveTo>
                    <a:pt x="539995" y="657378"/>
                  </a:moveTo>
                  <a:cubicBezTo>
                    <a:pt x="539995" y="656462"/>
                    <a:pt x="540741" y="655715"/>
                    <a:pt x="541658" y="655715"/>
                  </a:cubicBezTo>
                  <a:cubicBezTo>
                    <a:pt x="542575" y="655715"/>
                    <a:pt x="543322" y="656462"/>
                    <a:pt x="543322" y="657378"/>
                  </a:cubicBezTo>
                  <a:cubicBezTo>
                    <a:pt x="543322" y="658294"/>
                    <a:pt x="542575" y="659042"/>
                    <a:pt x="541658" y="659042"/>
                  </a:cubicBezTo>
                  <a:cubicBezTo>
                    <a:pt x="540741" y="659042"/>
                    <a:pt x="539995" y="658294"/>
                    <a:pt x="539995" y="657378"/>
                  </a:cubicBezTo>
                  <a:close/>
                  <a:moveTo>
                    <a:pt x="593299" y="657378"/>
                  </a:moveTo>
                  <a:cubicBezTo>
                    <a:pt x="593299" y="656462"/>
                    <a:pt x="594045" y="655715"/>
                    <a:pt x="594961" y="655715"/>
                  </a:cubicBezTo>
                  <a:cubicBezTo>
                    <a:pt x="595878" y="655715"/>
                    <a:pt x="596626" y="656462"/>
                    <a:pt x="596626" y="657378"/>
                  </a:cubicBezTo>
                  <a:cubicBezTo>
                    <a:pt x="596626" y="658294"/>
                    <a:pt x="595878" y="659042"/>
                    <a:pt x="594961" y="659042"/>
                  </a:cubicBezTo>
                  <a:cubicBezTo>
                    <a:pt x="594045" y="659042"/>
                    <a:pt x="593299" y="658294"/>
                    <a:pt x="593299" y="657378"/>
                  </a:cubicBezTo>
                  <a:close/>
                  <a:moveTo>
                    <a:pt x="793205" y="657378"/>
                  </a:moveTo>
                  <a:cubicBezTo>
                    <a:pt x="793205" y="656462"/>
                    <a:pt x="793953" y="655715"/>
                    <a:pt x="794868" y="655715"/>
                  </a:cubicBezTo>
                  <a:cubicBezTo>
                    <a:pt x="795785" y="655715"/>
                    <a:pt x="796532" y="656462"/>
                    <a:pt x="796532" y="657378"/>
                  </a:cubicBezTo>
                  <a:cubicBezTo>
                    <a:pt x="796532" y="658294"/>
                    <a:pt x="795785" y="659042"/>
                    <a:pt x="794868" y="659042"/>
                  </a:cubicBezTo>
                  <a:cubicBezTo>
                    <a:pt x="793953" y="659042"/>
                    <a:pt x="793205" y="658294"/>
                    <a:pt x="793205" y="657378"/>
                  </a:cubicBezTo>
                  <a:close/>
                  <a:moveTo>
                    <a:pt x="856490" y="657378"/>
                  </a:moveTo>
                  <a:cubicBezTo>
                    <a:pt x="856490" y="656462"/>
                    <a:pt x="857237" y="655715"/>
                    <a:pt x="858152" y="655715"/>
                  </a:cubicBezTo>
                  <a:cubicBezTo>
                    <a:pt x="859069" y="655715"/>
                    <a:pt x="859840" y="656462"/>
                    <a:pt x="859840" y="657378"/>
                  </a:cubicBezTo>
                  <a:cubicBezTo>
                    <a:pt x="859840" y="658294"/>
                    <a:pt x="859069" y="659042"/>
                    <a:pt x="858152" y="659042"/>
                  </a:cubicBezTo>
                  <a:cubicBezTo>
                    <a:pt x="857237" y="659042"/>
                    <a:pt x="856490" y="658294"/>
                    <a:pt x="856490" y="657378"/>
                  </a:cubicBezTo>
                  <a:close/>
                  <a:moveTo>
                    <a:pt x="1056396" y="657378"/>
                  </a:moveTo>
                  <a:cubicBezTo>
                    <a:pt x="1056396" y="656462"/>
                    <a:pt x="1057144" y="655715"/>
                    <a:pt x="1058059" y="655715"/>
                  </a:cubicBezTo>
                  <a:cubicBezTo>
                    <a:pt x="1058975" y="655715"/>
                    <a:pt x="1059723" y="656462"/>
                    <a:pt x="1059723" y="657378"/>
                  </a:cubicBezTo>
                  <a:cubicBezTo>
                    <a:pt x="1059723" y="658294"/>
                    <a:pt x="1058975" y="659042"/>
                    <a:pt x="1058059" y="659042"/>
                  </a:cubicBezTo>
                  <a:cubicBezTo>
                    <a:pt x="1057144" y="659042"/>
                    <a:pt x="1056396" y="658294"/>
                    <a:pt x="1056396" y="657378"/>
                  </a:cubicBezTo>
                  <a:close/>
                  <a:moveTo>
                    <a:pt x="1109700" y="657378"/>
                  </a:moveTo>
                  <a:cubicBezTo>
                    <a:pt x="1109700" y="656462"/>
                    <a:pt x="1110447" y="655715"/>
                    <a:pt x="1111362" y="655715"/>
                  </a:cubicBezTo>
                  <a:cubicBezTo>
                    <a:pt x="1112279" y="655715"/>
                    <a:pt x="1113027" y="656462"/>
                    <a:pt x="1113027" y="657378"/>
                  </a:cubicBezTo>
                  <a:cubicBezTo>
                    <a:pt x="1113027" y="658294"/>
                    <a:pt x="1112279" y="659042"/>
                    <a:pt x="1111362" y="659042"/>
                  </a:cubicBezTo>
                  <a:cubicBezTo>
                    <a:pt x="1110447" y="659042"/>
                    <a:pt x="1109700" y="658294"/>
                    <a:pt x="1109700" y="657378"/>
                  </a:cubicBezTo>
                  <a:close/>
                  <a:moveTo>
                    <a:pt x="803186" y="654051"/>
                  </a:moveTo>
                  <a:cubicBezTo>
                    <a:pt x="803186" y="653135"/>
                    <a:pt x="803934" y="652388"/>
                    <a:pt x="804849" y="652388"/>
                  </a:cubicBezTo>
                  <a:cubicBezTo>
                    <a:pt x="805765" y="652388"/>
                    <a:pt x="806513" y="653135"/>
                    <a:pt x="806513" y="654051"/>
                  </a:cubicBezTo>
                  <a:cubicBezTo>
                    <a:pt x="806513" y="654967"/>
                    <a:pt x="805765" y="655715"/>
                    <a:pt x="804849" y="655715"/>
                  </a:cubicBezTo>
                  <a:cubicBezTo>
                    <a:pt x="803934" y="655715"/>
                    <a:pt x="803186" y="654967"/>
                    <a:pt x="803186" y="654051"/>
                  </a:cubicBezTo>
                  <a:close/>
                  <a:moveTo>
                    <a:pt x="846509" y="654051"/>
                  </a:moveTo>
                  <a:cubicBezTo>
                    <a:pt x="846509" y="653135"/>
                    <a:pt x="847256" y="652388"/>
                    <a:pt x="848171" y="652388"/>
                  </a:cubicBezTo>
                  <a:cubicBezTo>
                    <a:pt x="849088" y="652388"/>
                    <a:pt x="849836" y="653135"/>
                    <a:pt x="849836" y="654051"/>
                  </a:cubicBezTo>
                  <a:cubicBezTo>
                    <a:pt x="849836" y="654967"/>
                    <a:pt x="849088" y="655715"/>
                    <a:pt x="848171" y="655715"/>
                  </a:cubicBezTo>
                  <a:cubicBezTo>
                    <a:pt x="847256" y="655715"/>
                    <a:pt x="846509" y="654967"/>
                    <a:pt x="846509" y="654051"/>
                  </a:cubicBezTo>
                  <a:close/>
                  <a:moveTo>
                    <a:pt x="13613" y="650724"/>
                  </a:moveTo>
                  <a:cubicBezTo>
                    <a:pt x="13613" y="649808"/>
                    <a:pt x="14359" y="649061"/>
                    <a:pt x="15276" y="649061"/>
                  </a:cubicBezTo>
                  <a:cubicBezTo>
                    <a:pt x="16192" y="649061"/>
                    <a:pt x="16940" y="649808"/>
                    <a:pt x="16940" y="650724"/>
                  </a:cubicBezTo>
                  <a:cubicBezTo>
                    <a:pt x="16940" y="651640"/>
                    <a:pt x="16192" y="652388"/>
                    <a:pt x="15276" y="652388"/>
                  </a:cubicBezTo>
                  <a:cubicBezTo>
                    <a:pt x="14359" y="652388"/>
                    <a:pt x="13613" y="651640"/>
                    <a:pt x="13613" y="650724"/>
                  </a:cubicBezTo>
                  <a:close/>
                  <a:moveTo>
                    <a:pt x="589972" y="650724"/>
                  </a:moveTo>
                  <a:cubicBezTo>
                    <a:pt x="589972" y="649808"/>
                    <a:pt x="590718" y="649061"/>
                    <a:pt x="591634" y="649061"/>
                  </a:cubicBezTo>
                  <a:cubicBezTo>
                    <a:pt x="592551" y="649061"/>
                    <a:pt x="593299" y="649808"/>
                    <a:pt x="593299" y="650724"/>
                  </a:cubicBezTo>
                  <a:cubicBezTo>
                    <a:pt x="593299" y="651640"/>
                    <a:pt x="592551" y="652388"/>
                    <a:pt x="591634" y="652388"/>
                  </a:cubicBezTo>
                  <a:cubicBezTo>
                    <a:pt x="590718" y="652388"/>
                    <a:pt x="589972" y="651640"/>
                    <a:pt x="589972" y="650724"/>
                  </a:cubicBezTo>
                  <a:close/>
                  <a:moveTo>
                    <a:pt x="1059723" y="650724"/>
                  </a:moveTo>
                  <a:cubicBezTo>
                    <a:pt x="1059723" y="649808"/>
                    <a:pt x="1060470" y="649061"/>
                    <a:pt x="1061386" y="649061"/>
                  </a:cubicBezTo>
                  <a:cubicBezTo>
                    <a:pt x="1062302" y="649061"/>
                    <a:pt x="1063050" y="649808"/>
                    <a:pt x="1063050" y="650724"/>
                  </a:cubicBezTo>
                  <a:cubicBezTo>
                    <a:pt x="1063050" y="651640"/>
                    <a:pt x="1062302" y="652388"/>
                    <a:pt x="1061386" y="652388"/>
                  </a:cubicBezTo>
                  <a:cubicBezTo>
                    <a:pt x="1060470" y="652388"/>
                    <a:pt x="1059723" y="651640"/>
                    <a:pt x="1059723" y="650724"/>
                  </a:cubicBezTo>
                  <a:close/>
                  <a:moveTo>
                    <a:pt x="753209" y="644456"/>
                  </a:moveTo>
                  <a:cubicBezTo>
                    <a:pt x="753209" y="643757"/>
                    <a:pt x="755836" y="641153"/>
                    <a:pt x="759044" y="638622"/>
                  </a:cubicBezTo>
                  <a:lnTo>
                    <a:pt x="764877" y="634065"/>
                  </a:lnTo>
                  <a:lnTo>
                    <a:pt x="760297" y="639900"/>
                  </a:lnTo>
                  <a:cubicBezTo>
                    <a:pt x="755957" y="645445"/>
                    <a:pt x="753209" y="647205"/>
                    <a:pt x="753209" y="644456"/>
                  </a:cubicBezTo>
                  <a:close/>
                  <a:moveTo>
                    <a:pt x="892724" y="639900"/>
                  </a:moveTo>
                  <a:lnTo>
                    <a:pt x="888144" y="634065"/>
                  </a:lnTo>
                  <a:lnTo>
                    <a:pt x="893978" y="638622"/>
                  </a:lnTo>
                  <a:cubicBezTo>
                    <a:pt x="899522" y="642985"/>
                    <a:pt x="901282" y="645710"/>
                    <a:pt x="898559" y="645710"/>
                  </a:cubicBezTo>
                  <a:cubicBezTo>
                    <a:pt x="897860" y="645710"/>
                    <a:pt x="895232" y="643106"/>
                    <a:pt x="892724" y="639900"/>
                  </a:cubicBezTo>
                  <a:close/>
                  <a:moveTo>
                    <a:pt x="10286" y="640719"/>
                  </a:moveTo>
                  <a:cubicBezTo>
                    <a:pt x="10286" y="639803"/>
                    <a:pt x="11032" y="639056"/>
                    <a:pt x="11949" y="639056"/>
                  </a:cubicBezTo>
                  <a:cubicBezTo>
                    <a:pt x="12865" y="639056"/>
                    <a:pt x="13613" y="639803"/>
                    <a:pt x="13613" y="640719"/>
                  </a:cubicBezTo>
                  <a:cubicBezTo>
                    <a:pt x="13613" y="641635"/>
                    <a:pt x="12865" y="642383"/>
                    <a:pt x="11949" y="642383"/>
                  </a:cubicBezTo>
                  <a:cubicBezTo>
                    <a:pt x="11032" y="642383"/>
                    <a:pt x="10286" y="641635"/>
                    <a:pt x="10286" y="640719"/>
                  </a:cubicBezTo>
                  <a:close/>
                  <a:moveTo>
                    <a:pt x="393416" y="640719"/>
                  </a:moveTo>
                  <a:cubicBezTo>
                    <a:pt x="393416" y="639803"/>
                    <a:pt x="394163" y="639056"/>
                    <a:pt x="395079" y="639056"/>
                  </a:cubicBezTo>
                  <a:cubicBezTo>
                    <a:pt x="395995" y="639056"/>
                    <a:pt x="396743" y="639803"/>
                    <a:pt x="396743" y="640719"/>
                  </a:cubicBezTo>
                  <a:cubicBezTo>
                    <a:pt x="396743" y="641635"/>
                    <a:pt x="395995" y="642383"/>
                    <a:pt x="395079" y="642383"/>
                  </a:cubicBezTo>
                  <a:cubicBezTo>
                    <a:pt x="394163" y="642383"/>
                    <a:pt x="393416" y="641635"/>
                    <a:pt x="393416" y="640719"/>
                  </a:cubicBezTo>
                  <a:close/>
                  <a:moveTo>
                    <a:pt x="1246804" y="635729"/>
                  </a:moveTo>
                  <a:lnTo>
                    <a:pt x="1246804" y="627387"/>
                  </a:lnTo>
                  <a:lnTo>
                    <a:pt x="1248492" y="631558"/>
                  </a:lnTo>
                  <a:cubicBezTo>
                    <a:pt x="1249407" y="633848"/>
                    <a:pt x="1249407" y="637585"/>
                    <a:pt x="1248492" y="639875"/>
                  </a:cubicBezTo>
                  <a:lnTo>
                    <a:pt x="1246804" y="644046"/>
                  </a:lnTo>
                  <a:close/>
                  <a:moveTo>
                    <a:pt x="415909" y="633246"/>
                  </a:moveTo>
                  <a:cubicBezTo>
                    <a:pt x="427360" y="632595"/>
                    <a:pt x="446093" y="632595"/>
                    <a:pt x="457543" y="633246"/>
                  </a:cubicBezTo>
                  <a:cubicBezTo>
                    <a:pt x="468995" y="633897"/>
                    <a:pt x="459617" y="634451"/>
                    <a:pt x="436714" y="634451"/>
                  </a:cubicBezTo>
                  <a:cubicBezTo>
                    <a:pt x="413811" y="634451"/>
                    <a:pt x="404457" y="633897"/>
                    <a:pt x="415909" y="633246"/>
                  </a:cubicBezTo>
                  <a:close/>
                  <a:moveTo>
                    <a:pt x="579966" y="634065"/>
                  </a:moveTo>
                  <a:cubicBezTo>
                    <a:pt x="579966" y="633149"/>
                    <a:pt x="580737" y="632378"/>
                    <a:pt x="581654" y="632378"/>
                  </a:cubicBezTo>
                  <a:cubicBezTo>
                    <a:pt x="582570" y="632378"/>
                    <a:pt x="583318" y="633149"/>
                    <a:pt x="583318" y="634065"/>
                  </a:cubicBezTo>
                  <a:cubicBezTo>
                    <a:pt x="583318" y="634981"/>
                    <a:pt x="582570" y="635729"/>
                    <a:pt x="581654" y="635729"/>
                  </a:cubicBezTo>
                  <a:cubicBezTo>
                    <a:pt x="580737" y="635729"/>
                    <a:pt x="579966" y="634981"/>
                    <a:pt x="579966" y="634065"/>
                  </a:cubicBezTo>
                  <a:close/>
                  <a:moveTo>
                    <a:pt x="1069727" y="634065"/>
                  </a:moveTo>
                  <a:cubicBezTo>
                    <a:pt x="1069727" y="633149"/>
                    <a:pt x="1070475" y="632378"/>
                    <a:pt x="1071392" y="632378"/>
                  </a:cubicBezTo>
                  <a:cubicBezTo>
                    <a:pt x="1072307" y="632378"/>
                    <a:pt x="1073054" y="633149"/>
                    <a:pt x="1073054" y="634065"/>
                  </a:cubicBezTo>
                  <a:cubicBezTo>
                    <a:pt x="1073054" y="634981"/>
                    <a:pt x="1072307" y="635729"/>
                    <a:pt x="1071392" y="635729"/>
                  </a:cubicBezTo>
                  <a:cubicBezTo>
                    <a:pt x="1070475" y="635729"/>
                    <a:pt x="1069727" y="634981"/>
                    <a:pt x="1069727" y="634065"/>
                  </a:cubicBezTo>
                  <a:close/>
                  <a:moveTo>
                    <a:pt x="1649679" y="630449"/>
                  </a:moveTo>
                  <a:lnTo>
                    <a:pt x="1649919" y="624060"/>
                  </a:lnTo>
                  <a:lnTo>
                    <a:pt x="1651680" y="628424"/>
                  </a:lnTo>
                  <a:cubicBezTo>
                    <a:pt x="1652644" y="630835"/>
                    <a:pt x="1652523" y="633704"/>
                    <a:pt x="1651414" y="634813"/>
                  </a:cubicBezTo>
                  <a:cubicBezTo>
                    <a:pt x="1650306" y="635922"/>
                    <a:pt x="1649533" y="633969"/>
                    <a:pt x="1649679" y="630449"/>
                  </a:cubicBezTo>
                  <a:close/>
                  <a:moveTo>
                    <a:pt x="6959" y="630714"/>
                  </a:moveTo>
                  <a:cubicBezTo>
                    <a:pt x="6959" y="629798"/>
                    <a:pt x="7705" y="629051"/>
                    <a:pt x="8622" y="629051"/>
                  </a:cubicBezTo>
                  <a:cubicBezTo>
                    <a:pt x="9538" y="629051"/>
                    <a:pt x="10286" y="629798"/>
                    <a:pt x="10286" y="630714"/>
                  </a:cubicBezTo>
                  <a:cubicBezTo>
                    <a:pt x="10286" y="631630"/>
                    <a:pt x="9538" y="632378"/>
                    <a:pt x="8622" y="632378"/>
                  </a:cubicBezTo>
                  <a:cubicBezTo>
                    <a:pt x="7705" y="632378"/>
                    <a:pt x="6959" y="631630"/>
                    <a:pt x="6959" y="630714"/>
                  </a:cubicBezTo>
                  <a:close/>
                  <a:moveTo>
                    <a:pt x="491681" y="625724"/>
                  </a:moveTo>
                  <a:cubicBezTo>
                    <a:pt x="492814" y="623892"/>
                    <a:pt x="494502" y="622397"/>
                    <a:pt x="495419" y="622397"/>
                  </a:cubicBezTo>
                  <a:cubicBezTo>
                    <a:pt x="496334" y="622397"/>
                    <a:pt x="496165" y="623892"/>
                    <a:pt x="495032" y="625724"/>
                  </a:cubicBezTo>
                  <a:cubicBezTo>
                    <a:pt x="493899" y="627556"/>
                    <a:pt x="492211" y="629051"/>
                    <a:pt x="491296" y="629051"/>
                  </a:cubicBezTo>
                  <a:cubicBezTo>
                    <a:pt x="490379" y="629051"/>
                    <a:pt x="490548" y="627556"/>
                    <a:pt x="491681" y="625724"/>
                  </a:cubicBezTo>
                  <a:close/>
                  <a:moveTo>
                    <a:pt x="576639" y="627387"/>
                  </a:moveTo>
                  <a:cubicBezTo>
                    <a:pt x="576639" y="626471"/>
                    <a:pt x="577386" y="625724"/>
                    <a:pt x="578303" y="625724"/>
                  </a:cubicBezTo>
                  <a:cubicBezTo>
                    <a:pt x="579218" y="625724"/>
                    <a:pt x="579991" y="626471"/>
                    <a:pt x="579991" y="627387"/>
                  </a:cubicBezTo>
                  <a:cubicBezTo>
                    <a:pt x="579991" y="628304"/>
                    <a:pt x="579218" y="629051"/>
                    <a:pt x="578303" y="629051"/>
                  </a:cubicBezTo>
                  <a:cubicBezTo>
                    <a:pt x="577386" y="629051"/>
                    <a:pt x="576639" y="628304"/>
                    <a:pt x="576639" y="627387"/>
                  </a:cubicBezTo>
                  <a:close/>
                  <a:moveTo>
                    <a:pt x="1073054" y="627387"/>
                  </a:moveTo>
                  <a:cubicBezTo>
                    <a:pt x="1073054" y="626471"/>
                    <a:pt x="1073802" y="625724"/>
                    <a:pt x="1074719" y="625724"/>
                  </a:cubicBezTo>
                  <a:cubicBezTo>
                    <a:pt x="1075634" y="625724"/>
                    <a:pt x="1076381" y="626471"/>
                    <a:pt x="1076381" y="627387"/>
                  </a:cubicBezTo>
                  <a:cubicBezTo>
                    <a:pt x="1076381" y="628304"/>
                    <a:pt x="1075634" y="629051"/>
                    <a:pt x="1074719" y="629051"/>
                  </a:cubicBezTo>
                  <a:cubicBezTo>
                    <a:pt x="1073802" y="629051"/>
                    <a:pt x="1073054" y="628304"/>
                    <a:pt x="1073054" y="627387"/>
                  </a:cubicBezTo>
                  <a:close/>
                  <a:moveTo>
                    <a:pt x="523335" y="624060"/>
                  </a:moveTo>
                  <a:cubicBezTo>
                    <a:pt x="523335" y="623144"/>
                    <a:pt x="524083" y="622397"/>
                    <a:pt x="525000" y="622397"/>
                  </a:cubicBezTo>
                  <a:cubicBezTo>
                    <a:pt x="525915" y="622397"/>
                    <a:pt x="526662" y="623144"/>
                    <a:pt x="526662" y="624060"/>
                  </a:cubicBezTo>
                  <a:cubicBezTo>
                    <a:pt x="526662" y="624977"/>
                    <a:pt x="525915" y="625724"/>
                    <a:pt x="525000" y="625724"/>
                  </a:cubicBezTo>
                  <a:cubicBezTo>
                    <a:pt x="524083" y="625724"/>
                    <a:pt x="523335" y="624977"/>
                    <a:pt x="523335" y="624060"/>
                  </a:cubicBezTo>
                  <a:close/>
                  <a:moveTo>
                    <a:pt x="778209" y="622397"/>
                  </a:moveTo>
                  <a:cubicBezTo>
                    <a:pt x="779342" y="620565"/>
                    <a:pt x="781005" y="619070"/>
                    <a:pt x="781922" y="619070"/>
                  </a:cubicBezTo>
                  <a:cubicBezTo>
                    <a:pt x="782839" y="619070"/>
                    <a:pt x="782669" y="620565"/>
                    <a:pt x="781536" y="622397"/>
                  </a:cubicBezTo>
                  <a:cubicBezTo>
                    <a:pt x="780403" y="624229"/>
                    <a:pt x="778739" y="625724"/>
                    <a:pt x="777824" y="625724"/>
                  </a:cubicBezTo>
                  <a:cubicBezTo>
                    <a:pt x="776907" y="625724"/>
                    <a:pt x="777076" y="624229"/>
                    <a:pt x="778209" y="622397"/>
                  </a:cubicBezTo>
                  <a:close/>
                  <a:moveTo>
                    <a:pt x="871172" y="621890"/>
                  </a:moveTo>
                  <a:lnTo>
                    <a:pt x="868785" y="618033"/>
                  </a:lnTo>
                  <a:lnTo>
                    <a:pt x="872642" y="620420"/>
                  </a:lnTo>
                  <a:cubicBezTo>
                    <a:pt x="874764" y="621722"/>
                    <a:pt x="876475" y="623458"/>
                    <a:pt x="876475" y="624253"/>
                  </a:cubicBezTo>
                  <a:cubicBezTo>
                    <a:pt x="876475" y="627026"/>
                    <a:pt x="873533" y="625724"/>
                    <a:pt x="871172" y="621890"/>
                  </a:cubicBezTo>
                  <a:close/>
                  <a:moveTo>
                    <a:pt x="1126358" y="624060"/>
                  </a:moveTo>
                  <a:cubicBezTo>
                    <a:pt x="1126358" y="623144"/>
                    <a:pt x="1127105" y="622397"/>
                    <a:pt x="1128022" y="622397"/>
                  </a:cubicBezTo>
                  <a:cubicBezTo>
                    <a:pt x="1128937" y="622397"/>
                    <a:pt x="1129685" y="623144"/>
                    <a:pt x="1129685" y="624060"/>
                  </a:cubicBezTo>
                  <a:cubicBezTo>
                    <a:pt x="1129685" y="624977"/>
                    <a:pt x="1128937" y="625724"/>
                    <a:pt x="1128022" y="625724"/>
                  </a:cubicBezTo>
                  <a:cubicBezTo>
                    <a:pt x="1127105" y="625724"/>
                    <a:pt x="1126358" y="624977"/>
                    <a:pt x="1126358" y="624060"/>
                  </a:cubicBezTo>
                  <a:close/>
                  <a:moveTo>
                    <a:pt x="3632" y="619070"/>
                  </a:moveTo>
                  <a:cubicBezTo>
                    <a:pt x="3632" y="616611"/>
                    <a:pt x="4620" y="615623"/>
                    <a:pt x="5849" y="616852"/>
                  </a:cubicBezTo>
                  <a:cubicBezTo>
                    <a:pt x="7055" y="618057"/>
                    <a:pt x="7055" y="620058"/>
                    <a:pt x="5849" y="621288"/>
                  </a:cubicBezTo>
                  <a:cubicBezTo>
                    <a:pt x="4620" y="622493"/>
                    <a:pt x="3632" y="621505"/>
                    <a:pt x="3632" y="619070"/>
                  </a:cubicBezTo>
                  <a:close/>
                  <a:moveTo>
                    <a:pt x="573312" y="620733"/>
                  </a:moveTo>
                  <a:cubicBezTo>
                    <a:pt x="573312" y="619817"/>
                    <a:pt x="574059" y="619070"/>
                    <a:pt x="574976" y="619070"/>
                  </a:cubicBezTo>
                  <a:cubicBezTo>
                    <a:pt x="575891" y="619070"/>
                    <a:pt x="576639" y="619817"/>
                    <a:pt x="576639" y="620733"/>
                  </a:cubicBezTo>
                  <a:cubicBezTo>
                    <a:pt x="576639" y="621650"/>
                    <a:pt x="575891" y="622397"/>
                    <a:pt x="574976" y="622397"/>
                  </a:cubicBezTo>
                  <a:cubicBezTo>
                    <a:pt x="574059" y="622397"/>
                    <a:pt x="573312" y="621650"/>
                    <a:pt x="573312" y="620733"/>
                  </a:cubicBezTo>
                  <a:close/>
                  <a:moveTo>
                    <a:pt x="1076381" y="620733"/>
                  </a:moveTo>
                  <a:cubicBezTo>
                    <a:pt x="1076381" y="619817"/>
                    <a:pt x="1077129" y="619070"/>
                    <a:pt x="1078046" y="619070"/>
                  </a:cubicBezTo>
                  <a:cubicBezTo>
                    <a:pt x="1078961" y="619070"/>
                    <a:pt x="1079708" y="619817"/>
                    <a:pt x="1079708" y="620733"/>
                  </a:cubicBezTo>
                  <a:cubicBezTo>
                    <a:pt x="1079708" y="621650"/>
                    <a:pt x="1078961" y="622397"/>
                    <a:pt x="1078046" y="622397"/>
                  </a:cubicBezTo>
                  <a:cubicBezTo>
                    <a:pt x="1077129" y="622397"/>
                    <a:pt x="1076381" y="621650"/>
                    <a:pt x="1076381" y="620733"/>
                  </a:cubicBezTo>
                  <a:close/>
                  <a:moveTo>
                    <a:pt x="496696" y="617406"/>
                  </a:moveTo>
                  <a:cubicBezTo>
                    <a:pt x="496696" y="616490"/>
                    <a:pt x="497443" y="615719"/>
                    <a:pt x="498359" y="615719"/>
                  </a:cubicBezTo>
                  <a:cubicBezTo>
                    <a:pt x="499275" y="615719"/>
                    <a:pt x="500023" y="616490"/>
                    <a:pt x="500023" y="617406"/>
                  </a:cubicBezTo>
                  <a:cubicBezTo>
                    <a:pt x="500023" y="618323"/>
                    <a:pt x="499275" y="619070"/>
                    <a:pt x="498359" y="619070"/>
                  </a:cubicBezTo>
                  <a:cubicBezTo>
                    <a:pt x="497443" y="619070"/>
                    <a:pt x="496696" y="618323"/>
                    <a:pt x="496696" y="617406"/>
                  </a:cubicBezTo>
                  <a:close/>
                  <a:moveTo>
                    <a:pt x="520008" y="617406"/>
                  </a:moveTo>
                  <a:cubicBezTo>
                    <a:pt x="520008" y="616490"/>
                    <a:pt x="520756" y="615719"/>
                    <a:pt x="521673" y="615719"/>
                  </a:cubicBezTo>
                  <a:cubicBezTo>
                    <a:pt x="522588" y="615719"/>
                    <a:pt x="523335" y="616490"/>
                    <a:pt x="523335" y="617406"/>
                  </a:cubicBezTo>
                  <a:cubicBezTo>
                    <a:pt x="523335" y="618323"/>
                    <a:pt x="522588" y="619070"/>
                    <a:pt x="521673" y="619070"/>
                  </a:cubicBezTo>
                  <a:cubicBezTo>
                    <a:pt x="520756" y="619070"/>
                    <a:pt x="520008" y="618323"/>
                    <a:pt x="520008" y="617406"/>
                  </a:cubicBezTo>
                  <a:close/>
                  <a:moveTo>
                    <a:pt x="1129685" y="617406"/>
                  </a:moveTo>
                  <a:cubicBezTo>
                    <a:pt x="1129685" y="616490"/>
                    <a:pt x="1130432" y="615719"/>
                    <a:pt x="1131349" y="615719"/>
                  </a:cubicBezTo>
                  <a:cubicBezTo>
                    <a:pt x="1132264" y="615719"/>
                    <a:pt x="1133012" y="616490"/>
                    <a:pt x="1133012" y="617406"/>
                  </a:cubicBezTo>
                  <a:cubicBezTo>
                    <a:pt x="1133012" y="618323"/>
                    <a:pt x="1132264" y="619070"/>
                    <a:pt x="1131349" y="619070"/>
                  </a:cubicBezTo>
                  <a:cubicBezTo>
                    <a:pt x="1130432" y="619070"/>
                    <a:pt x="1129685" y="618323"/>
                    <a:pt x="1129685" y="617406"/>
                  </a:cubicBezTo>
                  <a:close/>
                  <a:moveTo>
                    <a:pt x="569985" y="614056"/>
                  </a:moveTo>
                  <a:cubicBezTo>
                    <a:pt x="569985" y="613139"/>
                    <a:pt x="570732" y="612392"/>
                    <a:pt x="571649" y="612392"/>
                  </a:cubicBezTo>
                  <a:cubicBezTo>
                    <a:pt x="572564" y="612392"/>
                    <a:pt x="573312" y="613139"/>
                    <a:pt x="573312" y="614056"/>
                  </a:cubicBezTo>
                  <a:cubicBezTo>
                    <a:pt x="573312" y="614972"/>
                    <a:pt x="572564" y="615719"/>
                    <a:pt x="571649" y="615719"/>
                  </a:cubicBezTo>
                  <a:cubicBezTo>
                    <a:pt x="570732" y="615719"/>
                    <a:pt x="569985" y="614972"/>
                    <a:pt x="569985" y="614056"/>
                  </a:cubicBezTo>
                  <a:close/>
                  <a:moveTo>
                    <a:pt x="1079708" y="614056"/>
                  </a:moveTo>
                  <a:cubicBezTo>
                    <a:pt x="1079708" y="613139"/>
                    <a:pt x="1080456" y="612392"/>
                    <a:pt x="1081373" y="612392"/>
                  </a:cubicBezTo>
                  <a:cubicBezTo>
                    <a:pt x="1082288" y="612392"/>
                    <a:pt x="1083035" y="613139"/>
                    <a:pt x="1083035" y="614056"/>
                  </a:cubicBezTo>
                  <a:cubicBezTo>
                    <a:pt x="1083035" y="614972"/>
                    <a:pt x="1082288" y="615719"/>
                    <a:pt x="1081373" y="615719"/>
                  </a:cubicBezTo>
                  <a:cubicBezTo>
                    <a:pt x="1080456" y="615719"/>
                    <a:pt x="1079708" y="614972"/>
                    <a:pt x="1079708" y="614056"/>
                  </a:cubicBezTo>
                  <a:close/>
                  <a:moveTo>
                    <a:pt x="1249625" y="614056"/>
                  </a:moveTo>
                  <a:cubicBezTo>
                    <a:pt x="1249625" y="613139"/>
                    <a:pt x="1250371" y="612392"/>
                    <a:pt x="1251288" y="612392"/>
                  </a:cubicBezTo>
                  <a:cubicBezTo>
                    <a:pt x="1252204" y="612392"/>
                    <a:pt x="1252952" y="613139"/>
                    <a:pt x="1252952" y="614056"/>
                  </a:cubicBezTo>
                  <a:cubicBezTo>
                    <a:pt x="1252952" y="614972"/>
                    <a:pt x="1252204" y="615719"/>
                    <a:pt x="1251288" y="615719"/>
                  </a:cubicBezTo>
                  <a:cubicBezTo>
                    <a:pt x="1250371" y="615719"/>
                    <a:pt x="1249625" y="614972"/>
                    <a:pt x="1249625" y="614056"/>
                  </a:cubicBezTo>
                  <a:close/>
                  <a:moveTo>
                    <a:pt x="1646062" y="612392"/>
                  </a:moveTo>
                  <a:cubicBezTo>
                    <a:pt x="1646062" y="609957"/>
                    <a:pt x="1647075" y="608945"/>
                    <a:pt x="1648305" y="610174"/>
                  </a:cubicBezTo>
                  <a:cubicBezTo>
                    <a:pt x="1649510" y="611403"/>
                    <a:pt x="1649510" y="613405"/>
                    <a:pt x="1648305" y="614610"/>
                  </a:cubicBezTo>
                  <a:cubicBezTo>
                    <a:pt x="1647075" y="615839"/>
                    <a:pt x="1646062" y="614827"/>
                    <a:pt x="1646062" y="612392"/>
                  </a:cubicBezTo>
                  <a:close/>
                  <a:moveTo>
                    <a:pt x="516681" y="610729"/>
                  </a:moveTo>
                  <a:cubicBezTo>
                    <a:pt x="516681" y="609812"/>
                    <a:pt x="517429" y="609065"/>
                    <a:pt x="518346" y="609065"/>
                  </a:cubicBezTo>
                  <a:cubicBezTo>
                    <a:pt x="519261" y="609065"/>
                    <a:pt x="520008" y="609812"/>
                    <a:pt x="520008" y="610729"/>
                  </a:cubicBezTo>
                  <a:cubicBezTo>
                    <a:pt x="520008" y="611645"/>
                    <a:pt x="519261" y="612392"/>
                    <a:pt x="518346" y="612392"/>
                  </a:cubicBezTo>
                  <a:cubicBezTo>
                    <a:pt x="517429" y="612392"/>
                    <a:pt x="516681" y="611645"/>
                    <a:pt x="516681" y="610729"/>
                  </a:cubicBezTo>
                  <a:close/>
                  <a:moveTo>
                    <a:pt x="794868" y="609065"/>
                  </a:moveTo>
                  <a:cubicBezTo>
                    <a:pt x="796001" y="607233"/>
                    <a:pt x="797665" y="605738"/>
                    <a:pt x="798580" y="605738"/>
                  </a:cubicBezTo>
                  <a:cubicBezTo>
                    <a:pt x="799497" y="605738"/>
                    <a:pt x="799328" y="607233"/>
                    <a:pt x="798195" y="609065"/>
                  </a:cubicBezTo>
                  <a:cubicBezTo>
                    <a:pt x="797062" y="610897"/>
                    <a:pt x="795374" y="612392"/>
                    <a:pt x="794482" y="612392"/>
                  </a:cubicBezTo>
                  <a:cubicBezTo>
                    <a:pt x="793542" y="612392"/>
                    <a:pt x="793735" y="610897"/>
                    <a:pt x="794868" y="609065"/>
                  </a:cubicBezTo>
                  <a:close/>
                  <a:moveTo>
                    <a:pt x="854512" y="608559"/>
                  </a:moveTo>
                  <a:lnTo>
                    <a:pt x="852125" y="604702"/>
                  </a:lnTo>
                  <a:lnTo>
                    <a:pt x="855983" y="607088"/>
                  </a:lnTo>
                  <a:cubicBezTo>
                    <a:pt x="858104" y="608390"/>
                    <a:pt x="859840" y="610125"/>
                    <a:pt x="859840" y="610921"/>
                  </a:cubicBezTo>
                  <a:cubicBezTo>
                    <a:pt x="859840" y="613694"/>
                    <a:pt x="856875" y="612392"/>
                    <a:pt x="854512" y="608559"/>
                  </a:cubicBezTo>
                  <a:close/>
                  <a:moveTo>
                    <a:pt x="1133012" y="610729"/>
                  </a:moveTo>
                  <a:cubicBezTo>
                    <a:pt x="1133012" y="609812"/>
                    <a:pt x="1133759" y="609065"/>
                    <a:pt x="1134676" y="609065"/>
                  </a:cubicBezTo>
                  <a:cubicBezTo>
                    <a:pt x="1135591" y="609065"/>
                    <a:pt x="1136339" y="609812"/>
                    <a:pt x="1136339" y="610729"/>
                  </a:cubicBezTo>
                  <a:cubicBezTo>
                    <a:pt x="1136339" y="611645"/>
                    <a:pt x="1135591" y="612392"/>
                    <a:pt x="1134676" y="612392"/>
                  </a:cubicBezTo>
                  <a:cubicBezTo>
                    <a:pt x="1133759" y="612392"/>
                    <a:pt x="1133012" y="611645"/>
                    <a:pt x="1133012" y="610729"/>
                  </a:cubicBezTo>
                  <a:close/>
                  <a:moveTo>
                    <a:pt x="566658" y="607402"/>
                  </a:moveTo>
                  <a:cubicBezTo>
                    <a:pt x="566658" y="606485"/>
                    <a:pt x="567405" y="605738"/>
                    <a:pt x="568322" y="605738"/>
                  </a:cubicBezTo>
                  <a:cubicBezTo>
                    <a:pt x="569237" y="605738"/>
                    <a:pt x="569985" y="606485"/>
                    <a:pt x="569985" y="607402"/>
                  </a:cubicBezTo>
                  <a:cubicBezTo>
                    <a:pt x="569985" y="608318"/>
                    <a:pt x="569237" y="609065"/>
                    <a:pt x="568322" y="609065"/>
                  </a:cubicBezTo>
                  <a:cubicBezTo>
                    <a:pt x="567405" y="609065"/>
                    <a:pt x="566658" y="608318"/>
                    <a:pt x="566658" y="607402"/>
                  </a:cubicBezTo>
                  <a:close/>
                  <a:moveTo>
                    <a:pt x="723242" y="607812"/>
                  </a:moveTo>
                  <a:cubicBezTo>
                    <a:pt x="723242" y="607112"/>
                    <a:pt x="725870" y="604485"/>
                    <a:pt x="729052" y="601977"/>
                  </a:cubicBezTo>
                  <a:lnTo>
                    <a:pt x="734887" y="597397"/>
                  </a:lnTo>
                  <a:lnTo>
                    <a:pt x="730330" y="603231"/>
                  </a:lnTo>
                  <a:cubicBezTo>
                    <a:pt x="725967" y="608775"/>
                    <a:pt x="723242" y="610559"/>
                    <a:pt x="723242" y="607812"/>
                  </a:cubicBezTo>
                  <a:close/>
                  <a:moveTo>
                    <a:pt x="922690" y="603231"/>
                  </a:moveTo>
                  <a:lnTo>
                    <a:pt x="918135" y="597397"/>
                  </a:lnTo>
                  <a:lnTo>
                    <a:pt x="923968" y="601977"/>
                  </a:lnTo>
                  <a:cubicBezTo>
                    <a:pt x="927175" y="604485"/>
                    <a:pt x="929778" y="607112"/>
                    <a:pt x="929778" y="607812"/>
                  </a:cubicBezTo>
                  <a:cubicBezTo>
                    <a:pt x="929778" y="610559"/>
                    <a:pt x="927055" y="608775"/>
                    <a:pt x="922690" y="603231"/>
                  </a:cubicBezTo>
                  <a:close/>
                  <a:moveTo>
                    <a:pt x="1083035" y="607402"/>
                  </a:moveTo>
                  <a:cubicBezTo>
                    <a:pt x="1083035" y="606485"/>
                    <a:pt x="1083783" y="605738"/>
                    <a:pt x="1084699" y="605738"/>
                  </a:cubicBezTo>
                  <a:cubicBezTo>
                    <a:pt x="1085615" y="605738"/>
                    <a:pt x="1086362" y="606485"/>
                    <a:pt x="1086362" y="607402"/>
                  </a:cubicBezTo>
                  <a:cubicBezTo>
                    <a:pt x="1086362" y="608318"/>
                    <a:pt x="1085615" y="609065"/>
                    <a:pt x="1084699" y="609065"/>
                  </a:cubicBezTo>
                  <a:cubicBezTo>
                    <a:pt x="1083783" y="609065"/>
                    <a:pt x="1083035" y="608318"/>
                    <a:pt x="1083035" y="607402"/>
                  </a:cubicBezTo>
                  <a:close/>
                  <a:moveTo>
                    <a:pt x="545" y="600458"/>
                  </a:moveTo>
                  <a:lnTo>
                    <a:pt x="811" y="594070"/>
                  </a:lnTo>
                  <a:lnTo>
                    <a:pt x="2571" y="598457"/>
                  </a:lnTo>
                  <a:cubicBezTo>
                    <a:pt x="3535" y="600844"/>
                    <a:pt x="3415" y="603713"/>
                    <a:pt x="2305" y="604822"/>
                  </a:cubicBezTo>
                  <a:cubicBezTo>
                    <a:pt x="1196" y="605931"/>
                    <a:pt x="401" y="603978"/>
                    <a:pt x="545" y="600458"/>
                  </a:cubicBezTo>
                  <a:close/>
                  <a:moveTo>
                    <a:pt x="496696" y="604075"/>
                  </a:moveTo>
                  <a:cubicBezTo>
                    <a:pt x="496696" y="603158"/>
                    <a:pt x="497443" y="602411"/>
                    <a:pt x="498359" y="602411"/>
                  </a:cubicBezTo>
                  <a:cubicBezTo>
                    <a:pt x="499275" y="602411"/>
                    <a:pt x="500023" y="603158"/>
                    <a:pt x="500023" y="604075"/>
                  </a:cubicBezTo>
                  <a:cubicBezTo>
                    <a:pt x="500023" y="604991"/>
                    <a:pt x="499275" y="605738"/>
                    <a:pt x="498359" y="605738"/>
                  </a:cubicBezTo>
                  <a:cubicBezTo>
                    <a:pt x="497443" y="605738"/>
                    <a:pt x="496696" y="604991"/>
                    <a:pt x="496696" y="604075"/>
                  </a:cubicBezTo>
                  <a:close/>
                  <a:moveTo>
                    <a:pt x="513354" y="600748"/>
                  </a:moveTo>
                  <a:cubicBezTo>
                    <a:pt x="513354" y="599832"/>
                    <a:pt x="514102" y="599060"/>
                    <a:pt x="515019" y="599060"/>
                  </a:cubicBezTo>
                  <a:cubicBezTo>
                    <a:pt x="515934" y="599060"/>
                    <a:pt x="516681" y="599832"/>
                    <a:pt x="516681" y="600748"/>
                  </a:cubicBezTo>
                  <a:cubicBezTo>
                    <a:pt x="516681" y="601664"/>
                    <a:pt x="515934" y="602411"/>
                    <a:pt x="515019" y="602411"/>
                  </a:cubicBezTo>
                  <a:cubicBezTo>
                    <a:pt x="514102" y="602411"/>
                    <a:pt x="513354" y="601664"/>
                    <a:pt x="513354" y="600748"/>
                  </a:cubicBezTo>
                  <a:close/>
                  <a:moveTo>
                    <a:pt x="563331" y="600748"/>
                  </a:moveTo>
                  <a:cubicBezTo>
                    <a:pt x="563331" y="599832"/>
                    <a:pt x="564078" y="599060"/>
                    <a:pt x="564995" y="599060"/>
                  </a:cubicBezTo>
                  <a:cubicBezTo>
                    <a:pt x="565910" y="599060"/>
                    <a:pt x="566658" y="599832"/>
                    <a:pt x="566658" y="600748"/>
                  </a:cubicBezTo>
                  <a:cubicBezTo>
                    <a:pt x="566658" y="601664"/>
                    <a:pt x="565910" y="602411"/>
                    <a:pt x="564995" y="602411"/>
                  </a:cubicBezTo>
                  <a:cubicBezTo>
                    <a:pt x="564078" y="602411"/>
                    <a:pt x="563331" y="601664"/>
                    <a:pt x="563331" y="600748"/>
                  </a:cubicBezTo>
                  <a:close/>
                  <a:moveTo>
                    <a:pt x="1136339" y="600748"/>
                  </a:moveTo>
                  <a:cubicBezTo>
                    <a:pt x="1136339" y="599832"/>
                    <a:pt x="1137086" y="599060"/>
                    <a:pt x="1138003" y="599060"/>
                  </a:cubicBezTo>
                  <a:cubicBezTo>
                    <a:pt x="1138918" y="599060"/>
                    <a:pt x="1139666" y="599832"/>
                    <a:pt x="1139666" y="600748"/>
                  </a:cubicBezTo>
                  <a:cubicBezTo>
                    <a:pt x="1139666" y="601664"/>
                    <a:pt x="1138918" y="602411"/>
                    <a:pt x="1138003" y="602411"/>
                  </a:cubicBezTo>
                  <a:cubicBezTo>
                    <a:pt x="1137086" y="602411"/>
                    <a:pt x="1136339" y="601664"/>
                    <a:pt x="1136339" y="600748"/>
                  </a:cubicBezTo>
                  <a:close/>
                  <a:moveTo>
                    <a:pt x="1252952" y="600748"/>
                  </a:moveTo>
                  <a:cubicBezTo>
                    <a:pt x="1252952" y="599832"/>
                    <a:pt x="1253698" y="599060"/>
                    <a:pt x="1254615" y="599060"/>
                  </a:cubicBezTo>
                  <a:cubicBezTo>
                    <a:pt x="1255531" y="599060"/>
                    <a:pt x="1256279" y="599832"/>
                    <a:pt x="1256279" y="600748"/>
                  </a:cubicBezTo>
                  <a:cubicBezTo>
                    <a:pt x="1256279" y="601664"/>
                    <a:pt x="1255531" y="602411"/>
                    <a:pt x="1254615" y="602411"/>
                  </a:cubicBezTo>
                  <a:cubicBezTo>
                    <a:pt x="1253698" y="602411"/>
                    <a:pt x="1252952" y="601664"/>
                    <a:pt x="1252952" y="600748"/>
                  </a:cubicBezTo>
                  <a:close/>
                  <a:moveTo>
                    <a:pt x="1642735" y="600748"/>
                  </a:moveTo>
                  <a:cubicBezTo>
                    <a:pt x="1642735" y="599832"/>
                    <a:pt x="1643483" y="599060"/>
                    <a:pt x="1644399" y="599060"/>
                  </a:cubicBezTo>
                  <a:cubicBezTo>
                    <a:pt x="1645315" y="599060"/>
                    <a:pt x="1646062" y="599832"/>
                    <a:pt x="1646062" y="600748"/>
                  </a:cubicBezTo>
                  <a:cubicBezTo>
                    <a:pt x="1646062" y="601664"/>
                    <a:pt x="1645315" y="602411"/>
                    <a:pt x="1644399" y="602411"/>
                  </a:cubicBezTo>
                  <a:cubicBezTo>
                    <a:pt x="1643483" y="602411"/>
                    <a:pt x="1642735" y="601664"/>
                    <a:pt x="1642735" y="600748"/>
                  </a:cubicBezTo>
                  <a:close/>
                  <a:moveTo>
                    <a:pt x="809863" y="597397"/>
                  </a:moveTo>
                  <a:cubicBezTo>
                    <a:pt x="809863" y="596481"/>
                    <a:pt x="810611" y="595733"/>
                    <a:pt x="811528" y="595733"/>
                  </a:cubicBezTo>
                  <a:cubicBezTo>
                    <a:pt x="812443" y="595733"/>
                    <a:pt x="813190" y="596481"/>
                    <a:pt x="813190" y="597397"/>
                  </a:cubicBezTo>
                  <a:cubicBezTo>
                    <a:pt x="813190" y="598313"/>
                    <a:pt x="812443" y="599060"/>
                    <a:pt x="811528" y="599060"/>
                  </a:cubicBezTo>
                  <a:cubicBezTo>
                    <a:pt x="810611" y="599060"/>
                    <a:pt x="809863" y="598313"/>
                    <a:pt x="809863" y="597397"/>
                  </a:cubicBezTo>
                  <a:close/>
                  <a:moveTo>
                    <a:pt x="839830" y="597397"/>
                  </a:moveTo>
                  <a:cubicBezTo>
                    <a:pt x="839830" y="596481"/>
                    <a:pt x="840577" y="595733"/>
                    <a:pt x="841494" y="595733"/>
                  </a:cubicBezTo>
                  <a:cubicBezTo>
                    <a:pt x="842409" y="595733"/>
                    <a:pt x="843182" y="596481"/>
                    <a:pt x="843182" y="597397"/>
                  </a:cubicBezTo>
                  <a:cubicBezTo>
                    <a:pt x="843182" y="598313"/>
                    <a:pt x="842409" y="599060"/>
                    <a:pt x="841494" y="599060"/>
                  </a:cubicBezTo>
                  <a:cubicBezTo>
                    <a:pt x="840577" y="599060"/>
                    <a:pt x="839830" y="598313"/>
                    <a:pt x="839830" y="597397"/>
                  </a:cubicBezTo>
                  <a:close/>
                  <a:moveTo>
                    <a:pt x="486690" y="590743"/>
                  </a:moveTo>
                  <a:cubicBezTo>
                    <a:pt x="486690" y="589827"/>
                    <a:pt x="487438" y="589079"/>
                    <a:pt x="488354" y="589079"/>
                  </a:cubicBezTo>
                  <a:cubicBezTo>
                    <a:pt x="489271" y="589079"/>
                    <a:pt x="490017" y="589827"/>
                    <a:pt x="490017" y="590743"/>
                  </a:cubicBezTo>
                  <a:cubicBezTo>
                    <a:pt x="490017" y="591659"/>
                    <a:pt x="489271" y="592406"/>
                    <a:pt x="488354" y="592406"/>
                  </a:cubicBezTo>
                  <a:cubicBezTo>
                    <a:pt x="487438" y="592406"/>
                    <a:pt x="486690" y="591659"/>
                    <a:pt x="486690" y="590743"/>
                  </a:cubicBezTo>
                  <a:close/>
                  <a:moveTo>
                    <a:pt x="510004" y="590743"/>
                  </a:moveTo>
                  <a:cubicBezTo>
                    <a:pt x="510004" y="589827"/>
                    <a:pt x="510775" y="589079"/>
                    <a:pt x="511692" y="589079"/>
                  </a:cubicBezTo>
                  <a:cubicBezTo>
                    <a:pt x="512607" y="589079"/>
                    <a:pt x="513354" y="589827"/>
                    <a:pt x="513354" y="590743"/>
                  </a:cubicBezTo>
                  <a:cubicBezTo>
                    <a:pt x="513354" y="591659"/>
                    <a:pt x="512607" y="592406"/>
                    <a:pt x="511692" y="592406"/>
                  </a:cubicBezTo>
                  <a:cubicBezTo>
                    <a:pt x="510775" y="592406"/>
                    <a:pt x="510004" y="591659"/>
                    <a:pt x="510004" y="590743"/>
                  </a:cubicBezTo>
                  <a:close/>
                  <a:moveTo>
                    <a:pt x="559980" y="590743"/>
                  </a:moveTo>
                  <a:cubicBezTo>
                    <a:pt x="559980" y="589827"/>
                    <a:pt x="560728" y="589079"/>
                    <a:pt x="561643" y="589079"/>
                  </a:cubicBezTo>
                  <a:cubicBezTo>
                    <a:pt x="562560" y="589079"/>
                    <a:pt x="563331" y="589827"/>
                    <a:pt x="563331" y="590743"/>
                  </a:cubicBezTo>
                  <a:cubicBezTo>
                    <a:pt x="563331" y="591659"/>
                    <a:pt x="562560" y="592406"/>
                    <a:pt x="561643" y="592406"/>
                  </a:cubicBezTo>
                  <a:cubicBezTo>
                    <a:pt x="560728" y="592406"/>
                    <a:pt x="559980" y="591659"/>
                    <a:pt x="559980" y="590743"/>
                  </a:cubicBezTo>
                  <a:close/>
                  <a:moveTo>
                    <a:pt x="1089713" y="590743"/>
                  </a:moveTo>
                  <a:cubicBezTo>
                    <a:pt x="1089713" y="589827"/>
                    <a:pt x="1090460" y="589079"/>
                    <a:pt x="1091377" y="589079"/>
                  </a:cubicBezTo>
                  <a:cubicBezTo>
                    <a:pt x="1092294" y="589079"/>
                    <a:pt x="1093040" y="589827"/>
                    <a:pt x="1093040" y="590743"/>
                  </a:cubicBezTo>
                  <a:cubicBezTo>
                    <a:pt x="1093040" y="591659"/>
                    <a:pt x="1092294" y="592406"/>
                    <a:pt x="1091377" y="592406"/>
                  </a:cubicBezTo>
                  <a:cubicBezTo>
                    <a:pt x="1090460" y="592406"/>
                    <a:pt x="1089713" y="591659"/>
                    <a:pt x="1089713" y="590743"/>
                  </a:cubicBezTo>
                  <a:close/>
                  <a:moveTo>
                    <a:pt x="1139666" y="590743"/>
                  </a:moveTo>
                  <a:cubicBezTo>
                    <a:pt x="1139666" y="589827"/>
                    <a:pt x="1140437" y="589079"/>
                    <a:pt x="1141354" y="589079"/>
                  </a:cubicBezTo>
                  <a:cubicBezTo>
                    <a:pt x="1142270" y="589079"/>
                    <a:pt x="1143018" y="589827"/>
                    <a:pt x="1143018" y="590743"/>
                  </a:cubicBezTo>
                  <a:cubicBezTo>
                    <a:pt x="1143018" y="591659"/>
                    <a:pt x="1142270" y="592406"/>
                    <a:pt x="1141354" y="592406"/>
                  </a:cubicBezTo>
                  <a:cubicBezTo>
                    <a:pt x="1140437" y="592406"/>
                    <a:pt x="1139666" y="591659"/>
                    <a:pt x="1139666" y="590743"/>
                  </a:cubicBezTo>
                  <a:close/>
                  <a:moveTo>
                    <a:pt x="1256279" y="590743"/>
                  </a:moveTo>
                  <a:cubicBezTo>
                    <a:pt x="1256279" y="589827"/>
                    <a:pt x="1257025" y="589079"/>
                    <a:pt x="1257942" y="589079"/>
                  </a:cubicBezTo>
                  <a:cubicBezTo>
                    <a:pt x="1258858" y="589079"/>
                    <a:pt x="1259606" y="589827"/>
                    <a:pt x="1259606" y="590743"/>
                  </a:cubicBezTo>
                  <a:cubicBezTo>
                    <a:pt x="1259606" y="591659"/>
                    <a:pt x="1258858" y="592406"/>
                    <a:pt x="1257942" y="592406"/>
                  </a:cubicBezTo>
                  <a:cubicBezTo>
                    <a:pt x="1257025" y="592406"/>
                    <a:pt x="1256279" y="591659"/>
                    <a:pt x="1256279" y="590743"/>
                  </a:cubicBezTo>
                  <a:close/>
                  <a:moveTo>
                    <a:pt x="1639408" y="590743"/>
                  </a:moveTo>
                  <a:cubicBezTo>
                    <a:pt x="1639408" y="589827"/>
                    <a:pt x="1640156" y="589079"/>
                    <a:pt x="1641072" y="589079"/>
                  </a:cubicBezTo>
                  <a:cubicBezTo>
                    <a:pt x="1641988" y="589079"/>
                    <a:pt x="1642735" y="589827"/>
                    <a:pt x="1642735" y="590743"/>
                  </a:cubicBezTo>
                  <a:cubicBezTo>
                    <a:pt x="1642735" y="591659"/>
                    <a:pt x="1641988" y="592406"/>
                    <a:pt x="1641072" y="592406"/>
                  </a:cubicBezTo>
                  <a:cubicBezTo>
                    <a:pt x="1640156" y="592406"/>
                    <a:pt x="1639408" y="591659"/>
                    <a:pt x="1639408" y="590743"/>
                  </a:cubicBezTo>
                  <a:close/>
                  <a:moveTo>
                    <a:pt x="480038" y="587416"/>
                  </a:moveTo>
                  <a:cubicBezTo>
                    <a:pt x="480038" y="586500"/>
                    <a:pt x="480784" y="585752"/>
                    <a:pt x="481700" y="585752"/>
                  </a:cubicBezTo>
                  <a:cubicBezTo>
                    <a:pt x="482617" y="585752"/>
                    <a:pt x="483365" y="586500"/>
                    <a:pt x="483365" y="587416"/>
                  </a:cubicBezTo>
                  <a:cubicBezTo>
                    <a:pt x="483365" y="588332"/>
                    <a:pt x="482617" y="589079"/>
                    <a:pt x="481700" y="589079"/>
                  </a:cubicBezTo>
                  <a:cubicBezTo>
                    <a:pt x="480784" y="589079"/>
                    <a:pt x="480038" y="588332"/>
                    <a:pt x="480038" y="587416"/>
                  </a:cubicBezTo>
                  <a:close/>
                  <a:moveTo>
                    <a:pt x="748218" y="585752"/>
                  </a:moveTo>
                  <a:cubicBezTo>
                    <a:pt x="749351" y="583920"/>
                    <a:pt x="751039" y="582425"/>
                    <a:pt x="751956" y="582425"/>
                  </a:cubicBezTo>
                  <a:cubicBezTo>
                    <a:pt x="752871" y="582425"/>
                    <a:pt x="752678" y="583920"/>
                    <a:pt x="751545" y="585752"/>
                  </a:cubicBezTo>
                  <a:cubicBezTo>
                    <a:pt x="750412" y="587584"/>
                    <a:pt x="748749" y="589079"/>
                    <a:pt x="747833" y="589079"/>
                  </a:cubicBezTo>
                  <a:cubicBezTo>
                    <a:pt x="746916" y="589079"/>
                    <a:pt x="747085" y="587584"/>
                    <a:pt x="748218" y="585752"/>
                  </a:cubicBezTo>
                  <a:close/>
                  <a:moveTo>
                    <a:pt x="824281" y="586861"/>
                  </a:moveTo>
                  <a:cubicBezTo>
                    <a:pt x="825509" y="585632"/>
                    <a:pt x="827511" y="585632"/>
                    <a:pt x="828741" y="586861"/>
                  </a:cubicBezTo>
                  <a:cubicBezTo>
                    <a:pt x="829946" y="588067"/>
                    <a:pt x="828957" y="589079"/>
                    <a:pt x="826522" y="589079"/>
                  </a:cubicBezTo>
                  <a:cubicBezTo>
                    <a:pt x="824063" y="589079"/>
                    <a:pt x="823074" y="588067"/>
                    <a:pt x="824304" y="586861"/>
                  </a:cubicBezTo>
                  <a:close/>
                  <a:moveTo>
                    <a:pt x="901162" y="585222"/>
                  </a:moveTo>
                  <a:lnTo>
                    <a:pt x="898775" y="581389"/>
                  </a:lnTo>
                  <a:lnTo>
                    <a:pt x="902633" y="583751"/>
                  </a:lnTo>
                  <a:cubicBezTo>
                    <a:pt x="904730" y="585077"/>
                    <a:pt x="906466" y="586789"/>
                    <a:pt x="906466" y="587608"/>
                  </a:cubicBezTo>
                  <a:cubicBezTo>
                    <a:pt x="906466" y="590381"/>
                    <a:pt x="903525" y="589079"/>
                    <a:pt x="901162" y="585222"/>
                  </a:cubicBezTo>
                  <a:close/>
                  <a:moveTo>
                    <a:pt x="506677" y="579074"/>
                  </a:moveTo>
                  <a:cubicBezTo>
                    <a:pt x="506677" y="576639"/>
                    <a:pt x="507689" y="575651"/>
                    <a:pt x="508894" y="576856"/>
                  </a:cubicBezTo>
                  <a:cubicBezTo>
                    <a:pt x="510125" y="578086"/>
                    <a:pt x="510125" y="580087"/>
                    <a:pt x="508894" y="581316"/>
                  </a:cubicBezTo>
                  <a:cubicBezTo>
                    <a:pt x="507689" y="582522"/>
                    <a:pt x="506677" y="581533"/>
                    <a:pt x="506677" y="579074"/>
                  </a:cubicBezTo>
                  <a:close/>
                  <a:moveTo>
                    <a:pt x="556654" y="580737"/>
                  </a:moveTo>
                  <a:cubicBezTo>
                    <a:pt x="556654" y="579821"/>
                    <a:pt x="557401" y="579074"/>
                    <a:pt x="558316" y="579074"/>
                  </a:cubicBezTo>
                  <a:cubicBezTo>
                    <a:pt x="559233" y="579074"/>
                    <a:pt x="559980" y="579821"/>
                    <a:pt x="559980" y="580737"/>
                  </a:cubicBezTo>
                  <a:cubicBezTo>
                    <a:pt x="559980" y="581653"/>
                    <a:pt x="559233" y="582425"/>
                    <a:pt x="558316" y="582425"/>
                  </a:cubicBezTo>
                  <a:cubicBezTo>
                    <a:pt x="557401" y="582425"/>
                    <a:pt x="556654" y="581653"/>
                    <a:pt x="556654" y="580737"/>
                  </a:cubicBezTo>
                  <a:close/>
                  <a:moveTo>
                    <a:pt x="1093040" y="580737"/>
                  </a:moveTo>
                  <a:cubicBezTo>
                    <a:pt x="1093040" y="579821"/>
                    <a:pt x="1093787" y="579074"/>
                    <a:pt x="1094704" y="579074"/>
                  </a:cubicBezTo>
                  <a:cubicBezTo>
                    <a:pt x="1095621" y="579074"/>
                    <a:pt x="1096367" y="579821"/>
                    <a:pt x="1096367" y="580737"/>
                  </a:cubicBezTo>
                  <a:cubicBezTo>
                    <a:pt x="1096367" y="581653"/>
                    <a:pt x="1095621" y="582425"/>
                    <a:pt x="1094704" y="582425"/>
                  </a:cubicBezTo>
                  <a:cubicBezTo>
                    <a:pt x="1093787" y="582425"/>
                    <a:pt x="1093040" y="581653"/>
                    <a:pt x="1093040" y="580737"/>
                  </a:cubicBezTo>
                  <a:close/>
                  <a:moveTo>
                    <a:pt x="1143018" y="579074"/>
                  </a:moveTo>
                  <a:cubicBezTo>
                    <a:pt x="1143018" y="576639"/>
                    <a:pt x="1144005" y="575651"/>
                    <a:pt x="1145235" y="576856"/>
                  </a:cubicBezTo>
                  <a:cubicBezTo>
                    <a:pt x="1146440" y="578086"/>
                    <a:pt x="1146440" y="580087"/>
                    <a:pt x="1145235" y="581316"/>
                  </a:cubicBezTo>
                  <a:cubicBezTo>
                    <a:pt x="1144005" y="582522"/>
                    <a:pt x="1143018" y="581533"/>
                    <a:pt x="1143018" y="579074"/>
                  </a:cubicBezTo>
                  <a:close/>
                  <a:moveTo>
                    <a:pt x="1636081" y="580737"/>
                  </a:moveTo>
                  <a:cubicBezTo>
                    <a:pt x="1636081" y="579821"/>
                    <a:pt x="1636829" y="579074"/>
                    <a:pt x="1637746" y="579074"/>
                  </a:cubicBezTo>
                  <a:cubicBezTo>
                    <a:pt x="1638661" y="579074"/>
                    <a:pt x="1639408" y="579821"/>
                    <a:pt x="1639408" y="580737"/>
                  </a:cubicBezTo>
                  <a:cubicBezTo>
                    <a:pt x="1639408" y="581653"/>
                    <a:pt x="1638661" y="582425"/>
                    <a:pt x="1637746" y="582425"/>
                  </a:cubicBezTo>
                  <a:cubicBezTo>
                    <a:pt x="1636829" y="582425"/>
                    <a:pt x="1636081" y="581653"/>
                    <a:pt x="1636081" y="580737"/>
                  </a:cubicBezTo>
                  <a:close/>
                  <a:moveTo>
                    <a:pt x="764877" y="572420"/>
                  </a:moveTo>
                  <a:cubicBezTo>
                    <a:pt x="766011" y="570588"/>
                    <a:pt x="767697" y="569093"/>
                    <a:pt x="768614" y="569093"/>
                  </a:cubicBezTo>
                  <a:cubicBezTo>
                    <a:pt x="769531" y="569093"/>
                    <a:pt x="769338" y="570588"/>
                    <a:pt x="768204" y="572420"/>
                  </a:cubicBezTo>
                  <a:cubicBezTo>
                    <a:pt x="767071" y="574253"/>
                    <a:pt x="765408" y="575747"/>
                    <a:pt x="764491" y="575747"/>
                  </a:cubicBezTo>
                  <a:cubicBezTo>
                    <a:pt x="763576" y="575747"/>
                    <a:pt x="763744" y="574253"/>
                    <a:pt x="764877" y="572420"/>
                  </a:cubicBezTo>
                  <a:close/>
                  <a:moveTo>
                    <a:pt x="884503" y="571914"/>
                  </a:moveTo>
                  <a:lnTo>
                    <a:pt x="882116" y="568056"/>
                  </a:lnTo>
                  <a:lnTo>
                    <a:pt x="885973" y="570443"/>
                  </a:lnTo>
                  <a:cubicBezTo>
                    <a:pt x="888071" y="571745"/>
                    <a:pt x="889806" y="573481"/>
                    <a:pt x="889806" y="574276"/>
                  </a:cubicBezTo>
                  <a:cubicBezTo>
                    <a:pt x="889806" y="577049"/>
                    <a:pt x="886866" y="575747"/>
                    <a:pt x="884503" y="571914"/>
                  </a:cubicBezTo>
                  <a:close/>
                  <a:moveTo>
                    <a:pt x="1262956" y="574083"/>
                  </a:moveTo>
                  <a:cubicBezTo>
                    <a:pt x="1262956" y="573168"/>
                    <a:pt x="1263704" y="572420"/>
                    <a:pt x="1264619" y="572420"/>
                  </a:cubicBezTo>
                  <a:cubicBezTo>
                    <a:pt x="1265536" y="572420"/>
                    <a:pt x="1266283" y="573168"/>
                    <a:pt x="1266283" y="574083"/>
                  </a:cubicBezTo>
                  <a:cubicBezTo>
                    <a:pt x="1266283" y="574999"/>
                    <a:pt x="1265536" y="575747"/>
                    <a:pt x="1264619" y="575747"/>
                  </a:cubicBezTo>
                  <a:cubicBezTo>
                    <a:pt x="1263704" y="575747"/>
                    <a:pt x="1262956" y="574999"/>
                    <a:pt x="1262956" y="574083"/>
                  </a:cubicBezTo>
                  <a:close/>
                  <a:moveTo>
                    <a:pt x="1632754" y="574083"/>
                  </a:moveTo>
                  <a:cubicBezTo>
                    <a:pt x="1632754" y="573168"/>
                    <a:pt x="1633502" y="572420"/>
                    <a:pt x="1634419" y="572420"/>
                  </a:cubicBezTo>
                  <a:cubicBezTo>
                    <a:pt x="1635334" y="572420"/>
                    <a:pt x="1636081" y="573168"/>
                    <a:pt x="1636081" y="574083"/>
                  </a:cubicBezTo>
                  <a:cubicBezTo>
                    <a:pt x="1636081" y="574999"/>
                    <a:pt x="1635334" y="575747"/>
                    <a:pt x="1634419" y="575747"/>
                  </a:cubicBezTo>
                  <a:cubicBezTo>
                    <a:pt x="1633502" y="575747"/>
                    <a:pt x="1632754" y="574999"/>
                    <a:pt x="1632754" y="574083"/>
                  </a:cubicBezTo>
                  <a:close/>
                  <a:moveTo>
                    <a:pt x="553327" y="570757"/>
                  </a:moveTo>
                  <a:cubicBezTo>
                    <a:pt x="553327" y="569841"/>
                    <a:pt x="554074" y="569093"/>
                    <a:pt x="554989" y="569093"/>
                  </a:cubicBezTo>
                  <a:cubicBezTo>
                    <a:pt x="555906" y="569093"/>
                    <a:pt x="556654" y="569841"/>
                    <a:pt x="556654" y="570757"/>
                  </a:cubicBezTo>
                  <a:cubicBezTo>
                    <a:pt x="556654" y="571673"/>
                    <a:pt x="555906" y="572420"/>
                    <a:pt x="554989" y="572420"/>
                  </a:cubicBezTo>
                  <a:cubicBezTo>
                    <a:pt x="554074" y="572420"/>
                    <a:pt x="553327" y="571673"/>
                    <a:pt x="553327" y="570757"/>
                  </a:cubicBezTo>
                  <a:close/>
                  <a:moveTo>
                    <a:pt x="1096367" y="570757"/>
                  </a:moveTo>
                  <a:cubicBezTo>
                    <a:pt x="1096367" y="569841"/>
                    <a:pt x="1097114" y="569093"/>
                    <a:pt x="1098031" y="569093"/>
                  </a:cubicBezTo>
                  <a:cubicBezTo>
                    <a:pt x="1098948" y="569093"/>
                    <a:pt x="1099694" y="569841"/>
                    <a:pt x="1099694" y="570757"/>
                  </a:cubicBezTo>
                  <a:cubicBezTo>
                    <a:pt x="1099694" y="571673"/>
                    <a:pt x="1098948" y="572420"/>
                    <a:pt x="1098031" y="572420"/>
                  </a:cubicBezTo>
                  <a:cubicBezTo>
                    <a:pt x="1097114" y="572420"/>
                    <a:pt x="1096367" y="571673"/>
                    <a:pt x="1096367" y="570757"/>
                  </a:cubicBezTo>
                  <a:close/>
                  <a:moveTo>
                    <a:pt x="503350" y="565766"/>
                  </a:moveTo>
                  <a:cubicBezTo>
                    <a:pt x="503350" y="563307"/>
                    <a:pt x="504362" y="562318"/>
                    <a:pt x="505567" y="563549"/>
                  </a:cubicBezTo>
                  <a:cubicBezTo>
                    <a:pt x="506798" y="564754"/>
                    <a:pt x="506798" y="566755"/>
                    <a:pt x="505567" y="567984"/>
                  </a:cubicBezTo>
                  <a:cubicBezTo>
                    <a:pt x="504362" y="569214"/>
                    <a:pt x="503350" y="568201"/>
                    <a:pt x="503350" y="565766"/>
                  </a:cubicBezTo>
                  <a:close/>
                  <a:moveTo>
                    <a:pt x="1146345" y="565766"/>
                  </a:moveTo>
                  <a:cubicBezTo>
                    <a:pt x="1146345" y="563307"/>
                    <a:pt x="1147332" y="562318"/>
                    <a:pt x="1148562" y="563549"/>
                  </a:cubicBezTo>
                  <a:cubicBezTo>
                    <a:pt x="1149791" y="564754"/>
                    <a:pt x="1149791" y="566755"/>
                    <a:pt x="1148562" y="567984"/>
                  </a:cubicBezTo>
                  <a:cubicBezTo>
                    <a:pt x="1147332" y="569214"/>
                    <a:pt x="1146345" y="568201"/>
                    <a:pt x="1146345" y="565766"/>
                  </a:cubicBezTo>
                  <a:close/>
                  <a:moveTo>
                    <a:pt x="1266283" y="567430"/>
                  </a:moveTo>
                  <a:cubicBezTo>
                    <a:pt x="1266283" y="566514"/>
                    <a:pt x="1267031" y="565766"/>
                    <a:pt x="1267946" y="565766"/>
                  </a:cubicBezTo>
                  <a:cubicBezTo>
                    <a:pt x="1268863" y="565766"/>
                    <a:pt x="1269610" y="566514"/>
                    <a:pt x="1269610" y="567430"/>
                  </a:cubicBezTo>
                  <a:cubicBezTo>
                    <a:pt x="1269610" y="568346"/>
                    <a:pt x="1268863" y="569093"/>
                    <a:pt x="1267946" y="569093"/>
                  </a:cubicBezTo>
                  <a:cubicBezTo>
                    <a:pt x="1267031" y="569093"/>
                    <a:pt x="1266283" y="568346"/>
                    <a:pt x="1266283" y="567430"/>
                  </a:cubicBezTo>
                  <a:close/>
                  <a:moveTo>
                    <a:pt x="1629427" y="567430"/>
                  </a:moveTo>
                  <a:cubicBezTo>
                    <a:pt x="1629427" y="566514"/>
                    <a:pt x="1630175" y="565766"/>
                    <a:pt x="1631092" y="565766"/>
                  </a:cubicBezTo>
                  <a:cubicBezTo>
                    <a:pt x="1632007" y="565766"/>
                    <a:pt x="1632754" y="566514"/>
                    <a:pt x="1632754" y="567430"/>
                  </a:cubicBezTo>
                  <a:cubicBezTo>
                    <a:pt x="1632754" y="568346"/>
                    <a:pt x="1632007" y="569093"/>
                    <a:pt x="1631092" y="569093"/>
                  </a:cubicBezTo>
                  <a:cubicBezTo>
                    <a:pt x="1630175" y="569093"/>
                    <a:pt x="1629427" y="568346"/>
                    <a:pt x="1629427" y="567430"/>
                  </a:cubicBezTo>
                  <a:close/>
                  <a:moveTo>
                    <a:pt x="778209" y="562439"/>
                  </a:moveTo>
                  <a:cubicBezTo>
                    <a:pt x="779342" y="560607"/>
                    <a:pt x="781005" y="559089"/>
                    <a:pt x="781922" y="559089"/>
                  </a:cubicBezTo>
                  <a:cubicBezTo>
                    <a:pt x="782839" y="559089"/>
                    <a:pt x="782669" y="560607"/>
                    <a:pt x="781536" y="562439"/>
                  </a:cubicBezTo>
                  <a:cubicBezTo>
                    <a:pt x="780403" y="564272"/>
                    <a:pt x="778739" y="565766"/>
                    <a:pt x="777824" y="565766"/>
                  </a:cubicBezTo>
                  <a:cubicBezTo>
                    <a:pt x="776907" y="565766"/>
                    <a:pt x="777076" y="564272"/>
                    <a:pt x="778209" y="562439"/>
                  </a:cubicBezTo>
                  <a:close/>
                  <a:moveTo>
                    <a:pt x="871172" y="561909"/>
                  </a:moveTo>
                  <a:lnTo>
                    <a:pt x="868785" y="558076"/>
                  </a:lnTo>
                  <a:lnTo>
                    <a:pt x="872642" y="560439"/>
                  </a:lnTo>
                  <a:cubicBezTo>
                    <a:pt x="876475" y="562825"/>
                    <a:pt x="877801" y="565766"/>
                    <a:pt x="875028" y="565766"/>
                  </a:cubicBezTo>
                  <a:cubicBezTo>
                    <a:pt x="874209" y="565766"/>
                    <a:pt x="872473" y="564030"/>
                    <a:pt x="871172" y="561909"/>
                  </a:cubicBezTo>
                  <a:close/>
                  <a:moveTo>
                    <a:pt x="550000" y="559089"/>
                  </a:moveTo>
                  <a:cubicBezTo>
                    <a:pt x="550000" y="556653"/>
                    <a:pt x="550988" y="555641"/>
                    <a:pt x="552217" y="556870"/>
                  </a:cubicBezTo>
                  <a:cubicBezTo>
                    <a:pt x="553447" y="558100"/>
                    <a:pt x="553447" y="560101"/>
                    <a:pt x="552217" y="561306"/>
                  </a:cubicBezTo>
                  <a:cubicBezTo>
                    <a:pt x="550988" y="562535"/>
                    <a:pt x="550000" y="561523"/>
                    <a:pt x="550000" y="559089"/>
                  </a:cubicBezTo>
                  <a:close/>
                  <a:moveTo>
                    <a:pt x="1099694" y="559089"/>
                  </a:moveTo>
                  <a:cubicBezTo>
                    <a:pt x="1099694" y="556653"/>
                    <a:pt x="1100707" y="555641"/>
                    <a:pt x="1101913" y="556870"/>
                  </a:cubicBezTo>
                  <a:cubicBezTo>
                    <a:pt x="1103141" y="558100"/>
                    <a:pt x="1103141" y="560101"/>
                    <a:pt x="1101913" y="561306"/>
                  </a:cubicBezTo>
                  <a:cubicBezTo>
                    <a:pt x="1100707" y="562535"/>
                    <a:pt x="1099694" y="561523"/>
                    <a:pt x="1099694" y="559089"/>
                  </a:cubicBezTo>
                  <a:close/>
                  <a:moveTo>
                    <a:pt x="1626077" y="560752"/>
                  </a:moveTo>
                  <a:cubicBezTo>
                    <a:pt x="1626077" y="559835"/>
                    <a:pt x="1626824" y="559089"/>
                    <a:pt x="1627740" y="559089"/>
                  </a:cubicBezTo>
                  <a:cubicBezTo>
                    <a:pt x="1628656" y="559089"/>
                    <a:pt x="1629427" y="559835"/>
                    <a:pt x="1629427" y="560752"/>
                  </a:cubicBezTo>
                  <a:cubicBezTo>
                    <a:pt x="1629427" y="561668"/>
                    <a:pt x="1628656" y="562439"/>
                    <a:pt x="1627740" y="562439"/>
                  </a:cubicBezTo>
                  <a:cubicBezTo>
                    <a:pt x="1626824" y="562439"/>
                    <a:pt x="1626077" y="561668"/>
                    <a:pt x="1626077" y="560752"/>
                  </a:cubicBezTo>
                  <a:close/>
                  <a:moveTo>
                    <a:pt x="1272937" y="557425"/>
                  </a:moveTo>
                  <a:cubicBezTo>
                    <a:pt x="1272937" y="556508"/>
                    <a:pt x="1273685" y="555762"/>
                    <a:pt x="1274600" y="555762"/>
                  </a:cubicBezTo>
                  <a:cubicBezTo>
                    <a:pt x="1275517" y="555762"/>
                    <a:pt x="1276264" y="556508"/>
                    <a:pt x="1276264" y="557425"/>
                  </a:cubicBezTo>
                  <a:cubicBezTo>
                    <a:pt x="1276264" y="558341"/>
                    <a:pt x="1275517" y="559089"/>
                    <a:pt x="1274600" y="559089"/>
                  </a:cubicBezTo>
                  <a:cubicBezTo>
                    <a:pt x="1273685" y="559089"/>
                    <a:pt x="1272937" y="558341"/>
                    <a:pt x="1272937" y="557425"/>
                  </a:cubicBezTo>
                  <a:close/>
                  <a:moveTo>
                    <a:pt x="776545" y="554098"/>
                  </a:moveTo>
                  <a:cubicBezTo>
                    <a:pt x="776545" y="553181"/>
                    <a:pt x="777293" y="552435"/>
                    <a:pt x="778209" y="552435"/>
                  </a:cubicBezTo>
                  <a:cubicBezTo>
                    <a:pt x="779125" y="552435"/>
                    <a:pt x="779872" y="553181"/>
                    <a:pt x="779872" y="554098"/>
                  </a:cubicBezTo>
                  <a:cubicBezTo>
                    <a:pt x="779872" y="555014"/>
                    <a:pt x="779125" y="555762"/>
                    <a:pt x="778209" y="555762"/>
                  </a:cubicBezTo>
                  <a:cubicBezTo>
                    <a:pt x="777293" y="555762"/>
                    <a:pt x="776545" y="555014"/>
                    <a:pt x="776545" y="554098"/>
                  </a:cubicBezTo>
                  <a:close/>
                  <a:moveTo>
                    <a:pt x="873148" y="554098"/>
                  </a:moveTo>
                  <a:cubicBezTo>
                    <a:pt x="873148" y="553181"/>
                    <a:pt x="873895" y="552435"/>
                    <a:pt x="874812" y="552435"/>
                  </a:cubicBezTo>
                  <a:cubicBezTo>
                    <a:pt x="875727" y="552435"/>
                    <a:pt x="876475" y="553181"/>
                    <a:pt x="876475" y="554098"/>
                  </a:cubicBezTo>
                  <a:cubicBezTo>
                    <a:pt x="876475" y="555014"/>
                    <a:pt x="875727" y="555762"/>
                    <a:pt x="874812" y="555762"/>
                  </a:cubicBezTo>
                  <a:cubicBezTo>
                    <a:pt x="873895" y="555762"/>
                    <a:pt x="873148" y="555014"/>
                    <a:pt x="873148" y="554098"/>
                  </a:cubicBezTo>
                  <a:close/>
                  <a:moveTo>
                    <a:pt x="1276264" y="550771"/>
                  </a:moveTo>
                  <a:cubicBezTo>
                    <a:pt x="1276264" y="549854"/>
                    <a:pt x="1277012" y="549108"/>
                    <a:pt x="1277927" y="549108"/>
                  </a:cubicBezTo>
                  <a:cubicBezTo>
                    <a:pt x="1278844" y="549108"/>
                    <a:pt x="1279591" y="549854"/>
                    <a:pt x="1279591" y="550771"/>
                  </a:cubicBezTo>
                  <a:cubicBezTo>
                    <a:pt x="1279591" y="551687"/>
                    <a:pt x="1278844" y="552435"/>
                    <a:pt x="1277927" y="552435"/>
                  </a:cubicBezTo>
                  <a:cubicBezTo>
                    <a:pt x="1277012" y="552435"/>
                    <a:pt x="1276264" y="551687"/>
                    <a:pt x="1276264" y="550771"/>
                  </a:cubicBezTo>
                  <a:close/>
                  <a:moveTo>
                    <a:pt x="1619423" y="550771"/>
                  </a:moveTo>
                  <a:cubicBezTo>
                    <a:pt x="1619423" y="549854"/>
                    <a:pt x="1620170" y="549108"/>
                    <a:pt x="1621086" y="549108"/>
                  </a:cubicBezTo>
                  <a:cubicBezTo>
                    <a:pt x="1622002" y="549108"/>
                    <a:pt x="1622750" y="549854"/>
                    <a:pt x="1622750" y="550771"/>
                  </a:cubicBezTo>
                  <a:cubicBezTo>
                    <a:pt x="1622750" y="551687"/>
                    <a:pt x="1622002" y="552435"/>
                    <a:pt x="1621086" y="552435"/>
                  </a:cubicBezTo>
                  <a:cubicBezTo>
                    <a:pt x="1620170" y="552435"/>
                    <a:pt x="1619423" y="551687"/>
                    <a:pt x="1619423" y="550771"/>
                  </a:cubicBezTo>
                  <a:close/>
                  <a:moveTo>
                    <a:pt x="500963" y="534112"/>
                  </a:moveTo>
                  <a:lnTo>
                    <a:pt x="501012" y="517453"/>
                  </a:lnTo>
                  <a:lnTo>
                    <a:pt x="502410" y="526663"/>
                  </a:lnTo>
                  <a:cubicBezTo>
                    <a:pt x="503181" y="531725"/>
                    <a:pt x="503157" y="539223"/>
                    <a:pt x="502361" y="543321"/>
                  </a:cubicBezTo>
                  <a:cubicBezTo>
                    <a:pt x="501565" y="547420"/>
                    <a:pt x="500938" y="543273"/>
                    <a:pt x="500963" y="534112"/>
                  </a:cubicBezTo>
                  <a:close/>
                  <a:moveTo>
                    <a:pt x="766541" y="547444"/>
                  </a:moveTo>
                  <a:cubicBezTo>
                    <a:pt x="766541" y="546528"/>
                    <a:pt x="767288" y="545781"/>
                    <a:pt x="768204" y="545781"/>
                  </a:cubicBezTo>
                  <a:cubicBezTo>
                    <a:pt x="769120" y="545781"/>
                    <a:pt x="769868" y="546528"/>
                    <a:pt x="769868" y="547444"/>
                  </a:cubicBezTo>
                  <a:cubicBezTo>
                    <a:pt x="769868" y="548360"/>
                    <a:pt x="769120" y="549108"/>
                    <a:pt x="768204" y="549108"/>
                  </a:cubicBezTo>
                  <a:cubicBezTo>
                    <a:pt x="767288" y="549108"/>
                    <a:pt x="766541" y="548360"/>
                    <a:pt x="766541" y="547444"/>
                  </a:cubicBezTo>
                  <a:close/>
                  <a:moveTo>
                    <a:pt x="883152" y="547444"/>
                  </a:moveTo>
                  <a:cubicBezTo>
                    <a:pt x="883152" y="546528"/>
                    <a:pt x="883900" y="545781"/>
                    <a:pt x="884817" y="545781"/>
                  </a:cubicBezTo>
                  <a:cubicBezTo>
                    <a:pt x="885732" y="545781"/>
                    <a:pt x="886479" y="546528"/>
                    <a:pt x="886479" y="547444"/>
                  </a:cubicBezTo>
                  <a:cubicBezTo>
                    <a:pt x="886479" y="548360"/>
                    <a:pt x="885732" y="549108"/>
                    <a:pt x="884817" y="549108"/>
                  </a:cubicBezTo>
                  <a:cubicBezTo>
                    <a:pt x="883900" y="549108"/>
                    <a:pt x="883152" y="548360"/>
                    <a:pt x="883152" y="547444"/>
                  </a:cubicBezTo>
                  <a:close/>
                  <a:moveTo>
                    <a:pt x="1150636" y="534112"/>
                  </a:moveTo>
                  <a:lnTo>
                    <a:pt x="1150684" y="517453"/>
                  </a:lnTo>
                  <a:lnTo>
                    <a:pt x="1152058" y="526663"/>
                  </a:lnTo>
                  <a:cubicBezTo>
                    <a:pt x="1152829" y="531725"/>
                    <a:pt x="1152804" y="539223"/>
                    <a:pt x="1152010" y="543321"/>
                  </a:cubicBezTo>
                  <a:cubicBezTo>
                    <a:pt x="1151214" y="547420"/>
                    <a:pt x="1150587" y="543273"/>
                    <a:pt x="1150636" y="534112"/>
                  </a:cubicBezTo>
                  <a:close/>
                  <a:moveTo>
                    <a:pt x="759887" y="544093"/>
                  </a:moveTo>
                  <a:cubicBezTo>
                    <a:pt x="759887" y="543177"/>
                    <a:pt x="760634" y="542429"/>
                    <a:pt x="761550" y="542429"/>
                  </a:cubicBezTo>
                  <a:cubicBezTo>
                    <a:pt x="762466" y="542429"/>
                    <a:pt x="763214" y="543177"/>
                    <a:pt x="763214" y="544093"/>
                  </a:cubicBezTo>
                  <a:cubicBezTo>
                    <a:pt x="763214" y="545009"/>
                    <a:pt x="762466" y="545781"/>
                    <a:pt x="761550" y="545781"/>
                  </a:cubicBezTo>
                  <a:cubicBezTo>
                    <a:pt x="760634" y="545781"/>
                    <a:pt x="759887" y="545009"/>
                    <a:pt x="759887" y="544093"/>
                  </a:cubicBezTo>
                  <a:close/>
                  <a:moveTo>
                    <a:pt x="889806" y="544093"/>
                  </a:moveTo>
                  <a:cubicBezTo>
                    <a:pt x="889806" y="543177"/>
                    <a:pt x="890554" y="542429"/>
                    <a:pt x="891471" y="542429"/>
                  </a:cubicBezTo>
                  <a:cubicBezTo>
                    <a:pt x="892386" y="542429"/>
                    <a:pt x="893133" y="543177"/>
                    <a:pt x="893133" y="544093"/>
                  </a:cubicBezTo>
                  <a:cubicBezTo>
                    <a:pt x="893133" y="545009"/>
                    <a:pt x="892386" y="545781"/>
                    <a:pt x="891471" y="545781"/>
                  </a:cubicBezTo>
                  <a:cubicBezTo>
                    <a:pt x="890554" y="545781"/>
                    <a:pt x="889806" y="545009"/>
                    <a:pt x="889806" y="544093"/>
                  </a:cubicBezTo>
                  <a:close/>
                  <a:moveTo>
                    <a:pt x="547444" y="532449"/>
                  </a:moveTo>
                  <a:lnTo>
                    <a:pt x="547444" y="520780"/>
                  </a:lnTo>
                  <a:lnTo>
                    <a:pt x="548962" y="526614"/>
                  </a:lnTo>
                  <a:cubicBezTo>
                    <a:pt x="549807" y="529821"/>
                    <a:pt x="549807" y="535077"/>
                    <a:pt x="548962" y="538283"/>
                  </a:cubicBezTo>
                  <a:lnTo>
                    <a:pt x="547444" y="544093"/>
                  </a:lnTo>
                  <a:close/>
                  <a:moveTo>
                    <a:pt x="1610768" y="538596"/>
                  </a:moveTo>
                  <a:lnTo>
                    <a:pt x="1608405" y="534739"/>
                  </a:lnTo>
                  <a:lnTo>
                    <a:pt x="1612238" y="537126"/>
                  </a:lnTo>
                  <a:cubicBezTo>
                    <a:pt x="1614360" y="538427"/>
                    <a:pt x="1616096" y="540163"/>
                    <a:pt x="1616096" y="540959"/>
                  </a:cubicBezTo>
                  <a:cubicBezTo>
                    <a:pt x="1616096" y="543755"/>
                    <a:pt x="1613155" y="542429"/>
                    <a:pt x="1610768" y="538596"/>
                  </a:cubicBezTo>
                  <a:close/>
                  <a:moveTo>
                    <a:pt x="1103552" y="532449"/>
                  </a:moveTo>
                  <a:lnTo>
                    <a:pt x="1103552" y="524107"/>
                  </a:lnTo>
                  <a:lnTo>
                    <a:pt x="1105240" y="528278"/>
                  </a:lnTo>
                  <a:cubicBezTo>
                    <a:pt x="1106155" y="530568"/>
                    <a:pt x="1106155" y="534305"/>
                    <a:pt x="1105240" y="536595"/>
                  </a:cubicBezTo>
                  <a:lnTo>
                    <a:pt x="1103552" y="540766"/>
                  </a:lnTo>
                  <a:close/>
                  <a:moveTo>
                    <a:pt x="1287933" y="535776"/>
                  </a:moveTo>
                  <a:cubicBezTo>
                    <a:pt x="1289066" y="533944"/>
                    <a:pt x="1290729" y="532449"/>
                    <a:pt x="1291645" y="532449"/>
                  </a:cubicBezTo>
                  <a:cubicBezTo>
                    <a:pt x="1292561" y="532449"/>
                    <a:pt x="1292393" y="533944"/>
                    <a:pt x="1291260" y="535776"/>
                  </a:cubicBezTo>
                  <a:cubicBezTo>
                    <a:pt x="1290127" y="537608"/>
                    <a:pt x="1288463" y="539103"/>
                    <a:pt x="1287547" y="539103"/>
                  </a:cubicBezTo>
                  <a:cubicBezTo>
                    <a:pt x="1286631" y="539103"/>
                    <a:pt x="1286800" y="537608"/>
                    <a:pt x="1287933" y="535776"/>
                  </a:cubicBezTo>
                  <a:close/>
                  <a:moveTo>
                    <a:pt x="743228" y="534112"/>
                  </a:moveTo>
                  <a:cubicBezTo>
                    <a:pt x="743228" y="533196"/>
                    <a:pt x="743976" y="532449"/>
                    <a:pt x="744891" y="532449"/>
                  </a:cubicBezTo>
                  <a:cubicBezTo>
                    <a:pt x="745808" y="532449"/>
                    <a:pt x="746555" y="533196"/>
                    <a:pt x="746555" y="534112"/>
                  </a:cubicBezTo>
                  <a:cubicBezTo>
                    <a:pt x="746555" y="535028"/>
                    <a:pt x="745808" y="535776"/>
                    <a:pt x="744891" y="535776"/>
                  </a:cubicBezTo>
                  <a:cubicBezTo>
                    <a:pt x="743976" y="535776"/>
                    <a:pt x="743228" y="535028"/>
                    <a:pt x="743228" y="534112"/>
                  </a:cubicBezTo>
                  <a:close/>
                  <a:moveTo>
                    <a:pt x="906466" y="534112"/>
                  </a:moveTo>
                  <a:cubicBezTo>
                    <a:pt x="906466" y="533196"/>
                    <a:pt x="907214" y="532449"/>
                    <a:pt x="908129" y="532449"/>
                  </a:cubicBezTo>
                  <a:cubicBezTo>
                    <a:pt x="909046" y="532449"/>
                    <a:pt x="909793" y="533196"/>
                    <a:pt x="909793" y="534112"/>
                  </a:cubicBezTo>
                  <a:cubicBezTo>
                    <a:pt x="909793" y="535028"/>
                    <a:pt x="909046" y="535776"/>
                    <a:pt x="908129" y="535776"/>
                  </a:cubicBezTo>
                  <a:cubicBezTo>
                    <a:pt x="907214" y="535776"/>
                    <a:pt x="906466" y="535028"/>
                    <a:pt x="906466" y="534112"/>
                  </a:cubicBezTo>
                  <a:close/>
                  <a:moveTo>
                    <a:pt x="736550" y="530785"/>
                  </a:moveTo>
                  <a:cubicBezTo>
                    <a:pt x="736550" y="529869"/>
                    <a:pt x="737322" y="529122"/>
                    <a:pt x="738237" y="529122"/>
                  </a:cubicBezTo>
                  <a:cubicBezTo>
                    <a:pt x="739154" y="529122"/>
                    <a:pt x="739902" y="529869"/>
                    <a:pt x="739902" y="530785"/>
                  </a:cubicBezTo>
                  <a:cubicBezTo>
                    <a:pt x="739902" y="531701"/>
                    <a:pt x="739154" y="532449"/>
                    <a:pt x="738237" y="532449"/>
                  </a:cubicBezTo>
                  <a:cubicBezTo>
                    <a:pt x="737322" y="532449"/>
                    <a:pt x="736550" y="531701"/>
                    <a:pt x="736550" y="530785"/>
                  </a:cubicBezTo>
                  <a:close/>
                  <a:moveTo>
                    <a:pt x="913144" y="530785"/>
                  </a:moveTo>
                  <a:cubicBezTo>
                    <a:pt x="913144" y="529869"/>
                    <a:pt x="913891" y="529122"/>
                    <a:pt x="914808" y="529122"/>
                  </a:cubicBezTo>
                  <a:cubicBezTo>
                    <a:pt x="915723" y="529122"/>
                    <a:pt x="916471" y="529869"/>
                    <a:pt x="916471" y="530785"/>
                  </a:cubicBezTo>
                  <a:cubicBezTo>
                    <a:pt x="916471" y="531701"/>
                    <a:pt x="915723" y="532449"/>
                    <a:pt x="914808" y="532449"/>
                  </a:cubicBezTo>
                  <a:cubicBezTo>
                    <a:pt x="913891" y="532449"/>
                    <a:pt x="913144" y="531701"/>
                    <a:pt x="913144" y="530785"/>
                  </a:cubicBezTo>
                  <a:close/>
                  <a:moveTo>
                    <a:pt x="729896" y="527434"/>
                  </a:moveTo>
                  <a:cubicBezTo>
                    <a:pt x="729896" y="526518"/>
                    <a:pt x="730643" y="525770"/>
                    <a:pt x="731560" y="525770"/>
                  </a:cubicBezTo>
                  <a:cubicBezTo>
                    <a:pt x="732475" y="525770"/>
                    <a:pt x="733223" y="526518"/>
                    <a:pt x="733223" y="527434"/>
                  </a:cubicBezTo>
                  <a:cubicBezTo>
                    <a:pt x="733223" y="528350"/>
                    <a:pt x="732475" y="529122"/>
                    <a:pt x="731560" y="529122"/>
                  </a:cubicBezTo>
                  <a:cubicBezTo>
                    <a:pt x="730643" y="529122"/>
                    <a:pt x="729896" y="528350"/>
                    <a:pt x="729896" y="527434"/>
                  </a:cubicBezTo>
                  <a:close/>
                  <a:moveTo>
                    <a:pt x="824281" y="526903"/>
                  </a:moveTo>
                  <a:cubicBezTo>
                    <a:pt x="825509" y="525674"/>
                    <a:pt x="827511" y="525674"/>
                    <a:pt x="828741" y="526903"/>
                  </a:cubicBezTo>
                  <a:cubicBezTo>
                    <a:pt x="829946" y="528109"/>
                    <a:pt x="828957" y="529122"/>
                    <a:pt x="826522" y="529122"/>
                  </a:cubicBezTo>
                  <a:cubicBezTo>
                    <a:pt x="824063" y="529122"/>
                    <a:pt x="823074" y="528109"/>
                    <a:pt x="824304" y="526903"/>
                  </a:cubicBezTo>
                  <a:close/>
                  <a:moveTo>
                    <a:pt x="919798" y="527434"/>
                  </a:moveTo>
                  <a:cubicBezTo>
                    <a:pt x="919798" y="526518"/>
                    <a:pt x="920545" y="525770"/>
                    <a:pt x="921462" y="525770"/>
                  </a:cubicBezTo>
                  <a:cubicBezTo>
                    <a:pt x="922377" y="525770"/>
                    <a:pt x="923125" y="526518"/>
                    <a:pt x="923125" y="527434"/>
                  </a:cubicBezTo>
                  <a:cubicBezTo>
                    <a:pt x="923125" y="528350"/>
                    <a:pt x="922377" y="529122"/>
                    <a:pt x="921462" y="529122"/>
                  </a:cubicBezTo>
                  <a:cubicBezTo>
                    <a:pt x="920545" y="529122"/>
                    <a:pt x="919798" y="528350"/>
                    <a:pt x="919798" y="527434"/>
                  </a:cubicBezTo>
                  <a:close/>
                  <a:moveTo>
                    <a:pt x="723242" y="524107"/>
                  </a:moveTo>
                  <a:cubicBezTo>
                    <a:pt x="723242" y="523191"/>
                    <a:pt x="723989" y="522443"/>
                    <a:pt x="724906" y="522443"/>
                  </a:cubicBezTo>
                  <a:cubicBezTo>
                    <a:pt x="725821" y="522443"/>
                    <a:pt x="726569" y="523191"/>
                    <a:pt x="726569" y="524107"/>
                  </a:cubicBezTo>
                  <a:cubicBezTo>
                    <a:pt x="726569" y="525023"/>
                    <a:pt x="725821" y="525770"/>
                    <a:pt x="724906" y="525770"/>
                  </a:cubicBezTo>
                  <a:cubicBezTo>
                    <a:pt x="723989" y="525770"/>
                    <a:pt x="723242" y="525023"/>
                    <a:pt x="723242" y="524107"/>
                  </a:cubicBezTo>
                  <a:close/>
                  <a:moveTo>
                    <a:pt x="816517" y="524107"/>
                  </a:moveTo>
                  <a:cubicBezTo>
                    <a:pt x="816517" y="523191"/>
                    <a:pt x="817265" y="522443"/>
                    <a:pt x="818180" y="522443"/>
                  </a:cubicBezTo>
                  <a:cubicBezTo>
                    <a:pt x="819097" y="522443"/>
                    <a:pt x="819844" y="523191"/>
                    <a:pt x="819844" y="524107"/>
                  </a:cubicBezTo>
                  <a:cubicBezTo>
                    <a:pt x="819844" y="525023"/>
                    <a:pt x="819097" y="525770"/>
                    <a:pt x="818180" y="525770"/>
                  </a:cubicBezTo>
                  <a:cubicBezTo>
                    <a:pt x="817265" y="525770"/>
                    <a:pt x="816517" y="525023"/>
                    <a:pt x="816517" y="524107"/>
                  </a:cubicBezTo>
                  <a:close/>
                  <a:moveTo>
                    <a:pt x="833176" y="524107"/>
                  </a:moveTo>
                  <a:cubicBezTo>
                    <a:pt x="833176" y="523191"/>
                    <a:pt x="833923" y="522443"/>
                    <a:pt x="834840" y="522443"/>
                  </a:cubicBezTo>
                  <a:cubicBezTo>
                    <a:pt x="835755" y="522443"/>
                    <a:pt x="836503" y="523191"/>
                    <a:pt x="836503" y="524107"/>
                  </a:cubicBezTo>
                  <a:cubicBezTo>
                    <a:pt x="836503" y="525023"/>
                    <a:pt x="835755" y="525770"/>
                    <a:pt x="834840" y="525770"/>
                  </a:cubicBezTo>
                  <a:cubicBezTo>
                    <a:pt x="833923" y="525770"/>
                    <a:pt x="833176" y="525023"/>
                    <a:pt x="833176" y="524107"/>
                  </a:cubicBezTo>
                  <a:close/>
                  <a:moveTo>
                    <a:pt x="926452" y="524107"/>
                  </a:moveTo>
                  <a:cubicBezTo>
                    <a:pt x="926452" y="523191"/>
                    <a:pt x="927199" y="522443"/>
                    <a:pt x="928116" y="522443"/>
                  </a:cubicBezTo>
                  <a:cubicBezTo>
                    <a:pt x="929031" y="522443"/>
                    <a:pt x="929778" y="523191"/>
                    <a:pt x="929778" y="524107"/>
                  </a:cubicBezTo>
                  <a:cubicBezTo>
                    <a:pt x="929778" y="525023"/>
                    <a:pt x="929031" y="525770"/>
                    <a:pt x="928116" y="525770"/>
                  </a:cubicBezTo>
                  <a:cubicBezTo>
                    <a:pt x="927199" y="525770"/>
                    <a:pt x="926452" y="525023"/>
                    <a:pt x="926452" y="524107"/>
                  </a:cubicBezTo>
                  <a:close/>
                  <a:moveTo>
                    <a:pt x="716564" y="520780"/>
                  </a:moveTo>
                  <a:cubicBezTo>
                    <a:pt x="716564" y="519864"/>
                    <a:pt x="717312" y="519116"/>
                    <a:pt x="718227" y="519116"/>
                  </a:cubicBezTo>
                  <a:cubicBezTo>
                    <a:pt x="719144" y="519116"/>
                    <a:pt x="719891" y="519864"/>
                    <a:pt x="719891" y="520780"/>
                  </a:cubicBezTo>
                  <a:cubicBezTo>
                    <a:pt x="719891" y="521696"/>
                    <a:pt x="719144" y="522443"/>
                    <a:pt x="718227" y="522443"/>
                  </a:cubicBezTo>
                  <a:cubicBezTo>
                    <a:pt x="717312" y="522443"/>
                    <a:pt x="716564" y="521696"/>
                    <a:pt x="716564" y="520780"/>
                  </a:cubicBezTo>
                  <a:close/>
                  <a:moveTo>
                    <a:pt x="933129" y="520780"/>
                  </a:moveTo>
                  <a:cubicBezTo>
                    <a:pt x="933129" y="519864"/>
                    <a:pt x="933876" y="519116"/>
                    <a:pt x="934793" y="519116"/>
                  </a:cubicBezTo>
                  <a:cubicBezTo>
                    <a:pt x="935708" y="519116"/>
                    <a:pt x="936456" y="519864"/>
                    <a:pt x="936456" y="520780"/>
                  </a:cubicBezTo>
                  <a:cubicBezTo>
                    <a:pt x="936456" y="521696"/>
                    <a:pt x="935708" y="522443"/>
                    <a:pt x="934793" y="522443"/>
                  </a:cubicBezTo>
                  <a:cubicBezTo>
                    <a:pt x="933876" y="522443"/>
                    <a:pt x="933129" y="521696"/>
                    <a:pt x="933129" y="520780"/>
                  </a:cubicBezTo>
                  <a:close/>
                  <a:moveTo>
                    <a:pt x="709910" y="517453"/>
                  </a:moveTo>
                  <a:cubicBezTo>
                    <a:pt x="709910" y="516537"/>
                    <a:pt x="710658" y="515789"/>
                    <a:pt x="711573" y="515789"/>
                  </a:cubicBezTo>
                  <a:cubicBezTo>
                    <a:pt x="712490" y="515789"/>
                    <a:pt x="713237" y="516537"/>
                    <a:pt x="713237" y="517453"/>
                  </a:cubicBezTo>
                  <a:cubicBezTo>
                    <a:pt x="713237" y="518369"/>
                    <a:pt x="712490" y="519116"/>
                    <a:pt x="711573" y="519116"/>
                  </a:cubicBezTo>
                  <a:cubicBezTo>
                    <a:pt x="710658" y="519116"/>
                    <a:pt x="709910" y="518369"/>
                    <a:pt x="709910" y="517453"/>
                  </a:cubicBezTo>
                  <a:close/>
                  <a:moveTo>
                    <a:pt x="806513" y="517453"/>
                  </a:moveTo>
                  <a:cubicBezTo>
                    <a:pt x="806513" y="516537"/>
                    <a:pt x="807284" y="515789"/>
                    <a:pt x="808201" y="515789"/>
                  </a:cubicBezTo>
                  <a:cubicBezTo>
                    <a:pt x="809116" y="515789"/>
                    <a:pt x="809863" y="516537"/>
                    <a:pt x="809863" y="517453"/>
                  </a:cubicBezTo>
                  <a:cubicBezTo>
                    <a:pt x="809863" y="518369"/>
                    <a:pt x="809116" y="519116"/>
                    <a:pt x="808201" y="519116"/>
                  </a:cubicBezTo>
                  <a:cubicBezTo>
                    <a:pt x="807284" y="519116"/>
                    <a:pt x="806513" y="518369"/>
                    <a:pt x="806513" y="517453"/>
                  </a:cubicBezTo>
                  <a:close/>
                  <a:moveTo>
                    <a:pt x="843182" y="517453"/>
                  </a:moveTo>
                  <a:cubicBezTo>
                    <a:pt x="843182" y="516537"/>
                    <a:pt x="843929" y="515789"/>
                    <a:pt x="844844" y="515789"/>
                  </a:cubicBezTo>
                  <a:cubicBezTo>
                    <a:pt x="845761" y="515789"/>
                    <a:pt x="846509" y="516537"/>
                    <a:pt x="846509" y="517453"/>
                  </a:cubicBezTo>
                  <a:cubicBezTo>
                    <a:pt x="846509" y="518369"/>
                    <a:pt x="845761" y="519116"/>
                    <a:pt x="844844" y="519116"/>
                  </a:cubicBezTo>
                  <a:cubicBezTo>
                    <a:pt x="843929" y="519116"/>
                    <a:pt x="843182" y="518369"/>
                    <a:pt x="843182" y="517453"/>
                  </a:cubicBezTo>
                  <a:close/>
                  <a:moveTo>
                    <a:pt x="939783" y="517453"/>
                  </a:moveTo>
                  <a:cubicBezTo>
                    <a:pt x="939783" y="516537"/>
                    <a:pt x="940530" y="515789"/>
                    <a:pt x="941447" y="515789"/>
                  </a:cubicBezTo>
                  <a:cubicBezTo>
                    <a:pt x="942362" y="515789"/>
                    <a:pt x="943110" y="516537"/>
                    <a:pt x="943110" y="517453"/>
                  </a:cubicBezTo>
                  <a:cubicBezTo>
                    <a:pt x="943110" y="518369"/>
                    <a:pt x="942362" y="519116"/>
                    <a:pt x="941447" y="519116"/>
                  </a:cubicBezTo>
                  <a:cubicBezTo>
                    <a:pt x="940530" y="519116"/>
                    <a:pt x="939783" y="518369"/>
                    <a:pt x="939783" y="517453"/>
                  </a:cubicBezTo>
                  <a:close/>
                  <a:moveTo>
                    <a:pt x="703256" y="514126"/>
                  </a:moveTo>
                  <a:cubicBezTo>
                    <a:pt x="703256" y="513210"/>
                    <a:pt x="704004" y="512462"/>
                    <a:pt x="704919" y="512462"/>
                  </a:cubicBezTo>
                  <a:cubicBezTo>
                    <a:pt x="705836" y="512462"/>
                    <a:pt x="706583" y="513210"/>
                    <a:pt x="706583" y="514126"/>
                  </a:cubicBezTo>
                  <a:cubicBezTo>
                    <a:pt x="706583" y="515042"/>
                    <a:pt x="705836" y="515789"/>
                    <a:pt x="704919" y="515789"/>
                  </a:cubicBezTo>
                  <a:cubicBezTo>
                    <a:pt x="704004" y="515789"/>
                    <a:pt x="703256" y="515042"/>
                    <a:pt x="703256" y="514126"/>
                  </a:cubicBezTo>
                  <a:close/>
                  <a:moveTo>
                    <a:pt x="946437" y="514126"/>
                  </a:moveTo>
                  <a:cubicBezTo>
                    <a:pt x="946437" y="513210"/>
                    <a:pt x="947209" y="512462"/>
                    <a:pt x="948125" y="512462"/>
                  </a:cubicBezTo>
                  <a:cubicBezTo>
                    <a:pt x="949041" y="512462"/>
                    <a:pt x="949789" y="513210"/>
                    <a:pt x="949789" y="514126"/>
                  </a:cubicBezTo>
                  <a:cubicBezTo>
                    <a:pt x="949789" y="515042"/>
                    <a:pt x="949041" y="515789"/>
                    <a:pt x="948125" y="515789"/>
                  </a:cubicBezTo>
                  <a:cubicBezTo>
                    <a:pt x="947209" y="515789"/>
                    <a:pt x="946437" y="515042"/>
                    <a:pt x="946437" y="514126"/>
                  </a:cubicBezTo>
                  <a:close/>
                  <a:moveTo>
                    <a:pt x="550000" y="510799"/>
                  </a:moveTo>
                  <a:cubicBezTo>
                    <a:pt x="550000" y="509883"/>
                    <a:pt x="550747" y="509112"/>
                    <a:pt x="551662" y="509112"/>
                  </a:cubicBezTo>
                  <a:cubicBezTo>
                    <a:pt x="552579" y="509112"/>
                    <a:pt x="553327" y="509883"/>
                    <a:pt x="553327" y="510799"/>
                  </a:cubicBezTo>
                  <a:cubicBezTo>
                    <a:pt x="553327" y="511715"/>
                    <a:pt x="552579" y="512462"/>
                    <a:pt x="551662" y="512462"/>
                  </a:cubicBezTo>
                  <a:cubicBezTo>
                    <a:pt x="550747" y="512462"/>
                    <a:pt x="550000" y="511715"/>
                    <a:pt x="550000" y="510799"/>
                  </a:cubicBezTo>
                  <a:close/>
                  <a:moveTo>
                    <a:pt x="693252" y="510799"/>
                  </a:moveTo>
                  <a:cubicBezTo>
                    <a:pt x="693252" y="509883"/>
                    <a:pt x="693999" y="509112"/>
                    <a:pt x="694915" y="509112"/>
                  </a:cubicBezTo>
                  <a:cubicBezTo>
                    <a:pt x="695831" y="509112"/>
                    <a:pt x="696579" y="509883"/>
                    <a:pt x="696579" y="510799"/>
                  </a:cubicBezTo>
                  <a:cubicBezTo>
                    <a:pt x="696579" y="511715"/>
                    <a:pt x="695831" y="512462"/>
                    <a:pt x="694915" y="512462"/>
                  </a:cubicBezTo>
                  <a:cubicBezTo>
                    <a:pt x="693999" y="512462"/>
                    <a:pt x="693252" y="511715"/>
                    <a:pt x="693252" y="510799"/>
                  </a:cubicBezTo>
                  <a:close/>
                  <a:moveTo>
                    <a:pt x="796532" y="510799"/>
                  </a:moveTo>
                  <a:cubicBezTo>
                    <a:pt x="796532" y="509883"/>
                    <a:pt x="797280" y="509112"/>
                    <a:pt x="798195" y="509112"/>
                  </a:cubicBezTo>
                  <a:cubicBezTo>
                    <a:pt x="799112" y="509112"/>
                    <a:pt x="799859" y="509883"/>
                    <a:pt x="799859" y="510799"/>
                  </a:cubicBezTo>
                  <a:cubicBezTo>
                    <a:pt x="799859" y="511715"/>
                    <a:pt x="799112" y="512462"/>
                    <a:pt x="798195" y="512462"/>
                  </a:cubicBezTo>
                  <a:cubicBezTo>
                    <a:pt x="797280" y="512462"/>
                    <a:pt x="796532" y="511715"/>
                    <a:pt x="796532" y="510799"/>
                  </a:cubicBezTo>
                  <a:close/>
                  <a:moveTo>
                    <a:pt x="853163" y="510799"/>
                  </a:moveTo>
                  <a:cubicBezTo>
                    <a:pt x="853163" y="509883"/>
                    <a:pt x="853910" y="509112"/>
                    <a:pt x="854825" y="509112"/>
                  </a:cubicBezTo>
                  <a:cubicBezTo>
                    <a:pt x="855742" y="509112"/>
                    <a:pt x="856490" y="509883"/>
                    <a:pt x="856490" y="510799"/>
                  </a:cubicBezTo>
                  <a:cubicBezTo>
                    <a:pt x="856490" y="511715"/>
                    <a:pt x="855742" y="512462"/>
                    <a:pt x="854825" y="512462"/>
                  </a:cubicBezTo>
                  <a:cubicBezTo>
                    <a:pt x="853910" y="512462"/>
                    <a:pt x="853163" y="511715"/>
                    <a:pt x="853163" y="510799"/>
                  </a:cubicBezTo>
                  <a:close/>
                  <a:moveTo>
                    <a:pt x="956443" y="510799"/>
                  </a:moveTo>
                  <a:cubicBezTo>
                    <a:pt x="956443" y="509883"/>
                    <a:pt x="957190" y="509112"/>
                    <a:pt x="958106" y="509112"/>
                  </a:cubicBezTo>
                  <a:cubicBezTo>
                    <a:pt x="959022" y="509112"/>
                    <a:pt x="959770" y="509883"/>
                    <a:pt x="959770" y="510799"/>
                  </a:cubicBezTo>
                  <a:cubicBezTo>
                    <a:pt x="959770" y="511715"/>
                    <a:pt x="959022" y="512462"/>
                    <a:pt x="958106" y="512462"/>
                  </a:cubicBezTo>
                  <a:cubicBezTo>
                    <a:pt x="957190" y="512462"/>
                    <a:pt x="956443" y="511715"/>
                    <a:pt x="956443" y="510799"/>
                  </a:cubicBezTo>
                  <a:close/>
                  <a:moveTo>
                    <a:pt x="1099694" y="510799"/>
                  </a:moveTo>
                  <a:cubicBezTo>
                    <a:pt x="1099694" y="509883"/>
                    <a:pt x="1100441" y="509112"/>
                    <a:pt x="1101358" y="509112"/>
                  </a:cubicBezTo>
                  <a:cubicBezTo>
                    <a:pt x="1102275" y="509112"/>
                    <a:pt x="1103021" y="509883"/>
                    <a:pt x="1103021" y="510799"/>
                  </a:cubicBezTo>
                  <a:cubicBezTo>
                    <a:pt x="1103021" y="511715"/>
                    <a:pt x="1102275" y="512462"/>
                    <a:pt x="1101358" y="512462"/>
                  </a:cubicBezTo>
                  <a:cubicBezTo>
                    <a:pt x="1100441" y="512462"/>
                    <a:pt x="1099694" y="511715"/>
                    <a:pt x="1099694" y="510799"/>
                  </a:cubicBezTo>
                  <a:close/>
                  <a:moveTo>
                    <a:pt x="1314572" y="509112"/>
                  </a:moveTo>
                  <a:cubicBezTo>
                    <a:pt x="1315705" y="507279"/>
                    <a:pt x="1317393" y="505785"/>
                    <a:pt x="1318310" y="505785"/>
                  </a:cubicBezTo>
                  <a:cubicBezTo>
                    <a:pt x="1319225" y="505785"/>
                    <a:pt x="1319056" y="507279"/>
                    <a:pt x="1317923" y="509112"/>
                  </a:cubicBezTo>
                  <a:cubicBezTo>
                    <a:pt x="1316790" y="510944"/>
                    <a:pt x="1315103" y="512462"/>
                    <a:pt x="1314187" y="512462"/>
                  </a:cubicBezTo>
                  <a:cubicBezTo>
                    <a:pt x="1313270" y="512462"/>
                    <a:pt x="1313439" y="510944"/>
                    <a:pt x="1314572" y="509112"/>
                  </a:cubicBezTo>
                  <a:close/>
                  <a:moveTo>
                    <a:pt x="686598" y="507449"/>
                  </a:moveTo>
                  <a:cubicBezTo>
                    <a:pt x="686598" y="506532"/>
                    <a:pt x="687345" y="505785"/>
                    <a:pt x="688261" y="505785"/>
                  </a:cubicBezTo>
                  <a:cubicBezTo>
                    <a:pt x="689177" y="505785"/>
                    <a:pt x="689925" y="506532"/>
                    <a:pt x="689925" y="507449"/>
                  </a:cubicBezTo>
                  <a:cubicBezTo>
                    <a:pt x="689925" y="508364"/>
                    <a:pt x="689177" y="509112"/>
                    <a:pt x="688261" y="509112"/>
                  </a:cubicBezTo>
                  <a:cubicBezTo>
                    <a:pt x="687345" y="509112"/>
                    <a:pt x="686598" y="508364"/>
                    <a:pt x="686598" y="507449"/>
                  </a:cubicBezTo>
                  <a:close/>
                  <a:moveTo>
                    <a:pt x="789853" y="507449"/>
                  </a:moveTo>
                  <a:cubicBezTo>
                    <a:pt x="789853" y="506532"/>
                    <a:pt x="790626" y="505785"/>
                    <a:pt x="791541" y="505785"/>
                  </a:cubicBezTo>
                  <a:cubicBezTo>
                    <a:pt x="792458" y="505785"/>
                    <a:pt x="793205" y="506532"/>
                    <a:pt x="793205" y="507449"/>
                  </a:cubicBezTo>
                  <a:cubicBezTo>
                    <a:pt x="793205" y="508364"/>
                    <a:pt x="792458" y="509112"/>
                    <a:pt x="791541" y="509112"/>
                  </a:cubicBezTo>
                  <a:cubicBezTo>
                    <a:pt x="790626" y="509112"/>
                    <a:pt x="789853" y="508364"/>
                    <a:pt x="789853" y="507449"/>
                  </a:cubicBezTo>
                  <a:close/>
                  <a:moveTo>
                    <a:pt x="859840" y="507449"/>
                  </a:moveTo>
                  <a:cubicBezTo>
                    <a:pt x="859840" y="506532"/>
                    <a:pt x="860588" y="505785"/>
                    <a:pt x="861504" y="505785"/>
                  </a:cubicBezTo>
                  <a:cubicBezTo>
                    <a:pt x="862420" y="505785"/>
                    <a:pt x="863167" y="506532"/>
                    <a:pt x="863167" y="507449"/>
                  </a:cubicBezTo>
                  <a:cubicBezTo>
                    <a:pt x="863167" y="508364"/>
                    <a:pt x="862420" y="509112"/>
                    <a:pt x="861504" y="509112"/>
                  </a:cubicBezTo>
                  <a:cubicBezTo>
                    <a:pt x="860588" y="509112"/>
                    <a:pt x="859840" y="508364"/>
                    <a:pt x="859840" y="507449"/>
                  </a:cubicBezTo>
                  <a:close/>
                  <a:moveTo>
                    <a:pt x="963097" y="507449"/>
                  </a:moveTo>
                  <a:cubicBezTo>
                    <a:pt x="963097" y="506532"/>
                    <a:pt x="963868" y="505785"/>
                    <a:pt x="964784" y="505785"/>
                  </a:cubicBezTo>
                  <a:cubicBezTo>
                    <a:pt x="965676" y="505785"/>
                    <a:pt x="966447" y="506532"/>
                    <a:pt x="966447" y="507449"/>
                  </a:cubicBezTo>
                  <a:cubicBezTo>
                    <a:pt x="966447" y="508364"/>
                    <a:pt x="965676" y="509112"/>
                    <a:pt x="964784" y="509112"/>
                  </a:cubicBezTo>
                  <a:cubicBezTo>
                    <a:pt x="963868" y="509112"/>
                    <a:pt x="963097" y="508364"/>
                    <a:pt x="963097" y="507449"/>
                  </a:cubicBezTo>
                  <a:close/>
                  <a:moveTo>
                    <a:pt x="1579451" y="507449"/>
                  </a:moveTo>
                  <a:cubicBezTo>
                    <a:pt x="1579451" y="506532"/>
                    <a:pt x="1580198" y="505785"/>
                    <a:pt x="1581115" y="505785"/>
                  </a:cubicBezTo>
                  <a:cubicBezTo>
                    <a:pt x="1582030" y="505785"/>
                    <a:pt x="1582778" y="506532"/>
                    <a:pt x="1582778" y="507449"/>
                  </a:cubicBezTo>
                  <a:cubicBezTo>
                    <a:pt x="1582778" y="508364"/>
                    <a:pt x="1582030" y="509112"/>
                    <a:pt x="1581115" y="509112"/>
                  </a:cubicBezTo>
                  <a:cubicBezTo>
                    <a:pt x="1580198" y="509112"/>
                    <a:pt x="1579451" y="508364"/>
                    <a:pt x="1579451" y="507449"/>
                  </a:cubicBezTo>
                  <a:close/>
                  <a:moveTo>
                    <a:pt x="503350" y="504122"/>
                  </a:moveTo>
                  <a:cubicBezTo>
                    <a:pt x="503350" y="503205"/>
                    <a:pt x="504097" y="502458"/>
                    <a:pt x="505013" y="502458"/>
                  </a:cubicBezTo>
                  <a:cubicBezTo>
                    <a:pt x="505929" y="502458"/>
                    <a:pt x="506677" y="503205"/>
                    <a:pt x="506677" y="504122"/>
                  </a:cubicBezTo>
                  <a:cubicBezTo>
                    <a:pt x="506677" y="505038"/>
                    <a:pt x="505929" y="505785"/>
                    <a:pt x="505013" y="505785"/>
                  </a:cubicBezTo>
                  <a:cubicBezTo>
                    <a:pt x="504097" y="505785"/>
                    <a:pt x="503350" y="505038"/>
                    <a:pt x="503350" y="504122"/>
                  </a:cubicBezTo>
                  <a:close/>
                  <a:moveTo>
                    <a:pt x="676592" y="504122"/>
                  </a:moveTo>
                  <a:cubicBezTo>
                    <a:pt x="676592" y="503205"/>
                    <a:pt x="677340" y="502458"/>
                    <a:pt x="678256" y="502458"/>
                  </a:cubicBezTo>
                  <a:cubicBezTo>
                    <a:pt x="679172" y="502458"/>
                    <a:pt x="679919" y="503205"/>
                    <a:pt x="679919" y="504122"/>
                  </a:cubicBezTo>
                  <a:cubicBezTo>
                    <a:pt x="679919" y="505038"/>
                    <a:pt x="679172" y="505785"/>
                    <a:pt x="678256" y="505785"/>
                  </a:cubicBezTo>
                  <a:cubicBezTo>
                    <a:pt x="677340" y="505785"/>
                    <a:pt x="676592" y="505038"/>
                    <a:pt x="676592" y="504122"/>
                  </a:cubicBezTo>
                  <a:close/>
                  <a:moveTo>
                    <a:pt x="973101" y="504122"/>
                  </a:moveTo>
                  <a:cubicBezTo>
                    <a:pt x="973101" y="503205"/>
                    <a:pt x="973849" y="502458"/>
                    <a:pt x="974765" y="502458"/>
                  </a:cubicBezTo>
                  <a:cubicBezTo>
                    <a:pt x="975681" y="502458"/>
                    <a:pt x="976428" y="503205"/>
                    <a:pt x="976428" y="504122"/>
                  </a:cubicBezTo>
                  <a:cubicBezTo>
                    <a:pt x="976428" y="505038"/>
                    <a:pt x="975681" y="505785"/>
                    <a:pt x="974765" y="505785"/>
                  </a:cubicBezTo>
                  <a:cubicBezTo>
                    <a:pt x="973849" y="505785"/>
                    <a:pt x="973101" y="505038"/>
                    <a:pt x="973101" y="504122"/>
                  </a:cubicBezTo>
                  <a:close/>
                  <a:moveTo>
                    <a:pt x="1146345" y="504122"/>
                  </a:moveTo>
                  <a:cubicBezTo>
                    <a:pt x="1146345" y="503205"/>
                    <a:pt x="1147091" y="502458"/>
                    <a:pt x="1148008" y="502458"/>
                  </a:cubicBezTo>
                  <a:cubicBezTo>
                    <a:pt x="1148924" y="502458"/>
                    <a:pt x="1149670" y="503205"/>
                    <a:pt x="1149670" y="504122"/>
                  </a:cubicBezTo>
                  <a:cubicBezTo>
                    <a:pt x="1149670" y="505038"/>
                    <a:pt x="1148924" y="505785"/>
                    <a:pt x="1148008" y="505785"/>
                  </a:cubicBezTo>
                  <a:cubicBezTo>
                    <a:pt x="1147091" y="505785"/>
                    <a:pt x="1146345" y="505038"/>
                    <a:pt x="1146345" y="504122"/>
                  </a:cubicBezTo>
                  <a:close/>
                  <a:moveTo>
                    <a:pt x="558316" y="499131"/>
                  </a:moveTo>
                  <a:cubicBezTo>
                    <a:pt x="559449" y="497298"/>
                    <a:pt x="561137" y="495804"/>
                    <a:pt x="562054" y="495804"/>
                  </a:cubicBezTo>
                  <a:cubicBezTo>
                    <a:pt x="562969" y="495804"/>
                    <a:pt x="562776" y="497298"/>
                    <a:pt x="561643" y="499131"/>
                  </a:cubicBezTo>
                  <a:cubicBezTo>
                    <a:pt x="560535" y="500963"/>
                    <a:pt x="558847" y="502458"/>
                    <a:pt x="557931" y="502458"/>
                  </a:cubicBezTo>
                  <a:cubicBezTo>
                    <a:pt x="557015" y="502458"/>
                    <a:pt x="557183" y="500963"/>
                    <a:pt x="558316" y="499131"/>
                  </a:cubicBezTo>
                  <a:close/>
                  <a:moveTo>
                    <a:pt x="669938" y="500795"/>
                  </a:moveTo>
                  <a:cubicBezTo>
                    <a:pt x="669938" y="499878"/>
                    <a:pt x="670686" y="499131"/>
                    <a:pt x="671602" y="499131"/>
                  </a:cubicBezTo>
                  <a:cubicBezTo>
                    <a:pt x="672518" y="499131"/>
                    <a:pt x="673265" y="499878"/>
                    <a:pt x="673265" y="500795"/>
                  </a:cubicBezTo>
                  <a:cubicBezTo>
                    <a:pt x="673265" y="501711"/>
                    <a:pt x="672518" y="502458"/>
                    <a:pt x="671602" y="502458"/>
                  </a:cubicBezTo>
                  <a:cubicBezTo>
                    <a:pt x="670686" y="502458"/>
                    <a:pt x="669938" y="501711"/>
                    <a:pt x="669938" y="500795"/>
                  </a:cubicBezTo>
                  <a:close/>
                  <a:moveTo>
                    <a:pt x="979755" y="500795"/>
                  </a:moveTo>
                  <a:cubicBezTo>
                    <a:pt x="979755" y="499878"/>
                    <a:pt x="980503" y="499131"/>
                    <a:pt x="981419" y="499131"/>
                  </a:cubicBezTo>
                  <a:cubicBezTo>
                    <a:pt x="982335" y="499131"/>
                    <a:pt x="983106" y="499878"/>
                    <a:pt x="983106" y="500795"/>
                  </a:cubicBezTo>
                  <a:cubicBezTo>
                    <a:pt x="983106" y="501711"/>
                    <a:pt x="982335" y="502458"/>
                    <a:pt x="981419" y="502458"/>
                  </a:cubicBezTo>
                  <a:cubicBezTo>
                    <a:pt x="980503" y="502458"/>
                    <a:pt x="979755" y="501711"/>
                    <a:pt x="979755" y="500795"/>
                  </a:cubicBezTo>
                  <a:close/>
                  <a:moveTo>
                    <a:pt x="1091064" y="498624"/>
                  </a:moveTo>
                  <a:lnTo>
                    <a:pt x="1088677" y="494767"/>
                  </a:lnTo>
                  <a:lnTo>
                    <a:pt x="1092510" y="497154"/>
                  </a:lnTo>
                  <a:cubicBezTo>
                    <a:pt x="1096367" y="499517"/>
                    <a:pt x="1097669" y="502458"/>
                    <a:pt x="1094897" y="502458"/>
                  </a:cubicBezTo>
                  <a:cubicBezTo>
                    <a:pt x="1094101" y="502458"/>
                    <a:pt x="1092366" y="500722"/>
                    <a:pt x="1091064" y="498624"/>
                  </a:cubicBezTo>
                  <a:close/>
                  <a:moveTo>
                    <a:pt x="1327904" y="499131"/>
                  </a:moveTo>
                  <a:cubicBezTo>
                    <a:pt x="1329037" y="497298"/>
                    <a:pt x="1330724" y="495804"/>
                    <a:pt x="1331641" y="495804"/>
                  </a:cubicBezTo>
                  <a:cubicBezTo>
                    <a:pt x="1332558" y="495804"/>
                    <a:pt x="1332364" y="497298"/>
                    <a:pt x="1331231" y="499131"/>
                  </a:cubicBezTo>
                  <a:cubicBezTo>
                    <a:pt x="1330097" y="500963"/>
                    <a:pt x="1328435" y="502458"/>
                    <a:pt x="1327518" y="502458"/>
                  </a:cubicBezTo>
                  <a:cubicBezTo>
                    <a:pt x="1326603" y="502458"/>
                    <a:pt x="1326771" y="500963"/>
                    <a:pt x="1327904" y="499131"/>
                  </a:cubicBezTo>
                  <a:close/>
                  <a:moveTo>
                    <a:pt x="657716" y="496913"/>
                  </a:moveTo>
                  <a:cubicBezTo>
                    <a:pt x="658945" y="495683"/>
                    <a:pt x="660946" y="495683"/>
                    <a:pt x="662151" y="496913"/>
                  </a:cubicBezTo>
                  <a:cubicBezTo>
                    <a:pt x="663381" y="498142"/>
                    <a:pt x="662369" y="499131"/>
                    <a:pt x="659934" y="499131"/>
                  </a:cubicBezTo>
                  <a:cubicBezTo>
                    <a:pt x="657498" y="499131"/>
                    <a:pt x="656486" y="498142"/>
                    <a:pt x="657716" y="496913"/>
                  </a:cubicBezTo>
                  <a:close/>
                  <a:moveTo>
                    <a:pt x="773218" y="497468"/>
                  </a:moveTo>
                  <a:cubicBezTo>
                    <a:pt x="773218" y="496551"/>
                    <a:pt x="773966" y="495804"/>
                    <a:pt x="774883" y="495804"/>
                  </a:cubicBezTo>
                  <a:cubicBezTo>
                    <a:pt x="775798" y="495804"/>
                    <a:pt x="776545" y="496551"/>
                    <a:pt x="776545" y="497468"/>
                  </a:cubicBezTo>
                  <a:cubicBezTo>
                    <a:pt x="776545" y="498384"/>
                    <a:pt x="775798" y="499131"/>
                    <a:pt x="774883" y="499131"/>
                  </a:cubicBezTo>
                  <a:cubicBezTo>
                    <a:pt x="773966" y="499131"/>
                    <a:pt x="773218" y="498384"/>
                    <a:pt x="773218" y="497468"/>
                  </a:cubicBezTo>
                  <a:close/>
                  <a:moveTo>
                    <a:pt x="876475" y="497468"/>
                  </a:moveTo>
                  <a:cubicBezTo>
                    <a:pt x="876475" y="496551"/>
                    <a:pt x="877246" y="495804"/>
                    <a:pt x="878163" y="495804"/>
                  </a:cubicBezTo>
                  <a:cubicBezTo>
                    <a:pt x="879078" y="495804"/>
                    <a:pt x="879825" y="496551"/>
                    <a:pt x="879825" y="497468"/>
                  </a:cubicBezTo>
                  <a:cubicBezTo>
                    <a:pt x="879825" y="498384"/>
                    <a:pt x="879078" y="499131"/>
                    <a:pt x="878163" y="499131"/>
                  </a:cubicBezTo>
                  <a:cubicBezTo>
                    <a:pt x="877246" y="499131"/>
                    <a:pt x="876475" y="498384"/>
                    <a:pt x="876475" y="497468"/>
                  </a:cubicBezTo>
                  <a:close/>
                  <a:moveTo>
                    <a:pt x="990869" y="496913"/>
                  </a:moveTo>
                  <a:cubicBezTo>
                    <a:pt x="992099" y="495683"/>
                    <a:pt x="994100" y="495683"/>
                    <a:pt x="995305" y="496913"/>
                  </a:cubicBezTo>
                  <a:cubicBezTo>
                    <a:pt x="996534" y="498142"/>
                    <a:pt x="995522" y="499131"/>
                    <a:pt x="993086" y="499131"/>
                  </a:cubicBezTo>
                  <a:cubicBezTo>
                    <a:pt x="990653" y="499131"/>
                    <a:pt x="989640" y="498142"/>
                    <a:pt x="990869" y="496913"/>
                  </a:cubicBezTo>
                  <a:close/>
                  <a:moveTo>
                    <a:pt x="1566119" y="497468"/>
                  </a:moveTo>
                  <a:cubicBezTo>
                    <a:pt x="1566119" y="496551"/>
                    <a:pt x="1566867" y="495804"/>
                    <a:pt x="1567782" y="495804"/>
                  </a:cubicBezTo>
                  <a:cubicBezTo>
                    <a:pt x="1568699" y="495804"/>
                    <a:pt x="1569446" y="496551"/>
                    <a:pt x="1569446" y="497468"/>
                  </a:cubicBezTo>
                  <a:cubicBezTo>
                    <a:pt x="1569446" y="498384"/>
                    <a:pt x="1568699" y="499131"/>
                    <a:pt x="1567782" y="499131"/>
                  </a:cubicBezTo>
                  <a:cubicBezTo>
                    <a:pt x="1566867" y="499131"/>
                    <a:pt x="1566119" y="498384"/>
                    <a:pt x="1566119" y="497468"/>
                  </a:cubicBezTo>
                  <a:close/>
                  <a:moveTo>
                    <a:pt x="506677" y="494141"/>
                  </a:moveTo>
                  <a:cubicBezTo>
                    <a:pt x="506677" y="493224"/>
                    <a:pt x="507424" y="492477"/>
                    <a:pt x="508340" y="492477"/>
                  </a:cubicBezTo>
                  <a:cubicBezTo>
                    <a:pt x="509256" y="492477"/>
                    <a:pt x="510004" y="493224"/>
                    <a:pt x="510004" y="494141"/>
                  </a:cubicBezTo>
                  <a:cubicBezTo>
                    <a:pt x="510004" y="495057"/>
                    <a:pt x="509256" y="495804"/>
                    <a:pt x="508340" y="495804"/>
                  </a:cubicBezTo>
                  <a:cubicBezTo>
                    <a:pt x="507424" y="495804"/>
                    <a:pt x="506677" y="495057"/>
                    <a:pt x="506677" y="494141"/>
                  </a:cubicBezTo>
                  <a:close/>
                  <a:moveTo>
                    <a:pt x="646602" y="494141"/>
                  </a:moveTo>
                  <a:cubicBezTo>
                    <a:pt x="646602" y="493224"/>
                    <a:pt x="647348" y="492477"/>
                    <a:pt x="648265" y="492477"/>
                  </a:cubicBezTo>
                  <a:cubicBezTo>
                    <a:pt x="649182" y="492477"/>
                    <a:pt x="649953" y="493224"/>
                    <a:pt x="649953" y="494141"/>
                  </a:cubicBezTo>
                  <a:cubicBezTo>
                    <a:pt x="649953" y="495057"/>
                    <a:pt x="649182" y="495804"/>
                    <a:pt x="648265" y="495804"/>
                  </a:cubicBezTo>
                  <a:cubicBezTo>
                    <a:pt x="647348" y="495804"/>
                    <a:pt x="646602" y="495057"/>
                    <a:pt x="646602" y="494141"/>
                  </a:cubicBezTo>
                  <a:close/>
                  <a:moveTo>
                    <a:pt x="766541" y="494141"/>
                  </a:moveTo>
                  <a:cubicBezTo>
                    <a:pt x="766541" y="493224"/>
                    <a:pt x="767288" y="492477"/>
                    <a:pt x="768204" y="492477"/>
                  </a:cubicBezTo>
                  <a:cubicBezTo>
                    <a:pt x="769120" y="492477"/>
                    <a:pt x="769868" y="493224"/>
                    <a:pt x="769868" y="494141"/>
                  </a:cubicBezTo>
                  <a:cubicBezTo>
                    <a:pt x="769868" y="495057"/>
                    <a:pt x="769120" y="495804"/>
                    <a:pt x="768204" y="495804"/>
                  </a:cubicBezTo>
                  <a:cubicBezTo>
                    <a:pt x="767288" y="495804"/>
                    <a:pt x="766541" y="495057"/>
                    <a:pt x="766541" y="494141"/>
                  </a:cubicBezTo>
                  <a:close/>
                  <a:moveTo>
                    <a:pt x="883152" y="494141"/>
                  </a:moveTo>
                  <a:cubicBezTo>
                    <a:pt x="883152" y="493224"/>
                    <a:pt x="883900" y="492477"/>
                    <a:pt x="884817" y="492477"/>
                  </a:cubicBezTo>
                  <a:cubicBezTo>
                    <a:pt x="885732" y="492477"/>
                    <a:pt x="886479" y="493224"/>
                    <a:pt x="886479" y="494141"/>
                  </a:cubicBezTo>
                  <a:cubicBezTo>
                    <a:pt x="886479" y="495057"/>
                    <a:pt x="885732" y="495804"/>
                    <a:pt x="884817" y="495804"/>
                  </a:cubicBezTo>
                  <a:cubicBezTo>
                    <a:pt x="883900" y="495804"/>
                    <a:pt x="883152" y="495057"/>
                    <a:pt x="883152" y="494141"/>
                  </a:cubicBezTo>
                  <a:close/>
                  <a:moveTo>
                    <a:pt x="1003092" y="494141"/>
                  </a:moveTo>
                  <a:cubicBezTo>
                    <a:pt x="1003092" y="493224"/>
                    <a:pt x="1003840" y="492477"/>
                    <a:pt x="1004755" y="492477"/>
                  </a:cubicBezTo>
                  <a:cubicBezTo>
                    <a:pt x="1005672" y="492477"/>
                    <a:pt x="1006419" y="493224"/>
                    <a:pt x="1006419" y="494141"/>
                  </a:cubicBezTo>
                  <a:cubicBezTo>
                    <a:pt x="1006419" y="495057"/>
                    <a:pt x="1005672" y="495804"/>
                    <a:pt x="1004755" y="495804"/>
                  </a:cubicBezTo>
                  <a:cubicBezTo>
                    <a:pt x="1003840" y="495804"/>
                    <a:pt x="1003092" y="495057"/>
                    <a:pt x="1003092" y="494141"/>
                  </a:cubicBezTo>
                  <a:close/>
                  <a:moveTo>
                    <a:pt x="1143018" y="494141"/>
                  </a:moveTo>
                  <a:cubicBezTo>
                    <a:pt x="1143018" y="493224"/>
                    <a:pt x="1143764" y="492477"/>
                    <a:pt x="1144681" y="492477"/>
                  </a:cubicBezTo>
                  <a:cubicBezTo>
                    <a:pt x="1145597" y="492477"/>
                    <a:pt x="1146345" y="493224"/>
                    <a:pt x="1146345" y="494141"/>
                  </a:cubicBezTo>
                  <a:cubicBezTo>
                    <a:pt x="1146345" y="495057"/>
                    <a:pt x="1145597" y="495804"/>
                    <a:pt x="1144681" y="495804"/>
                  </a:cubicBezTo>
                  <a:cubicBezTo>
                    <a:pt x="1143764" y="495804"/>
                    <a:pt x="1143018" y="495057"/>
                    <a:pt x="1143018" y="494141"/>
                  </a:cubicBezTo>
                  <a:close/>
                  <a:moveTo>
                    <a:pt x="1336245" y="494141"/>
                  </a:moveTo>
                  <a:cubicBezTo>
                    <a:pt x="1336245" y="493224"/>
                    <a:pt x="1336993" y="492477"/>
                    <a:pt x="1337909" y="492477"/>
                  </a:cubicBezTo>
                  <a:cubicBezTo>
                    <a:pt x="1338825" y="492477"/>
                    <a:pt x="1339572" y="493224"/>
                    <a:pt x="1339572" y="494141"/>
                  </a:cubicBezTo>
                  <a:cubicBezTo>
                    <a:pt x="1339572" y="495057"/>
                    <a:pt x="1338825" y="495804"/>
                    <a:pt x="1337909" y="495804"/>
                  </a:cubicBezTo>
                  <a:cubicBezTo>
                    <a:pt x="1336993" y="495804"/>
                    <a:pt x="1336245" y="495057"/>
                    <a:pt x="1336245" y="494141"/>
                  </a:cubicBezTo>
                  <a:close/>
                  <a:moveTo>
                    <a:pt x="1559465" y="494141"/>
                  </a:moveTo>
                  <a:cubicBezTo>
                    <a:pt x="1559465" y="493224"/>
                    <a:pt x="1560213" y="492477"/>
                    <a:pt x="1561128" y="492477"/>
                  </a:cubicBezTo>
                  <a:cubicBezTo>
                    <a:pt x="1562045" y="492477"/>
                    <a:pt x="1562792" y="493224"/>
                    <a:pt x="1562792" y="494141"/>
                  </a:cubicBezTo>
                  <a:cubicBezTo>
                    <a:pt x="1562792" y="495057"/>
                    <a:pt x="1562045" y="495804"/>
                    <a:pt x="1561128" y="495804"/>
                  </a:cubicBezTo>
                  <a:cubicBezTo>
                    <a:pt x="1560213" y="495804"/>
                    <a:pt x="1559465" y="495057"/>
                    <a:pt x="1559465" y="494141"/>
                  </a:cubicBezTo>
                  <a:close/>
                  <a:moveTo>
                    <a:pt x="573312" y="490814"/>
                  </a:moveTo>
                  <a:cubicBezTo>
                    <a:pt x="573312" y="489897"/>
                    <a:pt x="574059" y="489126"/>
                    <a:pt x="574976" y="489126"/>
                  </a:cubicBezTo>
                  <a:cubicBezTo>
                    <a:pt x="575891" y="489126"/>
                    <a:pt x="576639" y="489897"/>
                    <a:pt x="576639" y="490814"/>
                  </a:cubicBezTo>
                  <a:cubicBezTo>
                    <a:pt x="576639" y="491730"/>
                    <a:pt x="575891" y="492477"/>
                    <a:pt x="574976" y="492477"/>
                  </a:cubicBezTo>
                  <a:cubicBezTo>
                    <a:pt x="574059" y="492477"/>
                    <a:pt x="573312" y="491730"/>
                    <a:pt x="573312" y="490814"/>
                  </a:cubicBezTo>
                  <a:close/>
                  <a:moveTo>
                    <a:pt x="633294" y="490814"/>
                  </a:moveTo>
                  <a:cubicBezTo>
                    <a:pt x="633294" y="489897"/>
                    <a:pt x="634042" y="489126"/>
                    <a:pt x="634957" y="489126"/>
                  </a:cubicBezTo>
                  <a:cubicBezTo>
                    <a:pt x="635874" y="489126"/>
                    <a:pt x="636621" y="489897"/>
                    <a:pt x="636621" y="490814"/>
                  </a:cubicBezTo>
                  <a:cubicBezTo>
                    <a:pt x="636621" y="491730"/>
                    <a:pt x="635874" y="492477"/>
                    <a:pt x="634957" y="492477"/>
                  </a:cubicBezTo>
                  <a:cubicBezTo>
                    <a:pt x="634042" y="492477"/>
                    <a:pt x="633294" y="491730"/>
                    <a:pt x="633294" y="490814"/>
                  </a:cubicBezTo>
                  <a:close/>
                  <a:moveTo>
                    <a:pt x="759887" y="490814"/>
                  </a:moveTo>
                  <a:cubicBezTo>
                    <a:pt x="759887" y="489897"/>
                    <a:pt x="760634" y="489126"/>
                    <a:pt x="761550" y="489126"/>
                  </a:cubicBezTo>
                  <a:cubicBezTo>
                    <a:pt x="762466" y="489126"/>
                    <a:pt x="763214" y="489897"/>
                    <a:pt x="763214" y="490814"/>
                  </a:cubicBezTo>
                  <a:cubicBezTo>
                    <a:pt x="763214" y="491730"/>
                    <a:pt x="762466" y="492477"/>
                    <a:pt x="761550" y="492477"/>
                  </a:cubicBezTo>
                  <a:cubicBezTo>
                    <a:pt x="760634" y="492477"/>
                    <a:pt x="759887" y="491730"/>
                    <a:pt x="759887" y="490814"/>
                  </a:cubicBezTo>
                  <a:close/>
                  <a:moveTo>
                    <a:pt x="889806" y="490814"/>
                  </a:moveTo>
                  <a:cubicBezTo>
                    <a:pt x="889806" y="489897"/>
                    <a:pt x="890554" y="489126"/>
                    <a:pt x="891471" y="489126"/>
                  </a:cubicBezTo>
                  <a:cubicBezTo>
                    <a:pt x="892386" y="489126"/>
                    <a:pt x="893133" y="489897"/>
                    <a:pt x="893133" y="490814"/>
                  </a:cubicBezTo>
                  <a:cubicBezTo>
                    <a:pt x="893133" y="491730"/>
                    <a:pt x="892386" y="492477"/>
                    <a:pt x="891471" y="492477"/>
                  </a:cubicBezTo>
                  <a:cubicBezTo>
                    <a:pt x="890554" y="492477"/>
                    <a:pt x="889806" y="491730"/>
                    <a:pt x="889806" y="490814"/>
                  </a:cubicBezTo>
                  <a:close/>
                  <a:moveTo>
                    <a:pt x="1016400" y="490814"/>
                  </a:moveTo>
                  <a:cubicBezTo>
                    <a:pt x="1016400" y="489897"/>
                    <a:pt x="1017171" y="489126"/>
                    <a:pt x="1018088" y="489126"/>
                  </a:cubicBezTo>
                  <a:cubicBezTo>
                    <a:pt x="1019003" y="489126"/>
                    <a:pt x="1019751" y="489897"/>
                    <a:pt x="1019751" y="490814"/>
                  </a:cubicBezTo>
                  <a:cubicBezTo>
                    <a:pt x="1019751" y="491730"/>
                    <a:pt x="1019003" y="492477"/>
                    <a:pt x="1018088" y="492477"/>
                  </a:cubicBezTo>
                  <a:cubicBezTo>
                    <a:pt x="1017171" y="492477"/>
                    <a:pt x="1016400" y="491730"/>
                    <a:pt x="1016400" y="490814"/>
                  </a:cubicBezTo>
                  <a:close/>
                  <a:moveTo>
                    <a:pt x="1076381" y="490814"/>
                  </a:moveTo>
                  <a:cubicBezTo>
                    <a:pt x="1076381" y="489897"/>
                    <a:pt x="1077129" y="489126"/>
                    <a:pt x="1078046" y="489126"/>
                  </a:cubicBezTo>
                  <a:cubicBezTo>
                    <a:pt x="1078961" y="489126"/>
                    <a:pt x="1079708" y="489897"/>
                    <a:pt x="1079708" y="490814"/>
                  </a:cubicBezTo>
                  <a:cubicBezTo>
                    <a:pt x="1079708" y="491730"/>
                    <a:pt x="1078961" y="492477"/>
                    <a:pt x="1078046" y="492477"/>
                  </a:cubicBezTo>
                  <a:cubicBezTo>
                    <a:pt x="1077129" y="492477"/>
                    <a:pt x="1076381" y="491730"/>
                    <a:pt x="1076381" y="490814"/>
                  </a:cubicBezTo>
                  <a:close/>
                  <a:moveTo>
                    <a:pt x="587536" y="486836"/>
                  </a:moveTo>
                  <a:cubicBezTo>
                    <a:pt x="590791" y="485992"/>
                    <a:pt x="595275" y="486040"/>
                    <a:pt x="597541" y="486956"/>
                  </a:cubicBezTo>
                  <a:cubicBezTo>
                    <a:pt x="599783" y="487872"/>
                    <a:pt x="597132" y="488547"/>
                    <a:pt x="591634" y="488475"/>
                  </a:cubicBezTo>
                  <a:lnTo>
                    <a:pt x="581654" y="488354"/>
                  </a:lnTo>
                  <a:close/>
                  <a:moveTo>
                    <a:pt x="607522" y="486836"/>
                  </a:moveTo>
                  <a:cubicBezTo>
                    <a:pt x="610777" y="485992"/>
                    <a:pt x="615260" y="486040"/>
                    <a:pt x="617526" y="486956"/>
                  </a:cubicBezTo>
                  <a:cubicBezTo>
                    <a:pt x="619769" y="487872"/>
                    <a:pt x="617117" y="488547"/>
                    <a:pt x="611620" y="488475"/>
                  </a:cubicBezTo>
                  <a:lnTo>
                    <a:pt x="601639" y="488354"/>
                  </a:lnTo>
                  <a:close/>
                  <a:moveTo>
                    <a:pt x="753209" y="487462"/>
                  </a:moveTo>
                  <a:cubicBezTo>
                    <a:pt x="753209" y="486546"/>
                    <a:pt x="753980" y="485799"/>
                    <a:pt x="754872" y="485799"/>
                  </a:cubicBezTo>
                  <a:cubicBezTo>
                    <a:pt x="755812" y="485799"/>
                    <a:pt x="756560" y="486546"/>
                    <a:pt x="756560" y="487462"/>
                  </a:cubicBezTo>
                  <a:cubicBezTo>
                    <a:pt x="756560" y="488378"/>
                    <a:pt x="755812" y="489126"/>
                    <a:pt x="754872" y="489126"/>
                  </a:cubicBezTo>
                  <a:cubicBezTo>
                    <a:pt x="753980" y="489126"/>
                    <a:pt x="753209" y="488378"/>
                    <a:pt x="753209" y="487462"/>
                  </a:cubicBezTo>
                  <a:close/>
                  <a:moveTo>
                    <a:pt x="896485" y="487462"/>
                  </a:moveTo>
                  <a:cubicBezTo>
                    <a:pt x="896485" y="486546"/>
                    <a:pt x="897233" y="485799"/>
                    <a:pt x="898148" y="485799"/>
                  </a:cubicBezTo>
                  <a:cubicBezTo>
                    <a:pt x="899065" y="485799"/>
                    <a:pt x="899812" y="486546"/>
                    <a:pt x="899812" y="487462"/>
                  </a:cubicBezTo>
                  <a:cubicBezTo>
                    <a:pt x="899812" y="488378"/>
                    <a:pt x="899065" y="489126"/>
                    <a:pt x="898148" y="489126"/>
                  </a:cubicBezTo>
                  <a:cubicBezTo>
                    <a:pt x="897233" y="489126"/>
                    <a:pt x="896485" y="488378"/>
                    <a:pt x="896485" y="487462"/>
                  </a:cubicBezTo>
                  <a:close/>
                  <a:moveTo>
                    <a:pt x="1037302" y="486836"/>
                  </a:moveTo>
                  <a:cubicBezTo>
                    <a:pt x="1040532" y="485992"/>
                    <a:pt x="1045041" y="486040"/>
                    <a:pt x="1047283" y="486956"/>
                  </a:cubicBezTo>
                  <a:cubicBezTo>
                    <a:pt x="1049549" y="487872"/>
                    <a:pt x="1046898" y="488547"/>
                    <a:pt x="1041400" y="488475"/>
                  </a:cubicBezTo>
                  <a:lnTo>
                    <a:pt x="1031396" y="488354"/>
                  </a:lnTo>
                  <a:close/>
                  <a:moveTo>
                    <a:pt x="1057288" y="486836"/>
                  </a:moveTo>
                  <a:cubicBezTo>
                    <a:pt x="1060518" y="485992"/>
                    <a:pt x="1065026" y="486040"/>
                    <a:pt x="1067269" y="486956"/>
                  </a:cubicBezTo>
                  <a:cubicBezTo>
                    <a:pt x="1069535" y="487872"/>
                    <a:pt x="1066883" y="488547"/>
                    <a:pt x="1061386" y="488475"/>
                  </a:cubicBezTo>
                  <a:lnTo>
                    <a:pt x="1051381" y="488354"/>
                  </a:lnTo>
                  <a:close/>
                  <a:moveTo>
                    <a:pt x="1346226" y="487462"/>
                  </a:moveTo>
                  <a:cubicBezTo>
                    <a:pt x="1346226" y="486546"/>
                    <a:pt x="1346974" y="485799"/>
                    <a:pt x="1347890" y="485799"/>
                  </a:cubicBezTo>
                  <a:cubicBezTo>
                    <a:pt x="1348806" y="485799"/>
                    <a:pt x="1349578" y="486546"/>
                    <a:pt x="1349578" y="487462"/>
                  </a:cubicBezTo>
                  <a:cubicBezTo>
                    <a:pt x="1349578" y="488378"/>
                    <a:pt x="1348806" y="489126"/>
                    <a:pt x="1347890" y="489126"/>
                  </a:cubicBezTo>
                  <a:cubicBezTo>
                    <a:pt x="1346974" y="489126"/>
                    <a:pt x="1346226" y="488378"/>
                    <a:pt x="1346226" y="487462"/>
                  </a:cubicBezTo>
                  <a:close/>
                  <a:moveTo>
                    <a:pt x="1549460" y="487462"/>
                  </a:moveTo>
                  <a:cubicBezTo>
                    <a:pt x="1549460" y="486546"/>
                    <a:pt x="1550207" y="485799"/>
                    <a:pt x="1551124" y="485799"/>
                  </a:cubicBezTo>
                  <a:cubicBezTo>
                    <a:pt x="1552039" y="485799"/>
                    <a:pt x="1552786" y="486546"/>
                    <a:pt x="1552786" y="487462"/>
                  </a:cubicBezTo>
                  <a:cubicBezTo>
                    <a:pt x="1552786" y="488378"/>
                    <a:pt x="1552039" y="489126"/>
                    <a:pt x="1551124" y="489126"/>
                  </a:cubicBezTo>
                  <a:cubicBezTo>
                    <a:pt x="1550207" y="489126"/>
                    <a:pt x="1549460" y="488378"/>
                    <a:pt x="1549460" y="487462"/>
                  </a:cubicBezTo>
                  <a:close/>
                  <a:moveTo>
                    <a:pt x="903139" y="484135"/>
                  </a:moveTo>
                  <a:cubicBezTo>
                    <a:pt x="903139" y="483219"/>
                    <a:pt x="903887" y="482472"/>
                    <a:pt x="904802" y="482472"/>
                  </a:cubicBezTo>
                  <a:cubicBezTo>
                    <a:pt x="905719" y="482472"/>
                    <a:pt x="906466" y="483219"/>
                    <a:pt x="906466" y="484135"/>
                  </a:cubicBezTo>
                  <a:cubicBezTo>
                    <a:pt x="906466" y="485051"/>
                    <a:pt x="905719" y="485799"/>
                    <a:pt x="904802" y="485799"/>
                  </a:cubicBezTo>
                  <a:cubicBezTo>
                    <a:pt x="903887" y="485799"/>
                    <a:pt x="903139" y="485051"/>
                    <a:pt x="903139" y="484135"/>
                  </a:cubicBezTo>
                  <a:close/>
                  <a:moveTo>
                    <a:pt x="1542806" y="484135"/>
                  </a:moveTo>
                  <a:cubicBezTo>
                    <a:pt x="1542806" y="483219"/>
                    <a:pt x="1543553" y="482472"/>
                    <a:pt x="1544470" y="482472"/>
                  </a:cubicBezTo>
                  <a:cubicBezTo>
                    <a:pt x="1545385" y="482472"/>
                    <a:pt x="1546133" y="483219"/>
                    <a:pt x="1546133" y="484135"/>
                  </a:cubicBezTo>
                  <a:cubicBezTo>
                    <a:pt x="1546133" y="485051"/>
                    <a:pt x="1545385" y="485799"/>
                    <a:pt x="1544470" y="485799"/>
                  </a:cubicBezTo>
                  <a:cubicBezTo>
                    <a:pt x="1543553" y="485799"/>
                    <a:pt x="1542806" y="485051"/>
                    <a:pt x="1542806" y="484135"/>
                  </a:cubicBezTo>
                  <a:close/>
                  <a:moveTo>
                    <a:pt x="513354" y="480808"/>
                  </a:moveTo>
                  <a:cubicBezTo>
                    <a:pt x="513354" y="479893"/>
                    <a:pt x="514102" y="479145"/>
                    <a:pt x="515019" y="479145"/>
                  </a:cubicBezTo>
                  <a:cubicBezTo>
                    <a:pt x="515934" y="479145"/>
                    <a:pt x="516681" y="479893"/>
                    <a:pt x="516681" y="480808"/>
                  </a:cubicBezTo>
                  <a:cubicBezTo>
                    <a:pt x="516681" y="481724"/>
                    <a:pt x="515934" y="482472"/>
                    <a:pt x="515019" y="482472"/>
                  </a:cubicBezTo>
                  <a:cubicBezTo>
                    <a:pt x="514102" y="482472"/>
                    <a:pt x="513354" y="481724"/>
                    <a:pt x="513354" y="480808"/>
                  </a:cubicBezTo>
                  <a:close/>
                  <a:moveTo>
                    <a:pt x="1136339" y="480808"/>
                  </a:moveTo>
                  <a:cubicBezTo>
                    <a:pt x="1136339" y="479893"/>
                    <a:pt x="1137086" y="479145"/>
                    <a:pt x="1138003" y="479145"/>
                  </a:cubicBezTo>
                  <a:cubicBezTo>
                    <a:pt x="1138918" y="479145"/>
                    <a:pt x="1139666" y="479893"/>
                    <a:pt x="1139666" y="480808"/>
                  </a:cubicBezTo>
                  <a:cubicBezTo>
                    <a:pt x="1139666" y="481724"/>
                    <a:pt x="1138918" y="482472"/>
                    <a:pt x="1138003" y="482472"/>
                  </a:cubicBezTo>
                  <a:cubicBezTo>
                    <a:pt x="1137086" y="482472"/>
                    <a:pt x="1136339" y="481724"/>
                    <a:pt x="1136339" y="480808"/>
                  </a:cubicBezTo>
                  <a:close/>
                  <a:moveTo>
                    <a:pt x="1362886" y="480808"/>
                  </a:moveTo>
                  <a:cubicBezTo>
                    <a:pt x="1362886" y="479893"/>
                    <a:pt x="1363632" y="479145"/>
                    <a:pt x="1364549" y="479145"/>
                  </a:cubicBezTo>
                  <a:cubicBezTo>
                    <a:pt x="1365465" y="479145"/>
                    <a:pt x="1366213" y="479893"/>
                    <a:pt x="1366213" y="480808"/>
                  </a:cubicBezTo>
                  <a:cubicBezTo>
                    <a:pt x="1366213" y="481724"/>
                    <a:pt x="1365465" y="482472"/>
                    <a:pt x="1364549" y="482472"/>
                  </a:cubicBezTo>
                  <a:cubicBezTo>
                    <a:pt x="1363632" y="482472"/>
                    <a:pt x="1362886" y="481724"/>
                    <a:pt x="1362886" y="480808"/>
                  </a:cubicBezTo>
                  <a:close/>
                  <a:moveTo>
                    <a:pt x="733223" y="477482"/>
                  </a:moveTo>
                  <a:cubicBezTo>
                    <a:pt x="733223" y="476566"/>
                    <a:pt x="733970" y="475818"/>
                    <a:pt x="734887" y="475818"/>
                  </a:cubicBezTo>
                  <a:cubicBezTo>
                    <a:pt x="735802" y="475818"/>
                    <a:pt x="736550" y="476566"/>
                    <a:pt x="736550" y="477482"/>
                  </a:cubicBezTo>
                  <a:cubicBezTo>
                    <a:pt x="736550" y="478398"/>
                    <a:pt x="735802" y="479145"/>
                    <a:pt x="734887" y="479145"/>
                  </a:cubicBezTo>
                  <a:cubicBezTo>
                    <a:pt x="733970" y="479145"/>
                    <a:pt x="733223" y="478398"/>
                    <a:pt x="733223" y="477482"/>
                  </a:cubicBezTo>
                  <a:close/>
                  <a:moveTo>
                    <a:pt x="916471" y="477482"/>
                  </a:moveTo>
                  <a:cubicBezTo>
                    <a:pt x="916471" y="476566"/>
                    <a:pt x="917218" y="475818"/>
                    <a:pt x="918135" y="475818"/>
                  </a:cubicBezTo>
                  <a:cubicBezTo>
                    <a:pt x="919050" y="475818"/>
                    <a:pt x="919798" y="476566"/>
                    <a:pt x="919798" y="477482"/>
                  </a:cubicBezTo>
                  <a:cubicBezTo>
                    <a:pt x="919798" y="478398"/>
                    <a:pt x="919050" y="479145"/>
                    <a:pt x="918135" y="479145"/>
                  </a:cubicBezTo>
                  <a:cubicBezTo>
                    <a:pt x="917218" y="479145"/>
                    <a:pt x="916471" y="478398"/>
                    <a:pt x="916471" y="477482"/>
                  </a:cubicBezTo>
                  <a:close/>
                  <a:moveTo>
                    <a:pt x="1369563" y="477482"/>
                  </a:moveTo>
                  <a:cubicBezTo>
                    <a:pt x="1369563" y="476566"/>
                    <a:pt x="1370311" y="475818"/>
                    <a:pt x="1371226" y="475818"/>
                  </a:cubicBezTo>
                  <a:cubicBezTo>
                    <a:pt x="1372143" y="475818"/>
                    <a:pt x="1372890" y="476566"/>
                    <a:pt x="1372890" y="477482"/>
                  </a:cubicBezTo>
                  <a:cubicBezTo>
                    <a:pt x="1372890" y="478398"/>
                    <a:pt x="1372143" y="479145"/>
                    <a:pt x="1371226" y="479145"/>
                  </a:cubicBezTo>
                  <a:cubicBezTo>
                    <a:pt x="1370311" y="479145"/>
                    <a:pt x="1369563" y="478398"/>
                    <a:pt x="1369563" y="477482"/>
                  </a:cubicBezTo>
                  <a:close/>
                  <a:moveTo>
                    <a:pt x="1526147" y="477482"/>
                  </a:moveTo>
                  <a:cubicBezTo>
                    <a:pt x="1526147" y="476566"/>
                    <a:pt x="1526895" y="475818"/>
                    <a:pt x="1527811" y="475818"/>
                  </a:cubicBezTo>
                  <a:cubicBezTo>
                    <a:pt x="1528727" y="475818"/>
                    <a:pt x="1529474" y="476566"/>
                    <a:pt x="1529474" y="477482"/>
                  </a:cubicBezTo>
                  <a:cubicBezTo>
                    <a:pt x="1529474" y="478398"/>
                    <a:pt x="1528727" y="479145"/>
                    <a:pt x="1527811" y="479145"/>
                  </a:cubicBezTo>
                  <a:cubicBezTo>
                    <a:pt x="1526895" y="479145"/>
                    <a:pt x="1526147" y="478398"/>
                    <a:pt x="1526147" y="477482"/>
                  </a:cubicBezTo>
                  <a:close/>
                  <a:moveTo>
                    <a:pt x="726569" y="474155"/>
                  </a:moveTo>
                  <a:cubicBezTo>
                    <a:pt x="726569" y="473239"/>
                    <a:pt x="727316" y="472491"/>
                    <a:pt x="728233" y="472491"/>
                  </a:cubicBezTo>
                  <a:cubicBezTo>
                    <a:pt x="729148" y="472491"/>
                    <a:pt x="729896" y="473239"/>
                    <a:pt x="729896" y="474155"/>
                  </a:cubicBezTo>
                  <a:cubicBezTo>
                    <a:pt x="729896" y="475071"/>
                    <a:pt x="729148" y="475818"/>
                    <a:pt x="728233" y="475818"/>
                  </a:cubicBezTo>
                  <a:cubicBezTo>
                    <a:pt x="727316" y="475818"/>
                    <a:pt x="726569" y="475071"/>
                    <a:pt x="726569" y="474155"/>
                  </a:cubicBezTo>
                  <a:close/>
                  <a:moveTo>
                    <a:pt x="923125" y="474155"/>
                  </a:moveTo>
                  <a:cubicBezTo>
                    <a:pt x="923125" y="473239"/>
                    <a:pt x="923872" y="472491"/>
                    <a:pt x="924789" y="472491"/>
                  </a:cubicBezTo>
                  <a:cubicBezTo>
                    <a:pt x="925704" y="472491"/>
                    <a:pt x="926452" y="473239"/>
                    <a:pt x="926452" y="474155"/>
                  </a:cubicBezTo>
                  <a:cubicBezTo>
                    <a:pt x="926452" y="475071"/>
                    <a:pt x="925704" y="475818"/>
                    <a:pt x="924789" y="475818"/>
                  </a:cubicBezTo>
                  <a:cubicBezTo>
                    <a:pt x="923872" y="475818"/>
                    <a:pt x="923125" y="475071"/>
                    <a:pt x="923125" y="474155"/>
                  </a:cubicBezTo>
                  <a:close/>
                  <a:moveTo>
                    <a:pt x="1379544" y="474155"/>
                  </a:moveTo>
                  <a:cubicBezTo>
                    <a:pt x="1379544" y="473239"/>
                    <a:pt x="1380292" y="472491"/>
                    <a:pt x="1381207" y="472491"/>
                  </a:cubicBezTo>
                  <a:cubicBezTo>
                    <a:pt x="1382124" y="472491"/>
                    <a:pt x="1382871" y="473239"/>
                    <a:pt x="1382871" y="474155"/>
                  </a:cubicBezTo>
                  <a:cubicBezTo>
                    <a:pt x="1382871" y="475071"/>
                    <a:pt x="1382124" y="475818"/>
                    <a:pt x="1381207" y="475818"/>
                  </a:cubicBezTo>
                  <a:cubicBezTo>
                    <a:pt x="1380292" y="475818"/>
                    <a:pt x="1379544" y="475071"/>
                    <a:pt x="1379544" y="474155"/>
                  </a:cubicBezTo>
                  <a:close/>
                  <a:moveTo>
                    <a:pt x="1516143" y="474155"/>
                  </a:moveTo>
                  <a:cubicBezTo>
                    <a:pt x="1516143" y="473239"/>
                    <a:pt x="1516890" y="472491"/>
                    <a:pt x="1517806" y="472491"/>
                  </a:cubicBezTo>
                  <a:cubicBezTo>
                    <a:pt x="1518722" y="472491"/>
                    <a:pt x="1519470" y="473239"/>
                    <a:pt x="1519470" y="474155"/>
                  </a:cubicBezTo>
                  <a:cubicBezTo>
                    <a:pt x="1519470" y="475071"/>
                    <a:pt x="1518722" y="475818"/>
                    <a:pt x="1517806" y="475818"/>
                  </a:cubicBezTo>
                  <a:cubicBezTo>
                    <a:pt x="1516890" y="475818"/>
                    <a:pt x="1516143" y="475071"/>
                    <a:pt x="1516143" y="474155"/>
                  </a:cubicBezTo>
                  <a:close/>
                  <a:moveTo>
                    <a:pt x="525000" y="465813"/>
                  </a:moveTo>
                  <a:cubicBezTo>
                    <a:pt x="528326" y="462148"/>
                    <a:pt x="531798" y="459159"/>
                    <a:pt x="532714" y="459159"/>
                  </a:cubicBezTo>
                  <a:cubicBezTo>
                    <a:pt x="533630" y="459159"/>
                    <a:pt x="531653" y="462148"/>
                    <a:pt x="528350" y="465813"/>
                  </a:cubicBezTo>
                  <a:cubicBezTo>
                    <a:pt x="525023" y="469478"/>
                    <a:pt x="521552" y="472491"/>
                    <a:pt x="520635" y="472491"/>
                  </a:cubicBezTo>
                  <a:cubicBezTo>
                    <a:pt x="519720" y="472491"/>
                    <a:pt x="521696" y="469478"/>
                    <a:pt x="525000" y="465813"/>
                  </a:cubicBezTo>
                  <a:close/>
                  <a:moveTo>
                    <a:pt x="719891" y="470803"/>
                  </a:moveTo>
                  <a:cubicBezTo>
                    <a:pt x="719891" y="469887"/>
                    <a:pt x="720662" y="469140"/>
                    <a:pt x="721579" y="469140"/>
                  </a:cubicBezTo>
                  <a:cubicBezTo>
                    <a:pt x="722494" y="469140"/>
                    <a:pt x="723242" y="469887"/>
                    <a:pt x="723242" y="470803"/>
                  </a:cubicBezTo>
                  <a:cubicBezTo>
                    <a:pt x="723242" y="471719"/>
                    <a:pt x="722494" y="472491"/>
                    <a:pt x="721579" y="472491"/>
                  </a:cubicBezTo>
                  <a:cubicBezTo>
                    <a:pt x="720662" y="472491"/>
                    <a:pt x="719891" y="471719"/>
                    <a:pt x="719891" y="470803"/>
                  </a:cubicBezTo>
                  <a:close/>
                  <a:moveTo>
                    <a:pt x="929778" y="470803"/>
                  </a:moveTo>
                  <a:cubicBezTo>
                    <a:pt x="929778" y="469887"/>
                    <a:pt x="930550" y="469140"/>
                    <a:pt x="931466" y="469140"/>
                  </a:cubicBezTo>
                  <a:cubicBezTo>
                    <a:pt x="932383" y="469140"/>
                    <a:pt x="933129" y="469887"/>
                    <a:pt x="933129" y="470803"/>
                  </a:cubicBezTo>
                  <a:cubicBezTo>
                    <a:pt x="933129" y="471719"/>
                    <a:pt x="932383" y="472491"/>
                    <a:pt x="931466" y="472491"/>
                  </a:cubicBezTo>
                  <a:cubicBezTo>
                    <a:pt x="930550" y="472491"/>
                    <a:pt x="929778" y="471719"/>
                    <a:pt x="929778" y="470803"/>
                  </a:cubicBezTo>
                  <a:close/>
                  <a:moveTo>
                    <a:pt x="1124382" y="464993"/>
                  </a:moveTo>
                  <a:lnTo>
                    <a:pt x="1118016" y="457495"/>
                  </a:lnTo>
                  <a:lnTo>
                    <a:pt x="1125515" y="463836"/>
                  </a:lnTo>
                  <a:cubicBezTo>
                    <a:pt x="1129636" y="467332"/>
                    <a:pt x="1133012" y="470707"/>
                    <a:pt x="1133012" y="471334"/>
                  </a:cubicBezTo>
                  <a:cubicBezTo>
                    <a:pt x="1133012" y="473986"/>
                    <a:pt x="1130337" y="472033"/>
                    <a:pt x="1124382" y="464993"/>
                  </a:cubicBezTo>
                  <a:close/>
                  <a:moveTo>
                    <a:pt x="1392876" y="470803"/>
                  </a:moveTo>
                  <a:cubicBezTo>
                    <a:pt x="1392876" y="469887"/>
                    <a:pt x="1393623" y="469140"/>
                    <a:pt x="1394540" y="469140"/>
                  </a:cubicBezTo>
                  <a:cubicBezTo>
                    <a:pt x="1395455" y="469140"/>
                    <a:pt x="1396203" y="469887"/>
                    <a:pt x="1396203" y="470803"/>
                  </a:cubicBezTo>
                  <a:cubicBezTo>
                    <a:pt x="1396203" y="471719"/>
                    <a:pt x="1395455" y="472491"/>
                    <a:pt x="1394540" y="472491"/>
                  </a:cubicBezTo>
                  <a:cubicBezTo>
                    <a:pt x="1393623" y="472491"/>
                    <a:pt x="1392876" y="471719"/>
                    <a:pt x="1392876" y="470803"/>
                  </a:cubicBezTo>
                  <a:close/>
                  <a:moveTo>
                    <a:pt x="1502810" y="470803"/>
                  </a:moveTo>
                  <a:cubicBezTo>
                    <a:pt x="1502810" y="469887"/>
                    <a:pt x="1503557" y="469140"/>
                    <a:pt x="1504474" y="469140"/>
                  </a:cubicBezTo>
                  <a:cubicBezTo>
                    <a:pt x="1505389" y="469140"/>
                    <a:pt x="1506137" y="469887"/>
                    <a:pt x="1506137" y="470803"/>
                  </a:cubicBezTo>
                  <a:cubicBezTo>
                    <a:pt x="1506137" y="471719"/>
                    <a:pt x="1505389" y="472491"/>
                    <a:pt x="1504474" y="472491"/>
                  </a:cubicBezTo>
                  <a:cubicBezTo>
                    <a:pt x="1503557" y="472491"/>
                    <a:pt x="1502810" y="471719"/>
                    <a:pt x="1502810" y="470803"/>
                  </a:cubicBezTo>
                  <a:close/>
                  <a:moveTo>
                    <a:pt x="713237" y="467476"/>
                  </a:moveTo>
                  <a:cubicBezTo>
                    <a:pt x="713237" y="466560"/>
                    <a:pt x="713985" y="465813"/>
                    <a:pt x="714900" y="465813"/>
                  </a:cubicBezTo>
                  <a:cubicBezTo>
                    <a:pt x="715817" y="465813"/>
                    <a:pt x="716564" y="466560"/>
                    <a:pt x="716564" y="467476"/>
                  </a:cubicBezTo>
                  <a:cubicBezTo>
                    <a:pt x="716564" y="468392"/>
                    <a:pt x="715817" y="469140"/>
                    <a:pt x="714900" y="469140"/>
                  </a:cubicBezTo>
                  <a:cubicBezTo>
                    <a:pt x="713985" y="469140"/>
                    <a:pt x="713237" y="468392"/>
                    <a:pt x="713237" y="467476"/>
                  </a:cubicBezTo>
                  <a:close/>
                  <a:moveTo>
                    <a:pt x="936456" y="467476"/>
                  </a:moveTo>
                  <a:cubicBezTo>
                    <a:pt x="936456" y="466560"/>
                    <a:pt x="937203" y="465813"/>
                    <a:pt x="938120" y="465813"/>
                  </a:cubicBezTo>
                  <a:cubicBezTo>
                    <a:pt x="939035" y="465813"/>
                    <a:pt x="939783" y="466560"/>
                    <a:pt x="939783" y="467476"/>
                  </a:cubicBezTo>
                  <a:cubicBezTo>
                    <a:pt x="939783" y="468392"/>
                    <a:pt x="939035" y="469140"/>
                    <a:pt x="938120" y="469140"/>
                  </a:cubicBezTo>
                  <a:cubicBezTo>
                    <a:pt x="937203" y="469140"/>
                    <a:pt x="936456" y="468392"/>
                    <a:pt x="936456" y="467476"/>
                  </a:cubicBezTo>
                  <a:close/>
                  <a:moveTo>
                    <a:pt x="1413754" y="466850"/>
                  </a:moveTo>
                  <a:cubicBezTo>
                    <a:pt x="1417009" y="465982"/>
                    <a:pt x="1421493" y="466054"/>
                    <a:pt x="1423759" y="466970"/>
                  </a:cubicBezTo>
                  <a:cubicBezTo>
                    <a:pt x="1426001" y="467862"/>
                    <a:pt x="1423350" y="468562"/>
                    <a:pt x="1417852" y="468489"/>
                  </a:cubicBezTo>
                  <a:lnTo>
                    <a:pt x="1407871" y="468369"/>
                  </a:lnTo>
                  <a:close/>
                  <a:moveTo>
                    <a:pt x="1477062" y="466850"/>
                  </a:moveTo>
                  <a:cubicBezTo>
                    <a:pt x="1480294" y="465982"/>
                    <a:pt x="1484801" y="466054"/>
                    <a:pt x="1487043" y="466970"/>
                  </a:cubicBezTo>
                  <a:cubicBezTo>
                    <a:pt x="1489309" y="467862"/>
                    <a:pt x="1486658" y="468562"/>
                    <a:pt x="1481160" y="468489"/>
                  </a:cubicBezTo>
                  <a:lnTo>
                    <a:pt x="1471156" y="468369"/>
                  </a:lnTo>
                  <a:close/>
                  <a:moveTo>
                    <a:pt x="703256" y="464149"/>
                  </a:moveTo>
                  <a:cubicBezTo>
                    <a:pt x="703256" y="463233"/>
                    <a:pt x="704004" y="462486"/>
                    <a:pt x="704919" y="462486"/>
                  </a:cubicBezTo>
                  <a:cubicBezTo>
                    <a:pt x="705836" y="462486"/>
                    <a:pt x="706583" y="463233"/>
                    <a:pt x="706583" y="464149"/>
                  </a:cubicBezTo>
                  <a:cubicBezTo>
                    <a:pt x="706583" y="465065"/>
                    <a:pt x="705836" y="465813"/>
                    <a:pt x="704919" y="465813"/>
                  </a:cubicBezTo>
                  <a:cubicBezTo>
                    <a:pt x="704004" y="465813"/>
                    <a:pt x="703256" y="465065"/>
                    <a:pt x="703256" y="464149"/>
                  </a:cubicBezTo>
                  <a:close/>
                  <a:moveTo>
                    <a:pt x="946437" y="464149"/>
                  </a:moveTo>
                  <a:cubicBezTo>
                    <a:pt x="946437" y="463233"/>
                    <a:pt x="947209" y="462486"/>
                    <a:pt x="948125" y="462486"/>
                  </a:cubicBezTo>
                  <a:cubicBezTo>
                    <a:pt x="949041" y="462486"/>
                    <a:pt x="949789" y="463233"/>
                    <a:pt x="949789" y="464149"/>
                  </a:cubicBezTo>
                  <a:cubicBezTo>
                    <a:pt x="949789" y="465065"/>
                    <a:pt x="949041" y="465813"/>
                    <a:pt x="948125" y="465813"/>
                  </a:cubicBezTo>
                  <a:cubicBezTo>
                    <a:pt x="947209" y="465813"/>
                    <a:pt x="946437" y="465065"/>
                    <a:pt x="946437" y="464149"/>
                  </a:cubicBezTo>
                  <a:close/>
                  <a:moveTo>
                    <a:pt x="696579" y="460822"/>
                  </a:moveTo>
                  <a:cubicBezTo>
                    <a:pt x="696579" y="459906"/>
                    <a:pt x="697326" y="459159"/>
                    <a:pt x="698242" y="459159"/>
                  </a:cubicBezTo>
                  <a:cubicBezTo>
                    <a:pt x="699158" y="459159"/>
                    <a:pt x="699906" y="459906"/>
                    <a:pt x="699906" y="460822"/>
                  </a:cubicBezTo>
                  <a:cubicBezTo>
                    <a:pt x="699906" y="461738"/>
                    <a:pt x="699158" y="462486"/>
                    <a:pt x="698242" y="462486"/>
                  </a:cubicBezTo>
                  <a:cubicBezTo>
                    <a:pt x="697326" y="462486"/>
                    <a:pt x="696579" y="461738"/>
                    <a:pt x="696579" y="460822"/>
                  </a:cubicBezTo>
                  <a:close/>
                  <a:moveTo>
                    <a:pt x="953116" y="460822"/>
                  </a:moveTo>
                  <a:cubicBezTo>
                    <a:pt x="953116" y="459906"/>
                    <a:pt x="953863" y="459159"/>
                    <a:pt x="954779" y="459159"/>
                  </a:cubicBezTo>
                  <a:cubicBezTo>
                    <a:pt x="955695" y="459159"/>
                    <a:pt x="956443" y="459906"/>
                    <a:pt x="956443" y="460822"/>
                  </a:cubicBezTo>
                  <a:cubicBezTo>
                    <a:pt x="956443" y="461738"/>
                    <a:pt x="955695" y="462486"/>
                    <a:pt x="954779" y="462486"/>
                  </a:cubicBezTo>
                  <a:cubicBezTo>
                    <a:pt x="953863" y="462486"/>
                    <a:pt x="953116" y="461738"/>
                    <a:pt x="953116" y="460822"/>
                  </a:cubicBezTo>
                  <a:close/>
                  <a:moveTo>
                    <a:pt x="686598" y="457495"/>
                  </a:moveTo>
                  <a:cubicBezTo>
                    <a:pt x="686598" y="456579"/>
                    <a:pt x="687345" y="455832"/>
                    <a:pt x="688261" y="455832"/>
                  </a:cubicBezTo>
                  <a:cubicBezTo>
                    <a:pt x="689177" y="455832"/>
                    <a:pt x="689925" y="456579"/>
                    <a:pt x="689925" y="457495"/>
                  </a:cubicBezTo>
                  <a:cubicBezTo>
                    <a:pt x="689925" y="458411"/>
                    <a:pt x="689177" y="459159"/>
                    <a:pt x="688261" y="459159"/>
                  </a:cubicBezTo>
                  <a:cubicBezTo>
                    <a:pt x="687345" y="459159"/>
                    <a:pt x="686598" y="458411"/>
                    <a:pt x="686598" y="457495"/>
                  </a:cubicBezTo>
                  <a:close/>
                  <a:moveTo>
                    <a:pt x="963097" y="457495"/>
                  </a:moveTo>
                  <a:cubicBezTo>
                    <a:pt x="963097" y="456579"/>
                    <a:pt x="963868" y="455832"/>
                    <a:pt x="964784" y="455832"/>
                  </a:cubicBezTo>
                  <a:cubicBezTo>
                    <a:pt x="965676" y="455832"/>
                    <a:pt x="966447" y="456579"/>
                    <a:pt x="966447" y="457495"/>
                  </a:cubicBezTo>
                  <a:cubicBezTo>
                    <a:pt x="966447" y="458411"/>
                    <a:pt x="965676" y="459159"/>
                    <a:pt x="964784" y="459159"/>
                  </a:cubicBezTo>
                  <a:cubicBezTo>
                    <a:pt x="963868" y="459159"/>
                    <a:pt x="963097" y="458411"/>
                    <a:pt x="963097" y="457495"/>
                  </a:cubicBezTo>
                  <a:close/>
                  <a:moveTo>
                    <a:pt x="539995" y="454144"/>
                  </a:moveTo>
                  <a:cubicBezTo>
                    <a:pt x="539995" y="453228"/>
                    <a:pt x="540741" y="452481"/>
                    <a:pt x="541658" y="452481"/>
                  </a:cubicBezTo>
                  <a:cubicBezTo>
                    <a:pt x="542575" y="452481"/>
                    <a:pt x="543322" y="453228"/>
                    <a:pt x="543322" y="454144"/>
                  </a:cubicBezTo>
                  <a:cubicBezTo>
                    <a:pt x="543322" y="455061"/>
                    <a:pt x="542575" y="455832"/>
                    <a:pt x="541658" y="455832"/>
                  </a:cubicBezTo>
                  <a:cubicBezTo>
                    <a:pt x="540741" y="455832"/>
                    <a:pt x="539995" y="455061"/>
                    <a:pt x="539995" y="454144"/>
                  </a:cubicBezTo>
                  <a:close/>
                  <a:moveTo>
                    <a:pt x="676592" y="454144"/>
                  </a:moveTo>
                  <a:cubicBezTo>
                    <a:pt x="676592" y="453228"/>
                    <a:pt x="677340" y="452481"/>
                    <a:pt x="678256" y="452481"/>
                  </a:cubicBezTo>
                  <a:cubicBezTo>
                    <a:pt x="679172" y="452481"/>
                    <a:pt x="679919" y="453228"/>
                    <a:pt x="679919" y="454144"/>
                  </a:cubicBezTo>
                  <a:cubicBezTo>
                    <a:pt x="679919" y="455061"/>
                    <a:pt x="679172" y="455832"/>
                    <a:pt x="678256" y="455832"/>
                  </a:cubicBezTo>
                  <a:cubicBezTo>
                    <a:pt x="677340" y="455832"/>
                    <a:pt x="676592" y="455061"/>
                    <a:pt x="676592" y="454144"/>
                  </a:cubicBezTo>
                  <a:close/>
                  <a:moveTo>
                    <a:pt x="973101" y="454144"/>
                  </a:moveTo>
                  <a:cubicBezTo>
                    <a:pt x="973101" y="453228"/>
                    <a:pt x="973849" y="452481"/>
                    <a:pt x="974765" y="452481"/>
                  </a:cubicBezTo>
                  <a:cubicBezTo>
                    <a:pt x="975681" y="452481"/>
                    <a:pt x="976428" y="453228"/>
                    <a:pt x="976428" y="454144"/>
                  </a:cubicBezTo>
                  <a:cubicBezTo>
                    <a:pt x="976428" y="455061"/>
                    <a:pt x="975681" y="455832"/>
                    <a:pt x="974765" y="455832"/>
                  </a:cubicBezTo>
                  <a:cubicBezTo>
                    <a:pt x="973849" y="455832"/>
                    <a:pt x="973101" y="455061"/>
                    <a:pt x="973101" y="454144"/>
                  </a:cubicBezTo>
                  <a:close/>
                  <a:moveTo>
                    <a:pt x="1109700" y="454144"/>
                  </a:moveTo>
                  <a:cubicBezTo>
                    <a:pt x="1109700" y="453228"/>
                    <a:pt x="1110447" y="452481"/>
                    <a:pt x="1111362" y="452481"/>
                  </a:cubicBezTo>
                  <a:cubicBezTo>
                    <a:pt x="1112279" y="452481"/>
                    <a:pt x="1113027" y="453228"/>
                    <a:pt x="1113027" y="454144"/>
                  </a:cubicBezTo>
                  <a:cubicBezTo>
                    <a:pt x="1113027" y="455061"/>
                    <a:pt x="1112279" y="455832"/>
                    <a:pt x="1111362" y="455832"/>
                  </a:cubicBezTo>
                  <a:cubicBezTo>
                    <a:pt x="1110447" y="455832"/>
                    <a:pt x="1109700" y="455061"/>
                    <a:pt x="1109700" y="454144"/>
                  </a:cubicBezTo>
                  <a:close/>
                  <a:moveTo>
                    <a:pt x="546673" y="450817"/>
                  </a:moveTo>
                  <a:cubicBezTo>
                    <a:pt x="546673" y="449901"/>
                    <a:pt x="547420" y="449154"/>
                    <a:pt x="548335" y="449154"/>
                  </a:cubicBezTo>
                  <a:cubicBezTo>
                    <a:pt x="549252" y="449154"/>
                    <a:pt x="550000" y="449901"/>
                    <a:pt x="550000" y="450817"/>
                  </a:cubicBezTo>
                  <a:cubicBezTo>
                    <a:pt x="550000" y="451734"/>
                    <a:pt x="549252" y="452481"/>
                    <a:pt x="548335" y="452481"/>
                  </a:cubicBezTo>
                  <a:cubicBezTo>
                    <a:pt x="547420" y="452481"/>
                    <a:pt x="546673" y="451734"/>
                    <a:pt x="546673" y="450817"/>
                  </a:cubicBezTo>
                  <a:close/>
                  <a:moveTo>
                    <a:pt x="666588" y="450817"/>
                  </a:moveTo>
                  <a:cubicBezTo>
                    <a:pt x="666588" y="449901"/>
                    <a:pt x="667359" y="449154"/>
                    <a:pt x="668275" y="449154"/>
                  </a:cubicBezTo>
                  <a:cubicBezTo>
                    <a:pt x="669191" y="449154"/>
                    <a:pt x="669938" y="449901"/>
                    <a:pt x="669938" y="450817"/>
                  </a:cubicBezTo>
                  <a:cubicBezTo>
                    <a:pt x="669938" y="451734"/>
                    <a:pt x="669191" y="452481"/>
                    <a:pt x="668275" y="452481"/>
                  </a:cubicBezTo>
                  <a:cubicBezTo>
                    <a:pt x="667359" y="452481"/>
                    <a:pt x="666588" y="451734"/>
                    <a:pt x="666588" y="450817"/>
                  </a:cubicBezTo>
                  <a:close/>
                  <a:moveTo>
                    <a:pt x="983106" y="450817"/>
                  </a:moveTo>
                  <a:cubicBezTo>
                    <a:pt x="983106" y="449901"/>
                    <a:pt x="983853" y="449154"/>
                    <a:pt x="984770" y="449154"/>
                  </a:cubicBezTo>
                  <a:cubicBezTo>
                    <a:pt x="985687" y="449154"/>
                    <a:pt x="986433" y="449901"/>
                    <a:pt x="986433" y="450817"/>
                  </a:cubicBezTo>
                  <a:cubicBezTo>
                    <a:pt x="986433" y="451734"/>
                    <a:pt x="985687" y="452481"/>
                    <a:pt x="984770" y="452481"/>
                  </a:cubicBezTo>
                  <a:cubicBezTo>
                    <a:pt x="983853" y="452481"/>
                    <a:pt x="983106" y="451734"/>
                    <a:pt x="983106" y="450817"/>
                  </a:cubicBezTo>
                  <a:close/>
                  <a:moveTo>
                    <a:pt x="1103021" y="450817"/>
                  </a:moveTo>
                  <a:cubicBezTo>
                    <a:pt x="1103021" y="449901"/>
                    <a:pt x="1103793" y="449154"/>
                    <a:pt x="1104685" y="449154"/>
                  </a:cubicBezTo>
                  <a:cubicBezTo>
                    <a:pt x="1105625" y="449154"/>
                    <a:pt x="1106373" y="449901"/>
                    <a:pt x="1106373" y="450817"/>
                  </a:cubicBezTo>
                  <a:cubicBezTo>
                    <a:pt x="1106373" y="451734"/>
                    <a:pt x="1105625" y="452481"/>
                    <a:pt x="1104685" y="452481"/>
                  </a:cubicBezTo>
                  <a:cubicBezTo>
                    <a:pt x="1103793" y="452481"/>
                    <a:pt x="1103021" y="451734"/>
                    <a:pt x="1103021" y="450817"/>
                  </a:cubicBezTo>
                  <a:close/>
                  <a:moveTo>
                    <a:pt x="553327" y="447491"/>
                  </a:moveTo>
                  <a:cubicBezTo>
                    <a:pt x="553327" y="446574"/>
                    <a:pt x="554074" y="445828"/>
                    <a:pt x="554989" y="445828"/>
                  </a:cubicBezTo>
                  <a:cubicBezTo>
                    <a:pt x="555906" y="445828"/>
                    <a:pt x="556654" y="446574"/>
                    <a:pt x="556654" y="447491"/>
                  </a:cubicBezTo>
                  <a:cubicBezTo>
                    <a:pt x="556654" y="448407"/>
                    <a:pt x="555906" y="449154"/>
                    <a:pt x="554989" y="449154"/>
                  </a:cubicBezTo>
                  <a:cubicBezTo>
                    <a:pt x="554074" y="449154"/>
                    <a:pt x="553327" y="448407"/>
                    <a:pt x="553327" y="447491"/>
                  </a:cubicBezTo>
                  <a:close/>
                  <a:moveTo>
                    <a:pt x="653280" y="447491"/>
                  </a:moveTo>
                  <a:cubicBezTo>
                    <a:pt x="653280" y="446574"/>
                    <a:pt x="654027" y="445828"/>
                    <a:pt x="654942" y="445828"/>
                  </a:cubicBezTo>
                  <a:cubicBezTo>
                    <a:pt x="655859" y="445828"/>
                    <a:pt x="656607" y="446574"/>
                    <a:pt x="656607" y="447491"/>
                  </a:cubicBezTo>
                  <a:cubicBezTo>
                    <a:pt x="656607" y="448407"/>
                    <a:pt x="655859" y="449154"/>
                    <a:pt x="654942" y="449154"/>
                  </a:cubicBezTo>
                  <a:cubicBezTo>
                    <a:pt x="654027" y="449154"/>
                    <a:pt x="653280" y="448407"/>
                    <a:pt x="653280" y="447491"/>
                  </a:cubicBezTo>
                  <a:close/>
                  <a:moveTo>
                    <a:pt x="996413" y="447491"/>
                  </a:moveTo>
                  <a:cubicBezTo>
                    <a:pt x="996413" y="446574"/>
                    <a:pt x="997161" y="445828"/>
                    <a:pt x="998078" y="445828"/>
                  </a:cubicBezTo>
                  <a:cubicBezTo>
                    <a:pt x="998993" y="445828"/>
                    <a:pt x="999765" y="446574"/>
                    <a:pt x="999765" y="447491"/>
                  </a:cubicBezTo>
                  <a:cubicBezTo>
                    <a:pt x="999765" y="448407"/>
                    <a:pt x="998993" y="449154"/>
                    <a:pt x="998078" y="449154"/>
                  </a:cubicBezTo>
                  <a:cubicBezTo>
                    <a:pt x="997161" y="449154"/>
                    <a:pt x="996413" y="448407"/>
                    <a:pt x="996413" y="447491"/>
                  </a:cubicBezTo>
                  <a:close/>
                  <a:moveTo>
                    <a:pt x="1096367" y="447491"/>
                  </a:moveTo>
                  <a:cubicBezTo>
                    <a:pt x="1096367" y="446574"/>
                    <a:pt x="1097114" y="445828"/>
                    <a:pt x="1098031" y="445828"/>
                  </a:cubicBezTo>
                  <a:cubicBezTo>
                    <a:pt x="1098948" y="445828"/>
                    <a:pt x="1099694" y="446574"/>
                    <a:pt x="1099694" y="447491"/>
                  </a:cubicBezTo>
                  <a:cubicBezTo>
                    <a:pt x="1099694" y="448407"/>
                    <a:pt x="1098948" y="449154"/>
                    <a:pt x="1098031" y="449154"/>
                  </a:cubicBezTo>
                  <a:cubicBezTo>
                    <a:pt x="1097114" y="449154"/>
                    <a:pt x="1096367" y="448407"/>
                    <a:pt x="1096367" y="447491"/>
                  </a:cubicBezTo>
                  <a:close/>
                  <a:moveTo>
                    <a:pt x="563331" y="444164"/>
                  </a:moveTo>
                  <a:cubicBezTo>
                    <a:pt x="563331" y="443247"/>
                    <a:pt x="564078" y="442501"/>
                    <a:pt x="564995" y="442501"/>
                  </a:cubicBezTo>
                  <a:cubicBezTo>
                    <a:pt x="565910" y="442501"/>
                    <a:pt x="566658" y="443247"/>
                    <a:pt x="566658" y="444164"/>
                  </a:cubicBezTo>
                  <a:cubicBezTo>
                    <a:pt x="566658" y="445080"/>
                    <a:pt x="565910" y="445828"/>
                    <a:pt x="564995" y="445828"/>
                  </a:cubicBezTo>
                  <a:cubicBezTo>
                    <a:pt x="564078" y="445828"/>
                    <a:pt x="563331" y="445080"/>
                    <a:pt x="563331" y="444164"/>
                  </a:cubicBezTo>
                  <a:close/>
                  <a:moveTo>
                    <a:pt x="639948" y="444164"/>
                  </a:moveTo>
                  <a:cubicBezTo>
                    <a:pt x="639948" y="443247"/>
                    <a:pt x="640694" y="442501"/>
                    <a:pt x="641611" y="442501"/>
                  </a:cubicBezTo>
                  <a:cubicBezTo>
                    <a:pt x="642528" y="442501"/>
                    <a:pt x="643275" y="443247"/>
                    <a:pt x="643275" y="444164"/>
                  </a:cubicBezTo>
                  <a:cubicBezTo>
                    <a:pt x="643275" y="445080"/>
                    <a:pt x="642528" y="445828"/>
                    <a:pt x="641611" y="445828"/>
                  </a:cubicBezTo>
                  <a:cubicBezTo>
                    <a:pt x="640694" y="445828"/>
                    <a:pt x="639948" y="445080"/>
                    <a:pt x="639948" y="444164"/>
                  </a:cubicBezTo>
                  <a:close/>
                  <a:moveTo>
                    <a:pt x="1009746" y="444164"/>
                  </a:moveTo>
                  <a:cubicBezTo>
                    <a:pt x="1009746" y="443247"/>
                    <a:pt x="1010494" y="442501"/>
                    <a:pt x="1011409" y="442501"/>
                  </a:cubicBezTo>
                  <a:cubicBezTo>
                    <a:pt x="1012326" y="442501"/>
                    <a:pt x="1013073" y="443247"/>
                    <a:pt x="1013073" y="444164"/>
                  </a:cubicBezTo>
                  <a:cubicBezTo>
                    <a:pt x="1013073" y="445080"/>
                    <a:pt x="1012326" y="445828"/>
                    <a:pt x="1011409" y="445828"/>
                  </a:cubicBezTo>
                  <a:cubicBezTo>
                    <a:pt x="1010494" y="445828"/>
                    <a:pt x="1009746" y="445080"/>
                    <a:pt x="1009746" y="444164"/>
                  </a:cubicBezTo>
                  <a:close/>
                  <a:moveTo>
                    <a:pt x="1086362" y="444164"/>
                  </a:moveTo>
                  <a:cubicBezTo>
                    <a:pt x="1086362" y="443247"/>
                    <a:pt x="1087133" y="442501"/>
                    <a:pt x="1088050" y="442501"/>
                  </a:cubicBezTo>
                  <a:cubicBezTo>
                    <a:pt x="1088967" y="442501"/>
                    <a:pt x="1089713" y="443247"/>
                    <a:pt x="1089713" y="444164"/>
                  </a:cubicBezTo>
                  <a:cubicBezTo>
                    <a:pt x="1089713" y="445080"/>
                    <a:pt x="1088967" y="445828"/>
                    <a:pt x="1088050" y="445828"/>
                  </a:cubicBezTo>
                  <a:cubicBezTo>
                    <a:pt x="1087133" y="445828"/>
                    <a:pt x="1086362" y="445080"/>
                    <a:pt x="1086362" y="444164"/>
                  </a:cubicBezTo>
                  <a:close/>
                  <a:moveTo>
                    <a:pt x="579364" y="440210"/>
                  </a:moveTo>
                  <a:cubicBezTo>
                    <a:pt x="581751" y="439246"/>
                    <a:pt x="584644" y="439366"/>
                    <a:pt x="585728" y="440475"/>
                  </a:cubicBezTo>
                  <a:cubicBezTo>
                    <a:pt x="586838" y="441584"/>
                    <a:pt x="584885" y="442380"/>
                    <a:pt x="581364" y="442235"/>
                  </a:cubicBezTo>
                  <a:lnTo>
                    <a:pt x="574976" y="441970"/>
                  </a:lnTo>
                  <a:close/>
                  <a:moveTo>
                    <a:pt x="615791" y="440282"/>
                  </a:moveTo>
                  <a:cubicBezTo>
                    <a:pt x="618081" y="439366"/>
                    <a:pt x="621818" y="439366"/>
                    <a:pt x="624133" y="440282"/>
                  </a:cubicBezTo>
                  <a:lnTo>
                    <a:pt x="628280" y="441970"/>
                  </a:lnTo>
                  <a:lnTo>
                    <a:pt x="619962" y="441970"/>
                  </a:lnTo>
                  <a:lnTo>
                    <a:pt x="611620" y="441970"/>
                  </a:lnTo>
                  <a:close/>
                  <a:moveTo>
                    <a:pt x="1028912" y="440282"/>
                  </a:moveTo>
                  <a:cubicBezTo>
                    <a:pt x="1031203" y="439366"/>
                    <a:pt x="1034939" y="439366"/>
                    <a:pt x="1037230" y="440282"/>
                  </a:cubicBezTo>
                  <a:lnTo>
                    <a:pt x="1041400" y="441970"/>
                  </a:lnTo>
                  <a:lnTo>
                    <a:pt x="1033059" y="441970"/>
                  </a:lnTo>
                  <a:lnTo>
                    <a:pt x="1024742" y="441970"/>
                  </a:lnTo>
                  <a:close/>
                  <a:moveTo>
                    <a:pt x="1069101" y="440210"/>
                  </a:moveTo>
                  <a:cubicBezTo>
                    <a:pt x="1071487" y="439246"/>
                    <a:pt x="1074380" y="439366"/>
                    <a:pt x="1075466" y="440475"/>
                  </a:cubicBezTo>
                  <a:cubicBezTo>
                    <a:pt x="1076574" y="441584"/>
                    <a:pt x="1074621" y="442380"/>
                    <a:pt x="1071102" y="442235"/>
                  </a:cubicBezTo>
                  <a:lnTo>
                    <a:pt x="1064713" y="441970"/>
                  </a:lnTo>
                  <a:close/>
                  <a:moveTo>
                    <a:pt x="403662" y="167375"/>
                  </a:moveTo>
                  <a:lnTo>
                    <a:pt x="403926" y="160987"/>
                  </a:lnTo>
                  <a:lnTo>
                    <a:pt x="405687" y="165350"/>
                  </a:lnTo>
                  <a:cubicBezTo>
                    <a:pt x="406651" y="167761"/>
                    <a:pt x="406530" y="170630"/>
                    <a:pt x="405421" y="171739"/>
                  </a:cubicBezTo>
                  <a:cubicBezTo>
                    <a:pt x="404313" y="172848"/>
                    <a:pt x="403517" y="170871"/>
                    <a:pt x="403662" y="167375"/>
                  </a:cubicBezTo>
                  <a:close/>
                  <a:moveTo>
                    <a:pt x="545" y="164025"/>
                  </a:moveTo>
                  <a:lnTo>
                    <a:pt x="811" y="157636"/>
                  </a:lnTo>
                  <a:lnTo>
                    <a:pt x="2571" y="162023"/>
                  </a:lnTo>
                  <a:cubicBezTo>
                    <a:pt x="3535" y="164434"/>
                    <a:pt x="3415" y="167303"/>
                    <a:pt x="2305" y="168412"/>
                  </a:cubicBezTo>
                  <a:cubicBezTo>
                    <a:pt x="1196" y="169521"/>
                    <a:pt x="401" y="167544"/>
                    <a:pt x="545" y="164025"/>
                  </a:cubicBezTo>
                  <a:close/>
                  <a:moveTo>
                    <a:pt x="513354" y="160987"/>
                  </a:moveTo>
                  <a:cubicBezTo>
                    <a:pt x="513354" y="160071"/>
                    <a:pt x="514102" y="159323"/>
                    <a:pt x="515019" y="159323"/>
                  </a:cubicBezTo>
                  <a:cubicBezTo>
                    <a:pt x="515934" y="159323"/>
                    <a:pt x="516681" y="160071"/>
                    <a:pt x="516681" y="160987"/>
                  </a:cubicBezTo>
                  <a:cubicBezTo>
                    <a:pt x="516681" y="161903"/>
                    <a:pt x="515934" y="162650"/>
                    <a:pt x="515019" y="162650"/>
                  </a:cubicBezTo>
                  <a:cubicBezTo>
                    <a:pt x="514102" y="162650"/>
                    <a:pt x="513354" y="161903"/>
                    <a:pt x="513354" y="160987"/>
                  </a:cubicBezTo>
                  <a:close/>
                  <a:moveTo>
                    <a:pt x="953116" y="160987"/>
                  </a:moveTo>
                  <a:cubicBezTo>
                    <a:pt x="953116" y="160071"/>
                    <a:pt x="953863" y="159323"/>
                    <a:pt x="954779" y="159323"/>
                  </a:cubicBezTo>
                  <a:cubicBezTo>
                    <a:pt x="955695" y="159323"/>
                    <a:pt x="956443" y="160071"/>
                    <a:pt x="956443" y="160987"/>
                  </a:cubicBezTo>
                  <a:cubicBezTo>
                    <a:pt x="956443" y="161903"/>
                    <a:pt x="955695" y="162650"/>
                    <a:pt x="954779" y="162650"/>
                  </a:cubicBezTo>
                  <a:cubicBezTo>
                    <a:pt x="953863" y="162650"/>
                    <a:pt x="953116" y="161903"/>
                    <a:pt x="953116" y="160987"/>
                  </a:cubicBezTo>
                  <a:close/>
                  <a:moveTo>
                    <a:pt x="503350" y="150982"/>
                  </a:moveTo>
                  <a:cubicBezTo>
                    <a:pt x="503350" y="150066"/>
                    <a:pt x="504097" y="149318"/>
                    <a:pt x="505013" y="149318"/>
                  </a:cubicBezTo>
                  <a:cubicBezTo>
                    <a:pt x="505929" y="149318"/>
                    <a:pt x="506677" y="150066"/>
                    <a:pt x="506677" y="150982"/>
                  </a:cubicBezTo>
                  <a:cubicBezTo>
                    <a:pt x="506677" y="151898"/>
                    <a:pt x="505929" y="152645"/>
                    <a:pt x="505013" y="152645"/>
                  </a:cubicBezTo>
                  <a:cubicBezTo>
                    <a:pt x="504097" y="152645"/>
                    <a:pt x="503350" y="151898"/>
                    <a:pt x="503350" y="150982"/>
                  </a:cubicBezTo>
                  <a:close/>
                  <a:moveTo>
                    <a:pt x="963097" y="150982"/>
                  </a:moveTo>
                  <a:cubicBezTo>
                    <a:pt x="963097" y="150066"/>
                    <a:pt x="963868" y="149318"/>
                    <a:pt x="964784" y="149318"/>
                  </a:cubicBezTo>
                  <a:cubicBezTo>
                    <a:pt x="965676" y="149318"/>
                    <a:pt x="966447" y="150066"/>
                    <a:pt x="966447" y="150982"/>
                  </a:cubicBezTo>
                  <a:cubicBezTo>
                    <a:pt x="966447" y="151898"/>
                    <a:pt x="965676" y="152645"/>
                    <a:pt x="964784" y="152645"/>
                  </a:cubicBezTo>
                  <a:cubicBezTo>
                    <a:pt x="963868" y="152645"/>
                    <a:pt x="963097" y="151898"/>
                    <a:pt x="963097" y="150982"/>
                  </a:cubicBezTo>
                  <a:close/>
                  <a:moveTo>
                    <a:pt x="3632" y="145991"/>
                  </a:moveTo>
                  <a:cubicBezTo>
                    <a:pt x="3632" y="143532"/>
                    <a:pt x="4620" y="142544"/>
                    <a:pt x="5849" y="143773"/>
                  </a:cubicBezTo>
                  <a:cubicBezTo>
                    <a:pt x="7055" y="144979"/>
                    <a:pt x="7055" y="146980"/>
                    <a:pt x="5849" y="148209"/>
                  </a:cubicBezTo>
                  <a:cubicBezTo>
                    <a:pt x="4620" y="149439"/>
                    <a:pt x="3632" y="148426"/>
                    <a:pt x="3632" y="145991"/>
                  </a:cubicBezTo>
                  <a:close/>
                  <a:moveTo>
                    <a:pt x="400070" y="147655"/>
                  </a:moveTo>
                  <a:cubicBezTo>
                    <a:pt x="400070" y="146739"/>
                    <a:pt x="400817" y="145991"/>
                    <a:pt x="401733" y="145991"/>
                  </a:cubicBezTo>
                  <a:cubicBezTo>
                    <a:pt x="402649" y="145991"/>
                    <a:pt x="403397" y="146739"/>
                    <a:pt x="403397" y="147655"/>
                  </a:cubicBezTo>
                  <a:cubicBezTo>
                    <a:pt x="403397" y="148571"/>
                    <a:pt x="402649" y="149318"/>
                    <a:pt x="401733" y="149318"/>
                  </a:cubicBezTo>
                  <a:cubicBezTo>
                    <a:pt x="400817" y="149318"/>
                    <a:pt x="400070" y="148571"/>
                    <a:pt x="400070" y="147655"/>
                  </a:cubicBezTo>
                  <a:close/>
                  <a:moveTo>
                    <a:pt x="500553" y="139313"/>
                  </a:moveTo>
                  <a:lnTo>
                    <a:pt x="500553" y="130996"/>
                  </a:lnTo>
                  <a:lnTo>
                    <a:pt x="502217" y="135167"/>
                  </a:lnTo>
                  <a:cubicBezTo>
                    <a:pt x="503157" y="137457"/>
                    <a:pt x="503157" y="141194"/>
                    <a:pt x="502217" y="143484"/>
                  </a:cubicBezTo>
                  <a:lnTo>
                    <a:pt x="500553" y="147655"/>
                  </a:lnTo>
                  <a:close/>
                  <a:moveTo>
                    <a:pt x="966953" y="139313"/>
                  </a:moveTo>
                  <a:lnTo>
                    <a:pt x="966953" y="130996"/>
                  </a:lnTo>
                  <a:lnTo>
                    <a:pt x="968641" y="135167"/>
                  </a:lnTo>
                  <a:cubicBezTo>
                    <a:pt x="969558" y="137457"/>
                    <a:pt x="969558" y="141194"/>
                    <a:pt x="968641" y="143484"/>
                  </a:cubicBezTo>
                  <a:lnTo>
                    <a:pt x="966953" y="147655"/>
                  </a:lnTo>
                  <a:close/>
                  <a:moveTo>
                    <a:pt x="6959" y="134323"/>
                  </a:moveTo>
                  <a:cubicBezTo>
                    <a:pt x="6959" y="133407"/>
                    <a:pt x="7705" y="132659"/>
                    <a:pt x="8622" y="132659"/>
                  </a:cubicBezTo>
                  <a:cubicBezTo>
                    <a:pt x="9538" y="132659"/>
                    <a:pt x="10286" y="133407"/>
                    <a:pt x="10286" y="134323"/>
                  </a:cubicBezTo>
                  <a:cubicBezTo>
                    <a:pt x="10286" y="135239"/>
                    <a:pt x="9538" y="135986"/>
                    <a:pt x="8622" y="135986"/>
                  </a:cubicBezTo>
                  <a:cubicBezTo>
                    <a:pt x="7705" y="135986"/>
                    <a:pt x="6959" y="135239"/>
                    <a:pt x="6959" y="134323"/>
                  </a:cubicBezTo>
                  <a:close/>
                  <a:moveTo>
                    <a:pt x="396743" y="134323"/>
                  </a:moveTo>
                  <a:cubicBezTo>
                    <a:pt x="396743" y="133407"/>
                    <a:pt x="397490" y="132659"/>
                    <a:pt x="398406" y="132659"/>
                  </a:cubicBezTo>
                  <a:cubicBezTo>
                    <a:pt x="399322" y="132659"/>
                    <a:pt x="400070" y="133407"/>
                    <a:pt x="400070" y="134323"/>
                  </a:cubicBezTo>
                  <a:cubicBezTo>
                    <a:pt x="400070" y="135239"/>
                    <a:pt x="399322" y="135986"/>
                    <a:pt x="398406" y="135986"/>
                  </a:cubicBezTo>
                  <a:cubicBezTo>
                    <a:pt x="397490" y="135986"/>
                    <a:pt x="396743" y="135239"/>
                    <a:pt x="396743" y="134323"/>
                  </a:cubicBezTo>
                  <a:close/>
                  <a:moveTo>
                    <a:pt x="963097" y="127669"/>
                  </a:moveTo>
                  <a:cubicBezTo>
                    <a:pt x="963097" y="126753"/>
                    <a:pt x="963868" y="126005"/>
                    <a:pt x="964784" y="126005"/>
                  </a:cubicBezTo>
                  <a:cubicBezTo>
                    <a:pt x="965676" y="126005"/>
                    <a:pt x="966447" y="126753"/>
                    <a:pt x="966447" y="127669"/>
                  </a:cubicBezTo>
                  <a:cubicBezTo>
                    <a:pt x="966447" y="128585"/>
                    <a:pt x="965676" y="129332"/>
                    <a:pt x="964784" y="129332"/>
                  </a:cubicBezTo>
                  <a:cubicBezTo>
                    <a:pt x="963868" y="129332"/>
                    <a:pt x="963097" y="128585"/>
                    <a:pt x="963097" y="127669"/>
                  </a:cubicBezTo>
                  <a:close/>
                  <a:moveTo>
                    <a:pt x="10286" y="124342"/>
                  </a:moveTo>
                  <a:cubicBezTo>
                    <a:pt x="10286" y="123426"/>
                    <a:pt x="11032" y="122654"/>
                    <a:pt x="11949" y="122654"/>
                  </a:cubicBezTo>
                  <a:cubicBezTo>
                    <a:pt x="12865" y="122654"/>
                    <a:pt x="13613" y="123426"/>
                    <a:pt x="13613" y="124342"/>
                  </a:cubicBezTo>
                  <a:cubicBezTo>
                    <a:pt x="13613" y="125258"/>
                    <a:pt x="12865" y="126005"/>
                    <a:pt x="11949" y="126005"/>
                  </a:cubicBezTo>
                  <a:cubicBezTo>
                    <a:pt x="11032" y="126005"/>
                    <a:pt x="10286" y="125258"/>
                    <a:pt x="10286" y="124342"/>
                  </a:cubicBezTo>
                  <a:close/>
                  <a:moveTo>
                    <a:pt x="393416" y="124342"/>
                  </a:moveTo>
                  <a:cubicBezTo>
                    <a:pt x="393416" y="123426"/>
                    <a:pt x="394163" y="122654"/>
                    <a:pt x="395079" y="122654"/>
                  </a:cubicBezTo>
                  <a:cubicBezTo>
                    <a:pt x="395995" y="122654"/>
                    <a:pt x="396743" y="123426"/>
                    <a:pt x="396743" y="124342"/>
                  </a:cubicBezTo>
                  <a:cubicBezTo>
                    <a:pt x="396743" y="125258"/>
                    <a:pt x="395995" y="126005"/>
                    <a:pt x="395079" y="126005"/>
                  </a:cubicBezTo>
                  <a:cubicBezTo>
                    <a:pt x="394163" y="126005"/>
                    <a:pt x="393416" y="125258"/>
                    <a:pt x="393416" y="124342"/>
                  </a:cubicBezTo>
                  <a:close/>
                  <a:moveTo>
                    <a:pt x="390089" y="117664"/>
                  </a:moveTo>
                  <a:cubicBezTo>
                    <a:pt x="390089" y="116748"/>
                    <a:pt x="390836" y="116001"/>
                    <a:pt x="391752" y="116001"/>
                  </a:cubicBezTo>
                  <a:cubicBezTo>
                    <a:pt x="392668" y="116001"/>
                    <a:pt x="393416" y="116748"/>
                    <a:pt x="393416" y="117664"/>
                  </a:cubicBezTo>
                  <a:cubicBezTo>
                    <a:pt x="393416" y="118580"/>
                    <a:pt x="392668" y="119328"/>
                    <a:pt x="391752" y="119328"/>
                  </a:cubicBezTo>
                  <a:cubicBezTo>
                    <a:pt x="390836" y="119328"/>
                    <a:pt x="390089" y="118580"/>
                    <a:pt x="390089" y="117664"/>
                  </a:cubicBezTo>
                  <a:close/>
                  <a:moveTo>
                    <a:pt x="513354" y="117664"/>
                  </a:moveTo>
                  <a:cubicBezTo>
                    <a:pt x="513354" y="116748"/>
                    <a:pt x="514102" y="116001"/>
                    <a:pt x="515019" y="116001"/>
                  </a:cubicBezTo>
                  <a:cubicBezTo>
                    <a:pt x="515934" y="116001"/>
                    <a:pt x="516681" y="116748"/>
                    <a:pt x="516681" y="117664"/>
                  </a:cubicBezTo>
                  <a:cubicBezTo>
                    <a:pt x="516681" y="118580"/>
                    <a:pt x="515934" y="119328"/>
                    <a:pt x="515019" y="119328"/>
                  </a:cubicBezTo>
                  <a:cubicBezTo>
                    <a:pt x="514102" y="119328"/>
                    <a:pt x="513354" y="118580"/>
                    <a:pt x="513354" y="117664"/>
                  </a:cubicBezTo>
                  <a:close/>
                  <a:moveTo>
                    <a:pt x="953116" y="117664"/>
                  </a:moveTo>
                  <a:cubicBezTo>
                    <a:pt x="953116" y="116748"/>
                    <a:pt x="953863" y="116001"/>
                    <a:pt x="954779" y="116001"/>
                  </a:cubicBezTo>
                  <a:cubicBezTo>
                    <a:pt x="955695" y="116001"/>
                    <a:pt x="956443" y="116748"/>
                    <a:pt x="956443" y="117664"/>
                  </a:cubicBezTo>
                  <a:cubicBezTo>
                    <a:pt x="956443" y="118580"/>
                    <a:pt x="955695" y="119328"/>
                    <a:pt x="954779" y="119328"/>
                  </a:cubicBezTo>
                  <a:cubicBezTo>
                    <a:pt x="953863" y="119328"/>
                    <a:pt x="953116" y="118580"/>
                    <a:pt x="953116" y="117664"/>
                  </a:cubicBezTo>
                  <a:close/>
                  <a:moveTo>
                    <a:pt x="13613" y="114337"/>
                  </a:moveTo>
                  <a:cubicBezTo>
                    <a:pt x="13613" y="113421"/>
                    <a:pt x="14359" y="112674"/>
                    <a:pt x="15276" y="112674"/>
                  </a:cubicBezTo>
                  <a:cubicBezTo>
                    <a:pt x="16192" y="112674"/>
                    <a:pt x="16940" y="113421"/>
                    <a:pt x="16940" y="114337"/>
                  </a:cubicBezTo>
                  <a:cubicBezTo>
                    <a:pt x="16940" y="115253"/>
                    <a:pt x="16192" y="116001"/>
                    <a:pt x="15276" y="116001"/>
                  </a:cubicBezTo>
                  <a:cubicBezTo>
                    <a:pt x="14359" y="116001"/>
                    <a:pt x="13613" y="115253"/>
                    <a:pt x="13613" y="114337"/>
                  </a:cubicBezTo>
                  <a:close/>
                  <a:moveTo>
                    <a:pt x="16940" y="107683"/>
                  </a:moveTo>
                  <a:cubicBezTo>
                    <a:pt x="16940" y="106767"/>
                    <a:pt x="17686" y="106020"/>
                    <a:pt x="18603" y="106020"/>
                  </a:cubicBezTo>
                  <a:cubicBezTo>
                    <a:pt x="19519" y="106020"/>
                    <a:pt x="20290" y="106767"/>
                    <a:pt x="20290" y="107683"/>
                  </a:cubicBezTo>
                  <a:cubicBezTo>
                    <a:pt x="20290" y="108599"/>
                    <a:pt x="19519" y="109347"/>
                    <a:pt x="18603" y="109347"/>
                  </a:cubicBezTo>
                  <a:cubicBezTo>
                    <a:pt x="17686" y="109347"/>
                    <a:pt x="16940" y="108599"/>
                    <a:pt x="16940" y="107683"/>
                  </a:cubicBezTo>
                  <a:close/>
                  <a:moveTo>
                    <a:pt x="20290" y="101005"/>
                  </a:moveTo>
                  <a:cubicBezTo>
                    <a:pt x="20290" y="100089"/>
                    <a:pt x="21038" y="99342"/>
                    <a:pt x="21954" y="99342"/>
                  </a:cubicBezTo>
                  <a:cubicBezTo>
                    <a:pt x="22870" y="99342"/>
                    <a:pt x="23617" y="100089"/>
                    <a:pt x="23617" y="101005"/>
                  </a:cubicBezTo>
                  <a:cubicBezTo>
                    <a:pt x="23617" y="101921"/>
                    <a:pt x="22870" y="102669"/>
                    <a:pt x="21954" y="102669"/>
                  </a:cubicBezTo>
                  <a:cubicBezTo>
                    <a:pt x="21038" y="102669"/>
                    <a:pt x="20290" y="101921"/>
                    <a:pt x="20290" y="101005"/>
                  </a:cubicBezTo>
                  <a:close/>
                  <a:moveTo>
                    <a:pt x="383411" y="101005"/>
                  </a:moveTo>
                  <a:cubicBezTo>
                    <a:pt x="383411" y="100089"/>
                    <a:pt x="384158" y="99342"/>
                    <a:pt x="385074" y="99342"/>
                  </a:cubicBezTo>
                  <a:cubicBezTo>
                    <a:pt x="385990" y="99342"/>
                    <a:pt x="386738" y="100089"/>
                    <a:pt x="386738" y="101005"/>
                  </a:cubicBezTo>
                  <a:cubicBezTo>
                    <a:pt x="386738" y="101921"/>
                    <a:pt x="385990" y="102669"/>
                    <a:pt x="385074" y="102669"/>
                  </a:cubicBezTo>
                  <a:cubicBezTo>
                    <a:pt x="384158" y="102669"/>
                    <a:pt x="383411" y="101921"/>
                    <a:pt x="383411" y="101005"/>
                  </a:cubicBezTo>
                  <a:close/>
                  <a:moveTo>
                    <a:pt x="23617" y="94351"/>
                  </a:moveTo>
                  <a:cubicBezTo>
                    <a:pt x="23617" y="93435"/>
                    <a:pt x="24365" y="92688"/>
                    <a:pt x="25281" y="92688"/>
                  </a:cubicBezTo>
                  <a:cubicBezTo>
                    <a:pt x="26197" y="92688"/>
                    <a:pt x="26944" y="93435"/>
                    <a:pt x="26944" y="94351"/>
                  </a:cubicBezTo>
                  <a:cubicBezTo>
                    <a:pt x="26944" y="95267"/>
                    <a:pt x="26197" y="96015"/>
                    <a:pt x="25281" y="96015"/>
                  </a:cubicBezTo>
                  <a:cubicBezTo>
                    <a:pt x="24365" y="96015"/>
                    <a:pt x="23617" y="95267"/>
                    <a:pt x="23617" y="94351"/>
                  </a:cubicBezTo>
                  <a:close/>
                  <a:moveTo>
                    <a:pt x="376757" y="91024"/>
                  </a:moveTo>
                  <a:cubicBezTo>
                    <a:pt x="376757" y="90108"/>
                    <a:pt x="377504" y="89361"/>
                    <a:pt x="378420" y="89361"/>
                  </a:cubicBezTo>
                  <a:cubicBezTo>
                    <a:pt x="379336" y="89361"/>
                    <a:pt x="380084" y="90108"/>
                    <a:pt x="380084" y="91024"/>
                  </a:cubicBezTo>
                  <a:cubicBezTo>
                    <a:pt x="380084" y="91940"/>
                    <a:pt x="379336" y="92688"/>
                    <a:pt x="378420" y="92688"/>
                  </a:cubicBezTo>
                  <a:cubicBezTo>
                    <a:pt x="377504" y="92688"/>
                    <a:pt x="376757" y="91940"/>
                    <a:pt x="376757" y="91024"/>
                  </a:cubicBezTo>
                  <a:close/>
                  <a:moveTo>
                    <a:pt x="30271" y="84346"/>
                  </a:moveTo>
                  <a:cubicBezTo>
                    <a:pt x="30271" y="83430"/>
                    <a:pt x="31019" y="82683"/>
                    <a:pt x="31934" y="82683"/>
                  </a:cubicBezTo>
                  <a:cubicBezTo>
                    <a:pt x="32850" y="82683"/>
                    <a:pt x="33598" y="83430"/>
                    <a:pt x="33598" y="84346"/>
                  </a:cubicBezTo>
                  <a:cubicBezTo>
                    <a:pt x="33598" y="85263"/>
                    <a:pt x="32850" y="86010"/>
                    <a:pt x="31934" y="86010"/>
                  </a:cubicBezTo>
                  <a:cubicBezTo>
                    <a:pt x="31019" y="86010"/>
                    <a:pt x="30271" y="85263"/>
                    <a:pt x="30271" y="84346"/>
                  </a:cubicBezTo>
                  <a:close/>
                  <a:moveTo>
                    <a:pt x="373430" y="84346"/>
                  </a:moveTo>
                  <a:cubicBezTo>
                    <a:pt x="373430" y="83430"/>
                    <a:pt x="374177" y="82683"/>
                    <a:pt x="375093" y="82683"/>
                  </a:cubicBezTo>
                  <a:cubicBezTo>
                    <a:pt x="376009" y="82683"/>
                    <a:pt x="376757" y="83430"/>
                    <a:pt x="376757" y="84346"/>
                  </a:cubicBezTo>
                  <a:cubicBezTo>
                    <a:pt x="376757" y="85263"/>
                    <a:pt x="376009" y="86010"/>
                    <a:pt x="375093" y="86010"/>
                  </a:cubicBezTo>
                  <a:cubicBezTo>
                    <a:pt x="374177" y="86010"/>
                    <a:pt x="373430" y="85263"/>
                    <a:pt x="373430" y="84346"/>
                  </a:cubicBezTo>
                  <a:close/>
                  <a:moveTo>
                    <a:pt x="40276" y="71038"/>
                  </a:moveTo>
                  <a:cubicBezTo>
                    <a:pt x="40276" y="70122"/>
                    <a:pt x="41024" y="69351"/>
                    <a:pt x="41940" y="69351"/>
                  </a:cubicBezTo>
                  <a:cubicBezTo>
                    <a:pt x="42856" y="69351"/>
                    <a:pt x="43603" y="70122"/>
                    <a:pt x="43603" y="71038"/>
                  </a:cubicBezTo>
                  <a:cubicBezTo>
                    <a:pt x="43603" y="71955"/>
                    <a:pt x="42856" y="72702"/>
                    <a:pt x="41940" y="72702"/>
                  </a:cubicBezTo>
                  <a:cubicBezTo>
                    <a:pt x="41024" y="72702"/>
                    <a:pt x="40276" y="71955"/>
                    <a:pt x="40276" y="71038"/>
                  </a:cubicBezTo>
                  <a:close/>
                  <a:moveTo>
                    <a:pt x="361448" y="68845"/>
                  </a:moveTo>
                  <a:lnTo>
                    <a:pt x="359061" y="65011"/>
                  </a:lnTo>
                  <a:lnTo>
                    <a:pt x="362918" y="67374"/>
                  </a:lnTo>
                  <a:cubicBezTo>
                    <a:pt x="365040" y="68676"/>
                    <a:pt x="366752" y="70411"/>
                    <a:pt x="366752" y="71231"/>
                  </a:cubicBezTo>
                  <a:cubicBezTo>
                    <a:pt x="366752" y="74004"/>
                    <a:pt x="363810" y="72678"/>
                    <a:pt x="361448" y="68845"/>
                  </a:cubicBezTo>
                  <a:close/>
                  <a:moveTo>
                    <a:pt x="334784" y="42205"/>
                  </a:moveTo>
                  <a:lnTo>
                    <a:pt x="332422" y="38348"/>
                  </a:lnTo>
                  <a:lnTo>
                    <a:pt x="336255" y="40734"/>
                  </a:lnTo>
                  <a:cubicBezTo>
                    <a:pt x="340112" y="43097"/>
                    <a:pt x="341414" y="46038"/>
                    <a:pt x="338642" y="46038"/>
                  </a:cubicBezTo>
                  <a:cubicBezTo>
                    <a:pt x="337822" y="46038"/>
                    <a:pt x="336110" y="44302"/>
                    <a:pt x="334784" y="42205"/>
                  </a:cubicBezTo>
                  <a:close/>
                  <a:moveTo>
                    <a:pt x="70243" y="41048"/>
                  </a:moveTo>
                  <a:cubicBezTo>
                    <a:pt x="70243" y="40131"/>
                    <a:pt x="70990" y="39384"/>
                    <a:pt x="71907" y="39384"/>
                  </a:cubicBezTo>
                  <a:cubicBezTo>
                    <a:pt x="72823" y="39384"/>
                    <a:pt x="73594" y="40131"/>
                    <a:pt x="73594" y="41048"/>
                  </a:cubicBezTo>
                  <a:cubicBezTo>
                    <a:pt x="73594" y="41964"/>
                    <a:pt x="72823" y="42711"/>
                    <a:pt x="71907" y="42711"/>
                  </a:cubicBezTo>
                  <a:cubicBezTo>
                    <a:pt x="70990" y="42711"/>
                    <a:pt x="70243" y="41964"/>
                    <a:pt x="70243" y="41048"/>
                  </a:cubicBezTo>
                  <a:close/>
                  <a:moveTo>
                    <a:pt x="83575" y="31043"/>
                  </a:moveTo>
                  <a:cubicBezTo>
                    <a:pt x="83575" y="30127"/>
                    <a:pt x="84322" y="29379"/>
                    <a:pt x="85238" y="29379"/>
                  </a:cubicBezTo>
                  <a:cubicBezTo>
                    <a:pt x="86154" y="29379"/>
                    <a:pt x="86902" y="30127"/>
                    <a:pt x="86902" y="31043"/>
                  </a:cubicBezTo>
                  <a:cubicBezTo>
                    <a:pt x="86902" y="31959"/>
                    <a:pt x="86154" y="32706"/>
                    <a:pt x="85238" y="32706"/>
                  </a:cubicBezTo>
                  <a:cubicBezTo>
                    <a:pt x="84322" y="32706"/>
                    <a:pt x="83575" y="31959"/>
                    <a:pt x="83575" y="31043"/>
                  </a:cubicBezTo>
                  <a:close/>
                  <a:moveTo>
                    <a:pt x="320126" y="31043"/>
                  </a:moveTo>
                  <a:cubicBezTo>
                    <a:pt x="320126" y="30127"/>
                    <a:pt x="320874" y="29379"/>
                    <a:pt x="321790" y="29379"/>
                  </a:cubicBezTo>
                  <a:cubicBezTo>
                    <a:pt x="322706" y="29379"/>
                    <a:pt x="323453" y="30127"/>
                    <a:pt x="323453" y="31043"/>
                  </a:cubicBezTo>
                  <a:cubicBezTo>
                    <a:pt x="323453" y="31959"/>
                    <a:pt x="322706" y="32706"/>
                    <a:pt x="321790" y="32706"/>
                  </a:cubicBezTo>
                  <a:cubicBezTo>
                    <a:pt x="320874" y="32706"/>
                    <a:pt x="320126" y="31959"/>
                    <a:pt x="320126" y="31043"/>
                  </a:cubicBezTo>
                  <a:close/>
                  <a:moveTo>
                    <a:pt x="90253" y="27716"/>
                  </a:moveTo>
                  <a:cubicBezTo>
                    <a:pt x="90253" y="26800"/>
                    <a:pt x="91000" y="26052"/>
                    <a:pt x="91916" y="26052"/>
                  </a:cubicBezTo>
                  <a:cubicBezTo>
                    <a:pt x="92832" y="26052"/>
                    <a:pt x="93580" y="26800"/>
                    <a:pt x="93580" y="27716"/>
                  </a:cubicBezTo>
                  <a:cubicBezTo>
                    <a:pt x="93580" y="28632"/>
                    <a:pt x="92832" y="29379"/>
                    <a:pt x="91916" y="29379"/>
                  </a:cubicBezTo>
                  <a:cubicBezTo>
                    <a:pt x="91000" y="29379"/>
                    <a:pt x="90253" y="28632"/>
                    <a:pt x="90253" y="27716"/>
                  </a:cubicBezTo>
                  <a:close/>
                  <a:moveTo>
                    <a:pt x="313448" y="27716"/>
                  </a:moveTo>
                  <a:cubicBezTo>
                    <a:pt x="313448" y="26800"/>
                    <a:pt x="314195" y="26052"/>
                    <a:pt x="315111" y="26052"/>
                  </a:cubicBezTo>
                  <a:cubicBezTo>
                    <a:pt x="316027" y="26052"/>
                    <a:pt x="316775" y="26800"/>
                    <a:pt x="316775" y="27716"/>
                  </a:cubicBezTo>
                  <a:cubicBezTo>
                    <a:pt x="316775" y="28632"/>
                    <a:pt x="316027" y="29379"/>
                    <a:pt x="315111" y="29379"/>
                  </a:cubicBezTo>
                  <a:cubicBezTo>
                    <a:pt x="314195" y="29379"/>
                    <a:pt x="313448" y="28632"/>
                    <a:pt x="313448" y="27716"/>
                  </a:cubicBezTo>
                  <a:close/>
                  <a:moveTo>
                    <a:pt x="100234" y="21062"/>
                  </a:moveTo>
                  <a:cubicBezTo>
                    <a:pt x="100234" y="20146"/>
                    <a:pt x="100981" y="19398"/>
                    <a:pt x="101897" y="19398"/>
                  </a:cubicBezTo>
                  <a:cubicBezTo>
                    <a:pt x="102813" y="19398"/>
                    <a:pt x="103561" y="20146"/>
                    <a:pt x="103561" y="21062"/>
                  </a:cubicBezTo>
                  <a:cubicBezTo>
                    <a:pt x="103561" y="21978"/>
                    <a:pt x="102813" y="22725"/>
                    <a:pt x="101897" y="22725"/>
                  </a:cubicBezTo>
                  <a:cubicBezTo>
                    <a:pt x="100981" y="22725"/>
                    <a:pt x="100234" y="21978"/>
                    <a:pt x="100234" y="21062"/>
                  </a:cubicBezTo>
                  <a:close/>
                  <a:moveTo>
                    <a:pt x="303467" y="21062"/>
                  </a:moveTo>
                  <a:cubicBezTo>
                    <a:pt x="303467" y="20146"/>
                    <a:pt x="304215" y="19398"/>
                    <a:pt x="305131" y="19398"/>
                  </a:cubicBezTo>
                  <a:cubicBezTo>
                    <a:pt x="306047" y="19398"/>
                    <a:pt x="306794" y="20146"/>
                    <a:pt x="306794" y="21062"/>
                  </a:cubicBezTo>
                  <a:cubicBezTo>
                    <a:pt x="306794" y="21978"/>
                    <a:pt x="306047" y="22725"/>
                    <a:pt x="305131" y="22725"/>
                  </a:cubicBezTo>
                  <a:cubicBezTo>
                    <a:pt x="304215" y="22725"/>
                    <a:pt x="303467" y="21978"/>
                    <a:pt x="303467" y="21062"/>
                  </a:cubicBezTo>
                  <a:close/>
                  <a:moveTo>
                    <a:pt x="106888" y="17735"/>
                  </a:moveTo>
                  <a:cubicBezTo>
                    <a:pt x="106888" y="16819"/>
                    <a:pt x="107659" y="16047"/>
                    <a:pt x="108575" y="16047"/>
                  </a:cubicBezTo>
                  <a:cubicBezTo>
                    <a:pt x="109491" y="16047"/>
                    <a:pt x="110239" y="16819"/>
                    <a:pt x="110239" y="17735"/>
                  </a:cubicBezTo>
                  <a:cubicBezTo>
                    <a:pt x="110239" y="18651"/>
                    <a:pt x="109491" y="19398"/>
                    <a:pt x="108575" y="19398"/>
                  </a:cubicBezTo>
                  <a:cubicBezTo>
                    <a:pt x="107659" y="19398"/>
                    <a:pt x="106888" y="18651"/>
                    <a:pt x="106888" y="17735"/>
                  </a:cubicBezTo>
                  <a:close/>
                  <a:moveTo>
                    <a:pt x="286809" y="14384"/>
                  </a:moveTo>
                  <a:cubicBezTo>
                    <a:pt x="286809" y="13468"/>
                    <a:pt x="287555" y="12720"/>
                    <a:pt x="288471" y="12720"/>
                  </a:cubicBezTo>
                  <a:cubicBezTo>
                    <a:pt x="289388" y="12720"/>
                    <a:pt x="290135" y="13468"/>
                    <a:pt x="290135" y="14384"/>
                  </a:cubicBezTo>
                  <a:cubicBezTo>
                    <a:pt x="290135" y="15300"/>
                    <a:pt x="289388" y="16047"/>
                    <a:pt x="288471" y="16047"/>
                  </a:cubicBezTo>
                  <a:cubicBezTo>
                    <a:pt x="287555" y="16047"/>
                    <a:pt x="286809" y="15300"/>
                    <a:pt x="286809" y="14384"/>
                  </a:cubicBezTo>
                  <a:close/>
                  <a:moveTo>
                    <a:pt x="123547" y="11057"/>
                  </a:moveTo>
                  <a:cubicBezTo>
                    <a:pt x="123547" y="10141"/>
                    <a:pt x="124318" y="9393"/>
                    <a:pt x="125234" y="9393"/>
                  </a:cubicBezTo>
                  <a:cubicBezTo>
                    <a:pt x="126126" y="9393"/>
                    <a:pt x="126897" y="10141"/>
                    <a:pt x="126897" y="11057"/>
                  </a:cubicBezTo>
                  <a:cubicBezTo>
                    <a:pt x="126897" y="11973"/>
                    <a:pt x="126126" y="12720"/>
                    <a:pt x="125234" y="12720"/>
                  </a:cubicBezTo>
                  <a:cubicBezTo>
                    <a:pt x="124318" y="12720"/>
                    <a:pt x="123547" y="11973"/>
                    <a:pt x="123547" y="11057"/>
                  </a:cubicBezTo>
                  <a:close/>
                  <a:moveTo>
                    <a:pt x="280130" y="11057"/>
                  </a:moveTo>
                  <a:cubicBezTo>
                    <a:pt x="280130" y="10141"/>
                    <a:pt x="280878" y="9393"/>
                    <a:pt x="281794" y="9393"/>
                  </a:cubicBezTo>
                  <a:cubicBezTo>
                    <a:pt x="282710" y="9393"/>
                    <a:pt x="283482" y="10141"/>
                    <a:pt x="283482" y="11057"/>
                  </a:cubicBezTo>
                  <a:cubicBezTo>
                    <a:pt x="283482" y="11973"/>
                    <a:pt x="282710" y="12720"/>
                    <a:pt x="281794" y="12720"/>
                  </a:cubicBezTo>
                  <a:cubicBezTo>
                    <a:pt x="280878" y="12720"/>
                    <a:pt x="280130" y="11973"/>
                    <a:pt x="280130" y="11057"/>
                  </a:cubicBezTo>
                  <a:close/>
                  <a:moveTo>
                    <a:pt x="133551" y="7730"/>
                  </a:moveTo>
                  <a:cubicBezTo>
                    <a:pt x="133551" y="6814"/>
                    <a:pt x="134299" y="6066"/>
                    <a:pt x="135215" y="6066"/>
                  </a:cubicBezTo>
                  <a:cubicBezTo>
                    <a:pt x="136131" y="6066"/>
                    <a:pt x="136878" y="6814"/>
                    <a:pt x="136878" y="7730"/>
                  </a:cubicBezTo>
                  <a:cubicBezTo>
                    <a:pt x="136878" y="8646"/>
                    <a:pt x="136131" y="9393"/>
                    <a:pt x="135215" y="9393"/>
                  </a:cubicBezTo>
                  <a:cubicBezTo>
                    <a:pt x="134299" y="9393"/>
                    <a:pt x="133551" y="8646"/>
                    <a:pt x="133551" y="7730"/>
                  </a:cubicBezTo>
                  <a:close/>
                  <a:moveTo>
                    <a:pt x="267931" y="7176"/>
                  </a:moveTo>
                  <a:cubicBezTo>
                    <a:pt x="269137" y="5946"/>
                    <a:pt x="271138" y="5946"/>
                    <a:pt x="272367" y="7176"/>
                  </a:cubicBezTo>
                  <a:cubicBezTo>
                    <a:pt x="273597" y="8405"/>
                    <a:pt x="272584" y="9393"/>
                    <a:pt x="270150" y="9393"/>
                  </a:cubicBezTo>
                  <a:cubicBezTo>
                    <a:pt x="267690" y="9393"/>
                    <a:pt x="266702" y="8405"/>
                    <a:pt x="267931" y="7176"/>
                  </a:cubicBezTo>
                  <a:close/>
                  <a:moveTo>
                    <a:pt x="146883" y="4403"/>
                  </a:moveTo>
                  <a:cubicBezTo>
                    <a:pt x="146883" y="3487"/>
                    <a:pt x="147631" y="2739"/>
                    <a:pt x="148547" y="2739"/>
                  </a:cubicBezTo>
                  <a:cubicBezTo>
                    <a:pt x="149463" y="2739"/>
                    <a:pt x="150210" y="3487"/>
                    <a:pt x="150210" y="4403"/>
                  </a:cubicBezTo>
                  <a:cubicBezTo>
                    <a:pt x="150210" y="5319"/>
                    <a:pt x="149463" y="6066"/>
                    <a:pt x="148547" y="6066"/>
                  </a:cubicBezTo>
                  <a:cubicBezTo>
                    <a:pt x="147631" y="6066"/>
                    <a:pt x="146883" y="5319"/>
                    <a:pt x="146883" y="4403"/>
                  </a:cubicBezTo>
                  <a:close/>
                  <a:moveTo>
                    <a:pt x="256817" y="4403"/>
                  </a:moveTo>
                  <a:cubicBezTo>
                    <a:pt x="256817" y="3487"/>
                    <a:pt x="257565" y="2739"/>
                    <a:pt x="258481" y="2739"/>
                  </a:cubicBezTo>
                  <a:cubicBezTo>
                    <a:pt x="259397" y="2739"/>
                    <a:pt x="260144" y="3487"/>
                    <a:pt x="260144" y="4403"/>
                  </a:cubicBezTo>
                  <a:cubicBezTo>
                    <a:pt x="260144" y="5319"/>
                    <a:pt x="259397" y="6066"/>
                    <a:pt x="258481" y="6066"/>
                  </a:cubicBezTo>
                  <a:cubicBezTo>
                    <a:pt x="257565" y="6066"/>
                    <a:pt x="256817" y="5319"/>
                    <a:pt x="256817" y="4403"/>
                  </a:cubicBezTo>
                  <a:close/>
                  <a:moveTo>
                    <a:pt x="167761" y="425"/>
                  </a:moveTo>
                  <a:cubicBezTo>
                    <a:pt x="171016" y="-419"/>
                    <a:pt x="175500" y="-370"/>
                    <a:pt x="177766" y="546"/>
                  </a:cubicBezTo>
                  <a:cubicBezTo>
                    <a:pt x="180008" y="1462"/>
                    <a:pt x="177356" y="2137"/>
                    <a:pt x="171860" y="2088"/>
                  </a:cubicBezTo>
                  <a:lnTo>
                    <a:pt x="161879" y="1968"/>
                  </a:lnTo>
                  <a:close/>
                  <a:moveTo>
                    <a:pt x="229334" y="522"/>
                  </a:moveTo>
                  <a:cubicBezTo>
                    <a:pt x="231625" y="-395"/>
                    <a:pt x="235361" y="-395"/>
                    <a:pt x="237652" y="522"/>
                  </a:cubicBezTo>
                  <a:lnTo>
                    <a:pt x="241822" y="2209"/>
                  </a:lnTo>
                  <a:lnTo>
                    <a:pt x="233504" y="2209"/>
                  </a:lnTo>
                  <a:lnTo>
                    <a:pt x="225163" y="2209"/>
                  </a:lnTo>
                  <a:close/>
                </a:path>
              </a:pathLst>
            </a:custGeom>
            <a:solidFill>
              <a:srgbClr val="338000"/>
            </a:solidFill>
            <a:ln w="1258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D307367-C69E-9C15-D59E-85D70803A9FD}"/>
                </a:ext>
              </a:extLst>
            </p:cNvPr>
            <p:cNvSpPr/>
            <p:nvPr/>
          </p:nvSpPr>
          <p:spPr>
            <a:xfrm>
              <a:off x="8362079" y="4817676"/>
              <a:ext cx="1652219" cy="1230394"/>
            </a:xfrm>
            <a:custGeom>
              <a:avLst/>
              <a:gdLst>
                <a:gd name="csX0" fmla="*/ 1408626 w 1652219"/>
                <a:gd name="csY0" fmla="*/ 1227302 h 1230394"/>
                <a:gd name="csX1" fmla="*/ 1373645 w 1652219"/>
                <a:gd name="csY1" fmla="*/ 1218454 h 1230394"/>
                <a:gd name="csX2" fmla="*/ 1354695 w 1652219"/>
                <a:gd name="csY2" fmla="*/ 1212499 h 1230394"/>
                <a:gd name="csX3" fmla="*/ 1329695 w 1652219"/>
                <a:gd name="csY3" fmla="*/ 1195599 h 1230394"/>
                <a:gd name="csX4" fmla="*/ 1304719 w 1652219"/>
                <a:gd name="csY4" fmla="*/ 1178675 h 1230394"/>
                <a:gd name="csX5" fmla="*/ 1287264 w 1652219"/>
                <a:gd name="csY5" fmla="*/ 1155531 h 1230394"/>
                <a:gd name="csX6" fmla="*/ 1269810 w 1652219"/>
                <a:gd name="csY6" fmla="*/ 1132387 h 1230394"/>
                <a:gd name="csX7" fmla="*/ 1261419 w 1652219"/>
                <a:gd name="csY7" fmla="*/ 1111388 h 1230394"/>
                <a:gd name="csX8" fmla="*/ 1249776 w 1652219"/>
                <a:gd name="csY8" fmla="*/ 1068041 h 1230394"/>
                <a:gd name="csX9" fmla="*/ 1246544 w 1652219"/>
                <a:gd name="csY9" fmla="*/ 1045645 h 1230394"/>
                <a:gd name="csX10" fmla="*/ 1246472 w 1652219"/>
                <a:gd name="csY10" fmla="*/ 879900 h 1230394"/>
                <a:gd name="csX11" fmla="*/ 1246400 w 1652219"/>
                <a:gd name="csY11" fmla="*/ 714155 h 1230394"/>
                <a:gd name="csX12" fmla="*/ 1191216 w 1652219"/>
                <a:gd name="csY12" fmla="*/ 714155 h 1230394"/>
                <a:gd name="csX13" fmla="*/ 1136032 w 1652219"/>
                <a:gd name="csY13" fmla="*/ 714155 h 1230394"/>
                <a:gd name="csX14" fmla="*/ 1128751 w 1652219"/>
                <a:gd name="csY14" fmla="*/ 710322 h 1230394"/>
                <a:gd name="csX15" fmla="*/ 1116529 w 1652219"/>
                <a:gd name="csY15" fmla="*/ 689998 h 1230394"/>
                <a:gd name="csX16" fmla="*/ 1116481 w 1652219"/>
                <a:gd name="csY16" fmla="*/ 680837 h 1230394"/>
                <a:gd name="csX17" fmla="*/ 1123135 w 1652219"/>
                <a:gd name="csY17" fmla="*/ 674183 h 1230394"/>
                <a:gd name="csX18" fmla="*/ 1129812 w 1652219"/>
                <a:gd name="csY18" fmla="*/ 667529 h 1230394"/>
                <a:gd name="csX19" fmla="*/ 1187673 w 1652219"/>
                <a:gd name="csY19" fmla="*/ 667529 h 1230394"/>
                <a:gd name="csX20" fmla="*/ 1245532 w 1652219"/>
                <a:gd name="csY20" fmla="*/ 667529 h 1230394"/>
                <a:gd name="csX21" fmla="*/ 1247798 w 1652219"/>
                <a:gd name="csY21" fmla="*/ 643373 h 1230394"/>
                <a:gd name="csX22" fmla="*/ 1293749 w 1652219"/>
                <a:gd name="csY22" fmla="*/ 530160 h 1230394"/>
                <a:gd name="csX23" fmla="*/ 1306864 w 1652219"/>
                <a:gd name="csY23" fmla="*/ 514417 h 1230394"/>
                <a:gd name="csX24" fmla="*/ 1330949 w 1652219"/>
                <a:gd name="csY24" fmla="*/ 498313 h 1230394"/>
                <a:gd name="csX25" fmla="*/ 1355009 w 1652219"/>
                <a:gd name="csY25" fmla="*/ 482208 h 1230394"/>
                <a:gd name="csX26" fmla="*/ 1379841 w 1652219"/>
                <a:gd name="csY26" fmla="*/ 474180 h 1230394"/>
                <a:gd name="csX27" fmla="*/ 1404648 w 1652219"/>
                <a:gd name="csY27" fmla="*/ 466128 h 1230394"/>
                <a:gd name="csX28" fmla="*/ 1449634 w 1652219"/>
                <a:gd name="csY28" fmla="*/ 466225 h 1230394"/>
                <a:gd name="csX29" fmla="*/ 1494596 w 1652219"/>
                <a:gd name="csY29" fmla="*/ 466321 h 1230394"/>
                <a:gd name="csX30" fmla="*/ 1514606 w 1652219"/>
                <a:gd name="csY30" fmla="*/ 472227 h 1230394"/>
                <a:gd name="csX31" fmla="*/ 1556241 w 1652219"/>
                <a:gd name="csY31" fmla="*/ 490092 h 1230394"/>
                <a:gd name="csX32" fmla="*/ 1577890 w 1652219"/>
                <a:gd name="csY32" fmla="*/ 502050 h 1230394"/>
                <a:gd name="csX33" fmla="*/ 1598383 w 1652219"/>
                <a:gd name="csY33" fmla="*/ 522831 h 1230394"/>
                <a:gd name="csX34" fmla="*/ 1618851 w 1652219"/>
                <a:gd name="csY34" fmla="*/ 543612 h 1230394"/>
                <a:gd name="csX35" fmla="*/ 1630905 w 1652219"/>
                <a:gd name="csY35" fmla="*/ 568082 h 1230394"/>
                <a:gd name="csX36" fmla="*/ 1642935 w 1652219"/>
                <a:gd name="csY36" fmla="*/ 592552 h 1230394"/>
                <a:gd name="csX37" fmla="*/ 1647854 w 1652219"/>
                <a:gd name="csY37" fmla="*/ 615865 h 1230394"/>
                <a:gd name="csX38" fmla="*/ 1652748 w 1652219"/>
                <a:gd name="csY38" fmla="*/ 639202 h 1230394"/>
                <a:gd name="csX39" fmla="*/ 1652748 w 1652219"/>
                <a:gd name="csY39" fmla="*/ 847426 h 1230394"/>
                <a:gd name="csX40" fmla="*/ 1652748 w 1652219"/>
                <a:gd name="csY40" fmla="*/ 1055650 h 1230394"/>
                <a:gd name="csX41" fmla="*/ 1647854 w 1652219"/>
                <a:gd name="csY41" fmla="*/ 1078963 h 1230394"/>
                <a:gd name="csX42" fmla="*/ 1642935 w 1652219"/>
                <a:gd name="csY42" fmla="*/ 1102276 h 1230394"/>
                <a:gd name="csX43" fmla="*/ 1630905 w 1652219"/>
                <a:gd name="csY43" fmla="*/ 1126745 h 1230394"/>
                <a:gd name="csX44" fmla="*/ 1618851 w 1652219"/>
                <a:gd name="csY44" fmla="*/ 1151216 h 1230394"/>
                <a:gd name="csX45" fmla="*/ 1598383 w 1652219"/>
                <a:gd name="csY45" fmla="*/ 1171997 h 1230394"/>
                <a:gd name="csX46" fmla="*/ 1522827 w 1652219"/>
                <a:gd name="csY46" fmla="*/ 1219370 h 1230394"/>
                <a:gd name="csX47" fmla="*/ 1499563 w 1652219"/>
                <a:gd name="csY47" fmla="*/ 1227470 h 1230394"/>
                <a:gd name="csX48" fmla="*/ 1462098 w 1652219"/>
                <a:gd name="csY48" fmla="*/ 1228845 h 1230394"/>
                <a:gd name="csX49" fmla="*/ 1424634 w 1652219"/>
                <a:gd name="csY49" fmla="*/ 1230219 h 1230394"/>
                <a:gd name="csX50" fmla="*/ 1490281 w 1652219"/>
                <a:gd name="csY50" fmla="*/ 1180194 h 1230394"/>
                <a:gd name="csX51" fmla="*/ 1601083 w 1652219"/>
                <a:gd name="csY51" fmla="*/ 1075756 h 1230394"/>
                <a:gd name="csX52" fmla="*/ 1606217 w 1652219"/>
                <a:gd name="csY52" fmla="*/ 1055915 h 1230394"/>
                <a:gd name="csX53" fmla="*/ 1606217 w 1652219"/>
                <a:gd name="csY53" fmla="*/ 847426 h 1230394"/>
                <a:gd name="csX54" fmla="*/ 1606217 w 1652219"/>
                <a:gd name="csY54" fmla="*/ 638937 h 1230394"/>
                <a:gd name="csX55" fmla="*/ 1601058 w 1652219"/>
                <a:gd name="csY55" fmla="*/ 619072 h 1230394"/>
                <a:gd name="csX56" fmla="*/ 1538594 w 1652219"/>
                <a:gd name="csY56" fmla="*/ 533896 h 1230394"/>
                <a:gd name="csX57" fmla="*/ 1519284 w 1652219"/>
                <a:gd name="csY57" fmla="*/ 521384 h 1230394"/>
                <a:gd name="csX58" fmla="*/ 1496308 w 1652219"/>
                <a:gd name="csY58" fmla="*/ 516177 h 1230394"/>
                <a:gd name="csX59" fmla="*/ 1473308 w 1652219"/>
                <a:gd name="csY59" fmla="*/ 510945 h 1230394"/>
                <a:gd name="csX60" fmla="*/ 1449972 w 1652219"/>
                <a:gd name="csY60" fmla="*/ 510945 h 1230394"/>
                <a:gd name="csX61" fmla="*/ 1316074 w 1652219"/>
                <a:gd name="csY61" fmla="*/ 578449 h 1230394"/>
                <a:gd name="csX62" fmla="*/ 1303513 w 1652219"/>
                <a:gd name="csY62" fmla="*/ 597880 h 1230394"/>
                <a:gd name="csX63" fmla="*/ 1298282 w 1652219"/>
                <a:gd name="csY63" fmla="*/ 620856 h 1230394"/>
                <a:gd name="csX64" fmla="*/ 1293050 w 1652219"/>
                <a:gd name="csY64" fmla="*/ 655692 h 1230394"/>
                <a:gd name="csX65" fmla="*/ 1293050 w 1652219"/>
                <a:gd name="csY65" fmla="*/ 667529 h 1230394"/>
                <a:gd name="csX66" fmla="*/ 1384301 w 1652219"/>
                <a:gd name="csY66" fmla="*/ 667529 h 1230394"/>
                <a:gd name="csX67" fmla="*/ 1475550 w 1652219"/>
                <a:gd name="csY67" fmla="*/ 667529 h 1230394"/>
                <a:gd name="csX68" fmla="*/ 1483096 w 1652219"/>
                <a:gd name="csY68" fmla="*/ 673629 h 1230394"/>
                <a:gd name="csX69" fmla="*/ 1490667 w 1652219"/>
                <a:gd name="csY69" fmla="*/ 679752 h 1230394"/>
                <a:gd name="csX70" fmla="*/ 1490328 w 1652219"/>
                <a:gd name="csY70" fmla="*/ 691108 h 1230394"/>
                <a:gd name="csX71" fmla="*/ 1490016 w 1652219"/>
                <a:gd name="csY71" fmla="*/ 702438 h 1230394"/>
                <a:gd name="csX72" fmla="*/ 1482783 w 1652219"/>
                <a:gd name="csY72" fmla="*/ 708296 h 1230394"/>
                <a:gd name="csX73" fmla="*/ 1475550 w 1652219"/>
                <a:gd name="csY73" fmla="*/ 714155 h 1230394"/>
                <a:gd name="csX74" fmla="*/ 1384301 w 1652219"/>
                <a:gd name="csY74" fmla="*/ 714155 h 1230394"/>
                <a:gd name="csX75" fmla="*/ 1293050 w 1652219"/>
                <a:gd name="csY75" fmla="*/ 714155 h 1230394"/>
                <a:gd name="csX76" fmla="*/ 1293050 w 1652219"/>
                <a:gd name="csY76" fmla="*/ 882238 h 1230394"/>
                <a:gd name="csX77" fmla="*/ 1293050 w 1652219"/>
                <a:gd name="csY77" fmla="*/ 1050322 h 1230394"/>
                <a:gd name="csX78" fmla="*/ 1296762 w 1652219"/>
                <a:gd name="csY78" fmla="*/ 1067969 h 1230394"/>
                <a:gd name="csX79" fmla="*/ 1309034 w 1652219"/>
                <a:gd name="csY79" fmla="*/ 1103963 h 1230394"/>
                <a:gd name="csX80" fmla="*/ 1317592 w 1652219"/>
                <a:gd name="csY80" fmla="*/ 1122285 h 1230394"/>
                <a:gd name="csX81" fmla="*/ 1336131 w 1652219"/>
                <a:gd name="csY81" fmla="*/ 1140776 h 1230394"/>
                <a:gd name="csX82" fmla="*/ 1354695 w 1652219"/>
                <a:gd name="csY82" fmla="*/ 1159292 h 1230394"/>
                <a:gd name="csX83" fmla="*/ 1371354 w 1652219"/>
                <a:gd name="csY83" fmla="*/ 1167344 h 1230394"/>
                <a:gd name="csX84" fmla="*/ 1490281 w 1652219"/>
                <a:gd name="csY84" fmla="*/ 1180194 h 1230394"/>
                <a:gd name="csX85" fmla="*/ 730023 w 1652219"/>
                <a:gd name="csY85" fmla="*/ 1191573 h 1230394"/>
                <a:gd name="csX86" fmla="*/ 719199 w 1652219"/>
                <a:gd name="csY86" fmla="*/ 1184630 h 1230394"/>
                <a:gd name="csX87" fmla="*/ 713365 w 1652219"/>
                <a:gd name="csY87" fmla="*/ 1179543 h 1230394"/>
                <a:gd name="csX88" fmla="*/ 713365 w 1652219"/>
                <a:gd name="csY88" fmla="*/ 1168911 h 1230394"/>
                <a:gd name="csX89" fmla="*/ 713365 w 1652219"/>
                <a:gd name="csY89" fmla="*/ 1158279 h 1230394"/>
                <a:gd name="csX90" fmla="*/ 719464 w 1652219"/>
                <a:gd name="csY90" fmla="*/ 1152783 h 1230394"/>
                <a:gd name="csX91" fmla="*/ 725563 w 1652219"/>
                <a:gd name="csY91" fmla="*/ 1147262 h 1230394"/>
                <a:gd name="csX92" fmla="*/ 945480 w 1652219"/>
                <a:gd name="csY92" fmla="*/ 1147262 h 1230394"/>
                <a:gd name="csX93" fmla="*/ 1165420 w 1652219"/>
                <a:gd name="csY93" fmla="*/ 1147262 h 1230394"/>
                <a:gd name="csX94" fmla="*/ 1170941 w 1652219"/>
                <a:gd name="csY94" fmla="*/ 1153361 h 1230394"/>
                <a:gd name="csX95" fmla="*/ 1176462 w 1652219"/>
                <a:gd name="csY95" fmla="*/ 1159437 h 1230394"/>
                <a:gd name="csX96" fmla="*/ 1176462 w 1652219"/>
                <a:gd name="csY96" fmla="*/ 1169490 h 1230394"/>
                <a:gd name="csX97" fmla="*/ 1176462 w 1652219"/>
                <a:gd name="csY97" fmla="*/ 1179543 h 1230394"/>
                <a:gd name="csX98" fmla="*/ 1169446 w 1652219"/>
                <a:gd name="csY98" fmla="*/ 1185883 h 1230394"/>
                <a:gd name="csX99" fmla="*/ 1162432 w 1652219"/>
                <a:gd name="csY99" fmla="*/ 1192248 h 1230394"/>
                <a:gd name="csX100" fmla="*/ 948735 w 1652219"/>
                <a:gd name="csY100" fmla="*/ 1192851 h 1230394"/>
                <a:gd name="csX101" fmla="*/ 730023 w 1652219"/>
                <a:gd name="csY101" fmla="*/ 1191573 h 1230394"/>
                <a:gd name="csX102" fmla="*/ 562446 w 1652219"/>
                <a:gd name="csY102" fmla="*/ 1035857 h 1230394"/>
                <a:gd name="csX103" fmla="*/ 536819 w 1652219"/>
                <a:gd name="csY103" fmla="*/ 1022742 h 1230394"/>
                <a:gd name="csX104" fmla="*/ 523848 w 1652219"/>
                <a:gd name="csY104" fmla="*/ 1014160 h 1230394"/>
                <a:gd name="csX105" fmla="*/ 514663 w 1652219"/>
                <a:gd name="csY105" fmla="*/ 998489 h 1230394"/>
                <a:gd name="csX106" fmla="*/ 505478 w 1652219"/>
                <a:gd name="csY106" fmla="*/ 982818 h 1230394"/>
                <a:gd name="csX107" fmla="*/ 504079 w 1652219"/>
                <a:gd name="csY107" fmla="*/ 953479 h 1230394"/>
                <a:gd name="csX108" fmla="*/ 502658 w 1652219"/>
                <a:gd name="csY108" fmla="*/ 924139 h 1230394"/>
                <a:gd name="csX109" fmla="*/ 511747 w 1652219"/>
                <a:gd name="csY109" fmla="*/ 895016 h 1230394"/>
                <a:gd name="csX110" fmla="*/ 571800 w 1652219"/>
                <a:gd name="csY110" fmla="*/ 777198 h 1230394"/>
                <a:gd name="csX111" fmla="*/ 596753 w 1652219"/>
                <a:gd name="csY111" fmla="*/ 740288 h 1230394"/>
                <a:gd name="csX112" fmla="*/ 570184 w 1652219"/>
                <a:gd name="csY112" fmla="*/ 700534 h 1230394"/>
                <a:gd name="csX113" fmla="*/ 510300 w 1652219"/>
                <a:gd name="csY113" fmla="*/ 580667 h 1230394"/>
                <a:gd name="csX114" fmla="*/ 503477 w 1652219"/>
                <a:gd name="csY114" fmla="*/ 556052 h 1230394"/>
                <a:gd name="csX115" fmla="*/ 503477 w 1652219"/>
                <a:gd name="csY115" fmla="*/ 533053 h 1230394"/>
                <a:gd name="csX116" fmla="*/ 507406 w 1652219"/>
                <a:gd name="csY116" fmla="*/ 496963 h 1230394"/>
                <a:gd name="csX117" fmla="*/ 511313 w 1652219"/>
                <a:gd name="csY117" fmla="*/ 483896 h 1230394"/>
                <a:gd name="csX118" fmla="*/ 523920 w 1652219"/>
                <a:gd name="csY118" fmla="*/ 469552 h 1230394"/>
                <a:gd name="csX119" fmla="*/ 536554 w 1652219"/>
                <a:gd name="csY119" fmla="*/ 455231 h 1230394"/>
                <a:gd name="csX120" fmla="*/ 552490 w 1652219"/>
                <a:gd name="csY120" fmla="*/ 448457 h 1230394"/>
                <a:gd name="csX121" fmla="*/ 585108 w 1652219"/>
                <a:gd name="csY121" fmla="*/ 439513 h 1230394"/>
                <a:gd name="csX122" fmla="*/ 601766 w 1652219"/>
                <a:gd name="csY122" fmla="*/ 437343 h 1230394"/>
                <a:gd name="csX123" fmla="*/ 626454 w 1652219"/>
                <a:gd name="csY123" fmla="*/ 440886 h 1230394"/>
                <a:gd name="csX124" fmla="*/ 804614 w 1652219"/>
                <a:gd name="csY124" fmla="*/ 514296 h 1230394"/>
                <a:gd name="csX125" fmla="*/ 826649 w 1652219"/>
                <a:gd name="csY125" fmla="*/ 528183 h 1230394"/>
                <a:gd name="csX126" fmla="*/ 848010 w 1652219"/>
                <a:gd name="csY126" fmla="*/ 514682 h 1230394"/>
                <a:gd name="csX127" fmla="*/ 1026845 w 1652219"/>
                <a:gd name="csY127" fmla="*/ 440886 h 1230394"/>
                <a:gd name="csX128" fmla="*/ 1051509 w 1652219"/>
                <a:gd name="csY128" fmla="*/ 437343 h 1230394"/>
                <a:gd name="csX129" fmla="*/ 1068167 w 1652219"/>
                <a:gd name="csY129" fmla="*/ 439513 h 1230394"/>
                <a:gd name="csX130" fmla="*/ 1100786 w 1652219"/>
                <a:gd name="csY130" fmla="*/ 448457 h 1230394"/>
                <a:gd name="csX131" fmla="*/ 1116746 w 1652219"/>
                <a:gd name="csY131" fmla="*/ 455231 h 1230394"/>
                <a:gd name="csX132" fmla="*/ 1129355 w 1652219"/>
                <a:gd name="csY132" fmla="*/ 469552 h 1230394"/>
                <a:gd name="csX133" fmla="*/ 1141964 w 1652219"/>
                <a:gd name="csY133" fmla="*/ 483896 h 1230394"/>
                <a:gd name="csX134" fmla="*/ 1145892 w 1652219"/>
                <a:gd name="csY134" fmla="*/ 496963 h 1230394"/>
                <a:gd name="csX135" fmla="*/ 1149798 w 1652219"/>
                <a:gd name="csY135" fmla="*/ 533053 h 1230394"/>
                <a:gd name="csX136" fmla="*/ 1149798 w 1652219"/>
                <a:gd name="csY136" fmla="*/ 556052 h 1230394"/>
                <a:gd name="csX137" fmla="*/ 1142976 w 1652219"/>
                <a:gd name="csY137" fmla="*/ 580667 h 1230394"/>
                <a:gd name="csX138" fmla="*/ 1083090 w 1652219"/>
                <a:gd name="csY138" fmla="*/ 700534 h 1230394"/>
                <a:gd name="csX139" fmla="*/ 1056523 w 1652219"/>
                <a:gd name="csY139" fmla="*/ 740288 h 1230394"/>
                <a:gd name="csX140" fmla="*/ 1081451 w 1652219"/>
                <a:gd name="csY140" fmla="*/ 777174 h 1230394"/>
                <a:gd name="csX141" fmla="*/ 1139914 w 1652219"/>
                <a:gd name="csY141" fmla="*/ 890531 h 1230394"/>
                <a:gd name="csX142" fmla="*/ 1149798 w 1652219"/>
                <a:gd name="csY142" fmla="*/ 920040 h 1230394"/>
                <a:gd name="csX143" fmla="*/ 1149653 w 1652219"/>
                <a:gd name="csY143" fmla="*/ 946198 h 1230394"/>
                <a:gd name="csX144" fmla="*/ 1149509 w 1652219"/>
                <a:gd name="csY144" fmla="*/ 972355 h 1230394"/>
                <a:gd name="csX145" fmla="*/ 1145049 w 1652219"/>
                <a:gd name="csY145" fmla="*/ 984868 h 1230394"/>
                <a:gd name="csX146" fmla="*/ 1132271 w 1652219"/>
                <a:gd name="csY146" fmla="*/ 1008253 h 1230394"/>
                <a:gd name="csX147" fmla="*/ 1123954 w 1652219"/>
                <a:gd name="csY147" fmla="*/ 1019174 h 1230394"/>
                <a:gd name="csX148" fmla="*/ 1106066 w 1652219"/>
                <a:gd name="csY148" fmla="*/ 1028914 h 1230394"/>
                <a:gd name="csX149" fmla="*/ 1088177 w 1652219"/>
                <a:gd name="csY149" fmla="*/ 1038654 h 1230394"/>
                <a:gd name="csX150" fmla="*/ 1059658 w 1652219"/>
                <a:gd name="csY150" fmla="*/ 1040028 h 1230394"/>
                <a:gd name="csX151" fmla="*/ 1031161 w 1652219"/>
                <a:gd name="csY151" fmla="*/ 1041402 h 1230394"/>
                <a:gd name="csX152" fmla="*/ 1001869 w 1652219"/>
                <a:gd name="csY152" fmla="*/ 1034073 h 1230394"/>
                <a:gd name="csX153" fmla="*/ 842537 w 1652219"/>
                <a:gd name="csY153" fmla="*/ 961844 h 1230394"/>
                <a:gd name="csX154" fmla="*/ 792850 w 1652219"/>
                <a:gd name="csY154" fmla="*/ 972524 h 1230394"/>
                <a:gd name="csX155" fmla="*/ 647693 w 1652219"/>
                <a:gd name="csY155" fmla="*/ 1035206 h 1230394"/>
                <a:gd name="csX156" fmla="*/ 623778 w 1652219"/>
                <a:gd name="csY156" fmla="*/ 1040655 h 1230394"/>
                <a:gd name="csX157" fmla="*/ 599428 w 1652219"/>
                <a:gd name="csY157" fmla="*/ 1040510 h 1230394"/>
                <a:gd name="csX158" fmla="*/ 575103 w 1652219"/>
                <a:gd name="csY158" fmla="*/ 1040366 h 1230394"/>
                <a:gd name="csX159" fmla="*/ 653865 w 1652219"/>
                <a:gd name="csY159" fmla="*/ 985928 h 1230394"/>
                <a:gd name="csX160" fmla="*/ 783327 w 1652219"/>
                <a:gd name="csY160" fmla="*/ 923584 h 1230394"/>
                <a:gd name="csX161" fmla="*/ 750853 w 1652219"/>
                <a:gd name="csY161" fmla="*/ 895498 h 1230394"/>
                <a:gd name="csX162" fmla="*/ 672598 w 1652219"/>
                <a:gd name="csY162" fmla="*/ 823559 h 1230394"/>
                <a:gd name="csX163" fmla="*/ 626840 w 1652219"/>
                <a:gd name="csY163" fmla="*/ 777584 h 1230394"/>
                <a:gd name="csX164" fmla="*/ 609867 w 1652219"/>
                <a:gd name="csY164" fmla="*/ 801669 h 1230394"/>
                <a:gd name="csX165" fmla="*/ 574741 w 1652219"/>
                <a:gd name="csY165" fmla="*/ 862421 h 1230394"/>
                <a:gd name="csX166" fmla="*/ 556588 w 1652219"/>
                <a:gd name="csY166" fmla="*/ 899066 h 1230394"/>
                <a:gd name="csX167" fmla="*/ 551597 w 1652219"/>
                <a:gd name="csY167" fmla="*/ 923488 h 1230394"/>
                <a:gd name="csX168" fmla="*/ 546582 w 1652219"/>
                <a:gd name="csY168" fmla="*/ 947909 h 1230394"/>
                <a:gd name="csX169" fmla="*/ 548729 w 1652219"/>
                <a:gd name="csY169" fmla="*/ 959337 h 1230394"/>
                <a:gd name="csX170" fmla="*/ 602225 w 1652219"/>
                <a:gd name="csY170" fmla="*/ 993812 h 1230394"/>
                <a:gd name="csX171" fmla="*/ 625995 w 1652219"/>
                <a:gd name="csY171" fmla="*/ 994029 h 1230394"/>
                <a:gd name="csX172" fmla="*/ 1091263 w 1652219"/>
                <a:gd name="csY172" fmla="*/ 984241 h 1230394"/>
                <a:gd name="csX173" fmla="*/ 1099895 w 1652219"/>
                <a:gd name="csY173" fmla="*/ 976117 h 1230394"/>
                <a:gd name="csX174" fmla="*/ 1103438 w 1652219"/>
                <a:gd name="csY174" fmla="*/ 963026 h 1230394"/>
                <a:gd name="csX175" fmla="*/ 1106958 w 1652219"/>
                <a:gd name="csY175" fmla="*/ 949911 h 1230394"/>
                <a:gd name="csX176" fmla="*/ 1101847 w 1652219"/>
                <a:gd name="csY176" fmla="*/ 924501 h 1230394"/>
                <a:gd name="csX177" fmla="*/ 1096735 w 1652219"/>
                <a:gd name="csY177" fmla="*/ 899066 h 1230394"/>
                <a:gd name="csX178" fmla="*/ 1078558 w 1652219"/>
                <a:gd name="csY178" fmla="*/ 862421 h 1230394"/>
                <a:gd name="csX179" fmla="*/ 1043432 w 1652219"/>
                <a:gd name="csY179" fmla="*/ 801716 h 1230394"/>
                <a:gd name="csX180" fmla="*/ 1026508 w 1652219"/>
                <a:gd name="csY180" fmla="*/ 777680 h 1230394"/>
                <a:gd name="csX181" fmla="*/ 979039 w 1652219"/>
                <a:gd name="csY181" fmla="*/ 825150 h 1230394"/>
                <a:gd name="csX182" fmla="*/ 900759 w 1652219"/>
                <a:gd name="csY182" fmla="*/ 897065 h 1230394"/>
                <a:gd name="csX183" fmla="*/ 869972 w 1652219"/>
                <a:gd name="csY183" fmla="*/ 923608 h 1230394"/>
                <a:gd name="csX184" fmla="*/ 998205 w 1652219"/>
                <a:gd name="csY184" fmla="*/ 985905 h 1230394"/>
                <a:gd name="csX185" fmla="*/ 1024869 w 1652219"/>
                <a:gd name="csY185" fmla="*/ 993981 h 1230394"/>
                <a:gd name="csX186" fmla="*/ 1053751 w 1652219"/>
                <a:gd name="csY186" fmla="*/ 993161 h 1230394"/>
                <a:gd name="csX187" fmla="*/ 1082633 w 1652219"/>
                <a:gd name="csY187" fmla="*/ 992342 h 1230394"/>
                <a:gd name="csX188" fmla="*/ 845310 w 1652219"/>
                <a:gd name="csY188" fmla="*/ 881756 h 1230394"/>
                <a:gd name="csX189" fmla="*/ 957582 w 1652219"/>
                <a:gd name="csY189" fmla="*/ 781103 h 1230394"/>
                <a:gd name="csX190" fmla="*/ 996903 w 1652219"/>
                <a:gd name="csY190" fmla="*/ 740554 h 1230394"/>
                <a:gd name="csX191" fmla="*/ 974241 w 1652219"/>
                <a:gd name="csY191" fmla="*/ 715143 h 1230394"/>
                <a:gd name="csX192" fmla="*/ 854591 w 1652219"/>
                <a:gd name="csY192" fmla="*/ 605498 h 1230394"/>
                <a:gd name="csX193" fmla="*/ 826649 w 1652219"/>
                <a:gd name="csY193" fmla="*/ 583680 h 1230394"/>
                <a:gd name="csX194" fmla="*/ 798684 w 1652219"/>
                <a:gd name="csY194" fmla="*/ 605498 h 1230394"/>
                <a:gd name="csX195" fmla="*/ 677178 w 1652219"/>
                <a:gd name="csY195" fmla="*/ 717144 h 1230394"/>
                <a:gd name="csX196" fmla="*/ 655987 w 1652219"/>
                <a:gd name="csY196" fmla="*/ 741084 h 1230394"/>
                <a:gd name="csX197" fmla="*/ 708832 w 1652219"/>
                <a:gd name="csY197" fmla="*/ 793688 h 1230394"/>
                <a:gd name="csX198" fmla="*/ 761677 w 1652219"/>
                <a:gd name="csY198" fmla="*/ 846317 h 1230394"/>
                <a:gd name="csX199" fmla="*/ 792826 w 1652219"/>
                <a:gd name="csY199" fmla="*/ 870184 h 1230394"/>
                <a:gd name="csX200" fmla="*/ 845310 w 1652219"/>
                <a:gd name="csY200" fmla="*/ 881756 h 1230394"/>
                <a:gd name="csX201" fmla="*/ 809991 w 1652219"/>
                <a:gd name="csY201" fmla="*/ 827705 h 1230394"/>
                <a:gd name="csX202" fmla="*/ 759845 w 1652219"/>
                <a:gd name="csY202" fmla="*/ 798148 h 1230394"/>
                <a:gd name="csX203" fmla="*/ 746562 w 1652219"/>
                <a:gd name="csY203" fmla="*/ 783033 h 1230394"/>
                <a:gd name="csX204" fmla="*/ 741283 w 1652219"/>
                <a:gd name="csY204" fmla="*/ 764903 h 1230394"/>
                <a:gd name="csX205" fmla="*/ 736003 w 1652219"/>
                <a:gd name="csY205" fmla="*/ 746774 h 1230394"/>
                <a:gd name="csX206" fmla="*/ 738172 w 1652219"/>
                <a:gd name="csY206" fmla="*/ 729488 h 1230394"/>
                <a:gd name="csX207" fmla="*/ 740317 w 1652219"/>
                <a:gd name="csY207" fmla="*/ 712202 h 1230394"/>
                <a:gd name="csX208" fmla="*/ 750130 w 1652219"/>
                <a:gd name="csY208" fmla="*/ 695061 h 1230394"/>
                <a:gd name="csX209" fmla="*/ 759917 w 1652219"/>
                <a:gd name="csY209" fmla="*/ 677896 h 1230394"/>
                <a:gd name="csX210" fmla="*/ 774118 w 1652219"/>
                <a:gd name="csY210" fmla="*/ 668229 h 1230394"/>
                <a:gd name="csX211" fmla="*/ 827060 w 1652219"/>
                <a:gd name="csY211" fmla="*/ 650871 h 1230394"/>
                <a:gd name="csX212" fmla="*/ 843163 w 1652219"/>
                <a:gd name="csY212" fmla="*/ 650871 h 1230394"/>
                <a:gd name="csX213" fmla="*/ 857388 w 1652219"/>
                <a:gd name="csY213" fmla="*/ 656415 h 1230394"/>
                <a:gd name="csX214" fmla="*/ 883449 w 1652219"/>
                <a:gd name="csY214" fmla="*/ 671169 h 1230394"/>
                <a:gd name="csX215" fmla="*/ 895287 w 1652219"/>
                <a:gd name="csY215" fmla="*/ 680355 h 1230394"/>
                <a:gd name="csX216" fmla="*/ 904038 w 1652219"/>
                <a:gd name="csY216" fmla="*/ 696484 h 1230394"/>
                <a:gd name="csX217" fmla="*/ 912813 w 1652219"/>
                <a:gd name="csY217" fmla="*/ 712588 h 1230394"/>
                <a:gd name="csX218" fmla="*/ 915079 w 1652219"/>
                <a:gd name="csY218" fmla="*/ 729584 h 1230394"/>
                <a:gd name="csX219" fmla="*/ 917322 w 1652219"/>
                <a:gd name="csY219" fmla="*/ 746557 h 1230394"/>
                <a:gd name="csX220" fmla="*/ 912017 w 1652219"/>
                <a:gd name="csY220" fmla="*/ 764806 h 1230394"/>
                <a:gd name="csX221" fmla="*/ 906738 w 1652219"/>
                <a:gd name="csY221" fmla="*/ 783033 h 1230394"/>
                <a:gd name="csX222" fmla="*/ 893406 w 1652219"/>
                <a:gd name="csY222" fmla="*/ 798172 h 1230394"/>
                <a:gd name="csX223" fmla="*/ 880073 w 1652219"/>
                <a:gd name="csY223" fmla="*/ 813313 h 1230394"/>
                <a:gd name="csX224" fmla="*/ 865850 w 1652219"/>
                <a:gd name="csY224" fmla="*/ 819918 h 1230394"/>
                <a:gd name="csX225" fmla="*/ 809991 w 1652219"/>
                <a:gd name="csY225" fmla="*/ 827705 h 1230394"/>
                <a:gd name="csX226" fmla="*/ 840897 w 1652219"/>
                <a:gd name="csY226" fmla="*/ 779561 h 1230394"/>
                <a:gd name="csX227" fmla="*/ 859245 w 1652219"/>
                <a:gd name="csY227" fmla="*/ 766711 h 1230394"/>
                <a:gd name="csX228" fmla="*/ 866886 w 1652219"/>
                <a:gd name="csY228" fmla="*/ 758418 h 1230394"/>
                <a:gd name="csX229" fmla="*/ 868743 w 1652219"/>
                <a:gd name="csY229" fmla="*/ 746966 h 1230394"/>
                <a:gd name="csX230" fmla="*/ 870599 w 1652219"/>
                <a:gd name="csY230" fmla="*/ 735490 h 1230394"/>
                <a:gd name="csX231" fmla="*/ 865488 w 1652219"/>
                <a:gd name="csY231" fmla="*/ 723244 h 1230394"/>
                <a:gd name="csX232" fmla="*/ 860353 w 1652219"/>
                <a:gd name="csY232" fmla="*/ 710972 h 1230394"/>
                <a:gd name="csX233" fmla="*/ 849336 w 1652219"/>
                <a:gd name="csY233" fmla="*/ 704246 h 1230394"/>
                <a:gd name="csX234" fmla="*/ 838294 w 1652219"/>
                <a:gd name="csY234" fmla="*/ 697520 h 1230394"/>
                <a:gd name="csX235" fmla="*/ 826649 w 1652219"/>
                <a:gd name="csY235" fmla="*/ 697520 h 1230394"/>
                <a:gd name="csX236" fmla="*/ 814982 w 1652219"/>
                <a:gd name="csY236" fmla="*/ 697520 h 1230394"/>
                <a:gd name="csX237" fmla="*/ 803964 w 1652219"/>
                <a:gd name="csY237" fmla="*/ 704246 h 1230394"/>
                <a:gd name="csX238" fmla="*/ 792922 w 1652219"/>
                <a:gd name="csY238" fmla="*/ 710972 h 1230394"/>
                <a:gd name="csX239" fmla="*/ 787812 w 1652219"/>
                <a:gd name="csY239" fmla="*/ 723244 h 1230394"/>
                <a:gd name="csX240" fmla="*/ 782676 w 1652219"/>
                <a:gd name="csY240" fmla="*/ 735490 h 1230394"/>
                <a:gd name="csX241" fmla="*/ 784533 w 1652219"/>
                <a:gd name="csY241" fmla="*/ 746966 h 1230394"/>
                <a:gd name="csX242" fmla="*/ 786389 w 1652219"/>
                <a:gd name="csY242" fmla="*/ 758418 h 1230394"/>
                <a:gd name="csX243" fmla="*/ 794031 w 1652219"/>
                <a:gd name="csY243" fmla="*/ 766711 h 1230394"/>
                <a:gd name="csX244" fmla="*/ 840897 w 1652219"/>
                <a:gd name="csY244" fmla="*/ 779561 h 1230394"/>
                <a:gd name="csX245" fmla="*/ 678166 w 1652219"/>
                <a:gd name="csY245" fmla="*/ 651449 h 1230394"/>
                <a:gd name="csX246" fmla="*/ 754999 w 1652219"/>
                <a:gd name="csY246" fmla="*/ 580980 h 1230394"/>
                <a:gd name="csX247" fmla="*/ 753337 w 1652219"/>
                <a:gd name="csY247" fmla="*/ 537175 h 1230394"/>
                <a:gd name="csX248" fmla="*/ 573704 w 1652219"/>
                <a:gd name="csY248" fmla="*/ 489561 h 1230394"/>
                <a:gd name="csX249" fmla="*/ 560517 w 1652219"/>
                <a:gd name="csY249" fmla="*/ 494841 h 1230394"/>
                <a:gd name="csX250" fmla="*/ 554563 w 1652219"/>
                <a:gd name="csY250" fmla="*/ 503713 h 1230394"/>
                <a:gd name="csX251" fmla="*/ 548608 w 1652219"/>
                <a:gd name="csY251" fmla="*/ 512609 h 1230394"/>
                <a:gd name="csX252" fmla="*/ 548801 w 1652219"/>
                <a:gd name="csY252" fmla="*/ 532595 h 1230394"/>
                <a:gd name="csX253" fmla="*/ 548994 w 1652219"/>
                <a:gd name="csY253" fmla="*/ 552581 h 1230394"/>
                <a:gd name="csX254" fmla="*/ 556588 w 1652219"/>
                <a:gd name="csY254" fmla="*/ 575893 h 1230394"/>
                <a:gd name="csX255" fmla="*/ 626550 w 1652219"/>
                <a:gd name="csY255" fmla="*/ 700823 h 1230394"/>
                <a:gd name="csX256" fmla="*/ 678191 w 1652219"/>
                <a:gd name="csY256" fmla="*/ 651449 h 1230394"/>
                <a:gd name="csX257" fmla="*/ 1043504 w 1652219"/>
                <a:gd name="csY257" fmla="*/ 678329 h 1230394"/>
                <a:gd name="csX258" fmla="*/ 1093601 w 1652219"/>
                <a:gd name="csY258" fmla="*/ 583680 h 1230394"/>
                <a:gd name="csX259" fmla="*/ 1103751 w 1652219"/>
                <a:gd name="csY259" fmla="*/ 555908 h 1230394"/>
                <a:gd name="csX260" fmla="*/ 1104088 w 1652219"/>
                <a:gd name="csY260" fmla="*/ 534258 h 1230394"/>
                <a:gd name="csX261" fmla="*/ 1104450 w 1652219"/>
                <a:gd name="csY261" fmla="*/ 512609 h 1230394"/>
                <a:gd name="csX262" fmla="*/ 1098592 w 1652219"/>
                <a:gd name="csY262" fmla="*/ 503713 h 1230394"/>
                <a:gd name="csX263" fmla="*/ 1092758 w 1652219"/>
                <a:gd name="csY263" fmla="*/ 494841 h 1230394"/>
                <a:gd name="csX264" fmla="*/ 1079571 w 1652219"/>
                <a:gd name="csY264" fmla="*/ 489561 h 1230394"/>
                <a:gd name="csX265" fmla="*/ 899940 w 1652219"/>
                <a:gd name="csY265" fmla="*/ 537175 h 1230394"/>
                <a:gd name="csX266" fmla="*/ 898275 w 1652219"/>
                <a:gd name="csY266" fmla="*/ 580980 h 1230394"/>
                <a:gd name="csX267" fmla="*/ 974893 w 1652219"/>
                <a:gd name="csY267" fmla="*/ 651377 h 1230394"/>
                <a:gd name="csX268" fmla="*/ 1043504 w 1652219"/>
                <a:gd name="csY268" fmla="*/ 678329 h 1230394"/>
                <a:gd name="csX269" fmla="*/ 159450 w 1652219"/>
                <a:gd name="csY269" fmla="*/ 760516 h 1230394"/>
                <a:gd name="csX270" fmla="*/ 21864 w 1652219"/>
                <a:gd name="csY270" fmla="*/ 659188 h 1230394"/>
                <a:gd name="csX271" fmla="*/ 10316 w 1652219"/>
                <a:gd name="csY271" fmla="*/ 635875 h 1230394"/>
                <a:gd name="csX272" fmla="*/ 5423 w 1652219"/>
                <a:gd name="csY272" fmla="*/ 612538 h 1230394"/>
                <a:gd name="csX273" fmla="*/ 528 w 1652219"/>
                <a:gd name="csY273" fmla="*/ 589225 h 1230394"/>
                <a:gd name="csX274" fmla="*/ 528 w 1652219"/>
                <a:gd name="csY274" fmla="*/ 381002 h 1230394"/>
                <a:gd name="csX275" fmla="*/ 528 w 1652219"/>
                <a:gd name="csY275" fmla="*/ 172777 h 1230394"/>
                <a:gd name="csX276" fmla="*/ 5423 w 1652219"/>
                <a:gd name="csY276" fmla="*/ 149465 h 1230394"/>
                <a:gd name="csX277" fmla="*/ 10316 w 1652219"/>
                <a:gd name="csY277" fmla="*/ 126152 h 1230394"/>
                <a:gd name="csX278" fmla="*/ 22370 w 1652219"/>
                <a:gd name="csY278" fmla="*/ 101682 h 1230394"/>
                <a:gd name="csX279" fmla="*/ 34401 w 1652219"/>
                <a:gd name="csY279" fmla="*/ 77212 h 1230394"/>
                <a:gd name="csX280" fmla="*/ 54893 w 1652219"/>
                <a:gd name="csY280" fmla="*/ 56430 h 1230394"/>
                <a:gd name="csX281" fmla="*/ 75384 w 1652219"/>
                <a:gd name="csY281" fmla="*/ 35649 h 1230394"/>
                <a:gd name="csX282" fmla="*/ 97034 w 1652219"/>
                <a:gd name="csY282" fmla="*/ 23691 h 1230394"/>
                <a:gd name="csX283" fmla="*/ 138669 w 1652219"/>
                <a:gd name="csY283" fmla="*/ 5827 h 1230394"/>
                <a:gd name="csX284" fmla="*/ 158655 w 1652219"/>
                <a:gd name="csY284" fmla="*/ -80 h 1230394"/>
                <a:gd name="csX285" fmla="*/ 203641 w 1652219"/>
                <a:gd name="csY285" fmla="*/ -128 h 1230394"/>
                <a:gd name="csX286" fmla="*/ 248627 w 1652219"/>
                <a:gd name="csY286" fmla="*/ -176 h 1230394"/>
                <a:gd name="csX287" fmla="*/ 271940 w 1652219"/>
                <a:gd name="csY287" fmla="*/ 7442 h 1230394"/>
                <a:gd name="csX288" fmla="*/ 397424 w 1652219"/>
                <a:gd name="csY288" fmla="*/ 131118 h 1230394"/>
                <a:gd name="csX289" fmla="*/ 405211 w 1652219"/>
                <a:gd name="csY289" fmla="*/ 152767 h 1230394"/>
                <a:gd name="csX290" fmla="*/ 406200 w 1652219"/>
                <a:gd name="csY290" fmla="*/ 368489 h 1230394"/>
                <a:gd name="csX291" fmla="*/ 407188 w 1652219"/>
                <a:gd name="csY291" fmla="*/ 584211 h 1230394"/>
                <a:gd name="csX292" fmla="*/ 442170 w 1652219"/>
                <a:gd name="csY292" fmla="*/ 584211 h 1230394"/>
                <a:gd name="csX293" fmla="*/ 477151 w 1652219"/>
                <a:gd name="csY293" fmla="*/ 584211 h 1230394"/>
                <a:gd name="csX294" fmla="*/ 486601 w 1652219"/>
                <a:gd name="csY294" fmla="*/ 589105 h 1230394"/>
                <a:gd name="csX295" fmla="*/ 496027 w 1652219"/>
                <a:gd name="csY295" fmla="*/ 593974 h 1230394"/>
                <a:gd name="csX296" fmla="*/ 498293 w 1652219"/>
                <a:gd name="csY296" fmla="*/ 603015 h 1230394"/>
                <a:gd name="csX297" fmla="*/ 500559 w 1652219"/>
                <a:gd name="csY297" fmla="*/ 612031 h 1230394"/>
                <a:gd name="csX298" fmla="*/ 494172 w 1652219"/>
                <a:gd name="csY298" fmla="*/ 620614 h 1230394"/>
                <a:gd name="csX299" fmla="*/ 487783 w 1652219"/>
                <a:gd name="csY299" fmla="*/ 629197 h 1230394"/>
                <a:gd name="csX300" fmla="*/ 443158 w 1652219"/>
                <a:gd name="csY300" fmla="*/ 630210 h 1230394"/>
                <a:gd name="csX301" fmla="*/ 398534 w 1652219"/>
                <a:gd name="csY301" fmla="*/ 631222 h 1230394"/>
                <a:gd name="csX302" fmla="*/ 385466 w 1652219"/>
                <a:gd name="csY302" fmla="*/ 658151 h 1230394"/>
                <a:gd name="csX303" fmla="*/ 372400 w 1652219"/>
                <a:gd name="csY303" fmla="*/ 685056 h 1230394"/>
                <a:gd name="csX304" fmla="*/ 350220 w 1652219"/>
                <a:gd name="csY304" fmla="*/ 707260 h 1230394"/>
                <a:gd name="csX305" fmla="*/ 328016 w 1652219"/>
                <a:gd name="csY305" fmla="*/ 729463 h 1230394"/>
                <a:gd name="csX306" fmla="*/ 302510 w 1652219"/>
                <a:gd name="csY306" fmla="*/ 742048 h 1230394"/>
                <a:gd name="csX307" fmla="*/ 277003 w 1652219"/>
                <a:gd name="csY307" fmla="*/ 754657 h 1230394"/>
                <a:gd name="csX308" fmla="*/ 251159 w 1652219"/>
                <a:gd name="csY308" fmla="*/ 759262 h 1230394"/>
                <a:gd name="csX309" fmla="*/ 159450 w 1652219"/>
                <a:gd name="csY309" fmla="*/ 760491 h 1230394"/>
                <a:gd name="csX310" fmla="*/ 242166 w 1652219"/>
                <a:gd name="csY310" fmla="*/ 713842 h 1230394"/>
                <a:gd name="csX311" fmla="*/ 346894 w 1652219"/>
                <a:gd name="csY311" fmla="*/ 633078 h 1230394"/>
                <a:gd name="csX312" fmla="*/ 255281 w 1652219"/>
                <a:gd name="csY312" fmla="*/ 630885 h 1230394"/>
                <a:gd name="csX313" fmla="*/ 163670 w 1652219"/>
                <a:gd name="csY313" fmla="*/ 630885 h 1230394"/>
                <a:gd name="csX314" fmla="*/ 156992 w 1652219"/>
                <a:gd name="csY314" fmla="*/ 624206 h 1230394"/>
                <a:gd name="csX315" fmla="*/ 150338 w 1652219"/>
                <a:gd name="csY315" fmla="*/ 617552 h 1230394"/>
                <a:gd name="csX316" fmla="*/ 150338 w 1652219"/>
                <a:gd name="csY316" fmla="*/ 607789 h 1230394"/>
                <a:gd name="csX317" fmla="*/ 150338 w 1652219"/>
                <a:gd name="csY317" fmla="*/ 598049 h 1230394"/>
                <a:gd name="csX318" fmla="*/ 159113 w 1652219"/>
                <a:gd name="csY318" fmla="*/ 591130 h 1230394"/>
                <a:gd name="csX319" fmla="*/ 167888 w 1652219"/>
                <a:gd name="csY319" fmla="*/ 584235 h 1230394"/>
                <a:gd name="csX320" fmla="*/ 264057 w 1652219"/>
                <a:gd name="csY320" fmla="*/ 584235 h 1230394"/>
                <a:gd name="csX321" fmla="*/ 360225 w 1652219"/>
                <a:gd name="csY321" fmla="*/ 584235 h 1230394"/>
                <a:gd name="csX322" fmla="*/ 360225 w 1652219"/>
                <a:gd name="csY322" fmla="*/ 381170 h 1230394"/>
                <a:gd name="csX323" fmla="*/ 360225 w 1652219"/>
                <a:gd name="csY323" fmla="*/ 178105 h 1230394"/>
                <a:gd name="csX324" fmla="*/ 356512 w 1652219"/>
                <a:gd name="csY324" fmla="*/ 160458 h 1230394"/>
                <a:gd name="csX325" fmla="*/ 344241 w 1652219"/>
                <a:gd name="csY325" fmla="*/ 124488 h 1230394"/>
                <a:gd name="csX326" fmla="*/ 335682 w 1652219"/>
                <a:gd name="csY326" fmla="*/ 106166 h 1230394"/>
                <a:gd name="csX327" fmla="*/ 317144 w 1652219"/>
                <a:gd name="csY327" fmla="*/ 87602 h 1230394"/>
                <a:gd name="csX328" fmla="*/ 298580 w 1652219"/>
                <a:gd name="csY328" fmla="*/ 69063 h 1230394"/>
                <a:gd name="csX329" fmla="*/ 280258 w 1652219"/>
                <a:gd name="csY329" fmla="*/ 60432 h 1230394"/>
                <a:gd name="csX330" fmla="*/ 156678 w 1652219"/>
                <a:gd name="csY330" fmla="*/ 49824 h 1230394"/>
                <a:gd name="csX331" fmla="*/ 133389 w 1652219"/>
                <a:gd name="csY331" fmla="*/ 55128 h 1230394"/>
                <a:gd name="csX332" fmla="*/ 112801 w 1652219"/>
                <a:gd name="csY332" fmla="*/ 68967 h 1230394"/>
                <a:gd name="csX333" fmla="*/ 92212 w 1652219"/>
                <a:gd name="csY333" fmla="*/ 82829 h 1230394"/>
                <a:gd name="csX334" fmla="*/ 78326 w 1652219"/>
                <a:gd name="csY334" fmla="*/ 100018 h 1230394"/>
                <a:gd name="csX335" fmla="*/ 56580 w 1652219"/>
                <a:gd name="csY335" fmla="*/ 136663 h 1230394"/>
                <a:gd name="csX336" fmla="*/ 48721 w 1652219"/>
                <a:gd name="csY336" fmla="*/ 156119 h 1230394"/>
                <a:gd name="csX337" fmla="*/ 48721 w 1652219"/>
                <a:gd name="csY337" fmla="*/ 381002 h 1230394"/>
                <a:gd name="csX338" fmla="*/ 48721 w 1652219"/>
                <a:gd name="csY338" fmla="*/ 605884 h 1230394"/>
                <a:gd name="csX339" fmla="*/ 56580 w 1652219"/>
                <a:gd name="csY339" fmla="*/ 625364 h 1230394"/>
                <a:gd name="csX340" fmla="*/ 78326 w 1652219"/>
                <a:gd name="csY340" fmla="*/ 662009 h 1230394"/>
                <a:gd name="csX341" fmla="*/ 92212 w 1652219"/>
                <a:gd name="csY341" fmla="*/ 679173 h 1230394"/>
                <a:gd name="csX342" fmla="*/ 112897 w 1652219"/>
                <a:gd name="csY342" fmla="*/ 693085 h 1230394"/>
                <a:gd name="csX343" fmla="*/ 133558 w 1652219"/>
                <a:gd name="csY343" fmla="*/ 707019 h 1230394"/>
                <a:gd name="csX344" fmla="*/ 154436 w 1652219"/>
                <a:gd name="csY344" fmla="*/ 711961 h 1230394"/>
                <a:gd name="csX345" fmla="*/ 242166 w 1652219"/>
                <a:gd name="csY345" fmla="*/ 713842 h 1230394"/>
                <a:gd name="csX346" fmla="*/ 510131 w 1652219"/>
                <a:gd name="csY346" fmla="*/ 154455 h 1230394"/>
                <a:gd name="csX347" fmla="*/ 503477 w 1652219"/>
                <a:gd name="csY347" fmla="*/ 147801 h 1230394"/>
                <a:gd name="csX348" fmla="*/ 503477 w 1652219"/>
                <a:gd name="csY348" fmla="*/ 136326 h 1230394"/>
                <a:gd name="csX349" fmla="*/ 503477 w 1652219"/>
                <a:gd name="csY349" fmla="*/ 124850 h 1230394"/>
                <a:gd name="csX350" fmla="*/ 510879 w 1652219"/>
                <a:gd name="csY350" fmla="*/ 119666 h 1230394"/>
                <a:gd name="csX351" fmla="*/ 518280 w 1652219"/>
                <a:gd name="csY351" fmla="*/ 114483 h 1230394"/>
                <a:gd name="csX352" fmla="*/ 735762 w 1652219"/>
                <a:gd name="csY352" fmla="*/ 114483 h 1230394"/>
                <a:gd name="csX353" fmla="*/ 953243 w 1652219"/>
                <a:gd name="csY353" fmla="*/ 114483 h 1230394"/>
                <a:gd name="csX354" fmla="*/ 959897 w 1652219"/>
                <a:gd name="csY354" fmla="*/ 121137 h 1230394"/>
                <a:gd name="csX355" fmla="*/ 966575 w 1652219"/>
                <a:gd name="csY355" fmla="*/ 127815 h 1230394"/>
                <a:gd name="csX356" fmla="*/ 966575 w 1652219"/>
                <a:gd name="csY356" fmla="*/ 137796 h 1230394"/>
                <a:gd name="csX357" fmla="*/ 966575 w 1652219"/>
                <a:gd name="csY357" fmla="*/ 147801 h 1230394"/>
                <a:gd name="csX358" fmla="*/ 959897 w 1652219"/>
                <a:gd name="csY358" fmla="*/ 154455 h 1230394"/>
                <a:gd name="csX359" fmla="*/ 953243 w 1652219"/>
                <a:gd name="csY359" fmla="*/ 161133 h 1230394"/>
                <a:gd name="csX360" fmla="*/ 735014 w 1652219"/>
                <a:gd name="csY360" fmla="*/ 161133 h 1230394"/>
                <a:gd name="csX361" fmla="*/ 516809 w 1652219"/>
                <a:gd name="csY361" fmla="*/ 161133 h 1230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</a:cxnLst>
              <a:rect l="l" t="t" r="r" b="b"/>
              <a:pathLst>
                <a:path w="1652219" h="1230394">
                  <a:moveTo>
                    <a:pt x="1408626" y="1227302"/>
                  </a:moveTo>
                  <a:cubicBezTo>
                    <a:pt x="1399826" y="1225710"/>
                    <a:pt x="1384083" y="1221708"/>
                    <a:pt x="1373645" y="1218454"/>
                  </a:cubicBezTo>
                  <a:lnTo>
                    <a:pt x="1354695" y="1212499"/>
                  </a:lnTo>
                  <a:lnTo>
                    <a:pt x="1329695" y="1195599"/>
                  </a:lnTo>
                  <a:lnTo>
                    <a:pt x="1304719" y="1178675"/>
                  </a:lnTo>
                  <a:lnTo>
                    <a:pt x="1287264" y="1155531"/>
                  </a:lnTo>
                  <a:lnTo>
                    <a:pt x="1269810" y="1132387"/>
                  </a:lnTo>
                  <a:lnTo>
                    <a:pt x="1261419" y="1111388"/>
                  </a:lnTo>
                  <a:cubicBezTo>
                    <a:pt x="1256792" y="1099865"/>
                    <a:pt x="1251559" y="1080337"/>
                    <a:pt x="1249776" y="1068041"/>
                  </a:cubicBezTo>
                  <a:lnTo>
                    <a:pt x="1246544" y="1045645"/>
                  </a:lnTo>
                  <a:lnTo>
                    <a:pt x="1246472" y="879900"/>
                  </a:lnTo>
                  <a:lnTo>
                    <a:pt x="1246400" y="714155"/>
                  </a:lnTo>
                  <a:lnTo>
                    <a:pt x="1191216" y="714155"/>
                  </a:lnTo>
                  <a:lnTo>
                    <a:pt x="1136032" y="714155"/>
                  </a:lnTo>
                  <a:lnTo>
                    <a:pt x="1128751" y="710322"/>
                  </a:lnTo>
                  <a:cubicBezTo>
                    <a:pt x="1119132" y="705283"/>
                    <a:pt x="1116576" y="701040"/>
                    <a:pt x="1116529" y="689998"/>
                  </a:cubicBezTo>
                  <a:lnTo>
                    <a:pt x="1116481" y="680837"/>
                  </a:lnTo>
                  <a:lnTo>
                    <a:pt x="1123135" y="674183"/>
                  </a:lnTo>
                  <a:lnTo>
                    <a:pt x="1129812" y="667529"/>
                  </a:lnTo>
                  <a:lnTo>
                    <a:pt x="1187673" y="667529"/>
                  </a:lnTo>
                  <a:lnTo>
                    <a:pt x="1245532" y="667529"/>
                  </a:lnTo>
                  <a:lnTo>
                    <a:pt x="1247798" y="643373"/>
                  </a:lnTo>
                  <a:cubicBezTo>
                    <a:pt x="1252018" y="597808"/>
                    <a:pt x="1265953" y="563526"/>
                    <a:pt x="1293749" y="530160"/>
                  </a:cubicBezTo>
                  <a:lnTo>
                    <a:pt x="1306864" y="514417"/>
                  </a:lnTo>
                  <a:lnTo>
                    <a:pt x="1330949" y="498313"/>
                  </a:lnTo>
                  <a:lnTo>
                    <a:pt x="1355009" y="482208"/>
                  </a:lnTo>
                  <a:lnTo>
                    <a:pt x="1379841" y="474180"/>
                  </a:lnTo>
                  <a:lnTo>
                    <a:pt x="1404648" y="466128"/>
                  </a:lnTo>
                  <a:lnTo>
                    <a:pt x="1449634" y="466225"/>
                  </a:lnTo>
                  <a:lnTo>
                    <a:pt x="1494596" y="466321"/>
                  </a:lnTo>
                  <a:lnTo>
                    <a:pt x="1514606" y="472227"/>
                  </a:lnTo>
                  <a:cubicBezTo>
                    <a:pt x="1525599" y="475482"/>
                    <a:pt x="1544332" y="483534"/>
                    <a:pt x="1556241" y="490092"/>
                  </a:cubicBezTo>
                  <a:lnTo>
                    <a:pt x="1577890" y="502050"/>
                  </a:lnTo>
                  <a:lnTo>
                    <a:pt x="1598383" y="522831"/>
                  </a:lnTo>
                  <a:lnTo>
                    <a:pt x="1618851" y="543612"/>
                  </a:lnTo>
                  <a:lnTo>
                    <a:pt x="1630905" y="568082"/>
                  </a:lnTo>
                  <a:lnTo>
                    <a:pt x="1642935" y="592552"/>
                  </a:lnTo>
                  <a:lnTo>
                    <a:pt x="1647854" y="615865"/>
                  </a:lnTo>
                  <a:lnTo>
                    <a:pt x="1652748" y="639202"/>
                  </a:lnTo>
                  <a:lnTo>
                    <a:pt x="1652748" y="847426"/>
                  </a:lnTo>
                  <a:lnTo>
                    <a:pt x="1652748" y="1055650"/>
                  </a:lnTo>
                  <a:lnTo>
                    <a:pt x="1647854" y="1078963"/>
                  </a:lnTo>
                  <a:lnTo>
                    <a:pt x="1642935" y="1102276"/>
                  </a:lnTo>
                  <a:lnTo>
                    <a:pt x="1630905" y="1126745"/>
                  </a:lnTo>
                  <a:lnTo>
                    <a:pt x="1618851" y="1151216"/>
                  </a:lnTo>
                  <a:lnTo>
                    <a:pt x="1598383" y="1171997"/>
                  </a:lnTo>
                  <a:cubicBezTo>
                    <a:pt x="1574781" y="1195960"/>
                    <a:pt x="1555614" y="1207967"/>
                    <a:pt x="1522827" y="1219370"/>
                  </a:cubicBezTo>
                  <a:lnTo>
                    <a:pt x="1499563" y="1227470"/>
                  </a:lnTo>
                  <a:lnTo>
                    <a:pt x="1462098" y="1228845"/>
                  </a:lnTo>
                  <a:lnTo>
                    <a:pt x="1424634" y="1230219"/>
                  </a:lnTo>
                  <a:close/>
                  <a:moveTo>
                    <a:pt x="1490281" y="1180194"/>
                  </a:moveTo>
                  <a:cubicBezTo>
                    <a:pt x="1544453" y="1168814"/>
                    <a:pt x="1587509" y="1128216"/>
                    <a:pt x="1601083" y="1075756"/>
                  </a:cubicBezTo>
                  <a:lnTo>
                    <a:pt x="1606217" y="1055915"/>
                  </a:lnTo>
                  <a:lnTo>
                    <a:pt x="1606217" y="847426"/>
                  </a:lnTo>
                  <a:lnTo>
                    <a:pt x="1606217" y="638937"/>
                  </a:lnTo>
                  <a:lnTo>
                    <a:pt x="1601058" y="619072"/>
                  </a:lnTo>
                  <a:cubicBezTo>
                    <a:pt x="1591753" y="583343"/>
                    <a:pt x="1570779" y="554726"/>
                    <a:pt x="1538594" y="533896"/>
                  </a:cubicBezTo>
                  <a:lnTo>
                    <a:pt x="1519284" y="521384"/>
                  </a:lnTo>
                  <a:lnTo>
                    <a:pt x="1496308" y="516177"/>
                  </a:lnTo>
                  <a:lnTo>
                    <a:pt x="1473308" y="510945"/>
                  </a:lnTo>
                  <a:lnTo>
                    <a:pt x="1449972" y="510945"/>
                  </a:lnTo>
                  <a:cubicBezTo>
                    <a:pt x="1389869" y="510945"/>
                    <a:pt x="1345125" y="533487"/>
                    <a:pt x="1316074" y="578449"/>
                  </a:cubicBezTo>
                  <a:lnTo>
                    <a:pt x="1303513" y="597880"/>
                  </a:lnTo>
                  <a:lnTo>
                    <a:pt x="1298282" y="620856"/>
                  </a:lnTo>
                  <a:cubicBezTo>
                    <a:pt x="1295413" y="633513"/>
                    <a:pt x="1293050" y="649183"/>
                    <a:pt x="1293050" y="655692"/>
                  </a:cubicBezTo>
                  <a:lnTo>
                    <a:pt x="1293050" y="667529"/>
                  </a:lnTo>
                  <a:lnTo>
                    <a:pt x="1384301" y="667529"/>
                  </a:lnTo>
                  <a:lnTo>
                    <a:pt x="1475550" y="667529"/>
                  </a:lnTo>
                  <a:lnTo>
                    <a:pt x="1483096" y="673629"/>
                  </a:lnTo>
                  <a:lnTo>
                    <a:pt x="1490667" y="679752"/>
                  </a:lnTo>
                  <a:lnTo>
                    <a:pt x="1490328" y="691108"/>
                  </a:lnTo>
                  <a:lnTo>
                    <a:pt x="1490016" y="702438"/>
                  </a:lnTo>
                  <a:lnTo>
                    <a:pt x="1482783" y="708296"/>
                  </a:lnTo>
                  <a:lnTo>
                    <a:pt x="1475550" y="714155"/>
                  </a:lnTo>
                  <a:lnTo>
                    <a:pt x="1384301" y="714155"/>
                  </a:lnTo>
                  <a:lnTo>
                    <a:pt x="1293050" y="714155"/>
                  </a:lnTo>
                  <a:lnTo>
                    <a:pt x="1293050" y="882238"/>
                  </a:lnTo>
                  <a:lnTo>
                    <a:pt x="1293050" y="1050322"/>
                  </a:lnTo>
                  <a:lnTo>
                    <a:pt x="1296762" y="1067969"/>
                  </a:lnTo>
                  <a:cubicBezTo>
                    <a:pt x="1298812" y="1077685"/>
                    <a:pt x="1304333" y="1093886"/>
                    <a:pt x="1309034" y="1103963"/>
                  </a:cubicBezTo>
                  <a:lnTo>
                    <a:pt x="1317592" y="1122285"/>
                  </a:lnTo>
                  <a:lnTo>
                    <a:pt x="1336131" y="1140776"/>
                  </a:lnTo>
                  <a:lnTo>
                    <a:pt x="1354695" y="1159292"/>
                  </a:lnTo>
                  <a:lnTo>
                    <a:pt x="1371354" y="1167344"/>
                  </a:lnTo>
                  <a:cubicBezTo>
                    <a:pt x="1403153" y="1182701"/>
                    <a:pt x="1452816" y="1188077"/>
                    <a:pt x="1490281" y="1180194"/>
                  </a:cubicBezTo>
                  <a:close/>
                  <a:moveTo>
                    <a:pt x="730023" y="1191573"/>
                  </a:moveTo>
                  <a:cubicBezTo>
                    <a:pt x="727276" y="1190536"/>
                    <a:pt x="722405" y="1187426"/>
                    <a:pt x="719199" y="1184630"/>
                  </a:cubicBezTo>
                  <a:lnTo>
                    <a:pt x="713365" y="1179543"/>
                  </a:lnTo>
                  <a:lnTo>
                    <a:pt x="713365" y="1168911"/>
                  </a:lnTo>
                  <a:lnTo>
                    <a:pt x="713365" y="1158279"/>
                  </a:lnTo>
                  <a:lnTo>
                    <a:pt x="719464" y="1152783"/>
                  </a:lnTo>
                  <a:lnTo>
                    <a:pt x="725563" y="1147262"/>
                  </a:lnTo>
                  <a:lnTo>
                    <a:pt x="945480" y="1147262"/>
                  </a:lnTo>
                  <a:lnTo>
                    <a:pt x="1165420" y="1147262"/>
                  </a:lnTo>
                  <a:lnTo>
                    <a:pt x="1170941" y="1153361"/>
                  </a:lnTo>
                  <a:lnTo>
                    <a:pt x="1176462" y="1159437"/>
                  </a:lnTo>
                  <a:lnTo>
                    <a:pt x="1176462" y="1169490"/>
                  </a:lnTo>
                  <a:lnTo>
                    <a:pt x="1176462" y="1179543"/>
                  </a:lnTo>
                  <a:lnTo>
                    <a:pt x="1169446" y="1185883"/>
                  </a:lnTo>
                  <a:lnTo>
                    <a:pt x="1162432" y="1192248"/>
                  </a:lnTo>
                  <a:lnTo>
                    <a:pt x="948735" y="1192851"/>
                  </a:lnTo>
                  <a:cubicBezTo>
                    <a:pt x="831183" y="1193188"/>
                    <a:pt x="732772" y="1192609"/>
                    <a:pt x="730023" y="1191573"/>
                  </a:cubicBezTo>
                  <a:close/>
                  <a:moveTo>
                    <a:pt x="562446" y="1035857"/>
                  </a:moveTo>
                  <a:cubicBezTo>
                    <a:pt x="555504" y="1033374"/>
                    <a:pt x="543956" y="1027467"/>
                    <a:pt x="536819" y="1022742"/>
                  </a:cubicBezTo>
                  <a:lnTo>
                    <a:pt x="523848" y="1014160"/>
                  </a:lnTo>
                  <a:lnTo>
                    <a:pt x="514663" y="998489"/>
                  </a:lnTo>
                  <a:lnTo>
                    <a:pt x="505478" y="982818"/>
                  </a:lnTo>
                  <a:lnTo>
                    <a:pt x="504079" y="953479"/>
                  </a:lnTo>
                  <a:lnTo>
                    <a:pt x="502658" y="924139"/>
                  </a:lnTo>
                  <a:lnTo>
                    <a:pt x="511747" y="895016"/>
                  </a:lnTo>
                  <a:cubicBezTo>
                    <a:pt x="523607" y="856949"/>
                    <a:pt x="541135" y="822570"/>
                    <a:pt x="571800" y="777198"/>
                  </a:cubicBezTo>
                  <a:lnTo>
                    <a:pt x="596753" y="740288"/>
                  </a:lnTo>
                  <a:lnTo>
                    <a:pt x="570184" y="700534"/>
                  </a:lnTo>
                  <a:cubicBezTo>
                    <a:pt x="539471" y="654583"/>
                    <a:pt x="519966" y="615575"/>
                    <a:pt x="510300" y="580667"/>
                  </a:cubicBezTo>
                  <a:lnTo>
                    <a:pt x="503477" y="556052"/>
                  </a:lnTo>
                  <a:lnTo>
                    <a:pt x="503477" y="533053"/>
                  </a:lnTo>
                  <a:cubicBezTo>
                    <a:pt x="503477" y="520396"/>
                    <a:pt x="505237" y="504171"/>
                    <a:pt x="507406" y="496963"/>
                  </a:cubicBezTo>
                  <a:lnTo>
                    <a:pt x="511313" y="483896"/>
                  </a:lnTo>
                  <a:lnTo>
                    <a:pt x="523920" y="469552"/>
                  </a:lnTo>
                  <a:lnTo>
                    <a:pt x="536554" y="455231"/>
                  </a:lnTo>
                  <a:lnTo>
                    <a:pt x="552490" y="448457"/>
                  </a:lnTo>
                  <a:cubicBezTo>
                    <a:pt x="561264" y="444720"/>
                    <a:pt x="575947" y="440693"/>
                    <a:pt x="585108" y="439513"/>
                  </a:cubicBezTo>
                  <a:lnTo>
                    <a:pt x="601766" y="437343"/>
                  </a:lnTo>
                  <a:lnTo>
                    <a:pt x="626454" y="440886"/>
                  </a:lnTo>
                  <a:cubicBezTo>
                    <a:pt x="673754" y="447685"/>
                    <a:pt x="746827" y="477796"/>
                    <a:pt x="804614" y="514296"/>
                  </a:cubicBezTo>
                  <a:lnTo>
                    <a:pt x="826649" y="528183"/>
                  </a:lnTo>
                  <a:lnTo>
                    <a:pt x="848010" y="514682"/>
                  </a:lnTo>
                  <a:cubicBezTo>
                    <a:pt x="905846" y="478182"/>
                    <a:pt x="979810" y="447637"/>
                    <a:pt x="1026845" y="440886"/>
                  </a:cubicBezTo>
                  <a:lnTo>
                    <a:pt x="1051509" y="437343"/>
                  </a:lnTo>
                  <a:lnTo>
                    <a:pt x="1068167" y="439513"/>
                  </a:lnTo>
                  <a:cubicBezTo>
                    <a:pt x="1077328" y="440693"/>
                    <a:pt x="1092010" y="444720"/>
                    <a:pt x="1100786" y="448457"/>
                  </a:cubicBezTo>
                  <a:lnTo>
                    <a:pt x="1116746" y="455231"/>
                  </a:lnTo>
                  <a:lnTo>
                    <a:pt x="1129355" y="469552"/>
                  </a:lnTo>
                  <a:lnTo>
                    <a:pt x="1141964" y="483896"/>
                  </a:lnTo>
                  <a:lnTo>
                    <a:pt x="1145892" y="496963"/>
                  </a:lnTo>
                  <a:cubicBezTo>
                    <a:pt x="1148038" y="504171"/>
                    <a:pt x="1149798" y="520396"/>
                    <a:pt x="1149798" y="533053"/>
                  </a:cubicBezTo>
                  <a:lnTo>
                    <a:pt x="1149798" y="556052"/>
                  </a:lnTo>
                  <a:lnTo>
                    <a:pt x="1142976" y="580667"/>
                  </a:lnTo>
                  <a:cubicBezTo>
                    <a:pt x="1133308" y="615575"/>
                    <a:pt x="1113829" y="654583"/>
                    <a:pt x="1083090" y="700534"/>
                  </a:cubicBezTo>
                  <a:lnTo>
                    <a:pt x="1056523" y="740288"/>
                  </a:lnTo>
                  <a:lnTo>
                    <a:pt x="1081451" y="777174"/>
                  </a:lnTo>
                  <a:cubicBezTo>
                    <a:pt x="1111466" y="821558"/>
                    <a:pt x="1126727" y="851187"/>
                    <a:pt x="1139914" y="890531"/>
                  </a:cubicBezTo>
                  <a:lnTo>
                    <a:pt x="1149798" y="920040"/>
                  </a:lnTo>
                  <a:lnTo>
                    <a:pt x="1149653" y="946198"/>
                  </a:lnTo>
                  <a:lnTo>
                    <a:pt x="1149509" y="972355"/>
                  </a:lnTo>
                  <a:lnTo>
                    <a:pt x="1145049" y="984868"/>
                  </a:lnTo>
                  <a:cubicBezTo>
                    <a:pt x="1142590" y="991738"/>
                    <a:pt x="1136852" y="1002274"/>
                    <a:pt x="1132271" y="1008253"/>
                  </a:cubicBezTo>
                  <a:lnTo>
                    <a:pt x="1123954" y="1019174"/>
                  </a:lnTo>
                  <a:lnTo>
                    <a:pt x="1106066" y="1028914"/>
                  </a:lnTo>
                  <a:lnTo>
                    <a:pt x="1088177" y="1038654"/>
                  </a:lnTo>
                  <a:lnTo>
                    <a:pt x="1059658" y="1040028"/>
                  </a:lnTo>
                  <a:lnTo>
                    <a:pt x="1031161" y="1041402"/>
                  </a:lnTo>
                  <a:lnTo>
                    <a:pt x="1001869" y="1034073"/>
                  </a:lnTo>
                  <a:cubicBezTo>
                    <a:pt x="954520" y="1022211"/>
                    <a:pt x="897142" y="996199"/>
                    <a:pt x="842537" y="961844"/>
                  </a:cubicBezTo>
                  <a:cubicBezTo>
                    <a:pt x="826384" y="951695"/>
                    <a:pt x="828868" y="951164"/>
                    <a:pt x="792850" y="972524"/>
                  </a:cubicBezTo>
                  <a:cubicBezTo>
                    <a:pt x="738123" y="1005023"/>
                    <a:pt x="690967" y="1025370"/>
                    <a:pt x="647693" y="1035206"/>
                  </a:cubicBezTo>
                  <a:lnTo>
                    <a:pt x="623778" y="1040655"/>
                  </a:lnTo>
                  <a:lnTo>
                    <a:pt x="599428" y="1040510"/>
                  </a:lnTo>
                  <a:lnTo>
                    <a:pt x="575103" y="1040366"/>
                  </a:lnTo>
                  <a:close/>
                  <a:moveTo>
                    <a:pt x="653865" y="985928"/>
                  </a:moveTo>
                  <a:cubicBezTo>
                    <a:pt x="694752" y="974068"/>
                    <a:pt x="783279" y="931420"/>
                    <a:pt x="783327" y="923584"/>
                  </a:cubicBezTo>
                  <a:cubicBezTo>
                    <a:pt x="783327" y="922403"/>
                    <a:pt x="768718" y="909770"/>
                    <a:pt x="750853" y="895498"/>
                  </a:cubicBezTo>
                  <a:cubicBezTo>
                    <a:pt x="732989" y="881226"/>
                    <a:pt x="697766" y="848849"/>
                    <a:pt x="672598" y="823559"/>
                  </a:cubicBezTo>
                  <a:lnTo>
                    <a:pt x="626840" y="777584"/>
                  </a:lnTo>
                  <a:lnTo>
                    <a:pt x="609867" y="801669"/>
                  </a:lnTo>
                  <a:cubicBezTo>
                    <a:pt x="600538" y="814928"/>
                    <a:pt x="584746" y="842267"/>
                    <a:pt x="574741" y="862421"/>
                  </a:cubicBezTo>
                  <a:lnTo>
                    <a:pt x="556588" y="899066"/>
                  </a:lnTo>
                  <a:lnTo>
                    <a:pt x="551597" y="923488"/>
                  </a:lnTo>
                  <a:lnTo>
                    <a:pt x="546582" y="947909"/>
                  </a:lnTo>
                  <a:lnTo>
                    <a:pt x="548729" y="959337"/>
                  </a:lnTo>
                  <a:cubicBezTo>
                    <a:pt x="553502" y="984772"/>
                    <a:pt x="567027" y="993499"/>
                    <a:pt x="602225" y="993812"/>
                  </a:cubicBezTo>
                  <a:lnTo>
                    <a:pt x="625995" y="994029"/>
                  </a:lnTo>
                  <a:close/>
                  <a:moveTo>
                    <a:pt x="1091263" y="984241"/>
                  </a:moveTo>
                  <a:lnTo>
                    <a:pt x="1099895" y="976117"/>
                  </a:lnTo>
                  <a:lnTo>
                    <a:pt x="1103438" y="963026"/>
                  </a:lnTo>
                  <a:lnTo>
                    <a:pt x="1106958" y="949911"/>
                  </a:lnTo>
                  <a:lnTo>
                    <a:pt x="1101847" y="924501"/>
                  </a:lnTo>
                  <a:lnTo>
                    <a:pt x="1096735" y="899066"/>
                  </a:lnTo>
                  <a:lnTo>
                    <a:pt x="1078558" y="862421"/>
                  </a:lnTo>
                  <a:cubicBezTo>
                    <a:pt x="1068552" y="842267"/>
                    <a:pt x="1052739" y="814952"/>
                    <a:pt x="1043432" y="801716"/>
                  </a:cubicBezTo>
                  <a:lnTo>
                    <a:pt x="1026508" y="777680"/>
                  </a:lnTo>
                  <a:lnTo>
                    <a:pt x="979039" y="825150"/>
                  </a:lnTo>
                  <a:cubicBezTo>
                    <a:pt x="952953" y="851259"/>
                    <a:pt x="917707" y="883613"/>
                    <a:pt x="900759" y="897065"/>
                  </a:cubicBezTo>
                  <a:cubicBezTo>
                    <a:pt x="883811" y="910517"/>
                    <a:pt x="869948" y="922475"/>
                    <a:pt x="869972" y="923608"/>
                  </a:cubicBezTo>
                  <a:cubicBezTo>
                    <a:pt x="870020" y="931106"/>
                    <a:pt x="957510" y="973609"/>
                    <a:pt x="998205" y="985905"/>
                  </a:cubicBezTo>
                  <a:lnTo>
                    <a:pt x="1024869" y="993981"/>
                  </a:lnTo>
                  <a:lnTo>
                    <a:pt x="1053751" y="993161"/>
                  </a:lnTo>
                  <a:lnTo>
                    <a:pt x="1082633" y="992342"/>
                  </a:lnTo>
                  <a:close/>
                  <a:moveTo>
                    <a:pt x="845310" y="881756"/>
                  </a:moveTo>
                  <a:cubicBezTo>
                    <a:pt x="880772" y="855020"/>
                    <a:pt x="920069" y="819773"/>
                    <a:pt x="957582" y="781103"/>
                  </a:cubicBezTo>
                  <a:lnTo>
                    <a:pt x="996903" y="740554"/>
                  </a:lnTo>
                  <a:lnTo>
                    <a:pt x="974241" y="715143"/>
                  </a:lnTo>
                  <a:cubicBezTo>
                    <a:pt x="947771" y="685514"/>
                    <a:pt x="894370" y="636550"/>
                    <a:pt x="854591" y="605498"/>
                  </a:cubicBezTo>
                  <a:lnTo>
                    <a:pt x="826649" y="583680"/>
                  </a:lnTo>
                  <a:lnTo>
                    <a:pt x="798684" y="605498"/>
                  </a:lnTo>
                  <a:cubicBezTo>
                    <a:pt x="760063" y="635658"/>
                    <a:pt x="702541" y="688527"/>
                    <a:pt x="677178" y="717144"/>
                  </a:cubicBezTo>
                  <a:lnTo>
                    <a:pt x="655987" y="741084"/>
                  </a:lnTo>
                  <a:lnTo>
                    <a:pt x="708832" y="793688"/>
                  </a:lnTo>
                  <a:lnTo>
                    <a:pt x="761677" y="846317"/>
                  </a:lnTo>
                  <a:lnTo>
                    <a:pt x="792826" y="870184"/>
                  </a:lnTo>
                  <a:cubicBezTo>
                    <a:pt x="829349" y="898198"/>
                    <a:pt x="824866" y="897210"/>
                    <a:pt x="845310" y="881756"/>
                  </a:cubicBezTo>
                  <a:close/>
                  <a:moveTo>
                    <a:pt x="809991" y="827705"/>
                  </a:moveTo>
                  <a:cubicBezTo>
                    <a:pt x="790270" y="823679"/>
                    <a:pt x="773756" y="813963"/>
                    <a:pt x="759845" y="798148"/>
                  </a:cubicBezTo>
                  <a:lnTo>
                    <a:pt x="746562" y="783033"/>
                  </a:lnTo>
                  <a:lnTo>
                    <a:pt x="741283" y="764903"/>
                  </a:lnTo>
                  <a:lnTo>
                    <a:pt x="736003" y="746774"/>
                  </a:lnTo>
                  <a:lnTo>
                    <a:pt x="738172" y="729488"/>
                  </a:lnTo>
                  <a:lnTo>
                    <a:pt x="740317" y="712202"/>
                  </a:lnTo>
                  <a:lnTo>
                    <a:pt x="750130" y="695061"/>
                  </a:lnTo>
                  <a:lnTo>
                    <a:pt x="759917" y="677896"/>
                  </a:lnTo>
                  <a:lnTo>
                    <a:pt x="774118" y="668229"/>
                  </a:lnTo>
                  <a:cubicBezTo>
                    <a:pt x="792608" y="655668"/>
                    <a:pt x="807242" y="650871"/>
                    <a:pt x="827060" y="650871"/>
                  </a:cubicBezTo>
                  <a:lnTo>
                    <a:pt x="843163" y="650871"/>
                  </a:lnTo>
                  <a:lnTo>
                    <a:pt x="857388" y="656415"/>
                  </a:lnTo>
                  <a:cubicBezTo>
                    <a:pt x="865223" y="659477"/>
                    <a:pt x="876939" y="666107"/>
                    <a:pt x="883449" y="671169"/>
                  </a:cubicBezTo>
                  <a:lnTo>
                    <a:pt x="895287" y="680355"/>
                  </a:lnTo>
                  <a:lnTo>
                    <a:pt x="904038" y="696484"/>
                  </a:lnTo>
                  <a:lnTo>
                    <a:pt x="912813" y="712588"/>
                  </a:lnTo>
                  <a:lnTo>
                    <a:pt x="915079" y="729584"/>
                  </a:lnTo>
                  <a:lnTo>
                    <a:pt x="917322" y="746557"/>
                  </a:lnTo>
                  <a:lnTo>
                    <a:pt x="912017" y="764806"/>
                  </a:lnTo>
                  <a:lnTo>
                    <a:pt x="906738" y="783033"/>
                  </a:lnTo>
                  <a:lnTo>
                    <a:pt x="893406" y="798172"/>
                  </a:lnTo>
                  <a:lnTo>
                    <a:pt x="880073" y="813313"/>
                  </a:lnTo>
                  <a:lnTo>
                    <a:pt x="865850" y="819918"/>
                  </a:lnTo>
                  <a:cubicBezTo>
                    <a:pt x="848926" y="827802"/>
                    <a:pt x="826096" y="830984"/>
                    <a:pt x="809991" y="827705"/>
                  </a:cubicBezTo>
                  <a:close/>
                  <a:moveTo>
                    <a:pt x="840897" y="779561"/>
                  </a:moveTo>
                  <a:cubicBezTo>
                    <a:pt x="846804" y="777053"/>
                    <a:pt x="855050" y="771268"/>
                    <a:pt x="859245" y="766711"/>
                  </a:cubicBezTo>
                  <a:lnTo>
                    <a:pt x="866886" y="758418"/>
                  </a:lnTo>
                  <a:lnTo>
                    <a:pt x="868743" y="746966"/>
                  </a:lnTo>
                  <a:lnTo>
                    <a:pt x="870599" y="735490"/>
                  </a:lnTo>
                  <a:lnTo>
                    <a:pt x="865488" y="723244"/>
                  </a:lnTo>
                  <a:lnTo>
                    <a:pt x="860353" y="710972"/>
                  </a:lnTo>
                  <a:lnTo>
                    <a:pt x="849336" y="704246"/>
                  </a:lnTo>
                  <a:lnTo>
                    <a:pt x="838294" y="697520"/>
                  </a:lnTo>
                  <a:lnTo>
                    <a:pt x="826649" y="697520"/>
                  </a:lnTo>
                  <a:lnTo>
                    <a:pt x="814982" y="697520"/>
                  </a:lnTo>
                  <a:lnTo>
                    <a:pt x="803964" y="704246"/>
                  </a:lnTo>
                  <a:lnTo>
                    <a:pt x="792922" y="710972"/>
                  </a:lnTo>
                  <a:lnTo>
                    <a:pt x="787812" y="723244"/>
                  </a:lnTo>
                  <a:lnTo>
                    <a:pt x="782676" y="735490"/>
                  </a:lnTo>
                  <a:lnTo>
                    <a:pt x="784533" y="746966"/>
                  </a:lnTo>
                  <a:lnTo>
                    <a:pt x="786389" y="758418"/>
                  </a:lnTo>
                  <a:lnTo>
                    <a:pt x="794031" y="766711"/>
                  </a:lnTo>
                  <a:cubicBezTo>
                    <a:pt x="808544" y="782454"/>
                    <a:pt x="824118" y="786721"/>
                    <a:pt x="840897" y="779561"/>
                  </a:cubicBezTo>
                  <a:close/>
                  <a:moveTo>
                    <a:pt x="678166" y="651449"/>
                  </a:moveTo>
                  <a:cubicBezTo>
                    <a:pt x="705770" y="624279"/>
                    <a:pt x="740342" y="592577"/>
                    <a:pt x="754999" y="580980"/>
                  </a:cubicBezTo>
                  <a:cubicBezTo>
                    <a:pt x="787714" y="555160"/>
                    <a:pt x="787786" y="556896"/>
                    <a:pt x="753337" y="537175"/>
                  </a:cubicBezTo>
                  <a:cubicBezTo>
                    <a:pt x="679419" y="494817"/>
                    <a:pt x="607914" y="475868"/>
                    <a:pt x="573704" y="489561"/>
                  </a:cubicBezTo>
                  <a:lnTo>
                    <a:pt x="560517" y="494841"/>
                  </a:lnTo>
                  <a:lnTo>
                    <a:pt x="554563" y="503713"/>
                  </a:lnTo>
                  <a:lnTo>
                    <a:pt x="548608" y="512609"/>
                  </a:lnTo>
                  <a:lnTo>
                    <a:pt x="548801" y="532595"/>
                  </a:lnTo>
                  <a:lnTo>
                    <a:pt x="548994" y="552581"/>
                  </a:lnTo>
                  <a:lnTo>
                    <a:pt x="556588" y="575893"/>
                  </a:lnTo>
                  <a:cubicBezTo>
                    <a:pt x="567581" y="609621"/>
                    <a:pt x="618619" y="700727"/>
                    <a:pt x="626550" y="700823"/>
                  </a:cubicBezTo>
                  <a:cubicBezTo>
                    <a:pt x="627346" y="700823"/>
                    <a:pt x="650586" y="678619"/>
                    <a:pt x="678191" y="651449"/>
                  </a:cubicBezTo>
                  <a:close/>
                  <a:moveTo>
                    <a:pt x="1043504" y="678329"/>
                  </a:moveTo>
                  <a:cubicBezTo>
                    <a:pt x="1066239" y="644940"/>
                    <a:pt x="1082222" y="614756"/>
                    <a:pt x="1093601" y="583680"/>
                  </a:cubicBezTo>
                  <a:lnTo>
                    <a:pt x="1103751" y="555908"/>
                  </a:lnTo>
                  <a:lnTo>
                    <a:pt x="1104088" y="534258"/>
                  </a:lnTo>
                  <a:lnTo>
                    <a:pt x="1104450" y="512609"/>
                  </a:lnTo>
                  <a:lnTo>
                    <a:pt x="1098592" y="503713"/>
                  </a:lnTo>
                  <a:lnTo>
                    <a:pt x="1092758" y="494841"/>
                  </a:lnTo>
                  <a:lnTo>
                    <a:pt x="1079571" y="489561"/>
                  </a:lnTo>
                  <a:cubicBezTo>
                    <a:pt x="1045361" y="475868"/>
                    <a:pt x="973855" y="494817"/>
                    <a:pt x="899940" y="537175"/>
                  </a:cubicBezTo>
                  <a:cubicBezTo>
                    <a:pt x="865512" y="556896"/>
                    <a:pt x="865560" y="555160"/>
                    <a:pt x="898275" y="580980"/>
                  </a:cubicBezTo>
                  <a:cubicBezTo>
                    <a:pt x="912934" y="592552"/>
                    <a:pt x="947409" y="624231"/>
                    <a:pt x="974893" y="651377"/>
                  </a:cubicBezTo>
                  <a:cubicBezTo>
                    <a:pt x="1033644" y="709382"/>
                    <a:pt x="1024724" y="705885"/>
                    <a:pt x="1043504" y="678329"/>
                  </a:cubicBezTo>
                  <a:close/>
                  <a:moveTo>
                    <a:pt x="159450" y="760516"/>
                  </a:moveTo>
                  <a:cubicBezTo>
                    <a:pt x="101952" y="752102"/>
                    <a:pt x="48311" y="712588"/>
                    <a:pt x="21864" y="659188"/>
                  </a:cubicBezTo>
                  <a:lnTo>
                    <a:pt x="10316" y="635875"/>
                  </a:lnTo>
                  <a:lnTo>
                    <a:pt x="5423" y="612538"/>
                  </a:lnTo>
                  <a:lnTo>
                    <a:pt x="528" y="589225"/>
                  </a:lnTo>
                  <a:lnTo>
                    <a:pt x="528" y="381002"/>
                  </a:lnTo>
                  <a:lnTo>
                    <a:pt x="528" y="172777"/>
                  </a:lnTo>
                  <a:lnTo>
                    <a:pt x="5423" y="149465"/>
                  </a:lnTo>
                  <a:lnTo>
                    <a:pt x="10316" y="126152"/>
                  </a:lnTo>
                  <a:lnTo>
                    <a:pt x="22370" y="101682"/>
                  </a:lnTo>
                  <a:lnTo>
                    <a:pt x="34401" y="77212"/>
                  </a:lnTo>
                  <a:lnTo>
                    <a:pt x="54893" y="56430"/>
                  </a:lnTo>
                  <a:lnTo>
                    <a:pt x="75384" y="35649"/>
                  </a:lnTo>
                  <a:lnTo>
                    <a:pt x="97034" y="23691"/>
                  </a:lnTo>
                  <a:cubicBezTo>
                    <a:pt x="108943" y="17110"/>
                    <a:pt x="127676" y="9082"/>
                    <a:pt x="138669" y="5827"/>
                  </a:cubicBezTo>
                  <a:lnTo>
                    <a:pt x="158655" y="-80"/>
                  </a:lnTo>
                  <a:lnTo>
                    <a:pt x="203641" y="-128"/>
                  </a:lnTo>
                  <a:lnTo>
                    <a:pt x="248627" y="-176"/>
                  </a:lnTo>
                  <a:lnTo>
                    <a:pt x="271940" y="7442"/>
                  </a:lnTo>
                  <a:cubicBezTo>
                    <a:pt x="333537" y="27597"/>
                    <a:pt x="374883" y="68340"/>
                    <a:pt x="397424" y="131118"/>
                  </a:cubicBezTo>
                  <a:lnTo>
                    <a:pt x="405211" y="152767"/>
                  </a:lnTo>
                  <a:lnTo>
                    <a:pt x="406200" y="368489"/>
                  </a:lnTo>
                  <a:lnTo>
                    <a:pt x="407188" y="584211"/>
                  </a:lnTo>
                  <a:lnTo>
                    <a:pt x="442170" y="584211"/>
                  </a:lnTo>
                  <a:lnTo>
                    <a:pt x="477151" y="584211"/>
                  </a:lnTo>
                  <a:lnTo>
                    <a:pt x="486601" y="589105"/>
                  </a:lnTo>
                  <a:lnTo>
                    <a:pt x="496027" y="593974"/>
                  </a:lnTo>
                  <a:lnTo>
                    <a:pt x="498293" y="603015"/>
                  </a:lnTo>
                  <a:lnTo>
                    <a:pt x="500559" y="612031"/>
                  </a:lnTo>
                  <a:lnTo>
                    <a:pt x="494172" y="620614"/>
                  </a:lnTo>
                  <a:lnTo>
                    <a:pt x="487783" y="629197"/>
                  </a:lnTo>
                  <a:lnTo>
                    <a:pt x="443158" y="630210"/>
                  </a:lnTo>
                  <a:lnTo>
                    <a:pt x="398534" y="631222"/>
                  </a:lnTo>
                  <a:lnTo>
                    <a:pt x="385466" y="658151"/>
                  </a:lnTo>
                  <a:lnTo>
                    <a:pt x="372400" y="685056"/>
                  </a:lnTo>
                  <a:lnTo>
                    <a:pt x="350220" y="707260"/>
                  </a:lnTo>
                  <a:lnTo>
                    <a:pt x="328016" y="729463"/>
                  </a:lnTo>
                  <a:lnTo>
                    <a:pt x="302510" y="742048"/>
                  </a:lnTo>
                  <a:lnTo>
                    <a:pt x="277003" y="754657"/>
                  </a:lnTo>
                  <a:lnTo>
                    <a:pt x="251159" y="759262"/>
                  </a:lnTo>
                  <a:cubicBezTo>
                    <a:pt x="222638" y="764349"/>
                    <a:pt x="188911" y="764806"/>
                    <a:pt x="159450" y="760491"/>
                  </a:cubicBezTo>
                  <a:close/>
                  <a:moveTo>
                    <a:pt x="242166" y="713842"/>
                  </a:moveTo>
                  <a:cubicBezTo>
                    <a:pt x="285609" y="705838"/>
                    <a:pt x="346894" y="658585"/>
                    <a:pt x="346894" y="633078"/>
                  </a:cubicBezTo>
                  <a:cubicBezTo>
                    <a:pt x="346894" y="631873"/>
                    <a:pt x="305668" y="630885"/>
                    <a:pt x="255281" y="630885"/>
                  </a:cubicBezTo>
                  <a:lnTo>
                    <a:pt x="163670" y="630885"/>
                  </a:lnTo>
                  <a:lnTo>
                    <a:pt x="156992" y="624206"/>
                  </a:lnTo>
                  <a:lnTo>
                    <a:pt x="150338" y="617552"/>
                  </a:lnTo>
                  <a:lnTo>
                    <a:pt x="150338" y="607789"/>
                  </a:lnTo>
                  <a:lnTo>
                    <a:pt x="150338" y="598049"/>
                  </a:lnTo>
                  <a:lnTo>
                    <a:pt x="159113" y="591130"/>
                  </a:lnTo>
                  <a:lnTo>
                    <a:pt x="167888" y="584235"/>
                  </a:lnTo>
                  <a:lnTo>
                    <a:pt x="264057" y="584235"/>
                  </a:lnTo>
                  <a:lnTo>
                    <a:pt x="360225" y="584235"/>
                  </a:lnTo>
                  <a:lnTo>
                    <a:pt x="360225" y="381170"/>
                  </a:lnTo>
                  <a:lnTo>
                    <a:pt x="360225" y="178105"/>
                  </a:lnTo>
                  <a:lnTo>
                    <a:pt x="356512" y="160458"/>
                  </a:lnTo>
                  <a:cubicBezTo>
                    <a:pt x="354463" y="150742"/>
                    <a:pt x="348943" y="134566"/>
                    <a:pt x="344241" y="124488"/>
                  </a:cubicBezTo>
                  <a:lnTo>
                    <a:pt x="335682" y="106166"/>
                  </a:lnTo>
                  <a:lnTo>
                    <a:pt x="317144" y="87602"/>
                  </a:lnTo>
                  <a:lnTo>
                    <a:pt x="298580" y="69063"/>
                  </a:lnTo>
                  <a:lnTo>
                    <a:pt x="280258" y="60432"/>
                  </a:lnTo>
                  <a:cubicBezTo>
                    <a:pt x="245879" y="44256"/>
                    <a:pt x="198916" y="40206"/>
                    <a:pt x="156678" y="49824"/>
                  </a:cubicBezTo>
                  <a:lnTo>
                    <a:pt x="133389" y="55128"/>
                  </a:lnTo>
                  <a:lnTo>
                    <a:pt x="112801" y="68967"/>
                  </a:lnTo>
                  <a:lnTo>
                    <a:pt x="92212" y="82829"/>
                  </a:lnTo>
                  <a:lnTo>
                    <a:pt x="78326" y="100018"/>
                  </a:lnTo>
                  <a:cubicBezTo>
                    <a:pt x="70684" y="109469"/>
                    <a:pt x="60896" y="125959"/>
                    <a:pt x="56580" y="136663"/>
                  </a:cubicBezTo>
                  <a:lnTo>
                    <a:pt x="48721" y="156119"/>
                  </a:lnTo>
                  <a:lnTo>
                    <a:pt x="48721" y="381002"/>
                  </a:lnTo>
                  <a:lnTo>
                    <a:pt x="48721" y="605884"/>
                  </a:lnTo>
                  <a:lnTo>
                    <a:pt x="56580" y="625364"/>
                  </a:lnTo>
                  <a:cubicBezTo>
                    <a:pt x="60896" y="636068"/>
                    <a:pt x="70684" y="652558"/>
                    <a:pt x="78326" y="662009"/>
                  </a:cubicBezTo>
                  <a:lnTo>
                    <a:pt x="92212" y="679173"/>
                  </a:lnTo>
                  <a:lnTo>
                    <a:pt x="112897" y="693085"/>
                  </a:lnTo>
                  <a:lnTo>
                    <a:pt x="133558" y="707019"/>
                  </a:lnTo>
                  <a:lnTo>
                    <a:pt x="154436" y="711961"/>
                  </a:lnTo>
                  <a:cubicBezTo>
                    <a:pt x="179846" y="717988"/>
                    <a:pt x="215599" y="718759"/>
                    <a:pt x="242166" y="713842"/>
                  </a:cubicBezTo>
                  <a:close/>
                  <a:moveTo>
                    <a:pt x="510131" y="154455"/>
                  </a:moveTo>
                  <a:lnTo>
                    <a:pt x="503477" y="147801"/>
                  </a:lnTo>
                  <a:lnTo>
                    <a:pt x="503477" y="136326"/>
                  </a:lnTo>
                  <a:lnTo>
                    <a:pt x="503477" y="124850"/>
                  </a:lnTo>
                  <a:lnTo>
                    <a:pt x="510879" y="119666"/>
                  </a:lnTo>
                  <a:lnTo>
                    <a:pt x="518280" y="114483"/>
                  </a:lnTo>
                  <a:lnTo>
                    <a:pt x="735762" y="114483"/>
                  </a:lnTo>
                  <a:lnTo>
                    <a:pt x="953243" y="114483"/>
                  </a:lnTo>
                  <a:lnTo>
                    <a:pt x="959897" y="121137"/>
                  </a:lnTo>
                  <a:lnTo>
                    <a:pt x="966575" y="127815"/>
                  </a:lnTo>
                  <a:lnTo>
                    <a:pt x="966575" y="137796"/>
                  </a:lnTo>
                  <a:lnTo>
                    <a:pt x="966575" y="147801"/>
                  </a:lnTo>
                  <a:lnTo>
                    <a:pt x="959897" y="154455"/>
                  </a:lnTo>
                  <a:lnTo>
                    <a:pt x="953243" y="161133"/>
                  </a:lnTo>
                  <a:lnTo>
                    <a:pt x="735014" y="161133"/>
                  </a:lnTo>
                  <a:lnTo>
                    <a:pt x="516809" y="161133"/>
                  </a:lnTo>
                  <a:close/>
                </a:path>
              </a:pathLst>
            </a:custGeom>
            <a:solidFill>
              <a:srgbClr val="030303"/>
            </a:solidFill>
            <a:ln w="12582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DF185649-3F72-27F8-AAEE-C0C4529BB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5106219" y="3699509"/>
            <a:ext cx="838200" cy="63817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DEBA835-74A2-255A-49F8-72D2F74BC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6271097" y="3699509"/>
            <a:ext cx="838200" cy="63817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17B785-1A49-456E-41FE-AAABDE215184}"/>
              </a:ext>
            </a:extLst>
          </p:cNvPr>
          <p:cNvCxnSpPr>
            <a:cxnSpLocks/>
          </p:cNvCxnSpPr>
          <p:nvPr/>
        </p:nvCxnSpPr>
        <p:spPr>
          <a:xfrm>
            <a:off x="5944419" y="4167188"/>
            <a:ext cx="326678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1BA711-4648-4702-45FC-A73FCD62F20D}"/>
              </a:ext>
            </a:extLst>
          </p:cNvPr>
          <p:cNvCxnSpPr>
            <a:cxnSpLocks/>
          </p:cNvCxnSpPr>
          <p:nvPr/>
        </p:nvCxnSpPr>
        <p:spPr>
          <a:xfrm>
            <a:off x="3152775" y="3822700"/>
            <a:ext cx="1879600" cy="0"/>
          </a:xfrm>
          <a:prstGeom prst="straightConnector1">
            <a:avLst/>
          </a:prstGeom>
          <a:ln w="12700">
            <a:solidFill>
              <a:srgbClr val="FF82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9B9FD7B-CE01-F5EE-A9B5-246A60E2C18C}"/>
              </a:ext>
            </a:extLst>
          </p:cNvPr>
          <p:cNvCxnSpPr>
            <a:cxnSpLocks/>
          </p:cNvCxnSpPr>
          <p:nvPr/>
        </p:nvCxnSpPr>
        <p:spPr>
          <a:xfrm>
            <a:off x="7175500" y="3822700"/>
            <a:ext cx="1879600" cy="0"/>
          </a:xfrm>
          <a:prstGeom prst="straightConnector1">
            <a:avLst/>
          </a:prstGeom>
          <a:ln w="12700">
            <a:solidFill>
              <a:srgbClr val="33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2CBA1D-39E9-FF90-62C9-6E19C78B7088}"/>
              </a:ext>
            </a:extLst>
          </p:cNvPr>
          <p:cNvCxnSpPr>
            <a:cxnSpLocks/>
          </p:cNvCxnSpPr>
          <p:nvPr/>
        </p:nvCxnSpPr>
        <p:spPr>
          <a:xfrm>
            <a:off x="1974850" y="3451225"/>
            <a:ext cx="423676" cy="203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21BF3B2-7121-E345-0911-B75BDDC9B5A6}"/>
              </a:ext>
            </a:extLst>
          </p:cNvPr>
          <p:cNvCxnSpPr>
            <a:cxnSpLocks/>
          </p:cNvCxnSpPr>
          <p:nvPr/>
        </p:nvCxnSpPr>
        <p:spPr>
          <a:xfrm flipV="1">
            <a:off x="9793474" y="3433445"/>
            <a:ext cx="423676" cy="2032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>
            <a:extLst>
              <a:ext uri="{FF2B5EF4-FFF2-40B4-BE49-F238E27FC236}">
                <a16:creationId xmlns:a16="http://schemas.microsoft.com/office/drawing/2014/main" id="{399E2BD8-F494-0E80-FE57-1CBD191C2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5809409" y="2960474"/>
            <a:ext cx="518148" cy="50519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308DB8A2-6D0E-AFA3-D1EB-0CF0571733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2752725" y="2041048"/>
            <a:ext cx="6686550" cy="65722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49AE655-A9BF-FE36-738C-9D313E362A28}"/>
              </a:ext>
            </a:extLst>
          </p:cNvPr>
          <p:cNvSpPr txBox="1"/>
          <p:nvPr/>
        </p:nvSpPr>
        <p:spPr>
          <a:xfrm>
            <a:off x="1528233" y="4995333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roxima Soft Medium" panose="02000506030000020004" pitchFamily="2" charset="0"/>
              </a:rPr>
              <a:t>Challenges: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F8EF4D-BB56-D828-B03A-4576D04A5B29}"/>
              </a:ext>
            </a:extLst>
          </p:cNvPr>
          <p:cNvSpPr txBox="1"/>
          <p:nvPr/>
        </p:nvSpPr>
        <p:spPr>
          <a:xfrm>
            <a:off x="2108200" y="5546381"/>
            <a:ext cx="3995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Proxima Soft Medium" panose="02000506030000020004" pitchFamily="2" charset="0"/>
              </a:rPr>
              <a:t>1. Transfer information to an optical carrier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46DE24-71EB-9DE3-7F35-5653E4DC1E24}"/>
              </a:ext>
            </a:extLst>
          </p:cNvPr>
          <p:cNvSpPr txBox="1"/>
          <p:nvPr/>
        </p:nvSpPr>
        <p:spPr>
          <a:xfrm>
            <a:off x="6967828" y="5558643"/>
            <a:ext cx="4200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Proxima Soft Medium" panose="02000506030000020004" pitchFamily="2" charset="0"/>
              </a:rPr>
              <a:t>2. Distribute through the Quantum Channels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CF4A37-A3B7-B40E-B408-96D38AB40C16}"/>
              </a:ext>
            </a:extLst>
          </p:cNvPr>
          <p:cNvSpPr txBox="1"/>
          <p:nvPr/>
        </p:nvSpPr>
        <p:spPr>
          <a:xfrm>
            <a:off x="2105799" y="5903272"/>
            <a:ext cx="3914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Proxima Soft Medium" panose="02000506030000020004" pitchFamily="2" charset="0"/>
              </a:rPr>
              <a:t>3. Repeater/Swapping to cover the range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6F0EF6-5322-14EC-A4E6-933046C65AE6}"/>
              </a:ext>
            </a:extLst>
          </p:cNvPr>
          <p:cNvSpPr txBox="1"/>
          <p:nvPr/>
        </p:nvSpPr>
        <p:spPr>
          <a:xfrm>
            <a:off x="6967828" y="5903272"/>
            <a:ext cx="27927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Proxima Soft Medium" panose="02000506030000020004" pitchFamily="2" charset="0"/>
              </a:rPr>
              <a:t>4. Synchronize the operation</a:t>
            </a:r>
          </a:p>
        </p:txBody>
      </p:sp>
    </p:spTree>
    <p:extLst>
      <p:ext uri="{BB962C8B-B14F-4D97-AF65-F5344CB8AC3E}">
        <p14:creationId xmlns:p14="http://schemas.microsoft.com/office/powerpoint/2010/main" val="91117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487C9-6006-CF96-3601-E758406DA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090A7F9-D15C-8DC0-BEF5-523B74090749}"/>
              </a:ext>
            </a:extLst>
          </p:cNvPr>
          <p:cNvGrpSpPr/>
          <p:nvPr/>
        </p:nvGrpSpPr>
        <p:grpSpPr>
          <a:xfrm>
            <a:off x="2519959" y="1461453"/>
            <a:ext cx="7152082" cy="4998485"/>
            <a:chOff x="2989445" y="1302703"/>
            <a:chExt cx="7152082" cy="499848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FCCB8B5-4196-7B3D-4BF5-851383C72A02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2989445" y="1302703"/>
              <a:ext cx="3365481" cy="4998485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66C8336-5F9F-713D-97CC-46A43B6AF8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79" r="39374"/>
            <a:stretch>
              <a:fillRect/>
            </a:stretch>
          </p:blipFill>
          <p:spPr>
            <a:xfrm>
              <a:off x="6640944" y="1302703"/>
              <a:ext cx="3500583" cy="4998485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C4BCC90-48F4-6FD2-78AE-C7245B6EB622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709264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0599D-DF80-FA27-1845-C2AD7401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DCD9DA92-C688-A4DF-4188-3097A7F8381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145E431-3EEC-E38B-CAE1-D3C4DBAAA8AA}"/>
              </a:ext>
            </a:extLst>
          </p:cNvPr>
          <p:cNvGrpSpPr/>
          <p:nvPr/>
        </p:nvGrpSpPr>
        <p:grpSpPr>
          <a:xfrm>
            <a:off x="167184" y="1385861"/>
            <a:ext cx="3785980" cy="2645966"/>
            <a:chOff x="2989445" y="1302703"/>
            <a:chExt cx="7152082" cy="499848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9EFC501-A6E5-0808-FF6C-4F81335CBEB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2989445" y="1302703"/>
              <a:ext cx="3365481" cy="499848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C7D5496-19B5-7D32-C077-6DB6165861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79" r="39374"/>
            <a:stretch>
              <a:fillRect/>
            </a:stretch>
          </p:blipFill>
          <p:spPr>
            <a:xfrm>
              <a:off x="6640944" y="1302703"/>
              <a:ext cx="3500583" cy="4998485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BFC03C0-6EE2-9861-9261-F1A4847B8A9A}"/>
              </a:ext>
            </a:extLst>
          </p:cNvPr>
          <p:cNvPicPr/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2807" y="2260580"/>
            <a:ext cx="8071652" cy="4400633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DFCC520-E394-3F02-816B-661C7F48859E}"/>
              </a:ext>
            </a:extLst>
          </p:cNvPr>
          <p:cNvSpPr/>
          <p:nvPr/>
        </p:nvSpPr>
        <p:spPr>
          <a:xfrm>
            <a:off x="7943273" y="4895273"/>
            <a:ext cx="424872" cy="240145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4D14A4-6DAD-B524-DB94-E53B01A21B27}"/>
              </a:ext>
            </a:extLst>
          </p:cNvPr>
          <p:cNvSpPr>
            <a:spLocks/>
          </p:cNvSpPr>
          <p:nvPr/>
        </p:nvSpPr>
        <p:spPr>
          <a:xfrm>
            <a:off x="7862889" y="3791682"/>
            <a:ext cx="781050" cy="240145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E0A9FA0-A8D4-3FC5-A885-55E8D1FA816B}"/>
              </a:ext>
            </a:extLst>
          </p:cNvPr>
          <p:cNvSpPr>
            <a:spLocks/>
          </p:cNvSpPr>
          <p:nvPr/>
        </p:nvSpPr>
        <p:spPr>
          <a:xfrm>
            <a:off x="6061542" y="3961544"/>
            <a:ext cx="781050" cy="240145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D69A30-7C56-395E-E53E-A3FC93F06A68}"/>
              </a:ext>
            </a:extLst>
          </p:cNvPr>
          <p:cNvSpPr>
            <a:spLocks/>
          </p:cNvSpPr>
          <p:nvPr/>
        </p:nvSpPr>
        <p:spPr>
          <a:xfrm>
            <a:off x="9024938" y="2551844"/>
            <a:ext cx="647700" cy="240145"/>
          </a:xfrm>
          <a:prstGeom prst="ellipse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32EFD1-0EDF-475E-A26C-7615BA69A96F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590885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41FBA-D652-40B0-CCBB-BD5E5CA8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A5F5B07E-622B-5E1F-444C-8F9AB35C9247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C545F2-86D2-8023-AAF1-D551468232C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913745" y="1859516"/>
            <a:ext cx="2864995" cy="42551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C1C5BE-A67B-3401-9992-D9B72CD502CA}"/>
              </a:ext>
            </a:extLst>
          </p:cNvPr>
          <p:cNvSpPr txBox="1"/>
          <p:nvPr/>
        </p:nvSpPr>
        <p:spPr>
          <a:xfrm>
            <a:off x="7897090" y="1427125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32,768 Hz = 2</a:t>
            </a:r>
            <a:r>
              <a:rPr lang="en-US" sz="3600" baseline="30000" dirty="0"/>
              <a:t>15 </a:t>
            </a:r>
            <a:r>
              <a:rPr lang="en-US" sz="3600" dirty="0"/>
              <a:t>Hz</a:t>
            </a:r>
            <a:endParaRPr lang="en-US" sz="3600" baseline="30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93352-4912-1492-CA1E-58FECFAC01D4}"/>
              </a:ext>
            </a:extLst>
          </p:cNvPr>
          <p:cNvSpPr txBox="1"/>
          <p:nvPr/>
        </p:nvSpPr>
        <p:spPr>
          <a:xfrm>
            <a:off x="1320800" y="3282373"/>
            <a:ext cx="38885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Minion" pitchFamily="50" charset="0"/>
              </a:rPr>
              <a:t>Why not a </a:t>
            </a:r>
          </a:p>
          <a:p>
            <a:r>
              <a:rPr lang="en-US" sz="2800" b="1" dirty="0">
                <a:latin typeface="Minion" pitchFamily="50" charset="0"/>
              </a:rPr>
              <a:t>Crystal Oscillator?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A8B123-AAF4-5B20-CEC4-C7C1121A04E0}"/>
              </a:ext>
            </a:extLst>
          </p:cNvPr>
          <p:cNvCxnSpPr/>
          <p:nvPr/>
        </p:nvCxnSpPr>
        <p:spPr>
          <a:xfrm>
            <a:off x="9725889" y="2610897"/>
            <a:ext cx="0" cy="2964873"/>
          </a:xfrm>
          <a:prstGeom prst="straightConnector1">
            <a:avLst/>
          </a:prstGeom>
          <a:ln w="38100">
            <a:headEnd w="lg" len="lg"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0CAE213-C30E-C9E1-C9EE-387C67B23FC2}"/>
              </a:ext>
            </a:extLst>
          </p:cNvPr>
          <p:cNvSpPr txBox="1"/>
          <p:nvPr/>
        </p:nvSpPr>
        <p:spPr>
          <a:xfrm>
            <a:off x="9131004" y="5575770"/>
            <a:ext cx="11897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2</a:t>
            </a:r>
            <a:r>
              <a:rPr lang="en-US" sz="3600" baseline="30000" dirty="0"/>
              <a:t>0 </a:t>
            </a:r>
            <a:r>
              <a:rPr lang="en-US" sz="3600" dirty="0"/>
              <a:t>Hz</a:t>
            </a:r>
            <a:endParaRPr lang="en-US" sz="3600" baseline="30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39CB7-2C34-03E0-D2BD-89400EDA322D}"/>
              </a:ext>
            </a:extLst>
          </p:cNvPr>
          <p:cNvSpPr txBox="1"/>
          <p:nvPr/>
        </p:nvSpPr>
        <p:spPr>
          <a:xfrm rot="16200000">
            <a:off x="8792955" y="3777197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frequency divider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86B4B-D5E8-F61F-38D4-304F1A2A9123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3131659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B739B-B93F-95C9-357C-6D14BDC02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98F2751B-727F-A66A-C7A5-85DD7DC83A1D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97D2A1A-A0E7-92AC-89AB-80618CC9FBBA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A0102-1093-7A0E-27C5-43322415E0BD}"/>
              </a:ext>
            </a:extLst>
          </p:cNvPr>
          <p:cNvPicPr/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6"/>
          <a:stretch>
            <a:fillRect/>
          </a:stretch>
        </p:blipFill>
        <p:spPr>
          <a:xfrm>
            <a:off x="3636" y="840509"/>
            <a:ext cx="12188364" cy="6017491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D9B508-9594-86B8-C3EB-A96E1176696B}"/>
              </a:ext>
            </a:extLst>
          </p:cNvPr>
          <p:cNvSpPr/>
          <p:nvPr/>
        </p:nvSpPr>
        <p:spPr>
          <a:xfrm>
            <a:off x="7696200" y="2047875"/>
            <a:ext cx="2514600" cy="1381125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438EE5-083A-12D7-EB54-D4CFBE445881}"/>
              </a:ext>
            </a:extLst>
          </p:cNvPr>
          <p:cNvSpPr/>
          <p:nvPr/>
        </p:nvSpPr>
        <p:spPr>
          <a:xfrm>
            <a:off x="2666999" y="992910"/>
            <a:ext cx="1028701" cy="84050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98185C-B701-8966-38A7-E9211A063A23}"/>
              </a:ext>
            </a:extLst>
          </p:cNvPr>
          <p:cNvSpPr/>
          <p:nvPr/>
        </p:nvSpPr>
        <p:spPr>
          <a:xfrm>
            <a:off x="10229850" y="4379191"/>
            <a:ext cx="1114425" cy="72620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B9B98A-0B29-BDF9-B633-BF0C5B88D3CA}"/>
              </a:ext>
            </a:extLst>
          </p:cNvPr>
          <p:cNvSpPr/>
          <p:nvPr/>
        </p:nvSpPr>
        <p:spPr>
          <a:xfrm>
            <a:off x="5591175" y="4051733"/>
            <a:ext cx="590550" cy="59646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C03A4EE-0D75-EC43-8768-A0F6E73711E4}"/>
              </a:ext>
            </a:extLst>
          </p:cNvPr>
          <p:cNvSpPr/>
          <p:nvPr/>
        </p:nvSpPr>
        <p:spPr>
          <a:xfrm>
            <a:off x="3562350" y="2998067"/>
            <a:ext cx="952501" cy="43093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548905E-C37B-42A9-128A-01C7CC35351D}"/>
              </a:ext>
            </a:extLst>
          </p:cNvPr>
          <p:cNvSpPr/>
          <p:nvPr/>
        </p:nvSpPr>
        <p:spPr>
          <a:xfrm>
            <a:off x="4691062" y="3290888"/>
            <a:ext cx="257175" cy="430934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F39F5E-6739-5CCE-B533-76D5DF2BA08E}"/>
              </a:ext>
            </a:extLst>
          </p:cNvPr>
          <p:cNvSpPr/>
          <p:nvPr/>
        </p:nvSpPr>
        <p:spPr>
          <a:xfrm>
            <a:off x="8420100" y="5575300"/>
            <a:ext cx="2924175" cy="12827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69BCA5-1EA8-26F8-4DC5-DA3EBABE40B1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80216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D3DBC-D48C-3114-48D8-AD0483DA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77D42240-D176-8CEA-C478-8FCC7569995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28E1C384-7270-1A36-7961-51EA69B91EED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7CAEF-E177-D0F9-699D-9BDB296BD6E4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DE299-0828-2ABE-F1E1-920A82C123F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55" y="937596"/>
            <a:ext cx="1677463" cy="24914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4931C8-6FCE-64F1-02D0-EA1E20848D2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751284" y="1163786"/>
            <a:ext cx="4689431" cy="544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821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3ECE7-902A-4E33-3873-FE18321D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4CB9334B-E606-02AB-3A16-2DC8E4C2EA40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8E1A82B4-EE7A-C22D-44DC-109640A6D3D1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5D1E24-026C-2C5D-45F5-D69FBBBB9893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D410A-C29F-44CB-AA66-77DB7A5D7DC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655" y="937596"/>
            <a:ext cx="1677463" cy="24914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D9593E-36D5-3DDE-AB25-15840A03249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742119" y="937597"/>
            <a:ext cx="2145554" cy="24914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9B22D1-CD59-00DF-BBF2-DA2DFE820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5480" y="1451493"/>
            <a:ext cx="4799286" cy="47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0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C782B-2698-4203-04BE-228381F3F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387B27FF-1150-B0BA-00B9-7D54E4344D61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A8410DF2-BF99-6409-F8E2-E267BC56C75A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3E9998-7623-2989-5B64-C5C54D8F5B26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C713A7-DD48-A2DA-483D-93184585A58B}"/>
              </a:ext>
            </a:extLst>
          </p:cNvPr>
          <p:cNvGrpSpPr/>
          <p:nvPr/>
        </p:nvGrpSpPr>
        <p:grpSpPr>
          <a:xfrm>
            <a:off x="167184" y="937597"/>
            <a:ext cx="3785980" cy="2645966"/>
            <a:chOff x="2989445" y="1302703"/>
            <a:chExt cx="7152082" cy="49984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E7785A-858D-5A36-1D77-84ED79D2C342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2989445" y="1302703"/>
              <a:ext cx="3365481" cy="499848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DA91D9-6797-85AB-4E5F-DA72F53F5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79" r="39374"/>
            <a:stretch>
              <a:fillRect/>
            </a:stretch>
          </p:blipFill>
          <p:spPr>
            <a:xfrm>
              <a:off x="6640944" y="1302703"/>
              <a:ext cx="3500583" cy="4998485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CEB0B6D-F6A3-2E41-05FA-C998E0345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64" y="3668214"/>
            <a:ext cx="3092700" cy="3092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DBAF2F-F84F-ACBF-7F34-B38901DE033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104569" y="2257383"/>
            <a:ext cx="8017164" cy="310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40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55348-57DE-384D-036C-2541E714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4BC90AED-E595-442F-74FB-05EF8443B594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9FABDF35-18DD-185A-C0E9-1A3B830EE204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87563-3380-5E0F-E7AA-EB301A733E3A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4" name="Picture 2" descr="yb optical clock">
            <a:extLst>
              <a:ext uri="{FF2B5EF4-FFF2-40B4-BE49-F238E27FC236}">
                <a16:creationId xmlns:a16="http://schemas.microsoft.com/office/drawing/2014/main" id="{BC28623E-8A10-50E8-76C3-9207EB1B635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5" y="2862186"/>
            <a:ext cx="4091420" cy="272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yb optical clock">
            <a:extLst>
              <a:ext uri="{FF2B5EF4-FFF2-40B4-BE49-F238E27FC236}">
                <a16:creationId xmlns:a16="http://schemas.microsoft.com/office/drawing/2014/main" id="{0EAF1FEB-223D-4C54-9E8F-B49D22CA22B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725" y="2862186"/>
            <a:ext cx="4091420" cy="272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92771C-B2E4-DE46-67B1-F541A203318C}"/>
              </a:ext>
            </a:extLst>
          </p:cNvPr>
          <p:cNvSpPr txBox="1"/>
          <p:nvPr/>
        </p:nvSpPr>
        <p:spPr>
          <a:xfrm>
            <a:off x="5164005" y="6382328"/>
            <a:ext cx="2762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Photo Credit: J. Burrus/NIST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6765D7-E868-1050-0F6D-F92D027BFB78}"/>
              </a:ext>
            </a:extLst>
          </p:cNvPr>
          <p:cNvSpPr txBox="1"/>
          <p:nvPr/>
        </p:nvSpPr>
        <p:spPr>
          <a:xfrm>
            <a:off x="905165" y="5828142"/>
            <a:ext cx="418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171</a:t>
            </a:r>
            <a:r>
              <a:rPr lang="en-US" dirty="0"/>
              <a:t>Yb (ytterbium) lattice clocks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0730F4-9D5B-ABD1-B7F2-7A9912B7A4F7}"/>
              </a:ext>
            </a:extLst>
          </p:cNvPr>
          <p:cNvSpPr txBox="1"/>
          <p:nvPr/>
        </p:nvSpPr>
        <p:spPr>
          <a:xfrm>
            <a:off x="7541492" y="5826559"/>
            <a:ext cx="418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/>
              <a:t>171</a:t>
            </a:r>
            <a:r>
              <a:rPr lang="en-US" dirty="0"/>
              <a:t>Yb (ytterbium) lattice clocks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41D52-995B-2BCA-E107-FE0E870C53DF}"/>
              </a:ext>
            </a:extLst>
          </p:cNvPr>
          <p:cNvSpPr txBox="1"/>
          <p:nvPr/>
        </p:nvSpPr>
        <p:spPr>
          <a:xfrm>
            <a:off x="7233292" y="1572577"/>
            <a:ext cx="4257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Fractional frequency uncertainty of 1x10</a:t>
            </a:r>
            <a:r>
              <a:rPr lang="en-US" b="1" baseline="30000" dirty="0">
                <a:solidFill>
                  <a:srgbClr val="FF0000"/>
                </a:solidFill>
              </a:rPr>
              <a:t>-18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F0ECF8-56EA-9D81-C534-F26E46DBD9BD}"/>
              </a:ext>
            </a:extLst>
          </p:cNvPr>
          <p:cNvSpPr txBox="1"/>
          <p:nvPr/>
        </p:nvSpPr>
        <p:spPr>
          <a:xfrm>
            <a:off x="803275" y="1295578"/>
            <a:ext cx="5589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Which one to choose?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2B799A-3209-36F4-318E-6AFC50CA7725}"/>
              </a:ext>
            </a:extLst>
          </p:cNvPr>
          <p:cNvCxnSpPr>
            <a:stCxn id="4" idx="3"/>
            <a:endCxn id="9" idx="1"/>
          </p:cNvCxnSpPr>
          <p:nvPr/>
        </p:nvCxnSpPr>
        <p:spPr>
          <a:xfrm>
            <a:off x="4867275" y="4223324"/>
            <a:ext cx="2457450" cy="0"/>
          </a:xfrm>
          <a:prstGeom prst="straightConnector1">
            <a:avLst/>
          </a:prstGeom>
          <a:ln w="44450"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08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remove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89CA6-662B-0CAA-DF90-2D3195559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7E708757-682A-B83F-A6B2-A9BBBBBAE916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DED556AA-8903-1C2D-3408-575BF6BC8A3D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DB4A4-B209-9CD8-9FEB-BA0FA7193796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7C956-5D78-8614-2147-31E71A431663}"/>
              </a:ext>
            </a:extLst>
          </p:cNvPr>
          <p:cNvSpPr/>
          <p:nvPr/>
        </p:nvSpPr>
        <p:spPr>
          <a:xfrm>
            <a:off x="646546" y="3429000"/>
            <a:ext cx="5209309" cy="2482273"/>
          </a:xfrm>
          <a:prstGeom prst="roundRect">
            <a:avLst>
              <a:gd name="adj" fmla="val 11830"/>
            </a:avLst>
          </a:prstGeom>
          <a:solidFill>
            <a:srgbClr val="4A8FCE">
              <a:alpha val="25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C4254F-A33D-DF63-DD78-0934BF533319}"/>
              </a:ext>
            </a:extLst>
          </p:cNvPr>
          <p:cNvSpPr/>
          <p:nvPr/>
        </p:nvSpPr>
        <p:spPr>
          <a:xfrm>
            <a:off x="6423890" y="3395226"/>
            <a:ext cx="5209309" cy="2482273"/>
          </a:xfrm>
          <a:prstGeom prst="roundRect">
            <a:avLst>
              <a:gd name="adj" fmla="val 11830"/>
            </a:avLst>
          </a:prstGeom>
          <a:solidFill>
            <a:srgbClr val="FF0000">
              <a:alpha val="21000"/>
            </a:srgbClr>
          </a:solidFill>
          <a:ln w="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5036DD5-C096-B6C5-298A-95F102508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072" y="1360054"/>
            <a:ext cx="1921164" cy="14408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289FD7-F985-4970-A1B7-D16609C02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38" y="1360054"/>
            <a:ext cx="1742590" cy="152785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D6D2B93-4351-16DD-DF57-C7DE2E4E8353}"/>
              </a:ext>
            </a:extLst>
          </p:cNvPr>
          <p:cNvSpPr txBox="1"/>
          <p:nvPr/>
        </p:nvSpPr>
        <p:spPr>
          <a:xfrm>
            <a:off x="8423564" y="3059668"/>
            <a:ext cx="161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Rubidium-87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88CAE4-883A-CC21-CB9C-0C3CB685139B}"/>
              </a:ext>
            </a:extLst>
          </p:cNvPr>
          <p:cNvSpPr txBox="1"/>
          <p:nvPr/>
        </p:nvSpPr>
        <p:spPr>
          <a:xfrm>
            <a:off x="2304472" y="3059668"/>
            <a:ext cx="1616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Cesium-133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C55D21-0DD7-273E-F115-62E955CA519B}"/>
              </a:ext>
            </a:extLst>
          </p:cNvPr>
          <p:cNvSpPr txBox="1"/>
          <p:nvPr/>
        </p:nvSpPr>
        <p:spPr>
          <a:xfrm>
            <a:off x="988292" y="3759200"/>
            <a:ext cx="46274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Low operating power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Smaller footprint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Lightweight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Faster lock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Suitable for portable/GPS-denied/mobile systems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F79BF3-24BA-5AC3-4BE8-00FE63813492}"/>
              </a:ext>
            </a:extLst>
          </p:cNvPr>
          <p:cNvSpPr txBox="1"/>
          <p:nvPr/>
        </p:nvSpPr>
        <p:spPr>
          <a:xfrm>
            <a:off x="7019636" y="3759200"/>
            <a:ext cx="41840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Better Allan deviation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Lower monthly/yearly drift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Better holdover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Better phase noise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Better temperature stability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roxima Soft" panose="02000506030000020004" pitchFamily="2" charset="0"/>
              </a:rPr>
              <a:t>Wider input-voltage range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F1D702-0576-DA7A-1228-E50762436CB6}"/>
              </a:ext>
            </a:extLst>
          </p:cNvPr>
          <p:cNvSpPr/>
          <p:nvPr/>
        </p:nvSpPr>
        <p:spPr>
          <a:xfrm>
            <a:off x="7019636" y="4433455"/>
            <a:ext cx="2743200" cy="286327"/>
          </a:xfrm>
          <a:prstGeom prst="rect">
            <a:avLst/>
          </a:prstGeom>
          <a:solidFill>
            <a:schemeClr val="accent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660E0C8-2AD8-BD6A-C5CB-B2DD17DF2D0E}"/>
              </a:ext>
            </a:extLst>
          </p:cNvPr>
          <p:cNvSpPr txBox="1"/>
          <p:nvPr/>
        </p:nvSpPr>
        <p:spPr>
          <a:xfrm>
            <a:off x="2048099" y="6095939"/>
            <a:ext cx="2129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roxima Soft" panose="02000506030000020004" pitchFamily="2" charset="0"/>
              </a:rPr>
              <a:t>Free-space system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90BDCB-FE0B-6D90-EF46-405CE1D656A9}"/>
              </a:ext>
            </a:extLst>
          </p:cNvPr>
          <p:cNvSpPr txBox="1"/>
          <p:nvPr/>
        </p:nvSpPr>
        <p:spPr>
          <a:xfrm>
            <a:off x="7832370" y="6086642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Proxima Soft" panose="02000506030000020004" pitchFamily="2" charset="0"/>
              </a:rPr>
              <a:t>Fiber-integrated system</a:t>
            </a:r>
          </a:p>
        </p:txBody>
      </p:sp>
    </p:spTree>
    <p:extLst>
      <p:ext uri="{BB962C8B-B14F-4D97-AF65-F5344CB8AC3E}">
        <p14:creationId xmlns:p14="http://schemas.microsoft.com/office/powerpoint/2010/main" val="1996074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A0C6D-01DD-5AEA-8205-620FA269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7A9F7998-6484-21DA-5ABD-D6453311F3FC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7C901E3-77A3-23DC-826A-8ADA5CC4C0D8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CF8DBA-C2DC-6D1C-2CC6-C99B1D60EBA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E56490-F894-E631-6E3A-8622DB0CCC0B}"/>
              </a:ext>
            </a:extLst>
          </p:cNvPr>
          <p:cNvGrpSpPr/>
          <p:nvPr/>
        </p:nvGrpSpPr>
        <p:grpSpPr>
          <a:xfrm>
            <a:off x="2686050" y="1818511"/>
            <a:ext cx="6497195" cy="3972210"/>
            <a:chOff x="2686050" y="1818511"/>
            <a:chExt cx="6497195" cy="397221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7EFCFA6-6742-CF53-B07E-3FE065C898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B14ACE-FEDC-C59B-055A-FC9F3548E7F5}"/>
                </a:ext>
              </a:extLst>
            </p:cNvPr>
            <p:cNvSpPr txBox="1"/>
            <p:nvPr/>
          </p:nvSpPr>
          <p:spPr>
            <a:xfrm>
              <a:off x="2686050" y="3804616"/>
              <a:ext cx="15552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Proxima Soft" panose="02000506030000020004" pitchFamily="2" charset="0"/>
                </a:rPr>
                <a:t>Type-II SPDC</a:t>
              </a: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B1BE3E6-0A2F-0BC9-F943-D8D7BF655D7A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1B647C75-655F-5EAF-ADC4-8883155035C7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4068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EC454-6FB6-06C4-D643-1DA7EA205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8A69BD1B-C1C3-2095-4718-F3AB01EDE28A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7356186D-CF64-4035-4919-47480A3E7658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49DE9-70C5-D91F-AA0F-1C1E678A384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E9EE53-E93D-C12D-9CFC-FFC0C527A0B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937609" y="2484256"/>
            <a:ext cx="8087207" cy="3833416"/>
          </a:xfrm>
          <a:prstGeom prst="rect">
            <a:avLst/>
          </a:prstGeom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B70FED7-B0B9-7471-B893-02DA11C3AF2A}"/>
              </a:ext>
            </a:extLst>
          </p:cNvPr>
          <p:cNvSpPr/>
          <p:nvPr/>
        </p:nvSpPr>
        <p:spPr>
          <a:xfrm>
            <a:off x="2865101" y="1892197"/>
            <a:ext cx="204760" cy="233786"/>
          </a:xfrm>
          <a:prstGeom prst="triangl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168BFFC1-DF0F-131E-CDE6-368909220F00}"/>
              </a:ext>
            </a:extLst>
          </p:cNvPr>
          <p:cNvSpPr/>
          <p:nvPr/>
        </p:nvSpPr>
        <p:spPr>
          <a:xfrm flipV="1">
            <a:off x="3030243" y="1892197"/>
            <a:ext cx="79236" cy="80022"/>
          </a:xfrm>
          <a:prstGeom prst="triangle">
            <a:avLst>
              <a:gd name="adj" fmla="val 21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513F24-8839-179E-F2B0-7FD36E39D48A}"/>
              </a:ext>
            </a:extLst>
          </p:cNvPr>
          <p:cNvGrpSpPr/>
          <p:nvPr/>
        </p:nvGrpSpPr>
        <p:grpSpPr>
          <a:xfrm>
            <a:off x="507258" y="1107913"/>
            <a:ext cx="3055196" cy="1965487"/>
            <a:chOff x="3008755" y="1818511"/>
            <a:chExt cx="6174490" cy="397221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427623F-C764-DAC2-60DB-7D9D0F11CF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64103EF2-5FE6-DA47-EB90-E68CD37DA729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D075AEB7-4875-4437-4D9F-B7385AF310CF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9536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7651C-5F83-65E2-304B-CB04BB6C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3F7A3530-E863-0C23-8F8F-4D4B0E7A8A36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D7EB5F50-D33A-E598-128B-9C8A76C08A09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BC2890-5AEC-D4A9-E0E6-401718BDEED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DE25A28-0396-40E2-2755-0D5400F0971D}"/>
              </a:ext>
            </a:extLst>
          </p:cNvPr>
          <p:cNvSpPr/>
          <p:nvPr/>
        </p:nvSpPr>
        <p:spPr>
          <a:xfrm>
            <a:off x="2865101" y="1892197"/>
            <a:ext cx="204760" cy="233786"/>
          </a:xfrm>
          <a:prstGeom prst="triangl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8277949-02F8-AA73-FC7E-9C9004A655B6}"/>
              </a:ext>
            </a:extLst>
          </p:cNvPr>
          <p:cNvSpPr/>
          <p:nvPr/>
        </p:nvSpPr>
        <p:spPr>
          <a:xfrm flipV="1">
            <a:off x="3030243" y="1892197"/>
            <a:ext cx="79236" cy="80022"/>
          </a:xfrm>
          <a:prstGeom prst="triangle">
            <a:avLst>
              <a:gd name="adj" fmla="val 21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BFD663-28CD-BD48-C3E8-AFCF8ABCDC58}"/>
              </a:ext>
            </a:extLst>
          </p:cNvPr>
          <p:cNvGrpSpPr/>
          <p:nvPr/>
        </p:nvGrpSpPr>
        <p:grpSpPr>
          <a:xfrm>
            <a:off x="507258" y="1107913"/>
            <a:ext cx="3055196" cy="1965487"/>
            <a:chOff x="3008755" y="1818511"/>
            <a:chExt cx="6174490" cy="397221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1433D3F9-C7C2-4B54-5D74-B5DD70E5EE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E6717270-893A-681D-00CF-92F5B7532CA7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DE592EF5-8393-54D2-3164-77F8D404053B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D742D1B-42B7-B37A-FF6F-07F01F51E6F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7184" y="4772314"/>
            <a:ext cx="4195266" cy="19885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6AC0B4-7DF8-733F-8714-06DABFD77A9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518279" y="1334655"/>
            <a:ext cx="5022909" cy="472209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2DF7ADF-B398-35F3-42E9-7E66E75ED716}"/>
              </a:ext>
            </a:extLst>
          </p:cNvPr>
          <p:cNvGrpSpPr/>
          <p:nvPr/>
        </p:nvGrpSpPr>
        <p:grpSpPr>
          <a:xfrm>
            <a:off x="2210377" y="1237673"/>
            <a:ext cx="8670059" cy="5329380"/>
            <a:chOff x="2210377" y="1237673"/>
            <a:chExt cx="8670059" cy="532938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D4C8628-E01E-3006-5DB6-8404E2DF7F56}"/>
                </a:ext>
              </a:extLst>
            </p:cNvPr>
            <p:cNvSpPr/>
            <p:nvPr/>
          </p:nvSpPr>
          <p:spPr>
            <a:xfrm>
              <a:off x="5144655" y="1237673"/>
              <a:ext cx="5735781" cy="4913745"/>
            </a:xfrm>
            <a:prstGeom prst="roundRect">
              <a:avLst>
                <a:gd name="adj" fmla="val 10280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229CC5-6852-03AB-DF43-308651B0D1F0}"/>
                </a:ext>
              </a:extLst>
            </p:cNvPr>
            <p:cNvSpPr/>
            <p:nvPr/>
          </p:nvSpPr>
          <p:spPr>
            <a:xfrm>
              <a:off x="2210377" y="6151417"/>
              <a:ext cx="431223" cy="399423"/>
            </a:xfrm>
            <a:prstGeom prst="roundRect">
              <a:avLst>
                <a:gd name="adj" fmla="val 10280"/>
              </a:avLst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48B6F7A-DDFC-60B0-220E-699660F546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0377" y="1403927"/>
              <a:ext cx="3054350" cy="4747490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6715DD3-840C-7FFA-DDEF-E253BFE15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73452" y="6151417"/>
              <a:ext cx="7881188" cy="415636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F3B4DFA-EEAA-3398-62CF-7F1E1BB7437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621112" y="935232"/>
            <a:ext cx="7196864" cy="582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84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99607-97F2-7003-98AE-D050FE50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8482380C-D6F3-F194-E001-C55F1F159946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E4FA2C26-8176-5715-E8C3-0EFD879CEFF5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D8EF9-FE55-5EEC-E070-754F9AE6A5D5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145B755-86CE-0975-88BA-FCA2D5AB94CD}"/>
              </a:ext>
            </a:extLst>
          </p:cNvPr>
          <p:cNvSpPr/>
          <p:nvPr/>
        </p:nvSpPr>
        <p:spPr>
          <a:xfrm>
            <a:off x="2865101" y="1892197"/>
            <a:ext cx="204760" cy="233786"/>
          </a:xfrm>
          <a:prstGeom prst="triangl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EA5488A1-F21A-8F7B-C5B3-108F23C081C1}"/>
              </a:ext>
            </a:extLst>
          </p:cNvPr>
          <p:cNvSpPr/>
          <p:nvPr/>
        </p:nvSpPr>
        <p:spPr>
          <a:xfrm flipV="1">
            <a:off x="3030243" y="1892197"/>
            <a:ext cx="79236" cy="80022"/>
          </a:xfrm>
          <a:prstGeom prst="triangle">
            <a:avLst>
              <a:gd name="adj" fmla="val 21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CD506D3-D128-8F00-C051-812A1D7628C6}"/>
              </a:ext>
            </a:extLst>
          </p:cNvPr>
          <p:cNvGrpSpPr/>
          <p:nvPr/>
        </p:nvGrpSpPr>
        <p:grpSpPr>
          <a:xfrm>
            <a:off x="272204" y="2766531"/>
            <a:ext cx="3055196" cy="1965487"/>
            <a:chOff x="3008755" y="1818511"/>
            <a:chExt cx="6174490" cy="397221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3B61E92-99E6-27FA-620F-1BBBECCF0E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6845A26C-0AB2-4051-EBC1-3FD10B7A785C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1D1D63EC-F081-BD74-32CD-B37C638DA552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7166FD-CCBC-756E-5073-219EF51DA1E8}"/>
              </a:ext>
            </a:extLst>
          </p:cNvPr>
          <p:cNvCxnSpPr/>
          <p:nvPr/>
        </p:nvCxnSpPr>
        <p:spPr>
          <a:xfrm>
            <a:off x="3543300" y="3467100"/>
            <a:ext cx="13620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FBD7B42-63DC-2B0F-217B-BCB71D79AD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720" y="2130656"/>
            <a:ext cx="5542047" cy="36080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778A55-E6BC-0CCE-C677-DF9058B47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968" y="2033566"/>
            <a:ext cx="7315215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150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C4160-B41F-76C4-4CAE-E2BC727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323DA097-3721-BAD0-B5BC-0A2D5FBB1827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2F9597D3-490E-61A1-2B35-DA12DD7274A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443E7-756E-4CF2-8714-4FBA95A9AA7A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E7EA23B-74DA-F65E-9B30-DF3D16D10956}"/>
              </a:ext>
            </a:extLst>
          </p:cNvPr>
          <p:cNvSpPr/>
          <p:nvPr/>
        </p:nvSpPr>
        <p:spPr>
          <a:xfrm>
            <a:off x="2865101" y="1892197"/>
            <a:ext cx="204760" cy="233786"/>
          </a:xfrm>
          <a:prstGeom prst="triangl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EA2E45A-C653-4B98-DD00-C68CACA06083}"/>
              </a:ext>
            </a:extLst>
          </p:cNvPr>
          <p:cNvSpPr/>
          <p:nvPr/>
        </p:nvSpPr>
        <p:spPr>
          <a:xfrm flipV="1">
            <a:off x="3030243" y="1892197"/>
            <a:ext cx="79236" cy="80022"/>
          </a:xfrm>
          <a:prstGeom prst="triangle">
            <a:avLst>
              <a:gd name="adj" fmla="val 21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D1885A6-643E-6085-D805-67EFC7666D24}"/>
              </a:ext>
            </a:extLst>
          </p:cNvPr>
          <p:cNvGrpSpPr/>
          <p:nvPr/>
        </p:nvGrpSpPr>
        <p:grpSpPr>
          <a:xfrm>
            <a:off x="272204" y="2766531"/>
            <a:ext cx="3055196" cy="1965487"/>
            <a:chOff x="3008755" y="1818511"/>
            <a:chExt cx="6174490" cy="397221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799286E-A7D0-924C-A7CF-F2641ED4CF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A51A3198-BC95-9EB7-AFF7-2378B5271E16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E9447594-BD5B-11DC-DF69-E3050F289B4E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E3E3EA-F0EB-6AA7-BAB7-4D068FCF4521}"/>
              </a:ext>
            </a:extLst>
          </p:cNvPr>
          <p:cNvCxnSpPr/>
          <p:nvPr/>
        </p:nvCxnSpPr>
        <p:spPr>
          <a:xfrm>
            <a:off x="3543300" y="3467100"/>
            <a:ext cx="13620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79D6273-A5D5-1461-F0A9-62616D0707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720" y="2130656"/>
            <a:ext cx="5542047" cy="360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47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5D975-3E3B-BAAB-00E3-09653FBB9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6EACADC8-1121-2E9A-A794-CDF160353B54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9E5563C0-4031-63B5-B5C7-827127DF36A1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39B70-62F3-F64C-B091-7A56A667B9D5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92168AA-CA64-9DD0-1957-30AAA8005CA6}"/>
              </a:ext>
            </a:extLst>
          </p:cNvPr>
          <p:cNvSpPr/>
          <p:nvPr/>
        </p:nvSpPr>
        <p:spPr>
          <a:xfrm>
            <a:off x="2865101" y="1892197"/>
            <a:ext cx="204760" cy="233786"/>
          </a:xfrm>
          <a:prstGeom prst="triangle">
            <a:avLst>
              <a:gd name="adj" fmla="val 10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C1127C82-6255-5BC5-D22E-B058AECCE107}"/>
              </a:ext>
            </a:extLst>
          </p:cNvPr>
          <p:cNvSpPr/>
          <p:nvPr/>
        </p:nvSpPr>
        <p:spPr>
          <a:xfrm flipV="1">
            <a:off x="3030243" y="1892197"/>
            <a:ext cx="79236" cy="80022"/>
          </a:xfrm>
          <a:prstGeom prst="triangle">
            <a:avLst>
              <a:gd name="adj" fmla="val 21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9C13461-C56F-84B0-4144-3D2702560C9B}"/>
              </a:ext>
            </a:extLst>
          </p:cNvPr>
          <p:cNvGrpSpPr/>
          <p:nvPr/>
        </p:nvGrpSpPr>
        <p:grpSpPr>
          <a:xfrm>
            <a:off x="272204" y="2766531"/>
            <a:ext cx="3055196" cy="1965487"/>
            <a:chOff x="3008755" y="1818511"/>
            <a:chExt cx="6174490" cy="397221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28B47EB9-8C94-D9E0-D51E-B16AA2A03B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24973369-A43D-FB8A-657D-0D7154A4E3AC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FA9C8154-8964-F3BA-C146-2DB9777466E2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90414E7-32EF-06BF-7E66-A100E0E5A41B}"/>
              </a:ext>
            </a:extLst>
          </p:cNvPr>
          <p:cNvCxnSpPr/>
          <p:nvPr/>
        </p:nvCxnSpPr>
        <p:spPr>
          <a:xfrm>
            <a:off x="3543300" y="3467100"/>
            <a:ext cx="13620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D9FB27A-5AF9-92DC-F58A-7312E7519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126" y="2156466"/>
            <a:ext cx="6914053" cy="384047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0DF6B54-CBA9-9EFE-C5A2-0FBE4AFD8B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8107680" y="1353704"/>
            <a:ext cx="2743200" cy="800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A9FEC2-16B7-D962-C1B9-B121586AD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337" y="743418"/>
            <a:ext cx="3730943" cy="225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165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62FB4-9FF3-9102-189F-77DF38F2D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583ADA4C-D3E6-35B0-8BBE-A49C17BA8A6E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CEED8BB5-530F-0DB8-7084-48E6997BD960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925A31-0593-AFA3-A921-C7F438DC09C1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9FA023-F1BA-71FC-6734-240F59C147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74" y="1936725"/>
            <a:ext cx="10143452" cy="31986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087B48-977E-3376-C5B7-FA84E5ABCB18}"/>
              </a:ext>
            </a:extLst>
          </p:cNvPr>
          <p:cNvSpPr txBox="1"/>
          <p:nvPr/>
        </p:nvSpPr>
        <p:spPr>
          <a:xfrm>
            <a:off x="2272145" y="5320146"/>
            <a:ext cx="2863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inion Pro" panose="02040503050201020203" pitchFamily="18" charset="0"/>
              </a:rPr>
              <a:t>~</a:t>
            </a:r>
            <a:r>
              <a:rPr lang="en-US" dirty="0"/>
              <a:t> </a:t>
            </a:r>
            <a:r>
              <a:rPr lang="en-US" sz="3200" b="1" dirty="0">
                <a:latin typeface="Proxima Soft" panose="02000506030000020004" pitchFamily="2" charset="0"/>
              </a:rPr>
              <a:t>SyncE</a:t>
            </a:r>
          </a:p>
        </p:txBody>
      </p:sp>
    </p:spTree>
    <p:extLst>
      <p:ext uri="{BB962C8B-B14F-4D97-AF65-F5344CB8AC3E}">
        <p14:creationId xmlns:p14="http://schemas.microsoft.com/office/powerpoint/2010/main" val="2280757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476E0-9D52-9A44-4A96-B4E9E5FF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BA6E792E-60C0-9018-CCAF-12D904E42453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299A79AD-50D7-61B6-0641-262A17A3AE05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10E16-58B3-853C-D867-DA0EFCEC4132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F4E83A9D-43B4-C4ED-50C0-1AE82A6C248E}"/>
              </a:ext>
            </a:extLst>
          </p:cNvPr>
          <p:cNvSpPr/>
          <p:nvPr/>
        </p:nvSpPr>
        <p:spPr>
          <a:xfrm>
            <a:off x="6431670" y="2478256"/>
            <a:ext cx="1642179" cy="305827"/>
          </a:xfrm>
          <a:custGeom>
            <a:avLst/>
            <a:gdLst>
              <a:gd name="csX0" fmla="*/ 549 w 1281085"/>
              <a:gd name="csY0" fmla="*/ 312025 h 311897"/>
              <a:gd name="csX1" fmla="*/ 1016282 w 1281085"/>
              <a:gd name="csY1" fmla="*/ 312025 h 311897"/>
              <a:gd name="csX2" fmla="*/ 1044467 w 1281085"/>
              <a:gd name="csY2" fmla="*/ 127 h 311897"/>
              <a:gd name="csX3" fmla="*/ 1281635 w 1281085"/>
              <a:gd name="csY3" fmla="*/ 127 h 311897"/>
              <a:gd name="csX0" fmla="*/ 0 w 1676252"/>
              <a:gd name="csY0" fmla="*/ 311898 h 311898"/>
              <a:gd name="csX1" fmla="*/ 1410899 w 1676252"/>
              <a:gd name="csY1" fmla="*/ 311898 h 311898"/>
              <a:gd name="csX2" fmla="*/ 1439084 w 1676252"/>
              <a:gd name="csY2" fmla="*/ 0 h 311898"/>
              <a:gd name="csX3" fmla="*/ 1676252 w 1676252"/>
              <a:gd name="csY3" fmla="*/ 0 h 311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76252" h="311898">
                <a:moveTo>
                  <a:pt x="0" y="311898"/>
                </a:moveTo>
                <a:lnTo>
                  <a:pt x="1410899" y="311898"/>
                </a:lnTo>
                <a:lnTo>
                  <a:pt x="1439084" y="0"/>
                </a:lnTo>
                <a:lnTo>
                  <a:pt x="1676252" y="0"/>
                </a:lnTo>
              </a:path>
            </a:pathLst>
          </a:custGeom>
          <a:noFill/>
          <a:ln w="26820" cap="rnd">
            <a:solidFill>
              <a:srgbClr val="FF7F2A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5E128E6-3899-8242-72BB-D9DADB6804E2}"/>
              </a:ext>
            </a:extLst>
          </p:cNvPr>
          <p:cNvSpPr/>
          <p:nvPr/>
        </p:nvSpPr>
        <p:spPr>
          <a:xfrm>
            <a:off x="6069023" y="2506384"/>
            <a:ext cx="710831" cy="4058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A5B158F-81BB-DA21-8AA0-A90D593C7D24}"/>
              </a:ext>
            </a:extLst>
          </p:cNvPr>
          <p:cNvSpPr/>
          <p:nvPr/>
        </p:nvSpPr>
        <p:spPr>
          <a:xfrm>
            <a:off x="8104239" y="2436749"/>
            <a:ext cx="710831" cy="4058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1B5A453-A655-5398-9B7A-2BF08B5BFA98}"/>
              </a:ext>
            </a:extLst>
          </p:cNvPr>
          <p:cNvGrpSpPr/>
          <p:nvPr/>
        </p:nvGrpSpPr>
        <p:grpSpPr>
          <a:xfrm>
            <a:off x="3328202" y="5118900"/>
            <a:ext cx="5535596" cy="635584"/>
            <a:chOff x="3405131" y="5101652"/>
            <a:chExt cx="5535596" cy="635584"/>
          </a:xfrm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1320D4B-9680-B675-BEE1-30F027866741}"/>
                </a:ext>
              </a:extLst>
            </p:cNvPr>
            <p:cNvSpPr/>
            <p:nvPr/>
          </p:nvSpPr>
          <p:spPr>
            <a:xfrm>
              <a:off x="4140377" y="5193257"/>
              <a:ext cx="142553" cy="154960"/>
            </a:xfrm>
            <a:custGeom>
              <a:avLst/>
              <a:gdLst>
                <a:gd name="csX0" fmla="*/ 456 w 142553"/>
                <a:gd name="csY0" fmla="*/ 155150 h 154960"/>
                <a:gd name="csX1" fmla="*/ 5078 w 142553"/>
                <a:gd name="csY1" fmla="*/ 133890 h 154960"/>
                <a:gd name="csX2" fmla="*/ 9157 w 142553"/>
                <a:gd name="csY2" fmla="*/ 76424 h 154960"/>
                <a:gd name="csX3" fmla="*/ 5078 w 142553"/>
                <a:gd name="csY3" fmla="*/ 19049 h 154960"/>
                <a:gd name="csX4" fmla="*/ 1001 w 142553"/>
                <a:gd name="csY4" fmla="*/ 208 h 154960"/>
                <a:gd name="csX5" fmla="*/ 85374 w 142553"/>
                <a:gd name="csY5" fmla="*/ 208 h 154960"/>
                <a:gd name="csX6" fmla="*/ 91262 w 142553"/>
                <a:gd name="csY6" fmla="*/ 571 h 154960"/>
                <a:gd name="csX7" fmla="*/ 97064 w 142553"/>
                <a:gd name="csY7" fmla="*/ 1468 h 154960"/>
                <a:gd name="csX8" fmla="*/ 102590 w 142553"/>
                <a:gd name="csY8" fmla="*/ 3081 h 154960"/>
                <a:gd name="csX9" fmla="*/ 107939 w 142553"/>
                <a:gd name="csY9" fmla="*/ 5220 h 154960"/>
                <a:gd name="csX10" fmla="*/ 117635 w 142553"/>
                <a:gd name="csY10" fmla="*/ 11165 h 154960"/>
                <a:gd name="csX11" fmla="*/ 126153 w 142553"/>
                <a:gd name="csY11" fmla="*/ 18968 h 154960"/>
                <a:gd name="csX12" fmla="*/ 133223 w 142553"/>
                <a:gd name="csY12" fmla="*/ 28520 h 154960"/>
                <a:gd name="csX13" fmla="*/ 138569 w 142553"/>
                <a:gd name="csY13" fmla="*/ 39385 h 154960"/>
                <a:gd name="csX14" fmla="*/ 141923 w 142553"/>
                <a:gd name="csY14" fmla="*/ 51466 h 154960"/>
                <a:gd name="csX15" fmla="*/ 143010 w 142553"/>
                <a:gd name="csY15" fmla="*/ 64453 h 154960"/>
                <a:gd name="csX16" fmla="*/ 143010 w 142553"/>
                <a:gd name="csY16" fmla="*/ 90907 h 154960"/>
                <a:gd name="csX17" fmla="*/ 141923 w 142553"/>
                <a:gd name="csY17" fmla="*/ 103911 h 154960"/>
                <a:gd name="csX18" fmla="*/ 138569 w 142553"/>
                <a:gd name="csY18" fmla="*/ 115982 h 154960"/>
                <a:gd name="csX19" fmla="*/ 133223 w 142553"/>
                <a:gd name="csY19" fmla="*/ 126858 h 154960"/>
                <a:gd name="csX20" fmla="*/ 126153 w 142553"/>
                <a:gd name="csY20" fmla="*/ 136410 h 154960"/>
                <a:gd name="csX21" fmla="*/ 117635 w 142553"/>
                <a:gd name="csY21" fmla="*/ 144212 h 154960"/>
                <a:gd name="csX22" fmla="*/ 107939 w 142553"/>
                <a:gd name="csY22" fmla="*/ 150157 h 154960"/>
                <a:gd name="csX23" fmla="*/ 102590 w 142553"/>
                <a:gd name="csY23" fmla="*/ 152287 h 154960"/>
                <a:gd name="csX24" fmla="*/ 97064 w 142553"/>
                <a:gd name="csY24" fmla="*/ 153909 h 154960"/>
                <a:gd name="csX25" fmla="*/ 91262 w 142553"/>
                <a:gd name="csY25" fmla="*/ 154806 h 154960"/>
                <a:gd name="csX26" fmla="*/ 85374 w 142553"/>
                <a:gd name="csY26" fmla="*/ 155169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553" h="154960">
                  <a:moveTo>
                    <a:pt x="456" y="155150"/>
                  </a:moveTo>
                  <a:cubicBezTo>
                    <a:pt x="2179" y="148100"/>
                    <a:pt x="3720" y="141013"/>
                    <a:pt x="5078" y="133890"/>
                  </a:cubicBezTo>
                  <a:cubicBezTo>
                    <a:pt x="7796" y="114859"/>
                    <a:pt x="9157" y="95646"/>
                    <a:pt x="9157" y="76424"/>
                  </a:cubicBezTo>
                  <a:cubicBezTo>
                    <a:pt x="9157" y="57230"/>
                    <a:pt x="7796" y="38053"/>
                    <a:pt x="5078" y="19049"/>
                  </a:cubicBezTo>
                  <a:cubicBezTo>
                    <a:pt x="3808" y="12742"/>
                    <a:pt x="2450" y="6453"/>
                    <a:pt x="1001" y="208"/>
                  </a:cubicBezTo>
                  <a:lnTo>
                    <a:pt x="85374" y="208"/>
                  </a:lnTo>
                  <a:cubicBezTo>
                    <a:pt x="87365" y="208"/>
                    <a:pt x="89359" y="362"/>
                    <a:pt x="91262" y="571"/>
                  </a:cubicBezTo>
                  <a:cubicBezTo>
                    <a:pt x="93256" y="752"/>
                    <a:pt x="95161" y="1105"/>
                    <a:pt x="97064" y="1468"/>
                  </a:cubicBezTo>
                  <a:cubicBezTo>
                    <a:pt x="98967" y="1830"/>
                    <a:pt x="100778" y="2365"/>
                    <a:pt x="102590" y="3081"/>
                  </a:cubicBezTo>
                  <a:cubicBezTo>
                    <a:pt x="104404" y="3616"/>
                    <a:pt x="106216" y="4341"/>
                    <a:pt x="107939" y="5220"/>
                  </a:cubicBezTo>
                  <a:cubicBezTo>
                    <a:pt x="111382" y="6842"/>
                    <a:pt x="114554" y="8854"/>
                    <a:pt x="117635" y="11165"/>
                  </a:cubicBezTo>
                  <a:cubicBezTo>
                    <a:pt x="120716" y="13466"/>
                    <a:pt x="123617" y="16067"/>
                    <a:pt x="126153" y="18968"/>
                  </a:cubicBezTo>
                  <a:cubicBezTo>
                    <a:pt x="128781" y="21859"/>
                    <a:pt x="131137" y="25112"/>
                    <a:pt x="133223" y="28520"/>
                  </a:cubicBezTo>
                  <a:cubicBezTo>
                    <a:pt x="135308" y="31936"/>
                    <a:pt x="137028" y="35543"/>
                    <a:pt x="138569" y="39385"/>
                  </a:cubicBezTo>
                  <a:cubicBezTo>
                    <a:pt x="139929" y="43237"/>
                    <a:pt x="141199" y="47279"/>
                    <a:pt x="141923" y="51466"/>
                  </a:cubicBezTo>
                  <a:cubicBezTo>
                    <a:pt x="142648" y="55644"/>
                    <a:pt x="143010" y="60012"/>
                    <a:pt x="143010" y="64453"/>
                  </a:cubicBezTo>
                  <a:lnTo>
                    <a:pt x="143010" y="90907"/>
                  </a:lnTo>
                  <a:cubicBezTo>
                    <a:pt x="143010" y="95365"/>
                    <a:pt x="142648" y="99706"/>
                    <a:pt x="141923" y="103911"/>
                  </a:cubicBezTo>
                  <a:cubicBezTo>
                    <a:pt x="141199" y="108098"/>
                    <a:pt x="140021" y="112140"/>
                    <a:pt x="138569" y="115982"/>
                  </a:cubicBezTo>
                  <a:cubicBezTo>
                    <a:pt x="137119" y="119834"/>
                    <a:pt x="135308" y="123423"/>
                    <a:pt x="133223" y="126858"/>
                  </a:cubicBezTo>
                  <a:cubicBezTo>
                    <a:pt x="131137" y="130265"/>
                    <a:pt x="128781" y="133519"/>
                    <a:pt x="126153" y="136410"/>
                  </a:cubicBezTo>
                  <a:cubicBezTo>
                    <a:pt x="123617" y="139318"/>
                    <a:pt x="120716" y="141910"/>
                    <a:pt x="117635" y="144212"/>
                  </a:cubicBezTo>
                  <a:cubicBezTo>
                    <a:pt x="114554" y="146505"/>
                    <a:pt x="111382" y="148535"/>
                    <a:pt x="107939" y="150157"/>
                  </a:cubicBezTo>
                  <a:cubicBezTo>
                    <a:pt x="106124" y="151054"/>
                    <a:pt x="104404" y="151589"/>
                    <a:pt x="102590" y="152287"/>
                  </a:cubicBezTo>
                  <a:cubicBezTo>
                    <a:pt x="100778" y="152831"/>
                    <a:pt x="98967" y="153365"/>
                    <a:pt x="97064" y="153909"/>
                  </a:cubicBezTo>
                  <a:cubicBezTo>
                    <a:pt x="95161" y="154272"/>
                    <a:pt x="93256" y="154625"/>
                    <a:pt x="91262" y="154806"/>
                  </a:cubicBezTo>
                  <a:cubicBezTo>
                    <a:pt x="89359" y="154988"/>
                    <a:pt x="87365" y="155169"/>
                    <a:pt x="85374" y="155169"/>
                  </a:cubicBezTo>
                  <a:close/>
                </a:path>
              </a:pathLst>
            </a:custGeom>
            <a:solidFill>
              <a:srgbClr val="0000FF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3EB36F4-715A-BAE0-8F2E-3E84AD2CA14A}"/>
                </a:ext>
              </a:extLst>
            </p:cNvPr>
            <p:cNvSpPr/>
            <p:nvPr/>
          </p:nvSpPr>
          <p:spPr>
            <a:xfrm>
              <a:off x="3576868" y="5463017"/>
              <a:ext cx="1269572" cy="176234"/>
            </a:xfrm>
            <a:custGeom>
              <a:avLst/>
              <a:gdLst>
                <a:gd name="csX0" fmla="*/ 41872 w 1269572"/>
                <a:gd name="csY0" fmla="*/ 159823 h 176234"/>
                <a:gd name="csX1" fmla="*/ 41872 w 1269572"/>
                <a:gd name="csY1" fmla="*/ 41656 h 176234"/>
                <a:gd name="csX2" fmla="*/ 21935 w 1269572"/>
                <a:gd name="csY2" fmla="*/ 62373 h 176234"/>
                <a:gd name="csX3" fmla="*/ 12963 w 1269572"/>
                <a:gd name="csY3" fmla="*/ 66206 h 176234"/>
                <a:gd name="csX4" fmla="*/ 3988 w 1269572"/>
                <a:gd name="csY4" fmla="*/ 62627 h 176234"/>
                <a:gd name="csX5" fmla="*/ 456 w 1269572"/>
                <a:gd name="csY5" fmla="*/ 53673 h 176234"/>
                <a:gd name="csX6" fmla="*/ 3988 w 1269572"/>
                <a:gd name="csY6" fmla="*/ 44728 h 176234"/>
                <a:gd name="csX7" fmla="*/ 42143 w 1269572"/>
                <a:gd name="csY7" fmla="*/ 6357 h 176234"/>
                <a:gd name="csX8" fmla="*/ 54376 w 1269572"/>
                <a:gd name="csY8" fmla="*/ 1246 h 176234"/>
                <a:gd name="csX9" fmla="*/ 66703 w 1269572"/>
                <a:gd name="csY9" fmla="*/ 6357 h 176234"/>
                <a:gd name="csX10" fmla="*/ 71778 w 1269572"/>
                <a:gd name="csY10" fmla="*/ 18637 h 176234"/>
                <a:gd name="csX11" fmla="*/ 71778 w 1269572"/>
                <a:gd name="csY11" fmla="*/ 159823 h 176234"/>
                <a:gd name="csX12" fmla="*/ 67427 w 1269572"/>
                <a:gd name="csY12" fmla="*/ 170562 h 176234"/>
                <a:gd name="csX13" fmla="*/ 56915 w 1269572"/>
                <a:gd name="csY13" fmla="*/ 174912 h 176234"/>
                <a:gd name="csX14" fmla="*/ 46220 w 1269572"/>
                <a:gd name="csY14" fmla="*/ 170562 h 176234"/>
                <a:gd name="csX15" fmla="*/ 41872 w 1269572"/>
                <a:gd name="csY15" fmla="*/ 159823 h 176234"/>
                <a:gd name="csX16" fmla="*/ 168748 w 1269572"/>
                <a:gd name="csY16" fmla="*/ 222 h 176234"/>
                <a:gd name="csX17" fmla="*/ 206538 w 1269572"/>
                <a:gd name="csY17" fmla="*/ 12755 h 176234"/>
                <a:gd name="csX18" fmla="*/ 229828 w 1269572"/>
                <a:gd name="csY18" fmla="*/ 45235 h 176234"/>
                <a:gd name="csX19" fmla="*/ 236988 w 1269572"/>
                <a:gd name="csY19" fmla="*/ 88201 h 176234"/>
                <a:gd name="csX20" fmla="*/ 232638 w 1269572"/>
                <a:gd name="csY20" fmla="*/ 120944 h 176234"/>
                <a:gd name="csX21" fmla="*/ 220131 w 1269572"/>
                <a:gd name="csY21" fmla="*/ 149338 h 176234"/>
                <a:gd name="csX22" fmla="*/ 198653 w 1269572"/>
                <a:gd name="csY22" fmla="*/ 169284 h 176234"/>
                <a:gd name="csX23" fmla="*/ 168748 w 1269572"/>
                <a:gd name="csY23" fmla="*/ 176443 h 176234"/>
                <a:gd name="csX24" fmla="*/ 138748 w 1269572"/>
                <a:gd name="csY24" fmla="*/ 169284 h 176234"/>
                <a:gd name="csX25" fmla="*/ 117090 w 1269572"/>
                <a:gd name="csY25" fmla="*/ 149338 h 176234"/>
                <a:gd name="csX26" fmla="*/ 104493 w 1269572"/>
                <a:gd name="csY26" fmla="*/ 120944 h 176234"/>
                <a:gd name="csX27" fmla="*/ 100416 w 1269572"/>
                <a:gd name="csY27" fmla="*/ 88201 h 176234"/>
                <a:gd name="csX28" fmla="*/ 107574 w 1269572"/>
                <a:gd name="csY28" fmla="*/ 45235 h 176234"/>
                <a:gd name="csX29" fmla="*/ 130866 w 1269572"/>
                <a:gd name="csY29" fmla="*/ 12755 h 176234"/>
                <a:gd name="csX30" fmla="*/ 168748 w 1269572"/>
                <a:gd name="csY30" fmla="*/ 222 h 176234"/>
                <a:gd name="csX31" fmla="*/ 197383 w 1269572"/>
                <a:gd name="csY31" fmla="*/ 44211 h 176234"/>
                <a:gd name="csX32" fmla="*/ 168748 w 1269572"/>
                <a:gd name="csY32" fmla="*/ 26820 h 176234"/>
                <a:gd name="csX33" fmla="*/ 139838 w 1269572"/>
                <a:gd name="csY33" fmla="*/ 44211 h 176234"/>
                <a:gd name="csX34" fmla="*/ 130866 w 1269572"/>
                <a:gd name="csY34" fmla="*/ 88201 h 176234"/>
                <a:gd name="csX35" fmla="*/ 140109 w 1269572"/>
                <a:gd name="csY35" fmla="*/ 132454 h 176234"/>
                <a:gd name="csX36" fmla="*/ 168748 w 1269572"/>
                <a:gd name="csY36" fmla="*/ 149845 h 176234"/>
                <a:gd name="csX37" fmla="*/ 197383 w 1269572"/>
                <a:gd name="csY37" fmla="*/ 132454 h 176234"/>
                <a:gd name="csX38" fmla="*/ 206538 w 1269572"/>
                <a:gd name="csY38" fmla="*/ 88201 h 176234"/>
                <a:gd name="csX39" fmla="*/ 197383 w 1269572"/>
                <a:gd name="csY39" fmla="*/ 44211 h 176234"/>
                <a:gd name="csX40" fmla="*/ 478686 w 1269572"/>
                <a:gd name="csY40" fmla="*/ 159823 h 176234"/>
                <a:gd name="csX41" fmla="*/ 478686 w 1269572"/>
                <a:gd name="csY41" fmla="*/ 44211 h 176234"/>
                <a:gd name="csX42" fmla="*/ 427844 w 1269572"/>
                <a:gd name="csY42" fmla="*/ 169537 h 176234"/>
                <a:gd name="csX43" fmla="*/ 419871 w 1269572"/>
                <a:gd name="csY43" fmla="*/ 174912 h 176234"/>
                <a:gd name="csX44" fmla="*/ 411986 w 1269572"/>
                <a:gd name="csY44" fmla="*/ 169537 h 176234"/>
                <a:gd name="csX45" fmla="*/ 361327 w 1269572"/>
                <a:gd name="csY45" fmla="*/ 44211 h 176234"/>
                <a:gd name="csX46" fmla="*/ 361327 w 1269572"/>
                <a:gd name="csY46" fmla="*/ 159823 h 176234"/>
                <a:gd name="csX47" fmla="*/ 356977 w 1269572"/>
                <a:gd name="csY47" fmla="*/ 170562 h 176234"/>
                <a:gd name="csX48" fmla="*/ 346464 w 1269572"/>
                <a:gd name="csY48" fmla="*/ 174912 h 176234"/>
                <a:gd name="csX49" fmla="*/ 335770 w 1269572"/>
                <a:gd name="csY49" fmla="*/ 170562 h 176234"/>
                <a:gd name="csX50" fmla="*/ 331419 w 1269572"/>
                <a:gd name="csY50" fmla="*/ 159823 h 176234"/>
                <a:gd name="csX51" fmla="*/ 331419 w 1269572"/>
                <a:gd name="csY51" fmla="*/ 26050 h 176234"/>
                <a:gd name="csX52" fmla="*/ 338580 w 1269572"/>
                <a:gd name="csY52" fmla="*/ 8659 h 176234"/>
                <a:gd name="csX53" fmla="*/ 356161 w 1269572"/>
                <a:gd name="csY53" fmla="*/ 1246 h 176234"/>
                <a:gd name="csX54" fmla="*/ 370025 w 1269572"/>
                <a:gd name="csY54" fmla="*/ 5596 h 176234"/>
                <a:gd name="csX55" fmla="*/ 379180 w 1269572"/>
                <a:gd name="csY55" fmla="*/ 16842 h 176234"/>
                <a:gd name="csX56" fmla="*/ 419871 w 1269572"/>
                <a:gd name="csY56" fmla="*/ 117618 h 176234"/>
                <a:gd name="csX57" fmla="*/ 460833 w 1269572"/>
                <a:gd name="csY57" fmla="*/ 16842 h 176234"/>
                <a:gd name="csX58" fmla="*/ 469714 w 1269572"/>
                <a:gd name="csY58" fmla="*/ 5596 h 176234"/>
                <a:gd name="csX59" fmla="*/ 483852 w 1269572"/>
                <a:gd name="csY59" fmla="*/ 1246 h 176234"/>
                <a:gd name="csX60" fmla="*/ 501251 w 1269572"/>
                <a:gd name="csY60" fmla="*/ 8659 h 176234"/>
                <a:gd name="csX61" fmla="*/ 508594 w 1269572"/>
                <a:gd name="csY61" fmla="*/ 26050 h 176234"/>
                <a:gd name="csX62" fmla="*/ 508594 w 1269572"/>
                <a:gd name="csY62" fmla="*/ 159823 h 176234"/>
                <a:gd name="csX63" fmla="*/ 504243 w 1269572"/>
                <a:gd name="csY63" fmla="*/ 170562 h 176234"/>
                <a:gd name="csX64" fmla="*/ 493549 w 1269572"/>
                <a:gd name="csY64" fmla="*/ 174912 h 176234"/>
                <a:gd name="csX65" fmla="*/ 483036 w 1269572"/>
                <a:gd name="csY65" fmla="*/ 170562 h 176234"/>
                <a:gd name="csX66" fmla="*/ 478686 w 1269572"/>
                <a:gd name="csY66" fmla="*/ 159823 h 176234"/>
                <a:gd name="csX67" fmla="*/ 663654 w 1269572"/>
                <a:gd name="csY67" fmla="*/ 159823 h 176234"/>
                <a:gd name="csX68" fmla="*/ 663654 w 1269572"/>
                <a:gd name="csY68" fmla="*/ 98950 h 176234"/>
                <a:gd name="csX69" fmla="*/ 574840 w 1269572"/>
                <a:gd name="csY69" fmla="*/ 98950 h 176234"/>
                <a:gd name="csX70" fmla="*/ 574840 w 1269572"/>
                <a:gd name="csY70" fmla="*/ 159823 h 176234"/>
                <a:gd name="csX71" fmla="*/ 570490 w 1269572"/>
                <a:gd name="csY71" fmla="*/ 170562 h 176234"/>
                <a:gd name="csX72" fmla="*/ 560069 w 1269572"/>
                <a:gd name="csY72" fmla="*/ 174912 h 176234"/>
                <a:gd name="csX73" fmla="*/ 549285 w 1269572"/>
                <a:gd name="csY73" fmla="*/ 170562 h 176234"/>
                <a:gd name="csX74" fmla="*/ 544935 w 1269572"/>
                <a:gd name="csY74" fmla="*/ 159823 h 176234"/>
                <a:gd name="csX75" fmla="*/ 544935 w 1269572"/>
                <a:gd name="csY75" fmla="*/ 16335 h 176234"/>
                <a:gd name="csX76" fmla="*/ 549285 w 1269572"/>
                <a:gd name="csY76" fmla="*/ 5849 h 176234"/>
                <a:gd name="csX77" fmla="*/ 559798 w 1269572"/>
                <a:gd name="csY77" fmla="*/ 1246 h 176234"/>
                <a:gd name="csX78" fmla="*/ 570490 w 1269572"/>
                <a:gd name="csY78" fmla="*/ 5849 h 176234"/>
                <a:gd name="csX79" fmla="*/ 574840 w 1269572"/>
                <a:gd name="csY79" fmla="*/ 16335 h 176234"/>
                <a:gd name="csX80" fmla="*/ 574840 w 1269572"/>
                <a:gd name="csY80" fmla="*/ 72605 h 176234"/>
                <a:gd name="csX81" fmla="*/ 663654 w 1269572"/>
                <a:gd name="csY81" fmla="*/ 72605 h 176234"/>
                <a:gd name="csX82" fmla="*/ 663654 w 1269572"/>
                <a:gd name="csY82" fmla="*/ 16335 h 176234"/>
                <a:gd name="csX83" fmla="*/ 668005 w 1269572"/>
                <a:gd name="csY83" fmla="*/ 5849 h 176234"/>
                <a:gd name="csX84" fmla="*/ 678697 w 1269572"/>
                <a:gd name="csY84" fmla="*/ 1246 h 176234"/>
                <a:gd name="csX85" fmla="*/ 689209 w 1269572"/>
                <a:gd name="csY85" fmla="*/ 5849 h 176234"/>
                <a:gd name="csX86" fmla="*/ 693559 w 1269572"/>
                <a:gd name="csY86" fmla="*/ 16335 h 176234"/>
                <a:gd name="csX87" fmla="*/ 693559 w 1269572"/>
                <a:gd name="csY87" fmla="*/ 159823 h 176234"/>
                <a:gd name="csX88" fmla="*/ 689209 w 1269572"/>
                <a:gd name="csY88" fmla="*/ 170562 h 176234"/>
                <a:gd name="csX89" fmla="*/ 678426 w 1269572"/>
                <a:gd name="csY89" fmla="*/ 174912 h 176234"/>
                <a:gd name="csX90" fmla="*/ 668005 w 1269572"/>
                <a:gd name="csY90" fmla="*/ 170562 h 176234"/>
                <a:gd name="csX91" fmla="*/ 663654 w 1269572"/>
                <a:gd name="csY91" fmla="*/ 159823 h 176234"/>
                <a:gd name="csX92" fmla="*/ 721927 w 1269572"/>
                <a:gd name="csY92" fmla="*/ 159823 h 176234"/>
                <a:gd name="csX93" fmla="*/ 724734 w 1269572"/>
                <a:gd name="csY93" fmla="*/ 151377 h 176234"/>
                <a:gd name="csX94" fmla="*/ 784639 w 1269572"/>
                <a:gd name="csY94" fmla="*/ 73366 h 176234"/>
                <a:gd name="csX95" fmla="*/ 733706 w 1269572"/>
                <a:gd name="csY95" fmla="*/ 73366 h 176234"/>
                <a:gd name="csX96" fmla="*/ 725279 w 1269572"/>
                <a:gd name="csY96" fmla="*/ 70049 h 176234"/>
                <a:gd name="csX97" fmla="*/ 721927 w 1269572"/>
                <a:gd name="csY97" fmla="*/ 61603 h 176234"/>
                <a:gd name="csX98" fmla="*/ 725279 w 1269572"/>
                <a:gd name="csY98" fmla="*/ 53419 h 176234"/>
                <a:gd name="csX99" fmla="*/ 733706 w 1269572"/>
                <a:gd name="csY99" fmla="*/ 49840 h 176234"/>
                <a:gd name="csX100" fmla="*/ 808656 w 1269572"/>
                <a:gd name="csY100" fmla="*/ 49840 h 176234"/>
                <a:gd name="csX101" fmla="*/ 817807 w 1269572"/>
                <a:gd name="csY101" fmla="*/ 53673 h 176234"/>
                <a:gd name="csX102" fmla="*/ 821975 w 1269572"/>
                <a:gd name="csY102" fmla="*/ 63143 h 176234"/>
                <a:gd name="csX103" fmla="*/ 819168 w 1269572"/>
                <a:gd name="csY103" fmla="*/ 71064 h 176234"/>
                <a:gd name="csX104" fmla="*/ 758810 w 1269572"/>
                <a:gd name="csY104" fmla="*/ 150099 h 176234"/>
                <a:gd name="csX105" fmla="*/ 811192 w 1269572"/>
                <a:gd name="csY105" fmla="*/ 150099 h 176234"/>
                <a:gd name="csX106" fmla="*/ 819439 w 1269572"/>
                <a:gd name="csY106" fmla="*/ 153425 h 176234"/>
                <a:gd name="csX107" fmla="*/ 822974 w 1269572"/>
                <a:gd name="csY107" fmla="*/ 161608 h 176234"/>
                <a:gd name="csX108" fmla="*/ 819439 w 1269572"/>
                <a:gd name="csY108" fmla="*/ 170045 h 176234"/>
                <a:gd name="csX109" fmla="*/ 811192 w 1269572"/>
                <a:gd name="csY109" fmla="*/ 173371 h 176234"/>
                <a:gd name="csX110" fmla="*/ 735520 w 1269572"/>
                <a:gd name="csY110" fmla="*/ 173371 h 176234"/>
                <a:gd name="csX111" fmla="*/ 725824 w 1269572"/>
                <a:gd name="csY111" fmla="*/ 169537 h 176234"/>
                <a:gd name="csX112" fmla="*/ 721927 w 1269572"/>
                <a:gd name="csY112" fmla="*/ 159823 h 176234"/>
                <a:gd name="csX113" fmla="*/ 908887 w 1269572"/>
                <a:gd name="csY113" fmla="*/ 111483 h 176234"/>
                <a:gd name="csX114" fmla="*/ 926559 w 1269572"/>
                <a:gd name="csY114" fmla="*/ 65445 h 176234"/>
                <a:gd name="csX115" fmla="*/ 972326 w 1269572"/>
                <a:gd name="csY115" fmla="*/ 46767 h 176234"/>
                <a:gd name="csX116" fmla="*/ 1018363 w 1269572"/>
                <a:gd name="csY116" fmla="*/ 65445 h 176234"/>
                <a:gd name="csX117" fmla="*/ 1036033 w 1269572"/>
                <a:gd name="csY117" fmla="*/ 111483 h 176234"/>
                <a:gd name="csX118" fmla="*/ 1018363 w 1269572"/>
                <a:gd name="csY118" fmla="*/ 157774 h 176234"/>
                <a:gd name="csX119" fmla="*/ 972326 w 1269572"/>
                <a:gd name="csY119" fmla="*/ 176443 h 176234"/>
                <a:gd name="csX120" fmla="*/ 926559 w 1269572"/>
                <a:gd name="csY120" fmla="*/ 157774 h 176234"/>
                <a:gd name="csX121" fmla="*/ 908887 w 1269572"/>
                <a:gd name="csY121" fmla="*/ 111483 h 176234"/>
                <a:gd name="csX122" fmla="*/ 1008122 w 1269572"/>
                <a:gd name="csY122" fmla="*/ 111483 h 176234"/>
                <a:gd name="csX123" fmla="*/ 998425 w 1269572"/>
                <a:gd name="csY123" fmla="*/ 82573 h 176234"/>
                <a:gd name="csX124" fmla="*/ 972326 w 1269572"/>
                <a:gd name="csY124" fmla="*/ 70557 h 176234"/>
                <a:gd name="csX125" fmla="*/ 946223 w 1269572"/>
                <a:gd name="csY125" fmla="*/ 82573 h 176234"/>
                <a:gd name="csX126" fmla="*/ 936801 w 1269572"/>
                <a:gd name="csY126" fmla="*/ 111483 h 176234"/>
                <a:gd name="csX127" fmla="*/ 946223 w 1269572"/>
                <a:gd name="csY127" fmla="*/ 140891 h 176234"/>
                <a:gd name="csX128" fmla="*/ 972326 w 1269572"/>
                <a:gd name="csY128" fmla="*/ 152654 h 176234"/>
                <a:gd name="csX129" fmla="*/ 998425 w 1269572"/>
                <a:gd name="csY129" fmla="*/ 140891 h 176234"/>
                <a:gd name="csX130" fmla="*/ 1008122 w 1269572"/>
                <a:gd name="csY130" fmla="*/ 111483 h 176234"/>
                <a:gd name="csX131" fmla="*/ 1173332 w 1269572"/>
                <a:gd name="csY131" fmla="*/ 61856 h 176234"/>
                <a:gd name="csX132" fmla="*/ 1173332 w 1269572"/>
                <a:gd name="csY132" fmla="*/ 161354 h 176234"/>
                <a:gd name="csX133" fmla="*/ 1169253 w 1269572"/>
                <a:gd name="csY133" fmla="*/ 171070 h 176234"/>
                <a:gd name="csX134" fmla="*/ 1160101 w 1269572"/>
                <a:gd name="csY134" fmla="*/ 174912 h 176234"/>
                <a:gd name="csX135" fmla="*/ 1150314 w 1269572"/>
                <a:gd name="csY135" fmla="*/ 171070 h 176234"/>
                <a:gd name="csX136" fmla="*/ 1146508 w 1269572"/>
                <a:gd name="csY136" fmla="*/ 161354 h 176234"/>
                <a:gd name="csX137" fmla="*/ 1146508 w 1269572"/>
                <a:gd name="csY137" fmla="*/ 157258 h 176234"/>
                <a:gd name="csX138" fmla="*/ 1102736 w 1269572"/>
                <a:gd name="csY138" fmla="*/ 176443 h 176234"/>
                <a:gd name="csX139" fmla="*/ 1063131 w 1269572"/>
                <a:gd name="csY139" fmla="*/ 137311 h 176234"/>
                <a:gd name="csX140" fmla="*/ 1063131 w 1269572"/>
                <a:gd name="csY140" fmla="*/ 61856 h 176234"/>
                <a:gd name="csX141" fmla="*/ 1066937 w 1269572"/>
                <a:gd name="csY141" fmla="*/ 52395 h 176234"/>
                <a:gd name="csX142" fmla="*/ 1076724 w 1269572"/>
                <a:gd name="csY142" fmla="*/ 48307 h 176234"/>
                <a:gd name="csX143" fmla="*/ 1085879 w 1269572"/>
                <a:gd name="csY143" fmla="*/ 52395 h 176234"/>
                <a:gd name="csX144" fmla="*/ 1089955 w 1269572"/>
                <a:gd name="csY144" fmla="*/ 61856 h 176234"/>
                <a:gd name="csX145" fmla="*/ 1089955 w 1269572"/>
                <a:gd name="csY145" fmla="*/ 127596 h 176234"/>
                <a:gd name="csX146" fmla="*/ 1096120 w 1269572"/>
                <a:gd name="csY146" fmla="*/ 146772 h 176234"/>
                <a:gd name="csX147" fmla="*/ 1114788 w 1269572"/>
                <a:gd name="csY147" fmla="*/ 152654 h 176234"/>
                <a:gd name="csX148" fmla="*/ 1146508 w 1269572"/>
                <a:gd name="csY148" fmla="*/ 136541 h 176234"/>
                <a:gd name="csX149" fmla="*/ 1146508 w 1269572"/>
                <a:gd name="csY149" fmla="*/ 61856 h 176234"/>
                <a:gd name="csX150" fmla="*/ 1150314 w 1269572"/>
                <a:gd name="csY150" fmla="*/ 52395 h 176234"/>
                <a:gd name="csX151" fmla="*/ 1159830 w 1269572"/>
                <a:gd name="csY151" fmla="*/ 48307 h 176234"/>
                <a:gd name="csX152" fmla="*/ 1169253 w 1269572"/>
                <a:gd name="csY152" fmla="*/ 52395 h 176234"/>
                <a:gd name="csX153" fmla="*/ 1173332 w 1269572"/>
                <a:gd name="csY153" fmla="*/ 61856 h 176234"/>
                <a:gd name="csX154" fmla="*/ 1270029 w 1269572"/>
                <a:gd name="csY154" fmla="*/ 163140 h 176234"/>
                <a:gd name="csX155" fmla="*/ 1262871 w 1269572"/>
                <a:gd name="csY155" fmla="*/ 173371 h 176234"/>
                <a:gd name="csX156" fmla="*/ 1245198 w 1269572"/>
                <a:gd name="csY156" fmla="*/ 176443 h 176234"/>
                <a:gd name="csX157" fmla="*/ 1221455 w 1269572"/>
                <a:gd name="csY157" fmla="*/ 168260 h 176234"/>
                <a:gd name="csX158" fmla="*/ 1213570 w 1269572"/>
                <a:gd name="csY158" fmla="*/ 144733 h 176234"/>
                <a:gd name="csX159" fmla="*/ 1213570 w 1269572"/>
                <a:gd name="csY159" fmla="*/ 73375 h 176234"/>
                <a:gd name="csX160" fmla="*/ 1203329 w 1269572"/>
                <a:gd name="csY160" fmla="*/ 73375 h 176234"/>
                <a:gd name="csX161" fmla="*/ 1194902 w 1269572"/>
                <a:gd name="csY161" fmla="*/ 70049 h 176234"/>
                <a:gd name="csX162" fmla="*/ 1191547 w 1269572"/>
                <a:gd name="csY162" fmla="*/ 61603 h 176234"/>
                <a:gd name="csX163" fmla="*/ 1194902 w 1269572"/>
                <a:gd name="csY163" fmla="*/ 53419 h 176234"/>
                <a:gd name="csX164" fmla="*/ 1203329 w 1269572"/>
                <a:gd name="csY164" fmla="*/ 49840 h 176234"/>
                <a:gd name="csX165" fmla="*/ 1213570 w 1269572"/>
                <a:gd name="csY165" fmla="*/ 49840 h 176234"/>
                <a:gd name="csX166" fmla="*/ 1213570 w 1269572"/>
                <a:gd name="csY166" fmla="*/ 28098 h 176234"/>
                <a:gd name="csX167" fmla="*/ 1217376 w 1269572"/>
                <a:gd name="csY167" fmla="*/ 18637 h 176234"/>
                <a:gd name="csX168" fmla="*/ 1227072 w 1269572"/>
                <a:gd name="csY168" fmla="*/ 14541 h 176234"/>
                <a:gd name="csX169" fmla="*/ 1236318 w 1269572"/>
                <a:gd name="csY169" fmla="*/ 18637 h 176234"/>
                <a:gd name="csX170" fmla="*/ 1240394 w 1269572"/>
                <a:gd name="csY170" fmla="*/ 28098 h 176234"/>
                <a:gd name="csX171" fmla="*/ 1240394 w 1269572"/>
                <a:gd name="csY171" fmla="*/ 49840 h 176234"/>
                <a:gd name="csX172" fmla="*/ 1255257 w 1269572"/>
                <a:gd name="csY172" fmla="*/ 49840 h 176234"/>
                <a:gd name="csX173" fmla="*/ 1263413 w 1269572"/>
                <a:gd name="csY173" fmla="*/ 53419 h 176234"/>
                <a:gd name="csX174" fmla="*/ 1266948 w 1269572"/>
                <a:gd name="csY174" fmla="*/ 61603 h 176234"/>
                <a:gd name="csX175" fmla="*/ 1263413 w 1269572"/>
                <a:gd name="csY175" fmla="*/ 70049 h 176234"/>
                <a:gd name="csX176" fmla="*/ 1255257 w 1269572"/>
                <a:gd name="csY176" fmla="*/ 73375 h 176234"/>
                <a:gd name="csX177" fmla="*/ 1240394 w 1269572"/>
                <a:gd name="csY177" fmla="*/ 73375 h 176234"/>
                <a:gd name="csX178" fmla="*/ 1240394 w 1269572"/>
                <a:gd name="csY178" fmla="*/ 138081 h 176234"/>
                <a:gd name="csX179" fmla="*/ 1243475 w 1269572"/>
                <a:gd name="csY179" fmla="*/ 148820 h 176234"/>
                <a:gd name="csX180" fmla="*/ 1252176 w 1269572"/>
                <a:gd name="csY180" fmla="*/ 152654 h 176234"/>
                <a:gd name="csX181" fmla="*/ 1255711 w 1269572"/>
                <a:gd name="csY181" fmla="*/ 152401 h 176234"/>
                <a:gd name="csX182" fmla="*/ 1258792 w 1269572"/>
                <a:gd name="csY182" fmla="*/ 151893 h 176234"/>
                <a:gd name="csX183" fmla="*/ 1266948 w 1269572"/>
                <a:gd name="csY183" fmla="*/ 155219 h 176234"/>
                <a:gd name="csX184" fmla="*/ 1270029 w 1269572"/>
                <a:gd name="csY184" fmla="*/ 163149 h 1762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</a:cxnLst>
              <a:rect l="l" t="t" r="r" b="b"/>
              <a:pathLst>
                <a:path w="1269572" h="176234">
                  <a:moveTo>
                    <a:pt x="41872" y="159823"/>
                  </a:moveTo>
                  <a:lnTo>
                    <a:pt x="41872" y="41656"/>
                  </a:lnTo>
                  <a:lnTo>
                    <a:pt x="21935" y="62373"/>
                  </a:lnTo>
                  <a:cubicBezTo>
                    <a:pt x="19396" y="64928"/>
                    <a:pt x="16406" y="66206"/>
                    <a:pt x="12963" y="66206"/>
                  </a:cubicBezTo>
                  <a:cubicBezTo>
                    <a:pt x="9517" y="66206"/>
                    <a:pt x="6527" y="65019"/>
                    <a:pt x="3988" y="62627"/>
                  </a:cubicBezTo>
                  <a:cubicBezTo>
                    <a:pt x="1634" y="60071"/>
                    <a:pt x="456" y="57089"/>
                    <a:pt x="456" y="53673"/>
                  </a:cubicBezTo>
                  <a:cubicBezTo>
                    <a:pt x="456" y="50610"/>
                    <a:pt x="1634" y="47619"/>
                    <a:pt x="3988" y="44728"/>
                  </a:cubicBezTo>
                  <a:lnTo>
                    <a:pt x="42143" y="6357"/>
                  </a:lnTo>
                  <a:cubicBezTo>
                    <a:pt x="45495" y="2950"/>
                    <a:pt x="49575" y="1246"/>
                    <a:pt x="54376" y="1246"/>
                  </a:cubicBezTo>
                  <a:cubicBezTo>
                    <a:pt x="59180" y="1246"/>
                    <a:pt x="63259" y="2950"/>
                    <a:pt x="66703" y="6357"/>
                  </a:cubicBezTo>
                  <a:cubicBezTo>
                    <a:pt x="70055" y="9765"/>
                    <a:pt x="71778" y="13861"/>
                    <a:pt x="71778" y="18637"/>
                  </a:cubicBezTo>
                  <a:lnTo>
                    <a:pt x="71778" y="159823"/>
                  </a:lnTo>
                  <a:cubicBezTo>
                    <a:pt x="71778" y="163910"/>
                    <a:pt x="70328" y="167489"/>
                    <a:pt x="67427" y="170562"/>
                  </a:cubicBezTo>
                  <a:cubicBezTo>
                    <a:pt x="64529" y="173462"/>
                    <a:pt x="60994" y="174912"/>
                    <a:pt x="56915" y="174912"/>
                  </a:cubicBezTo>
                  <a:cubicBezTo>
                    <a:pt x="52656" y="174912"/>
                    <a:pt x="49121" y="173462"/>
                    <a:pt x="46220" y="170562"/>
                  </a:cubicBezTo>
                  <a:cubicBezTo>
                    <a:pt x="43322" y="167489"/>
                    <a:pt x="41872" y="163910"/>
                    <a:pt x="41872" y="159823"/>
                  </a:cubicBezTo>
                  <a:close/>
                  <a:moveTo>
                    <a:pt x="168748" y="222"/>
                  </a:moveTo>
                  <a:cubicBezTo>
                    <a:pt x="183428" y="50"/>
                    <a:pt x="196026" y="4227"/>
                    <a:pt x="206538" y="12755"/>
                  </a:cubicBezTo>
                  <a:cubicBezTo>
                    <a:pt x="217141" y="21283"/>
                    <a:pt x="224935" y="32104"/>
                    <a:pt x="229828" y="45235"/>
                  </a:cubicBezTo>
                  <a:cubicBezTo>
                    <a:pt x="234814" y="58367"/>
                    <a:pt x="237170" y="72686"/>
                    <a:pt x="236988" y="88201"/>
                  </a:cubicBezTo>
                  <a:cubicBezTo>
                    <a:pt x="236988" y="99629"/>
                    <a:pt x="235539" y="110541"/>
                    <a:pt x="232638" y="120944"/>
                  </a:cubicBezTo>
                  <a:cubicBezTo>
                    <a:pt x="229919" y="131339"/>
                    <a:pt x="225751" y="140810"/>
                    <a:pt x="220131" y="149338"/>
                  </a:cubicBezTo>
                  <a:cubicBezTo>
                    <a:pt x="214694" y="157684"/>
                    <a:pt x="207534" y="164336"/>
                    <a:pt x="198653" y="169284"/>
                  </a:cubicBezTo>
                  <a:cubicBezTo>
                    <a:pt x="189772" y="174223"/>
                    <a:pt x="179802" y="176615"/>
                    <a:pt x="168748" y="176443"/>
                  </a:cubicBezTo>
                  <a:cubicBezTo>
                    <a:pt x="157599" y="176615"/>
                    <a:pt x="147632" y="174223"/>
                    <a:pt x="138748" y="169284"/>
                  </a:cubicBezTo>
                  <a:cubicBezTo>
                    <a:pt x="129959" y="164336"/>
                    <a:pt x="122710" y="157684"/>
                    <a:pt x="117090" y="149338"/>
                  </a:cubicBezTo>
                  <a:cubicBezTo>
                    <a:pt x="111562" y="140810"/>
                    <a:pt x="107394" y="131348"/>
                    <a:pt x="104493" y="120944"/>
                  </a:cubicBezTo>
                  <a:cubicBezTo>
                    <a:pt x="101774" y="110541"/>
                    <a:pt x="100416" y="99629"/>
                    <a:pt x="100416" y="88201"/>
                  </a:cubicBezTo>
                  <a:cubicBezTo>
                    <a:pt x="100234" y="72686"/>
                    <a:pt x="102590" y="58367"/>
                    <a:pt x="107574" y="45235"/>
                  </a:cubicBezTo>
                  <a:cubicBezTo>
                    <a:pt x="112560" y="32104"/>
                    <a:pt x="120263" y="21283"/>
                    <a:pt x="130866" y="12755"/>
                  </a:cubicBezTo>
                  <a:cubicBezTo>
                    <a:pt x="141470" y="4227"/>
                    <a:pt x="154065" y="50"/>
                    <a:pt x="168748" y="222"/>
                  </a:cubicBezTo>
                  <a:close/>
                  <a:moveTo>
                    <a:pt x="197383" y="44211"/>
                  </a:moveTo>
                  <a:cubicBezTo>
                    <a:pt x="191404" y="32621"/>
                    <a:pt x="181887" y="26820"/>
                    <a:pt x="168748" y="26820"/>
                  </a:cubicBezTo>
                  <a:cubicBezTo>
                    <a:pt x="155605" y="26820"/>
                    <a:pt x="146000" y="32621"/>
                    <a:pt x="139838" y="44211"/>
                  </a:cubicBezTo>
                  <a:cubicBezTo>
                    <a:pt x="133856" y="55811"/>
                    <a:pt x="130866" y="70475"/>
                    <a:pt x="130866" y="88201"/>
                  </a:cubicBezTo>
                  <a:cubicBezTo>
                    <a:pt x="130866" y="106109"/>
                    <a:pt x="133947" y="120854"/>
                    <a:pt x="140109" y="132454"/>
                  </a:cubicBezTo>
                  <a:cubicBezTo>
                    <a:pt x="146180" y="144045"/>
                    <a:pt x="155788" y="149845"/>
                    <a:pt x="168748" y="149845"/>
                  </a:cubicBezTo>
                  <a:cubicBezTo>
                    <a:pt x="181708" y="149845"/>
                    <a:pt x="191222" y="144045"/>
                    <a:pt x="197383" y="132454"/>
                  </a:cubicBezTo>
                  <a:cubicBezTo>
                    <a:pt x="203548" y="121026"/>
                    <a:pt x="206538" y="106281"/>
                    <a:pt x="206538" y="88201"/>
                  </a:cubicBezTo>
                  <a:cubicBezTo>
                    <a:pt x="206538" y="70475"/>
                    <a:pt x="203548" y="55811"/>
                    <a:pt x="197383" y="44211"/>
                  </a:cubicBezTo>
                  <a:close/>
                  <a:moveTo>
                    <a:pt x="478686" y="159823"/>
                  </a:moveTo>
                  <a:lnTo>
                    <a:pt x="478686" y="44211"/>
                  </a:lnTo>
                  <a:lnTo>
                    <a:pt x="427844" y="169537"/>
                  </a:lnTo>
                  <a:cubicBezTo>
                    <a:pt x="426487" y="173118"/>
                    <a:pt x="423768" y="174912"/>
                    <a:pt x="419871" y="174912"/>
                  </a:cubicBezTo>
                  <a:cubicBezTo>
                    <a:pt x="415974" y="174912"/>
                    <a:pt x="413347" y="173118"/>
                    <a:pt x="411986" y="169537"/>
                  </a:cubicBezTo>
                  <a:lnTo>
                    <a:pt x="361327" y="44211"/>
                  </a:lnTo>
                  <a:lnTo>
                    <a:pt x="361327" y="159823"/>
                  </a:lnTo>
                  <a:cubicBezTo>
                    <a:pt x="361327" y="163910"/>
                    <a:pt x="359875" y="167489"/>
                    <a:pt x="356977" y="170562"/>
                  </a:cubicBezTo>
                  <a:cubicBezTo>
                    <a:pt x="354076" y="173462"/>
                    <a:pt x="350541" y="174912"/>
                    <a:pt x="346464" y="174912"/>
                  </a:cubicBezTo>
                  <a:cubicBezTo>
                    <a:pt x="342205" y="174912"/>
                    <a:pt x="338671" y="173462"/>
                    <a:pt x="335770" y="170562"/>
                  </a:cubicBezTo>
                  <a:cubicBezTo>
                    <a:pt x="332871" y="167489"/>
                    <a:pt x="331419" y="163910"/>
                    <a:pt x="331419" y="159823"/>
                  </a:cubicBezTo>
                  <a:lnTo>
                    <a:pt x="331419" y="26050"/>
                  </a:lnTo>
                  <a:cubicBezTo>
                    <a:pt x="331419" y="19235"/>
                    <a:pt x="333776" y="13435"/>
                    <a:pt x="338580" y="8659"/>
                  </a:cubicBezTo>
                  <a:cubicBezTo>
                    <a:pt x="343472" y="3720"/>
                    <a:pt x="349363" y="1246"/>
                    <a:pt x="356161" y="1246"/>
                  </a:cubicBezTo>
                  <a:cubicBezTo>
                    <a:pt x="361327" y="1246"/>
                    <a:pt x="365949" y="2696"/>
                    <a:pt x="370025" y="5596"/>
                  </a:cubicBezTo>
                  <a:cubicBezTo>
                    <a:pt x="374287" y="8496"/>
                    <a:pt x="377368" y="12239"/>
                    <a:pt x="379180" y="16842"/>
                  </a:cubicBezTo>
                  <a:lnTo>
                    <a:pt x="419871" y="117618"/>
                  </a:lnTo>
                  <a:lnTo>
                    <a:pt x="460833" y="16842"/>
                  </a:lnTo>
                  <a:cubicBezTo>
                    <a:pt x="462645" y="12239"/>
                    <a:pt x="465637" y="8496"/>
                    <a:pt x="469714" y="5596"/>
                  </a:cubicBezTo>
                  <a:cubicBezTo>
                    <a:pt x="473973" y="2696"/>
                    <a:pt x="478686" y="1246"/>
                    <a:pt x="483852" y="1246"/>
                  </a:cubicBezTo>
                  <a:cubicBezTo>
                    <a:pt x="490650" y="1246"/>
                    <a:pt x="496450" y="3720"/>
                    <a:pt x="501251" y="8659"/>
                  </a:cubicBezTo>
                  <a:cubicBezTo>
                    <a:pt x="506146" y="13435"/>
                    <a:pt x="508594" y="19235"/>
                    <a:pt x="508594" y="26050"/>
                  </a:cubicBezTo>
                  <a:lnTo>
                    <a:pt x="508594" y="159823"/>
                  </a:lnTo>
                  <a:cubicBezTo>
                    <a:pt x="508594" y="163910"/>
                    <a:pt x="507142" y="167489"/>
                    <a:pt x="504243" y="170562"/>
                  </a:cubicBezTo>
                  <a:cubicBezTo>
                    <a:pt x="501342" y="173462"/>
                    <a:pt x="497808" y="174912"/>
                    <a:pt x="493549" y="174912"/>
                  </a:cubicBezTo>
                  <a:cubicBezTo>
                    <a:pt x="489472" y="174912"/>
                    <a:pt x="485937" y="173462"/>
                    <a:pt x="483036" y="170562"/>
                  </a:cubicBezTo>
                  <a:cubicBezTo>
                    <a:pt x="480138" y="167489"/>
                    <a:pt x="478686" y="163910"/>
                    <a:pt x="478686" y="159823"/>
                  </a:cubicBezTo>
                  <a:close/>
                  <a:moveTo>
                    <a:pt x="663654" y="159823"/>
                  </a:moveTo>
                  <a:lnTo>
                    <a:pt x="663654" y="98950"/>
                  </a:lnTo>
                  <a:lnTo>
                    <a:pt x="574840" y="98950"/>
                  </a:lnTo>
                  <a:lnTo>
                    <a:pt x="574840" y="159823"/>
                  </a:lnTo>
                  <a:cubicBezTo>
                    <a:pt x="574840" y="163910"/>
                    <a:pt x="573391" y="167489"/>
                    <a:pt x="570490" y="170562"/>
                  </a:cubicBezTo>
                  <a:cubicBezTo>
                    <a:pt x="567591" y="173462"/>
                    <a:pt x="564145" y="174912"/>
                    <a:pt x="560069" y="174912"/>
                  </a:cubicBezTo>
                  <a:cubicBezTo>
                    <a:pt x="555810" y="174912"/>
                    <a:pt x="552184" y="173462"/>
                    <a:pt x="549285" y="170562"/>
                  </a:cubicBezTo>
                  <a:cubicBezTo>
                    <a:pt x="546384" y="167489"/>
                    <a:pt x="544935" y="163910"/>
                    <a:pt x="544935" y="159823"/>
                  </a:cubicBezTo>
                  <a:lnTo>
                    <a:pt x="544935" y="16335"/>
                  </a:lnTo>
                  <a:cubicBezTo>
                    <a:pt x="544935" y="12239"/>
                    <a:pt x="546384" y="8750"/>
                    <a:pt x="549285" y="5849"/>
                  </a:cubicBezTo>
                  <a:cubicBezTo>
                    <a:pt x="552184" y="2778"/>
                    <a:pt x="555718" y="1246"/>
                    <a:pt x="559798" y="1246"/>
                  </a:cubicBezTo>
                  <a:cubicBezTo>
                    <a:pt x="564057" y="1246"/>
                    <a:pt x="567591" y="2778"/>
                    <a:pt x="570490" y="5849"/>
                  </a:cubicBezTo>
                  <a:cubicBezTo>
                    <a:pt x="573391" y="8750"/>
                    <a:pt x="574840" y="12239"/>
                    <a:pt x="574840" y="16335"/>
                  </a:cubicBezTo>
                  <a:lnTo>
                    <a:pt x="574840" y="72605"/>
                  </a:lnTo>
                  <a:lnTo>
                    <a:pt x="663654" y="72605"/>
                  </a:lnTo>
                  <a:lnTo>
                    <a:pt x="663654" y="16335"/>
                  </a:lnTo>
                  <a:cubicBezTo>
                    <a:pt x="663654" y="12239"/>
                    <a:pt x="665103" y="8750"/>
                    <a:pt x="668005" y="5849"/>
                  </a:cubicBezTo>
                  <a:cubicBezTo>
                    <a:pt x="670903" y="2778"/>
                    <a:pt x="674438" y="1246"/>
                    <a:pt x="678697" y="1246"/>
                  </a:cubicBezTo>
                  <a:cubicBezTo>
                    <a:pt x="682776" y="1246"/>
                    <a:pt x="686311" y="2778"/>
                    <a:pt x="689209" y="5849"/>
                  </a:cubicBezTo>
                  <a:cubicBezTo>
                    <a:pt x="692110" y="8750"/>
                    <a:pt x="693559" y="12239"/>
                    <a:pt x="693559" y="16335"/>
                  </a:cubicBezTo>
                  <a:lnTo>
                    <a:pt x="693559" y="159823"/>
                  </a:lnTo>
                  <a:cubicBezTo>
                    <a:pt x="693559" y="163910"/>
                    <a:pt x="692110" y="167489"/>
                    <a:pt x="689209" y="170562"/>
                  </a:cubicBezTo>
                  <a:cubicBezTo>
                    <a:pt x="686311" y="173462"/>
                    <a:pt x="682685" y="174912"/>
                    <a:pt x="678426" y="174912"/>
                  </a:cubicBezTo>
                  <a:cubicBezTo>
                    <a:pt x="674346" y="174912"/>
                    <a:pt x="670903" y="173462"/>
                    <a:pt x="668005" y="170562"/>
                  </a:cubicBezTo>
                  <a:cubicBezTo>
                    <a:pt x="665103" y="167489"/>
                    <a:pt x="663654" y="163910"/>
                    <a:pt x="663654" y="159823"/>
                  </a:cubicBezTo>
                  <a:close/>
                  <a:moveTo>
                    <a:pt x="721927" y="159823"/>
                  </a:moveTo>
                  <a:cubicBezTo>
                    <a:pt x="721927" y="156578"/>
                    <a:pt x="722923" y="153769"/>
                    <a:pt x="724734" y="151377"/>
                  </a:cubicBezTo>
                  <a:lnTo>
                    <a:pt x="784639" y="73366"/>
                  </a:lnTo>
                  <a:lnTo>
                    <a:pt x="733706" y="73366"/>
                  </a:lnTo>
                  <a:cubicBezTo>
                    <a:pt x="730445" y="73366"/>
                    <a:pt x="727635" y="72260"/>
                    <a:pt x="725279" y="70049"/>
                  </a:cubicBezTo>
                  <a:cubicBezTo>
                    <a:pt x="723014" y="67656"/>
                    <a:pt x="721927" y="64847"/>
                    <a:pt x="721927" y="61603"/>
                  </a:cubicBezTo>
                  <a:cubicBezTo>
                    <a:pt x="721927" y="58367"/>
                    <a:pt x="723014" y="55639"/>
                    <a:pt x="725279" y="53419"/>
                  </a:cubicBezTo>
                  <a:cubicBezTo>
                    <a:pt x="727635" y="51036"/>
                    <a:pt x="730445" y="49840"/>
                    <a:pt x="733706" y="49840"/>
                  </a:cubicBezTo>
                  <a:lnTo>
                    <a:pt x="808656" y="49840"/>
                  </a:lnTo>
                  <a:cubicBezTo>
                    <a:pt x="812190" y="49840"/>
                    <a:pt x="815271" y="51117"/>
                    <a:pt x="817807" y="53673"/>
                  </a:cubicBezTo>
                  <a:cubicBezTo>
                    <a:pt x="820617" y="56237"/>
                    <a:pt x="821975" y="59392"/>
                    <a:pt x="821975" y="63143"/>
                  </a:cubicBezTo>
                  <a:cubicBezTo>
                    <a:pt x="821975" y="65699"/>
                    <a:pt x="820980" y="68336"/>
                    <a:pt x="819168" y="71064"/>
                  </a:cubicBezTo>
                  <a:lnTo>
                    <a:pt x="758810" y="150099"/>
                  </a:lnTo>
                  <a:lnTo>
                    <a:pt x="811192" y="150099"/>
                  </a:lnTo>
                  <a:cubicBezTo>
                    <a:pt x="814455" y="150099"/>
                    <a:pt x="817174" y="151204"/>
                    <a:pt x="819439" y="153425"/>
                  </a:cubicBezTo>
                  <a:cubicBezTo>
                    <a:pt x="821796" y="155645"/>
                    <a:pt x="822974" y="158372"/>
                    <a:pt x="822974" y="161608"/>
                  </a:cubicBezTo>
                  <a:cubicBezTo>
                    <a:pt x="822974" y="164852"/>
                    <a:pt x="821796" y="167662"/>
                    <a:pt x="819439" y="170045"/>
                  </a:cubicBezTo>
                  <a:cubicBezTo>
                    <a:pt x="817174" y="172266"/>
                    <a:pt x="814455" y="173371"/>
                    <a:pt x="811192" y="173371"/>
                  </a:cubicBezTo>
                  <a:lnTo>
                    <a:pt x="735520" y="173371"/>
                  </a:lnTo>
                  <a:cubicBezTo>
                    <a:pt x="731715" y="173371"/>
                    <a:pt x="728543" y="172094"/>
                    <a:pt x="725824" y="169537"/>
                  </a:cubicBezTo>
                  <a:cubicBezTo>
                    <a:pt x="723194" y="166810"/>
                    <a:pt x="721927" y="163575"/>
                    <a:pt x="721927" y="159823"/>
                  </a:cubicBezTo>
                  <a:close/>
                  <a:moveTo>
                    <a:pt x="908887" y="111483"/>
                  </a:moveTo>
                  <a:cubicBezTo>
                    <a:pt x="908887" y="93231"/>
                    <a:pt x="914778" y="77888"/>
                    <a:pt x="926559" y="65445"/>
                  </a:cubicBezTo>
                  <a:cubicBezTo>
                    <a:pt x="938341" y="52993"/>
                    <a:pt x="953566" y="46767"/>
                    <a:pt x="972326" y="46767"/>
                  </a:cubicBezTo>
                  <a:cubicBezTo>
                    <a:pt x="991265" y="46767"/>
                    <a:pt x="1006581" y="52993"/>
                    <a:pt x="1018363" y="65445"/>
                  </a:cubicBezTo>
                  <a:cubicBezTo>
                    <a:pt x="1030145" y="77888"/>
                    <a:pt x="1036033" y="93231"/>
                    <a:pt x="1036033" y="111483"/>
                  </a:cubicBezTo>
                  <a:cubicBezTo>
                    <a:pt x="1036033" y="129898"/>
                    <a:pt x="1030145" y="145322"/>
                    <a:pt x="1018363" y="157774"/>
                  </a:cubicBezTo>
                  <a:cubicBezTo>
                    <a:pt x="1006581" y="170218"/>
                    <a:pt x="991265" y="176443"/>
                    <a:pt x="972326" y="176443"/>
                  </a:cubicBezTo>
                  <a:cubicBezTo>
                    <a:pt x="953566" y="176443"/>
                    <a:pt x="938341" y="170218"/>
                    <a:pt x="926559" y="157774"/>
                  </a:cubicBezTo>
                  <a:cubicBezTo>
                    <a:pt x="914778" y="145322"/>
                    <a:pt x="908887" y="129898"/>
                    <a:pt x="908887" y="111483"/>
                  </a:cubicBezTo>
                  <a:close/>
                  <a:moveTo>
                    <a:pt x="1008122" y="111483"/>
                  </a:moveTo>
                  <a:cubicBezTo>
                    <a:pt x="1008122" y="100227"/>
                    <a:pt x="1004950" y="90594"/>
                    <a:pt x="998425" y="82573"/>
                  </a:cubicBezTo>
                  <a:cubicBezTo>
                    <a:pt x="991990" y="74562"/>
                    <a:pt x="983289" y="70557"/>
                    <a:pt x="972326" y="70557"/>
                  </a:cubicBezTo>
                  <a:cubicBezTo>
                    <a:pt x="961448" y="70557"/>
                    <a:pt x="952750" y="74562"/>
                    <a:pt x="946223" y="82573"/>
                  </a:cubicBezTo>
                  <a:cubicBezTo>
                    <a:pt x="939970" y="90422"/>
                    <a:pt x="936801" y="100055"/>
                    <a:pt x="936801" y="111483"/>
                  </a:cubicBezTo>
                  <a:cubicBezTo>
                    <a:pt x="936801" y="123246"/>
                    <a:pt x="939970" y="133052"/>
                    <a:pt x="946223" y="140891"/>
                  </a:cubicBezTo>
                  <a:cubicBezTo>
                    <a:pt x="952568" y="148739"/>
                    <a:pt x="961269" y="152654"/>
                    <a:pt x="972326" y="152654"/>
                  </a:cubicBezTo>
                  <a:cubicBezTo>
                    <a:pt x="983380" y="152654"/>
                    <a:pt x="992081" y="148739"/>
                    <a:pt x="998425" y="140891"/>
                  </a:cubicBezTo>
                  <a:cubicBezTo>
                    <a:pt x="1004950" y="132880"/>
                    <a:pt x="1008122" y="123074"/>
                    <a:pt x="1008122" y="111483"/>
                  </a:cubicBezTo>
                  <a:close/>
                  <a:moveTo>
                    <a:pt x="1173332" y="61856"/>
                  </a:moveTo>
                  <a:lnTo>
                    <a:pt x="1173332" y="161354"/>
                  </a:lnTo>
                  <a:cubicBezTo>
                    <a:pt x="1173332" y="165106"/>
                    <a:pt x="1171972" y="168341"/>
                    <a:pt x="1169253" y="171070"/>
                  </a:cubicBezTo>
                  <a:cubicBezTo>
                    <a:pt x="1166717" y="173634"/>
                    <a:pt x="1163636" y="174912"/>
                    <a:pt x="1160101" y="174912"/>
                  </a:cubicBezTo>
                  <a:cubicBezTo>
                    <a:pt x="1156296" y="174912"/>
                    <a:pt x="1153032" y="173634"/>
                    <a:pt x="1150314" y="171070"/>
                  </a:cubicBezTo>
                  <a:cubicBezTo>
                    <a:pt x="1147775" y="168341"/>
                    <a:pt x="1146508" y="165106"/>
                    <a:pt x="1146508" y="161354"/>
                  </a:cubicBezTo>
                  <a:lnTo>
                    <a:pt x="1146508" y="157258"/>
                  </a:lnTo>
                  <a:cubicBezTo>
                    <a:pt x="1134544" y="170045"/>
                    <a:pt x="1119955" y="176443"/>
                    <a:pt x="1102736" y="176443"/>
                  </a:cubicBezTo>
                  <a:cubicBezTo>
                    <a:pt x="1076362" y="176443"/>
                    <a:pt x="1063131" y="163402"/>
                    <a:pt x="1063131" y="137311"/>
                  </a:cubicBezTo>
                  <a:lnTo>
                    <a:pt x="1063131" y="61856"/>
                  </a:lnTo>
                  <a:cubicBezTo>
                    <a:pt x="1063131" y="58113"/>
                    <a:pt x="1064401" y="54951"/>
                    <a:pt x="1066937" y="52395"/>
                  </a:cubicBezTo>
                  <a:cubicBezTo>
                    <a:pt x="1069655" y="49667"/>
                    <a:pt x="1072919" y="48307"/>
                    <a:pt x="1076724" y="48307"/>
                  </a:cubicBezTo>
                  <a:cubicBezTo>
                    <a:pt x="1080259" y="48307"/>
                    <a:pt x="1083340" y="49667"/>
                    <a:pt x="1085879" y="52395"/>
                  </a:cubicBezTo>
                  <a:cubicBezTo>
                    <a:pt x="1088598" y="54951"/>
                    <a:pt x="1089955" y="58113"/>
                    <a:pt x="1089955" y="61856"/>
                  </a:cubicBezTo>
                  <a:lnTo>
                    <a:pt x="1089955" y="127596"/>
                  </a:lnTo>
                  <a:cubicBezTo>
                    <a:pt x="1089955" y="136459"/>
                    <a:pt x="1092041" y="142849"/>
                    <a:pt x="1096120" y="146772"/>
                  </a:cubicBezTo>
                  <a:cubicBezTo>
                    <a:pt x="1100197" y="150697"/>
                    <a:pt x="1106450" y="152654"/>
                    <a:pt x="1114788" y="152654"/>
                  </a:cubicBezTo>
                  <a:cubicBezTo>
                    <a:pt x="1127928" y="152654"/>
                    <a:pt x="1138532" y="147289"/>
                    <a:pt x="1146508" y="136541"/>
                  </a:cubicBezTo>
                  <a:lnTo>
                    <a:pt x="1146508" y="61856"/>
                  </a:lnTo>
                  <a:cubicBezTo>
                    <a:pt x="1146508" y="58113"/>
                    <a:pt x="1147775" y="54951"/>
                    <a:pt x="1150314" y="52395"/>
                  </a:cubicBezTo>
                  <a:cubicBezTo>
                    <a:pt x="1153032" y="49667"/>
                    <a:pt x="1156204" y="48307"/>
                    <a:pt x="1159830" y="48307"/>
                  </a:cubicBezTo>
                  <a:cubicBezTo>
                    <a:pt x="1163545" y="48307"/>
                    <a:pt x="1166717" y="49667"/>
                    <a:pt x="1169253" y="52395"/>
                  </a:cubicBezTo>
                  <a:cubicBezTo>
                    <a:pt x="1171972" y="54951"/>
                    <a:pt x="1173332" y="58113"/>
                    <a:pt x="1173332" y="61856"/>
                  </a:cubicBezTo>
                  <a:close/>
                  <a:moveTo>
                    <a:pt x="1270029" y="163140"/>
                  </a:moveTo>
                  <a:cubicBezTo>
                    <a:pt x="1270029" y="167915"/>
                    <a:pt x="1267672" y="171332"/>
                    <a:pt x="1262871" y="173371"/>
                  </a:cubicBezTo>
                  <a:cubicBezTo>
                    <a:pt x="1258158" y="175419"/>
                    <a:pt x="1252267" y="176443"/>
                    <a:pt x="1245198" y="176443"/>
                  </a:cubicBezTo>
                  <a:cubicBezTo>
                    <a:pt x="1234866" y="176443"/>
                    <a:pt x="1226892" y="173716"/>
                    <a:pt x="1221455" y="168260"/>
                  </a:cubicBezTo>
                  <a:cubicBezTo>
                    <a:pt x="1216198" y="162804"/>
                    <a:pt x="1213570" y="154956"/>
                    <a:pt x="1213570" y="144733"/>
                  </a:cubicBezTo>
                  <a:lnTo>
                    <a:pt x="1213570" y="73375"/>
                  </a:lnTo>
                  <a:lnTo>
                    <a:pt x="1203329" y="73375"/>
                  </a:lnTo>
                  <a:cubicBezTo>
                    <a:pt x="1200068" y="73375"/>
                    <a:pt x="1197258" y="72260"/>
                    <a:pt x="1194902" y="70049"/>
                  </a:cubicBezTo>
                  <a:cubicBezTo>
                    <a:pt x="1192637" y="67656"/>
                    <a:pt x="1191547" y="64847"/>
                    <a:pt x="1191547" y="61603"/>
                  </a:cubicBezTo>
                  <a:cubicBezTo>
                    <a:pt x="1191547" y="58367"/>
                    <a:pt x="1192637" y="55639"/>
                    <a:pt x="1194902" y="53419"/>
                  </a:cubicBezTo>
                  <a:cubicBezTo>
                    <a:pt x="1197258" y="51036"/>
                    <a:pt x="1200068" y="49840"/>
                    <a:pt x="1203329" y="49840"/>
                  </a:cubicBezTo>
                  <a:lnTo>
                    <a:pt x="1213570" y="49840"/>
                  </a:lnTo>
                  <a:lnTo>
                    <a:pt x="1213570" y="28098"/>
                  </a:lnTo>
                  <a:cubicBezTo>
                    <a:pt x="1213570" y="24346"/>
                    <a:pt x="1214840" y="21193"/>
                    <a:pt x="1217376" y="18637"/>
                  </a:cubicBezTo>
                  <a:cubicBezTo>
                    <a:pt x="1220094" y="15909"/>
                    <a:pt x="1223358" y="14541"/>
                    <a:pt x="1227072" y="14541"/>
                  </a:cubicBezTo>
                  <a:cubicBezTo>
                    <a:pt x="1230698" y="14541"/>
                    <a:pt x="1233688" y="15909"/>
                    <a:pt x="1236318" y="18637"/>
                  </a:cubicBezTo>
                  <a:cubicBezTo>
                    <a:pt x="1239036" y="21193"/>
                    <a:pt x="1240394" y="24346"/>
                    <a:pt x="1240394" y="28098"/>
                  </a:cubicBezTo>
                  <a:lnTo>
                    <a:pt x="1240394" y="49840"/>
                  </a:lnTo>
                  <a:lnTo>
                    <a:pt x="1255257" y="49840"/>
                  </a:lnTo>
                  <a:cubicBezTo>
                    <a:pt x="1258429" y="49840"/>
                    <a:pt x="1261148" y="51036"/>
                    <a:pt x="1263413" y="53419"/>
                  </a:cubicBezTo>
                  <a:cubicBezTo>
                    <a:pt x="1265769" y="55639"/>
                    <a:pt x="1266948" y="58367"/>
                    <a:pt x="1266948" y="61603"/>
                  </a:cubicBezTo>
                  <a:cubicBezTo>
                    <a:pt x="1266948" y="64847"/>
                    <a:pt x="1265769" y="67656"/>
                    <a:pt x="1263413" y="70049"/>
                  </a:cubicBezTo>
                  <a:cubicBezTo>
                    <a:pt x="1261148" y="72260"/>
                    <a:pt x="1258429" y="73375"/>
                    <a:pt x="1255257" y="73375"/>
                  </a:cubicBezTo>
                  <a:lnTo>
                    <a:pt x="1240394" y="73375"/>
                  </a:lnTo>
                  <a:lnTo>
                    <a:pt x="1240394" y="138081"/>
                  </a:lnTo>
                  <a:cubicBezTo>
                    <a:pt x="1240394" y="142513"/>
                    <a:pt x="1241393" y="146093"/>
                    <a:pt x="1243475" y="148820"/>
                  </a:cubicBezTo>
                  <a:cubicBezTo>
                    <a:pt x="1245469" y="151377"/>
                    <a:pt x="1248371" y="152654"/>
                    <a:pt x="1252176" y="152654"/>
                  </a:cubicBezTo>
                  <a:cubicBezTo>
                    <a:pt x="1252992" y="152654"/>
                    <a:pt x="1254170" y="152573"/>
                    <a:pt x="1255711" y="152401"/>
                  </a:cubicBezTo>
                  <a:cubicBezTo>
                    <a:pt x="1257251" y="152065"/>
                    <a:pt x="1258338" y="151893"/>
                    <a:pt x="1258792" y="151893"/>
                  </a:cubicBezTo>
                  <a:cubicBezTo>
                    <a:pt x="1262235" y="151893"/>
                    <a:pt x="1264954" y="153008"/>
                    <a:pt x="1266948" y="155219"/>
                  </a:cubicBezTo>
                  <a:cubicBezTo>
                    <a:pt x="1269033" y="157267"/>
                    <a:pt x="1270029" y="159914"/>
                    <a:pt x="1270029" y="163149"/>
                  </a:cubicBezTo>
                  <a:close/>
                </a:path>
              </a:pathLst>
            </a:custGeom>
            <a:solidFill>
              <a:srgbClr val="000000"/>
            </a:solidFill>
            <a:ln w="15972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7082A97-F22F-C1DC-17ED-F5FA4BD3361C}"/>
                </a:ext>
              </a:extLst>
            </p:cNvPr>
            <p:cNvSpPr/>
            <p:nvPr/>
          </p:nvSpPr>
          <p:spPr>
            <a:xfrm>
              <a:off x="6207277" y="5193266"/>
              <a:ext cx="142645" cy="154960"/>
            </a:xfrm>
            <a:custGeom>
              <a:avLst/>
              <a:gdLst>
                <a:gd name="csX0" fmla="*/ 520 w 142645"/>
                <a:gd name="csY0" fmla="*/ 155141 h 154960"/>
                <a:gd name="csX1" fmla="*/ 5141 w 142645"/>
                <a:gd name="csY1" fmla="*/ 133890 h 154960"/>
                <a:gd name="csX2" fmla="*/ 9218 w 142645"/>
                <a:gd name="csY2" fmla="*/ 76424 h 154960"/>
                <a:gd name="csX3" fmla="*/ 5141 w 142645"/>
                <a:gd name="csY3" fmla="*/ 19049 h 154960"/>
                <a:gd name="csX4" fmla="*/ 1062 w 142645"/>
                <a:gd name="csY4" fmla="*/ 208 h 154960"/>
                <a:gd name="csX5" fmla="*/ 85434 w 142645"/>
                <a:gd name="csY5" fmla="*/ 208 h 154960"/>
                <a:gd name="csX6" fmla="*/ 91416 w 142645"/>
                <a:gd name="csY6" fmla="*/ 571 h 154960"/>
                <a:gd name="csX7" fmla="*/ 97125 w 142645"/>
                <a:gd name="csY7" fmla="*/ 1468 h 154960"/>
                <a:gd name="csX8" fmla="*/ 102653 w 142645"/>
                <a:gd name="csY8" fmla="*/ 3081 h 154960"/>
                <a:gd name="csX9" fmla="*/ 108002 w 142645"/>
                <a:gd name="csY9" fmla="*/ 5220 h 154960"/>
                <a:gd name="csX10" fmla="*/ 117699 w 142645"/>
                <a:gd name="csY10" fmla="*/ 11165 h 154960"/>
                <a:gd name="csX11" fmla="*/ 126308 w 142645"/>
                <a:gd name="csY11" fmla="*/ 18968 h 154960"/>
                <a:gd name="csX12" fmla="*/ 133286 w 142645"/>
                <a:gd name="csY12" fmla="*/ 28520 h 154960"/>
                <a:gd name="csX13" fmla="*/ 138632 w 142645"/>
                <a:gd name="csY13" fmla="*/ 39385 h 154960"/>
                <a:gd name="csX14" fmla="*/ 142075 w 142645"/>
                <a:gd name="csY14" fmla="*/ 51457 h 154960"/>
                <a:gd name="csX15" fmla="*/ 143165 w 142645"/>
                <a:gd name="csY15" fmla="*/ 64453 h 154960"/>
                <a:gd name="csX16" fmla="*/ 143165 w 142645"/>
                <a:gd name="csY16" fmla="*/ 90907 h 154960"/>
                <a:gd name="csX17" fmla="*/ 142075 w 142645"/>
                <a:gd name="csY17" fmla="*/ 103911 h 154960"/>
                <a:gd name="csX18" fmla="*/ 138632 w 142645"/>
                <a:gd name="csY18" fmla="*/ 115982 h 154960"/>
                <a:gd name="csX19" fmla="*/ 133286 w 142645"/>
                <a:gd name="csY19" fmla="*/ 126858 h 154960"/>
                <a:gd name="csX20" fmla="*/ 126308 w 142645"/>
                <a:gd name="csY20" fmla="*/ 136410 h 154960"/>
                <a:gd name="csX21" fmla="*/ 117699 w 142645"/>
                <a:gd name="csY21" fmla="*/ 144203 h 154960"/>
                <a:gd name="csX22" fmla="*/ 108002 w 142645"/>
                <a:gd name="csY22" fmla="*/ 150157 h 154960"/>
                <a:gd name="csX23" fmla="*/ 102653 w 142645"/>
                <a:gd name="csY23" fmla="*/ 152287 h 154960"/>
                <a:gd name="csX24" fmla="*/ 97125 w 142645"/>
                <a:gd name="csY24" fmla="*/ 153909 h 154960"/>
                <a:gd name="csX25" fmla="*/ 91416 w 142645"/>
                <a:gd name="csY25" fmla="*/ 154806 h 154960"/>
                <a:gd name="csX26" fmla="*/ 85434 w 142645"/>
                <a:gd name="csY26" fmla="*/ 155169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645" h="154960">
                  <a:moveTo>
                    <a:pt x="520" y="155141"/>
                  </a:moveTo>
                  <a:cubicBezTo>
                    <a:pt x="2240" y="148100"/>
                    <a:pt x="3780" y="141013"/>
                    <a:pt x="5141" y="133890"/>
                  </a:cubicBezTo>
                  <a:cubicBezTo>
                    <a:pt x="7860" y="114850"/>
                    <a:pt x="9218" y="95646"/>
                    <a:pt x="9218" y="76424"/>
                  </a:cubicBezTo>
                  <a:cubicBezTo>
                    <a:pt x="9218" y="57230"/>
                    <a:pt x="7860" y="38053"/>
                    <a:pt x="5141" y="19049"/>
                  </a:cubicBezTo>
                  <a:cubicBezTo>
                    <a:pt x="3963" y="12742"/>
                    <a:pt x="2602" y="6453"/>
                    <a:pt x="1062" y="208"/>
                  </a:cubicBezTo>
                  <a:lnTo>
                    <a:pt x="85434" y="208"/>
                  </a:lnTo>
                  <a:cubicBezTo>
                    <a:pt x="87428" y="208"/>
                    <a:pt x="89422" y="363"/>
                    <a:pt x="91416" y="571"/>
                  </a:cubicBezTo>
                  <a:cubicBezTo>
                    <a:pt x="93319" y="752"/>
                    <a:pt x="95222" y="1105"/>
                    <a:pt x="97125" y="1468"/>
                  </a:cubicBezTo>
                  <a:cubicBezTo>
                    <a:pt x="99030" y="1830"/>
                    <a:pt x="100842" y="2365"/>
                    <a:pt x="102653" y="3081"/>
                  </a:cubicBezTo>
                  <a:cubicBezTo>
                    <a:pt x="104468" y="3616"/>
                    <a:pt x="106279" y="4341"/>
                    <a:pt x="108002" y="5220"/>
                  </a:cubicBezTo>
                  <a:cubicBezTo>
                    <a:pt x="111445" y="6842"/>
                    <a:pt x="114618" y="8854"/>
                    <a:pt x="117699" y="11165"/>
                  </a:cubicBezTo>
                  <a:cubicBezTo>
                    <a:pt x="120780" y="13467"/>
                    <a:pt x="123678" y="16067"/>
                    <a:pt x="126308" y="18968"/>
                  </a:cubicBezTo>
                  <a:cubicBezTo>
                    <a:pt x="128844" y="21859"/>
                    <a:pt x="131201" y="25103"/>
                    <a:pt x="133286" y="28520"/>
                  </a:cubicBezTo>
                  <a:cubicBezTo>
                    <a:pt x="135371" y="31936"/>
                    <a:pt x="137183" y="35543"/>
                    <a:pt x="138632" y="39385"/>
                  </a:cubicBezTo>
                  <a:cubicBezTo>
                    <a:pt x="140081" y="43237"/>
                    <a:pt x="141259" y="47279"/>
                    <a:pt x="142075" y="51457"/>
                  </a:cubicBezTo>
                  <a:cubicBezTo>
                    <a:pt x="142800" y="55644"/>
                    <a:pt x="143165" y="60012"/>
                    <a:pt x="143165" y="64453"/>
                  </a:cubicBezTo>
                  <a:lnTo>
                    <a:pt x="143165" y="90907"/>
                  </a:lnTo>
                  <a:cubicBezTo>
                    <a:pt x="143165" y="95365"/>
                    <a:pt x="142800" y="99706"/>
                    <a:pt x="142075" y="103911"/>
                  </a:cubicBezTo>
                  <a:cubicBezTo>
                    <a:pt x="141351" y="108098"/>
                    <a:pt x="140081" y="112140"/>
                    <a:pt x="138632" y="115982"/>
                  </a:cubicBezTo>
                  <a:cubicBezTo>
                    <a:pt x="137183" y="119825"/>
                    <a:pt x="135371" y="123423"/>
                    <a:pt x="133286" y="126858"/>
                  </a:cubicBezTo>
                  <a:cubicBezTo>
                    <a:pt x="131292" y="130265"/>
                    <a:pt x="128844" y="133519"/>
                    <a:pt x="126308" y="136410"/>
                  </a:cubicBezTo>
                  <a:cubicBezTo>
                    <a:pt x="123678" y="139318"/>
                    <a:pt x="120780" y="141910"/>
                    <a:pt x="117699" y="144203"/>
                  </a:cubicBezTo>
                  <a:cubicBezTo>
                    <a:pt x="114618" y="146505"/>
                    <a:pt x="111445" y="148535"/>
                    <a:pt x="108002" y="150157"/>
                  </a:cubicBezTo>
                  <a:cubicBezTo>
                    <a:pt x="106188" y="151054"/>
                    <a:pt x="104468" y="151589"/>
                    <a:pt x="102653" y="152287"/>
                  </a:cubicBezTo>
                  <a:cubicBezTo>
                    <a:pt x="100842" y="152822"/>
                    <a:pt x="99030" y="153365"/>
                    <a:pt x="97125" y="153909"/>
                  </a:cubicBezTo>
                  <a:cubicBezTo>
                    <a:pt x="95222" y="154272"/>
                    <a:pt x="93319" y="154625"/>
                    <a:pt x="91416" y="154806"/>
                  </a:cubicBezTo>
                  <a:cubicBezTo>
                    <a:pt x="89422" y="154988"/>
                    <a:pt x="87428" y="155169"/>
                    <a:pt x="85434" y="155169"/>
                  </a:cubicBezTo>
                  <a:close/>
                </a:path>
              </a:pathLst>
            </a:custGeom>
            <a:solidFill>
              <a:srgbClr val="FF0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EBA2471-CDCB-6D9A-4AF7-F6A14403525E}"/>
                </a:ext>
              </a:extLst>
            </p:cNvPr>
            <p:cNvSpPr/>
            <p:nvPr/>
          </p:nvSpPr>
          <p:spPr>
            <a:xfrm>
              <a:off x="5841965" y="5455355"/>
              <a:ext cx="873179" cy="183897"/>
            </a:xfrm>
            <a:custGeom>
              <a:avLst/>
              <a:gdLst>
                <a:gd name="csX0" fmla="*/ 41936 w 873179"/>
                <a:gd name="csY0" fmla="*/ 167494 h 183897"/>
                <a:gd name="csX1" fmla="*/ 41936 w 873179"/>
                <a:gd name="csY1" fmla="*/ 49327 h 183897"/>
                <a:gd name="csX2" fmla="*/ 21998 w 873179"/>
                <a:gd name="csY2" fmla="*/ 70044 h 183897"/>
                <a:gd name="csX3" fmla="*/ 13026 w 873179"/>
                <a:gd name="csY3" fmla="*/ 73877 h 183897"/>
                <a:gd name="csX4" fmla="*/ 4146 w 873179"/>
                <a:gd name="csY4" fmla="*/ 70298 h 183897"/>
                <a:gd name="csX5" fmla="*/ 520 w 873179"/>
                <a:gd name="csY5" fmla="*/ 61344 h 183897"/>
                <a:gd name="csX6" fmla="*/ 4146 w 873179"/>
                <a:gd name="csY6" fmla="*/ 52390 h 183897"/>
                <a:gd name="csX7" fmla="*/ 42207 w 873179"/>
                <a:gd name="csY7" fmla="*/ 14028 h 183897"/>
                <a:gd name="csX8" fmla="*/ 54533 w 873179"/>
                <a:gd name="csY8" fmla="*/ 8917 h 183897"/>
                <a:gd name="csX9" fmla="*/ 66766 w 873179"/>
                <a:gd name="csY9" fmla="*/ 14028 h 183897"/>
                <a:gd name="csX10" fmla="*/ 71932 w 873179"/>
                <a:gd name="csY10" fmla="*/ 26308 h 183897"/>
                <a:gd name="csX11" fmla="*/ 71932 w 873179"/>
                <a:gd name="csY11" fmla="*/ 167485 h 183897"/>
                <a:gd name="csX12" fmla="*/ 67582 w 873179"/>
                <a:gd name="csY12" fmla="*/ 178233 h 183897"/>
                <a:gd name="csX13" fmla="*/ 57069 w 873179"/>
                <a:gd name="csY13" fmla="*/ 182583 h 183897"/>
                <a:gd name="csX14" fmla="*/ 46286 w 873179"/>
                <a:gd name="csY14" fmla="*/ 178233 h 183897"/>
                <a:gd name="csX15" fmla="*/ 41936 w 873179"/>
                <a:gd name="csY15" fmla="*/ 167485 h 183897"/>
                <a:gd name="csX16" fmla="*/ 173977 w 873179"/>
                <a:gd name="csY16" fmla="*/ 167494 h 183897"/>
                <a:gd name="csX17" fmla="*/ 173977 w 873179"/>
                <a:gd name="csY17" fmla="*/ 26308 h 183897"/>
                <a:gd name="csX18" fmla="*/ 189836 w 873179"/>
                <a:gd name="csY18" fmla="*/ 10448 h 183897"/>
                <a:gd name="csX19" fmla="*/ 248924 w 873179"/>
                <a:gd name="csY19" fmla="*/ 10448 h 183897"/>
                <a:gd name="csX20" fmla="*/ 289253 w 873179"/>
                <a:gd name="csY20" fmla="*/ 25791 h 183897"/>
                <a:gd name="csX21" fmla="*/ 304658 w 873179"/>
                <a:gd name="csY21" fmla="*/ 63908 h 183897"/>
                <a:gd name="csX22" fmla="*/ 289253 w 873179"/>
                <a:gd name="csY22" fmla="*/ 102016 h 183897"/>
                <a:gd name="csX23" fmla="*/ 248924 w 873179"/>
                <a:gd name="csY23" fmla="*/ 117360 h 183897"/>
                <a:gd name="csX24" fmla="*/ 203883 w 873179"/>
                <a:gd name="csY24" fmla="*/ 117360 h 183897"/>
                <a:gd name="csX25" fmla="*/ 203883 w 873179"/>
                <a:gd name="csY25" fmla="*/ 167494 h 183897"/>
                <a:gd name="csX26" fmla="*/ 199532 w 873179"/>
                <a:gd name="csY26" fmla="*/ 178233 h 183897"/>
                <a:gd name="csX27" fmla="*/ 189020 w 873179"/>
                <a:gd name="csY27" fmla="*/ 182583 h 183897"/>
                <a:gd name="csX28" fmla="*/ 178328 w 873179"/>
                <a:gd name="csY28" fmla="*/ 178233 h 183897"/>
                <a:gd name="csX29" fmla="*/ 173977 w 873179"/>
                <a:gd name="csY29" fmla="*/ 167494 h 183897"/>
                <a:gd name="csX30" fmla="*/ 244757 w 873179"/>
                <a:gd name="csY30" fmla="*/ 36794 h 183897"/>
                <a:gd name="csX31" fmla="*/ 203883 w 873179"/>
                <a:gd name="csY31" fmla="*/ 36794 h 183897"/>
                <a:gd name="csX32" fmla="*/ 203883 w 873179"/>
                <a:gd name="csY32" fmla="*/ 91015 h 183897"/>
                <a:gd name="csX33" fmla="*/ 244757 w 873179"/>
                <a:gd name="csY33" fmla="*/ 91015 h 183897"/>
                <a:gd name="csX34" fmla="*/ 265781 w 873179"/>
                <a:gd name="csY34" fmla="*/ 83601 h 183897"/>
                <a:gd name="csX35" fmla="*/ 273937 w 873179"/>
                <a:gd name="csY35" fmla="*/ 63899 h 183897"/>
                <a:gd name="csX36" fmla="*/ 265781 w 873179"/>
                <a:gd name="csY36" fmla="*/ 44206 h 183897"/>
                <a:gd name="csX37" fmla="*/ 244757 w 873179"/>
                <a:gd name="csY37" fmla="*/ 36794 h 183897"/>
                <a:gd name="csX38" fmla="*/ 329491 w 873179"/>
                <a:gd name="csY38" fmla="*/ 167494 h 183897"/>
                <a:gd name="csX39" fmla="*/ 329491 w 873179"/>
                <a:gd name="csY39" fmla="*/ 26308 h 183897"/>
                <a:gd name="csX40" fmla="*/ 345350 w 873179"/>
                <a:gd name="csY40" fmla="*/ 10448 h 183897"/>
                <a:gd name="csX41" fmla="*/ 404347 w 873179"/>
                <a:gd name="csY41" fmla="*/ 10448 h 183897"/>
                <a:gd name="csX42" fmla="*/ 444767 w 873179"/>
                <a:gd name="csY42" fmla="*/ 25791 h 183897"/>
                <a:gd name="csX43" fmla="*/ 460172 w 873179"/>
                <a:gd name="csY43" fmla="*/ 63908 h 183897"/>
                <a:gd name="csX44" fmla="*/ 444767 w 873179"/>
                <a:gd name="csY44" fmla="*/ 102016 h 183897"/>
                <a:gd name="csX45" fmla="*/ 404347 w 873179"/>
                <a:gd name="csY45" fmla="*/ 117360 h 183897"/>
                <a:gd name="csX46" fmla="*/ 359397 w 873179"/>
                <a:gd name="csY46" fmla="*/ 117360 h 183897"/>
                <a:gd name="csX47" fmla="*/ 359397 w 873179"/>
                <a:gd name="csY47" fmla="*/ 167494 h 183897"/>
                <a:gd name="csX48" fmla="*/ 355046 w 873179"/>
                <a:gd name="csY48" fmla="*/ 178233 h 183897"/>
                <a:gd name="csX49" fmla="*/ 344534 w 873179"/>
                <a:gd name="csY49" fmla="*/ 182583 h 183897"/>
                <a:gd name="csX50" fmla="*/ 333842 w 873179"/>
                <a:gd name="csY50" fmla="*/ 178233 h 183897"/>
                <a:gd name="csX51" fmla="*/ 329491 w 873179"/>
                <a:gd name="csY51" fmla="*/ 167494 h 183897"/>
                <a:gd name="csX52" fmla="*/ 400270 w 873179"/>
                <a:gd name="csY52" fmla="*/ 36794 h 183897"/>
                <a:gd name="csX53" fmla="*/ 359397 w 873179"/>
                <a:gd name="csY53" fmla="*/ 36794 h 183897"/>
                <a:gd name="csX54" fmla="*/ 359397 w 873179"/>
                <a:gd name="csY54" fmla="*/ 91015 h 183897"/>
                <a:gd name="csX55" fmla="*/ 400270 w 873179"/>
                <a:gd name="csY55" fmla="*/ 91015 h 183897"/>
                <a:gd name="csX56" fmla="*/ 421295 w 873179"/>
                <a:gd name="csY56" fmla="*/ 83601 h 183897"/>
                <a:gd name="csX57" fmla="*/ 429451 w 873179"/>
                <a:gd name="csY57" fmla="*/ 63899 h 183897"/>
                <a:gd name="csX58" fmla="*/ 421295 w 873179"/>
                <a:gd name="csY58" fmla="*/ 44206 h 183897"/>
                <a:gd name="csX59" fmla="*/ 400270 w 873179"/>
                <a:gd name="csY59" fmla="*/ 36794 h 183897"/>
                <a:gd name="csX60" fmla="*/ 477574 w 873179"/>
                <a:gd name="csY60" fmla="*/ 154190 h 183897"/>
                <a:gd name="csX61" fmla="*/ 481650 w 873179"/>
                <a:gd name="csY61" fmla="*/ 144212 h 183897"/>
                <a:gd name="csX62" fmla="*/ 491621 w 873179"/>
                <a:gd name="csY62" fmla="*/ 139862 h 183897"/>
                <a:gd name="csX63" fmla="*/ 500319 w 873179"/>
                <a:gd name="csY63" fmla="*/ 142680 h 183897"/>
                <a:gd name="csX64" fmla="*/ 544545 w 873179"/>
                <a:gd name="csY64" fmla="*/ 157516 h 183897"/>
                <a:gd name="csX65" fmla="*/ 569920 w 873179"/>
                <a:gd name="csY65" fmla="*/ 150864 h 183897"/>
                <a:gd name="csX66" fmla="*/ 578803 w 873179"/>
                <a:gd name="csY66" fmla="*/ 134243 h 183897"/>
                <a:gd name="csX67" fmla="*/ 569920 w 873179"/>
                <a:gd name="csY67" fmla="*/ 119408 h 183897"/>
                <a:gd name="csX68" fmla="*/ 539923 w 873179"/>
                <a:gd name="csY68" fmla="*/ 108922 h 183897"/>
                <a:gd name="csX69" fmla="*/ 508749 w 873179"/>
                <a:gd name="csY69" fmla="*/ 99452 h 183897"/>
                <a:gd name="csX70" fmla="*/ 479294 w 873179"/>
                <a:gd name="csY70" fmla="*/ 57764 h 183897"/>
                <a:gd name="csX71" fmla="*/ 497238 w 873179"/>
                <a:gd name="csY71" fmla="*/ 22212 h 183897"/>
                <a:gd name="csX72" fmla="*/ 544003 w 873179"/>
                <a:gd name="csY72" fmla="*/ 7893 h 183897"/>
                <a:gd name="csX73" fmla="*/ 596747 w 873179"/>
                <a:gd name="csY73" fmla="*/ 23489 h 183897"/>
                <a:gd name="csX74" fmla="*/ 603089 w 873179"/>
                <a:gd name="csY74" fmla="*/ 34999 h 183897"/>
                <a:gd name="csX75" fmla="*/ 599012 w 873179"/>
                <a:gd name="csY75" fmla="*/ 44976 h 183897"/>
                <a:gd name="csX76" fmla="*/ 589042 w 873179"/>
                <a:gd name="csY76" fmla="*/ 49073 h 183897"/>
                <a:gd name="csX77" fmla="*/ 581157 w 873179"/>
                <a:gd name="csY77" fmla="*/ 46509 h 183897"/>
                <a:gd name="csX78" fmla="*/ 541464 w 873179"/>
                <a:gd name="csY78" fmla="*/ 34491 h 183897"/>
                <a:gd name="csX79" fmla="*/ 518445 w 873179"/>
                <a:gd name="csY79" fmla="*/ 40373 h 183897"/>
                <a:gd name="csX80" fmla="*/ 510018 w 873179"/>
                <a:gd name="csY80" fmla="*/ 55716 h 183897"/>
                <a:gd name="csX81" fmla="*/ 514910 w 873179"/>
                <a:gd name="csY81" fmla="*/ 65947 h 183897"/>
                <a:gd name="csX82" fmla="*/ 547626 w 873179"/>
                <a:gd name="csY82" fmla="*/ 78481 h 183897"/>
                <a:gd name="csX83" fmla="*/ 579074 w 873179"/>
                <a:gd name="csY83" fmla="*/ 88459 h 183897"/>
                <a:gd name="csX84" fmla="*/ 609253 w 873179"/>
                <a:gd name="csY84" fmla="*/ 131425 h 183897"/>
                <a:gd name="csX85" fmla="*/ 592123 w 873179"/>
                <a:gd name="csY85" fmla="*/ 169533 h 183897"/>
                <a:gd name="csX86" fmla="*/ 543275 w 873179"/>
                <a:gd name="csY86" fmla="*/ 184114 h 183897"/>
                <a:gd name="csX87" fmla="*/ 483191 w 873179"/>
                <a:gd name="csY87" fmla="*/ 165445 h 183897"/>
                <a:gd name="csX88" fmla="*/ 477574 w 873179"/>
                <a:gd name="csY88" fmla="*/ 154190 h 183897"/>
                <a:gd name="csX89" fmla="*/ 703413 w 873179"/>
                <a:gd name="csY89" fmla="*/ 28610 h 183897"/>
                <a:gd name="csX90" fmla="*/ 698518 w 873179"/>
                <a:gd name="csY90" fmla="*/ 16847 h 183897"/>
                <a:gd name="csX91" fmla="*/ 703413 w 873179"/>
                <a:gd name="csY91" fmla="*/ 5074 h 183897"/>
                <a:gd name="csX92" fmla="*/ 715104 w 873179"/>
                <a:gd name="csY92" fmla="*/ 217 h 183897"/>
                <a:gd name="csX93" fmla="*/ 726883 w 873179"/>
                <a:gd name="csY93" fmla="*/ 5074 h 183897"/>
                <a:gd name="csX94" fmla="*/ 731778 w 873179"/>
                <a:gd name="csY94" fmla="*/ 16847 h 183897"/>
                <a:gd name="csX95" fmla="*/ 726883 w 873179"/>
                <a:gd name="csY95" fmla="*/ 28610 h 183897"/>
                <a:gd name="csX96" fmla="*/ 715104 w 873179"/>
                <a:gd name="csY96" fmla="*/ 33467 h 183897"/>
                <a:gd name="csX97" fmla="*/ 703413 w 873179"/>
                <a:gd name="csY97" fmla="*/ 28610 h 183897"/>
                <a:gd name="csX98" fmla="*/ 701870 w 873179"/>
                <a:gd name="csY98" fmla="*/ 169025 h 183897"/>
                <a:gd name="csX99" fmla="*/ 701870 w 873179"/>
                <a:gd name="csY99" fmla="*/ 69527 h 183897"/>
                <a:gd name="csX100" fmla="*/ 705678 w 873179"/>
                <a:gd name="csY100" fmla="*/ 60066 h 183897"/>
                <a:gd name="csX101" fmla="*/ 715375 w 873179"/>
                <a:gd name="csY101" fmla="*/ 55979 h 183897"/>
                <a:gd name="csX102" fmla="*/ 724618 w 873179"/>
                <a:gd name="csY102" fmla="*/ 60066 h 183897"/>
                <a:gd name="csX103" fmla="*/ 728697 w 873179"/>
                <a:gd name="csY103" fmla="*/ 69527 h 183897"/>
                <a:gd name="csX104" fmla="*/ 728697 w 873179"/>
                <a:gd name="csY104" fmla="*/ 169025 h 183897"/>
                <a:gd name="csX105" fmla="*/ 724618 w 873179"/>
                <a:gd name="csY105" fmla="*/ 178740 h 183897"/>
                <a:gd name="csX106" fmla="*/ 715104 w 873179"/>
                <a:gd name="csY106" fmla="*/ 182583 h 183897"/>
                <a:gd name="csX107" fmla="*/ 705678 w 873179"/>
                <a:gd name="csY107" fmla="*/ 178740 h 183897"/>
                <a:gd name="csX108" fmla="*/ 701870 w 873179"/>
                <a:gd name="csY108" fmla="*/ 169025 h 183897"/>
                <a:gd name="csX109" fmla="*/ 873699 w 873179"/>
                <a:gd name="csY109" fmla="*/ 94087 h 183897"/>
                <a:gd name="csX110" fmla="*/ 873699 w 873179"/>
                <a:gd name="csY110" fmla="*/ 169025 h 183897"/>
                <a:gd name="csX111" fmla="*/ 869619 w 873179"/>
                <a:gd name="csY111" fmla="*/ 178740 h 183897"/>
                <a:gd name="csX112" fmla="*/ 860194 w 873179"/>
                <a:gd name="csY112" fmla="*/ 182583 h 183897"/>
                <a:gd name="csX113" fmla="*/ 850680 w 873179"/>
                <a:gd name="csY113" fmla="*/ 178740 h 183897"/>
                <a:gd name="csX114" fmla="*/ 846872 w 873179"/>
                <a:gd name="csY114" fmla="*/ 169025 h 183897"/>
                <a:gd name="csX115" fmla="*/ 846872 w 873179"/>
                <a:gd name="csY115" fmla="*/ 103802 h 183897"/>
                <a:gd name="csX116" fmla="*/ 840710 w 873179"/>
                <a:gd name="csY116" fmla="*/ 84362 h 183897"/>
                <a:gd name="csX117" fmla="*/ 822041 w 873179"/>
                <a:gd name="csY117" fmla="*/ 78228 h 183897"/>
                <a:gd name="csX118" fmla="*/ 790322 w 873179"/>
                <a:gd name="csY118" fmla="*/ 94848 h 183897"/>
                <a:gd name="csX119" fmla="*/ 790322 w 873179"/>
                <a:gd name="csY119" fmla="*/ 169025 h 183897"/>
                <a:gd name="csX120" fmla="*/ 786243 w 873179"/>
                <a:gd name="csY120" fmla="*/ 178740 h 183897"/>
                <a:gd name="csX121" fmla="*/ 777091 w 873179"/>
                <a:gd name="csY121" fmla="*/ 182583 h 183897"/>
                <a:gd name="csX122" fmla="*/ 767303 w 873179"/>
                <a:gd name="csY122" fmla="*/ 178740 h 183897"/>
                <a:gd name="csX123" fmla="*/ 763498 w 873179"/>
                <a:gd name="csY123" fmla="*/ 169025 h 183897"/>
                <a:gd name="csX124" fmla="*/ 763498 w 873179"/>
                <a:gd name="csY124" fmla="*/ 69527 h 183897"/>
                <a:gd name="csX125" fmla="*/ 767303 w 873179"/>
                <a:gd name="csY125" fmla="*/ 60066 h 183897"/>
                <a:gd name="csX126" fmla="*/ 776820 w 873179"/>
                <a:gd name="csY126" fmla="*/ 55979 h 183897"/>
                <a:gd name="csX127" fmla="*/ 786243 w 873179"/>
                <a:gd name="csY127" fmla="*/ 60066 h 183897"/>
                <a:gd name="csX128" fmla="*/ 790322 w 873179"/>
                <a:gd name="csY128" fmla="*/ 69527 h 183897"/>
                <a:gd name="csX129" fmla="*/ 790322 w 873179"/>
                <a:gd name="csY129" fmla="*/ 74394 h 183897"/>
                <a:gd name="csX130" fmla="*/ 809264 w 873179"/>
                <a:gd name="csY130" fmla="*/ 60066 h 183897"/>
                <a:gd name="csX131" fmla="*/ 833823 w 873179"/>
                <a:gd name="csY131" fmla="*/ 54438 h 183897"/>
                <a:gd name="csX132" fmla="*/ 863457 w 873179"/>
                <a:gd name="csY132" fmla="*/ 64669 h 183897"/>
                <a:gd name="csX133" fmla="*/ 873699 w 873179"/>
                <a:gd name="csY133" fmla="*/ 94087 h 183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</a:cxnLst>
              <a:rect l="l" t="t" r="r" b="b"/>
              <a:pathLst>
                <a:path w="873179" h="183897">
                  <a:moveTo>
                    <a:pt x="41936" y="167494"/>
                  </a:moveTo>
                  <a:lnTo>
                    <a:pt x="41936" y="49327"/>
                  </a:lnTo>
                  <a:lnTo>
                    <a:pt x="21998" y="70044"/>
                  </a:lnTo>
                  <a:cubicBezTo>
                    <a:pt x="19459" y="72599"/>
                    <a:pt x="16469" y="73877"/>
                    <a:pt x="13026" y="73877"/>
                  </a:cubicBezTo>
                  <a:cubicBezTo>
                    <a:pt x="9671" y="73877"/>
                    <a:pt x="6682" y="72681"/>
                    <a:pt x="4146" y="70298"/>
                  </a:cubicBezTo>
                  <a:cubicBezTo>
                    <a:pt x="1698" y="67742"/>
                    <a:pt x="520" y="64760"/>
                    <a:pt x="520" y="61344"/>
                  </a:cubicBezTo>
                  <a:cubicBezTo>
                    <a:pt x="520" y="58281"/>
                    <a:pt x="1698" y="55290"/>
                    <a:pt x="4146" y="52390"/>
                  </a:cubicBezTo>
                  <a:lnTo>
                    <a:pt x="42207" y="14028"/>
                  </a:lnTo>
                  <a:cubicBezTo>
                    <a:pt x="45650" y="10621"/>
                    <a:pt x="49729" y="8917"/>
                    <a:pt x="54533" y="8917"/>
                  </a:cubicBezTo>
                  <a:cubicBezTo>
                    <a:pt x="59246" y="8917"/>
                    <a:pt x="63323" y="10621"/>
                    <a:pt x="66766" y="14028"/>
                  </a:cubicBezTo>
                  <a:cubicBezTo>
                    <a:pt x="70212" y="17436"/>
                    <a:pt x="71932" y="21532"/>
                    <a:pt x="71932" y="26308"/>
                  </a:cubicBezTo>
                  <a:lnTo>
                    <a:pt x="71932" y="167485"/>
                  </a:lnTo>
                  <a:cubicBezTo>
                    <a:pt x="71932" y="171581"/>
                    <a:pt x="70483" y="175160"/>
                    <a:pt x="67582" y="178233"/>
                  </a:cubicBezTo>
                  <a:cubicBezTo>
                    <a:pt x="64683" y="181133"/>
                    <a:pt x="61149" y="182583"/>
                    <a:pt x="57069" y="182583"/>
                  </a:cubicBezTo>
                  <a:cubicBezTo>
                    <a:pt x="52810" y="182583"/>
                    <a:pt x="49185" y="181133"/>
                    <a:pt x="46286" y="178233"/>
                  </a:cubicBezTo>
                  <a:cubicBezTo>
                    <a:pt x="43385" y="175160"/>
                    <a:pt x="41936" y="171581"/>
                    <a:pt x="41936" y="167485"/>
                  </a:cubicBezTo>
                  <a:close/>
                  <a:moveTo>
                    <a:pt x="173977" y="167494"/>
                  </a:moveTo>
                  <a:lnTo>
                    <a:pt x="173977" y="26308"/>
                  </a:lnTo>
                  <a:cubicBezTo>
                    <a:pt x="173977" y="15732"/>
                    <a:pt x="179232" y="10448"/>
                    <a:pt x="189836" y="10448"/>
                  </a:cubicBezTo>
                  <a:lnTo>
                    <a:pt x="248924" y="10448"/>
                  </a:lnTo>
                  <a:cubicBezTo>
                    <a:pt x="265781" y="10448"/>
                    <a:pt x="279195" y="15559"/>
                    <a:pt x="289253" y="25791"/>
                  </a:cubicBezTo>
                  <a:cubicBezTo>
                    <a:pt x="299495" y="36023"/>
                    <a:pt x="304658" y="48729"/>
                    <a:pt x="304658" y="63908"/>
                  </a:cubicBezTo>
                  <a:cubicBezTo>
                    <a:pt x="304658" y="79079"/>
                    <a:pt x="299495" y="91785"/>
                    <a:pt x="289253" y="102016"/>
                  </a:cubicBezTo>
                  <a:cubicBezTo>
                    <a:pt x="279195" y="112248"/>
                    <a:pt x="265781" y="117360"/>
                    <a:pt x="248924" y="117360"/>
                  </a:cubicBezTo>
                  <a:lnTo>
                    <a:pt x="203883" y="117360"/>
                  </a:lnTo>
                  <a:lnTo>
                    <a:pt x="203883" y="167494"/>
                  </a:lnTo>
                  <a:cubicBezTo>
                    <a:pt x="203883" y="171581"/>
                    <a:pt x="202433" y="175160"/>
                    <a:pt x="199532" y="178233"/>
                  </a:cubicBezTo>
                  <a:cubicBezTo>
                    <a:pt x="196634" y="181133"/>
                    <a:pt x="193099" y="182583"/>
                    <a:pt x="189020" y="182583"/>
                  </a:cubicBezTo>
                  <a:cubicBezTo>
                    <a:pt x="184761" y="182583"/>
                    <a:pt x="181226" y="181133"/>
                    <a:pt x="178328" y="178233"/>
                  </a:cubicBezTo>
                  <a:cubicBezTo>
                    <a:pt x="175427" y="175160"/>
                    <a:pt x="173977" y="171581"/>
                    <a:pt x="173977" y="167494"/>
                  </a:cubicBezTo>
                  <a:close/>
                  <a:moveTo>
                    <a:pt x="244757" y="36794"/>
                  </a:moveTo>
                  <a:lnTo>
                    <a:pt x="203883" y="36794"/>
                  </a:lnTo>
                  <a:lnTo>
                    <a:pt x="203883" y="91015"/>
                  </a:lnTo>
                  <a:lnTo>
                    <a:pt x="244757" y="91015"/>
                  </a:lnTo>
                  <a:cubicBezTo>
                    <a:pt x="253455" y="91015"/>
                    <a:pt x="260524" y="88541"/>
                    <a:pt x="265781" y="83601"/>
                  </a:cubicBezTo>
                  <a:cubicBezTo>
                    <a:pt x="271219" y="78653"/>
                    <a:pt x="273937" y="72092"/>
                    <a:pt x="273937" y="63899"/>
                  </a:cubicBezTo>
                  <a:cubicBezTo>
                    <a:pt x="273937" y="55716"/>
                    <a:pt x="271219" y="49155"/>
                    <a:pt x="265781" y="44206"/>
                  </a:cubicBezTo>
                  <a:cubicBezTo>
                    <a:pt x="260524" y="39267"/>
                    <a:pt x="253455" y="36794"/>
                    <a:pt x="244757" y="36794"/>
                  </a:cubicBezTo>
                  <a:close/>
                  <a:moveTo>
                    <a:pt x="329491" y="167494"/>
                  </a:moveTo>
                  <a:lnTo>
                    <a:pt x="329491" y="26308"/>
                  </a:lnTo>
                  <a:cubicBezTo>
                    <a:pt x="329491" y="15732"/>
                    <a:pt x="334746" y="10448"/>
                    <a:pt x="345350" y="10448"/>
                  </a:cubicBezTo>
                  <a:lnTo>
                    <a:pt x="404347" y="10448"/>
                  </a:lnTo>
                  <a:cubicBezTo>
                    <a:pt x="421295" y="10448"/>
                    <a:pt x="434706" y="15559"/>
                    <a:pt x="444767" y="25791"/>
                  </a:cubicBezTo>
                  <a:cubicBezTo>
                    <a:pt x="455006" y="36023"/>
                    <a:pt x="460172" y="48729"/>
                    <a:pt x="460172" y="63908"/>
                  </a:cubicBezTo>
                  <a:cubicBezTo>
                    <a:pt x="460172" y="79079"/>
                    <a:pt x="455006" y="91785"/>
                    <a:pt x="444767" y="102016"/>
                  </a:cubicBezTo>
                  <a:cubicBezTo>
                    <a:pt x="434706" y="112248"/>
                    <a:pt x="421295" y="117360"/>
                    <a:pt x="404347" y="117360"/>
                  </a:cubicBezTo>
                  <a:lnTo>
                    <a:pt x="359397" y="117360"/>
                  </a:lnTo>
                  <a:lnTo>
                    <a:pt x="359397" y="167494"/>
                  </a:lnTo>
                  <a:cubicBezTo>
                    <a:pt x="359397" y="171581"/>
                    <a:pt x="357947" y="175160"/>
                    <a:pt x="355046" y="178233"/>
                  </a:cubicBezTo>
                  <a:cubicBezTo>
                    <a:pt x="352148" y="181133"/>
                    <a:pt x="348613" y="182583"/>
                    <a:pt x="344534" y="182583"/>
                  </a:cubicBezTo>
                  <a:cubicBezTo>
                    <a:pt x="340275" y="182583"/>
                    <a:pt x="336649" y="181133"/>
                    <a:pt x="333842" y="178233"/>
                  </a:cubicBezTo>
                  <a:cubicBezTo>
                    <a:pt x="330940" y="175160"/>
                    <a:pt x="329491" y="171581"/>
                    <a:pt x="329491" y="167494"/>
                  </a:cubicBezTo>
                  <a:close/>
                  <a:moveTo>
                    <a:pt x="400270" y="36794"/>
                  </a:moveTo>
                  <a:lnTo>
                    <a:pt x="359397" y="36794"/>
                  </a:lnTo>
                  <a:lnTo>
                    <a:pt x="359397" y="91015"/>
                  </a:lnTo>
                  <a:lnTo>
                    <a:pt x="400270" y="91015"/>
                  </a:lnTo>
                  <a:cubicBezTo>
                    <a:pt x="408968" y="91015"/>
                    <a:pt x="415946" y="88541"/>
                    <a:pt x="421295" y="83601"/>
                  </a:cubicBezTo>
                  <a:cubicBezTo>
                    <a:pt x="426732" y="78653"/>
                    <a:pt x="429451" y="72092"/>
                    <a:pt x="429451" y="63899"/>
                  </a:cubicBezTo>
                  <a:cubicBezTo>
                    <a:pt x="429451" y="55716"/>
                    <a:pt x="426732" y="49155"/>
                    <a:pt x="421295" y="44206"/>
                  </a:cubicBezTo>
                  <a:cubicBezTo>
                    <a:pt x="415946" y="39267"/>
                    <a:pt x="408968" y="36794"/>
                    <a:pt x="400270" y="36794"/>
                  </a:cubicBezTo>
                  <a:close/>
                  <a:moveTo>
                    <a:pt x="477574" y="154190"/>
                  </a:moveTo>
                  <a:cubicBezTo>
                    <a:pt x="477574" y="150266"/>
                    <a:pt x="478932" y="146940"/>
                    <a:pt x="481650" y="144212"/>
                  </a:cubicBezTo>
                  <a:cubicBezTo>
                    <a:pt x="484369" y="141312"/>
                    <a:pt x="487724" y="139862"/>
                    <a:pt x="491621" y="139862"/>
                  </a:cubicBezTo>
                  <a:cubicBezTo>
                    <a:pt x="495064" y="139862"/>
                    <a:pt x="497962" y="140804"/>
                    <a:pt x="500319" y="142680"/>
                  </a:cubicBezTo>
                  <a:cubicBezTo>
                    <a:pt x="513461" y="152567"/>
                    <a:pt x="528233" y="157516"/>
                    <a:pt x="544545" y="157516"/>
                  </a:cubicBezTo>
                  <a:cubicBezTo>
                    <a:pt x="555511" y="157516"/>
                    <a:pt x="563940" y="155295"/>
                    <a:pt x="569920" y="150864"/>
                  </a:cubicBezTo>
                  <a:cubicBezTo>
                    <a:pt x="575811" y="146433"/>
                    <a:pt x="578803" y="140886"/>
                    <a:pt x="578803" y="134243"/>
                  </a:cubicBezTo>
                  <a:cubicBezTo>
                    <a:pt x="578167" y="127247"/>
                    <a:pt x="575177" y="122308"/>
                    <a:pt x="569920" y="119408"/>
                  </a:cubicBezTo>
                  <a:cubicBezTo>
                    <a:pt x="564574" y="116336"/>
                    <a:pt x="554603" y="112837"/>
                    <a:pt x="539923" y="108922"/>
                  </a:cubicBezTo>
                  <a:cubicBezTo>
                    <a:pt x="526510" y="105678"/>
                    <a:pt x="516089" y="102524"/>
                    <a:pt x="508749" y="99452"/>
                  </a:cubicBezTo>
                  <a:cubicBezTo>
                    <a:pt x="489173" y="91613"/>
                    <a:pt x="479294" y="77711"/>
                    <a:pt x="479294" y="57764"/>
                  </a:cubicBezTo>
                  <a:cubicBezTo>
                    <a:pt x="479294" y="43445"/>
                    <a:pt x="485276" y="31591"/>
                    <a:pt x="497238" y="22212"/>
                  </a:cubicBezTo>
                  <a:cubicBezTo>
                    <a:pt x="509202" y="12669"/>
                    <a:pt x="524789" y="7893"/>
                    <a:pt x="544003" y="7893"/>
                  </a:cubicBezTo>
                  <a:cubicBezTo>
                    <a:pt x="562126" y="7893"/>
                    <a:pt x="579707" y="13094"/>
                    <a:pt x="596747" y="23489"/>
                  </a:cubicBezTo>
                  <a:cubicBezTo>
                    <a:pt x="601006" y="26045"/>
                    <a:pt x="603089" y="29888"/>
                    <a:pt x="603089" y="34999"/>
                  </a:cubicBezTo>
                  <a:cubicBezTo>
                    <a:pt x="603089" y="38751"/>
                    <a:pt x="601731" y="42077"/>
                    <a:pt x="599012" y="44976"/>
                  </a:cubicBezTo>
                  <a:cubicBezTo>
                    <a:pt x="596293" y="47705"/>
                    <a:pt x="593030" y="49073"/>
                    <a:pt x="589042" y="49073"/>
                  </a:cubicBezTo>
                  <a:cubicBezTo>
                    <a:pt x="585961" y="49073"/>
                    <a:pt x="583333" y="48212"/>
                    <a:pt x="581157" y="46509"/>
                  </a:cubicBezTo>
                  <a:cubicBezTo>
                    <a:pt x="569015" y="38497"/>
                    <a:pt x="555782" y="34491"/>
                    <a:pt x="541464" y="34491"/>
                  </a:cubicBezTo>
                  <a:cubicBezTo>
                    <a:pt x="531767" y="34491"/>
                    <a:pt x="524065" y="36449"/>
                    <a:pt x="518445" y="40373"/>
                  </a:cubicBezTo>
                  <a:cubicBezTo>
                    <a:pt x="512825" y="44125"/>
                    <a:pt x="510018" y="49236"/>
                    <a:pt x="510018" y="55716"/>
                  </a:cubicBezTo>
                  <a:cubicBezTo>
                    <a:pt x="510018" y="59812"/>
                    <a:pt x="511647" y="63220"/>
                    <a:pt x="514910" y="65947"/>
                  </a:cubicBezTo>
                  <a:cubicBezTo>
                    <a:pt x="519806" y="70216"/>
                    <a:pt x="530769" y="74394"/>
                    <a:pt x="547626" y="78481"/>
                  </a:cubicBezTo>
                  <a:cubicBezTo>
                    <a:pt x="560406" y="81725"/>
                    <a:pt x="570918" y="85051"/>
                    <a:pt x="579074" y="88459"/>
                  </a:cubicBezTo>
                  <a:cubicBezTo>
                    <a:pt x="599192" y="96815"/>
                    <a:pt x="609253" y="111134"/>
                    <a:pt x="609253" y="131425"/>
                  </a:cubicBezTo>
                  <a:cubicBezTo>
                    <a:pt x="609253" y="146940"/>
                    <a:pt x="603542" y="159646"/>
                    <a:pt x="592123" y="169533"/>
                  </a:cubicBezTo>
                  <a:cubicBezTo>
                    <a:pt x="580886" y="179257"/>
                    <a:pt x="564574" y="184114"/>
                    <a:pt x="543275" y="184114"/>
                  </a:cubicBezTo>
                  <a:cubicBezTo>
                    <a:pt x="519441" y="184114"/>
                    <a:pt x="499414" y="177889"/>
                    <a:pt x="483191" y="165445"/>
                  </a:cubicBezTo>
                  <a:cubicBezTo>
                    <a:pt x="479385" y="162718"/>
                    <a:pt x="477574" y="158966"/>
                    <a:pt x="477574" y="154190"/>
                  </a:cubicBezTo>
                  <a:close/>
                  <a:moveTo>
                    <a:pt x="703413" y="28610"/>
                  </a:moveTo>
                  <a:cubicBezTo>
                    <a:pt x="700150" y="25365"/>
                    <a:pt x="698518" y="21450"/>
                    <a:pt x="698518" y="16847"/>
                  </a:cubicBezTo>
                  <a:cubicBezTo>
                    <a:pt x="698518" y="12243"/>
                    <a:pt x="700150" y="8319"/>
                    <a:pt x="703413" y="5074"/>
                  </a:cubicBezTo>
                  <a:cubicBezTo>
                    <a:pt x="706765" y="1839"/>
                    <a:pt x="710753" y="217"/>
                    <a:pt x="715104" y="217"/>
                  </a:cubicBezTo>
                  <a:cubicBezTo>
                    <a:pt x="719725" y="217"/>
                    <a:pt x="723713" y="1839"/>
                    <a:pt x="726883" y="5074"/>
                  </a:cubicBezTo>
                  <a:cubicBezTo>
                    <a:pt x="730146" y="8319"/>
                    <a:pt x="731778" y="12243"/>
                    <a:pt x="731778" y="16847"/>
                  </a:cubicBezTo>
                  <a:cubicBezTo>
                    <a:pt x="731778" y="21450"/>
                    <a:pt x="730146" y="25365"/>
                    <a:pt x="726883" y="28610"/>
                  </a:cubicBezTo>
                  <a:cubicBezTo>
                    <a:pt x="723713" y="31845"/>
                    <a:pt x="719725" y="33467"/>
                    <a:pt x="715104" y="33467"/>
                  </a:cubicBezTo>
                  <a:cubicBezTo>
                    <a:pt x="710753" y="33467"/>
                    <a:pt x="706765" y="31845"/>
                    <a:pt x="703413" y="28610"/>
                  </a:cubicBezTo>
                  <a:close/>
                  <a:moveTo>
                    <a:pt x="701870" y="169025"/>
                  </a:moveTo>
                  <a:lnTo>
                    <a:pt x="701870" y="69527"/>
                  </a:lnTo>
                  <a:cubicBezTo>
                    <a:pt x="701870" y="65775"/>
                    <a:pt x="703140" y="62621"/>
                    <a:pt x="705678" y="60066"/>
                  </a:cubicBezTo>
                  <a:cubicBezTo>
                    <a:pt x="708397" y="57338"/>
                    <a:pt x="711658" y="55979"/>
                    <a:pt x="715375" y="55979"/>
                  </a:cubicBezTo>
                  <a:cubicBezTo>
                    <a:pt x="719001" y="55979"/>
                    <a:pt x="722082" y="57338"/>
                    <a:pt x="724618" y="60066"/>
                  </a:cubicBezTo>
                  <a:cubicBezTo>
                    <a:pt x="727336" y="62621"/>
                    <a:pt x="728697" y="65775"/>
                    <a:pt x="728697" y="69527"/>
                  </a:cubicBezTo>
                  <a:lnTo>
                    <a:pt x="728697" y="169025"/>
                  </a:lnTo>
                  <a:cubicBezTo>
                    <a:pt x="728697" y="172777"/>
                    <a:pt x="727336" y="176012"/>
                    <a:pt x="724618" y="178740"/>
                  </a:cubicBezTo>
                  <a:cubicBezTo>
                    <a:pt x="722082" y="181305"/>
                    <a:pt x="718909" y="182583"/>
                    <a:pt x="715104" y="182583"/>
                  </a:cubicBezTo>
                  <a:cubicBezTo>
                    <a:pt x="711569" y="182583"/>
                    <a:pt x="708397" y="181305"/>
                    <a:pt x="705678" y="178740"/>
                  </a:cubicBezTo>
                  <a:cubicBezTo>
                    <a:pt x="703140" y="176012"/>
                    <a:pt x="701870" y="172777"/>
                    <a:pt x="701870" y="169025"/>
                  </a:cubicBezTo>
                  <a:close/>
                  <a:moveTo>
                    <a:pt x="873699" y="94087"/>
                  </a:moveTo>
                  <a:lnTo>
                    <a:pt x="873699" y="169025"/>
                  </a:lnTo>
                  <a:cubicBezTo>
                    <a:pt x="873699" y="172777"/>
                    <a:pt x="872338" y="176012"/>
                    <a:pt x="869619" y="178740"/>
                  </a:cubicBezTo>
                  <a:cubicBezTo>
                    <a:pt x="867083" y="181305"/>
                    <a:pt x="863911" y="182583"/>
                    <a:pt x="860194" y="182583"/>
                  </a:cubicBezTo>
                  <a:cubicBezTo>
                    <a:pt x="856568" y="182583"/>
                    <a:pt x="853399" y="181305"/>
                    <a:pt x="850680" y="178740"/>
                  </a:cubicBezTo>
                  <a:cubicBezTo>
                    <a:pt x="848141" y="176012"/>
                    <a:pt x="846872" y="172777"/>
                    <a:pt x="846872" y="169025"/>
                  </a:cubicBezTo>
                  <a:lnTo>
                    <a:pt x="846872" y="103802"/>
                  </a:lnTo>
                  <a:cubicBezTo>
                    <a:pt x="846872" y="94766"/>
                    <a:pt x="844789" y="88287"/>
                    <a:pt x="840710" y="84362"/>
                  </a:cubicBezTo>
                  <a:cubicBezTo>
                    <a:pt x="836630" y="80275"/>
                    <a:pt x="830469" y="78228"/>
                    <a:pt x="822041" y="78228"/>
                  </a:cubicBezTo>
                  <a:cubicBezTo>
                    <a:pt x="809264" y="78228"/>
                    <a:pt x="798749" y="83764"/>
                    <a:pt x="790322" y="94848"/>
                  </a:cubicBezTo>
                  <a:lnTo>
                    <a:pt x="790322" y="169025"/>
                  </a:lnTo>
                  <a:cubicBezTo>
                    <a:pt x="790322" y="172777"/>
                    <a:pt x="788964" y="176012"/>
                    <a:pt x="786243" y="178740"/>
                  </a:cubicBezTo>
                  <a:cubicBezTo>
                    <a:pt x="783706" y="181305"/>
                    <a:pt x="780626" y="182583"/>
                    <a:pt x="777091" y="182583"/>
                  </a:cubicBezTo>
                  <a:cubicBezTo>
                    <a:pt x="773285" y="182583"/>
                    <a:pt x="770022" y="181305"/>
                    <a:pt x="767303" y="178740"/>
                  </a:cubicBezTo>
                  <a:cubicBezTo>
                    <a:pt x="764764" y="176012"/>
                    <a:pt x="763498" y="172777"/>
                    <a:pt x="763498" y="169025"/>
                  </a:cubicBezTo>
                  <a:lnTo>
                    <a:pt x="763498" y="69527"/>
                  </a:lnTo>
                  <a:cubicBezTo>
                    <a:pt x="763498" y="65775"/>
                    <a:pt x="764764" y="62621"/>
                    <a:pt x="767303" y="60066"/>
                  </a:cubicBezTo>
                  <a:cubicBezTo>
                    <a:pt x="770022" y="57338"/>
                    <a:pt x="773194" y="55979"/>
                    <a:pt x="776820" y="55979"/>
                  </a:cubicBezTo>
                  <a:cubicBezTo>
                    <a:pt x="780534" y="55979"/>
                    <a:pt x="783706" y="57338"/>
                    <a:pt x="786243" y="60066"/>
                  </a:cubicBezTo>
                  <a:cubicBezTo>
                    <a:pt x="788964" y="62621"/>
                    <a:pt x="790322" y="65775"/>
                    <a:pt x="790322" y="69527"/>
                  </a:cubicBezTo>
                  <a:lnTo>
                    <a:pt x="790322" y="74394"/>
                  </a:lnTo>
                  <a:cubicBezTo>
                    <a:pt x="795306" y="68594"/>
                    <a:pt x="801650" y="63818"/>
                    <a:pt x="809264" y="60066"/>
                  </a:cubicBezTo>
                  <a:cubicBezTo>
                    <a:pt x="816966" y="56314"/>
                    <a:pt x="825122" y="54438"/>
                    <a:pt x="833823" y="54438"/>
                  </a:cubicBezTo>
                  <a:cubicBezTo>
                    <a:pt x="846963" y="54438"/>
                    <a:pt x="856842" y="57855"/>
                    <a:pt x="863457" y="64669"/>
                  </a:cubicBezTo>
                  <a:cubicBezTo>
                    <a:pt x="870344" y="71494"/>
                    <a:pt x="873699" y="81299"/>
                    <a:pt x="873699" y="94087"/>
                  </a:cubicBezTo>
                  <a:close/>
                </a:path>
              </a:pathLst>
            </a:custGeom>
            <a:solidFill>
              <a:srgbClr val="000000"/>
            </a:solidFill>
            <a:ln w="15972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4A00CD-EAB9-75E7-481F-93AE7CBD9E84}"/>
                </a:ext>
              </a:extLst>
            </p:cNvPr>
            <p:cNvSpPr/>
            <p:nvPr/>
          </p:nvSpPr>
          <p:spPr>
            <a:xfrm>
              <a:off x="8166783" y="5193266"/>
              <a:ext cx="142645" cy="154960"/>
            </a:xfrm>
            <a:custGeom>
              <a:avLst/>
              <a:gdLst>
                <a:gd name="csX0" fmla="*/ 580 w 142645"/>
                <a:gd name="csY0" fmla="*/ 155141 h 154960"/>
                <a:gd name="csX1" fmla="*/ 5204 w 142645"/>
                <a:gd name="csY1" fmla="*/ 133890 h 154960"/>
                <a:gd name="csX2" fmla="*/ 9281 w 142645"/>
                <a:gd name="csY2" fmla="*/ 76424 h 154960"/>
                <a:gd name="csX3" fmla="*/ 5204 w 142645"/>
                <a:gd name="csY3" fmla="*/ 19049 h 154960"/>
                <a:gd name="csX4" fmla="*/ 1125 w 142645"/>
                <a:gd name="csY4" fmla="*/ 208 h 154960"/>
                <a:gd name="csX5" fmla="*/ 85497 w 142645"/>
                <a:gd name="csY5" fmla="*/ 208 h 154960"/>
                <a:gd name="csX6" fmla="*/ 91479 w 142645"/>
                <a:gd name="csY6" fmla="*/ 571 h 154960"/>
                <a:gd name="csX7" fmla="*/ 97188 w 142645"/>
                <a:gd name="csY7" fmla="*/ 1468 h 154960"/>
                <a:gd name="csX8" fmla="*/ 102716 w 142645"/>
                <a:gd name="csY8" fmla="*/ 3081 h 154960"/>
                <a:gd name="csX9" fmla="*/ 108062 w 142645"/>
                <a:gd name="csY9" fmla="*/ 5220 h 154960"/>
                <a:gd name="csX10" fmla="*/ 117759 w 142645"/>
                <a:gd name="csY10" fmla="*/ 11165 h 154960"/>
                <a:gd name="csX11" fmla="*/ 126280 w 142645"/>
                <a:gd name="csY11" fmla="*/ 18968 h 154960"/>
                <a:gd name="csX12" fmla="*/ 133349 w 142645"/>
                <a:gd name="csY12" fmla="*/ 28520 h 154960"/>
                <a:gd name="csX13" fmla="*/ 138695 w 142645"/>
                <a:gd name="csY13" fmla="*/ 39385 h 154960"/>
                <a:gd name="csX14" fmla="*/ 142138 w 142645"/>
                <a:gd name="csY14" fmla="*/ 51457 h 154960"/>
                <a:gd name="csX15" fmla="*/ 143225 w 142645"/>
                <a:gd name="csY15" fmla="*/ 64453 h 154960"/>
                <a:gd name="csX16" fmla="*/ 143225 w 142645"/>
                <a:gd name="csY16" fmla="*/ 90907 h 154960"/>
                <a:gd name="csX17" fmla="*/ 142138 w 142645"/>
                <a:gd name="csY17" fmla="*/ 103911 h 154960"/>
                <a:gd name="csX18" fmla="*/ 138695 w 142645"/>
                <a:gd name="csY18" fmla="*/ 115982 h 154960"/>
                <a:gd name="csX19" fmla="*/ 133349 w 142645"/>
                <a:gd name="csY19" fmla="*/ 126858 h 154960"/>
                <a:gd name="csX20" fmla="*/ 126280 w 142645"/>
                <a:gd name="csY20" fmla="*/ 136410 h 154960"/>
                <a:gd name="csX21" fmla="*/ 117759 w 142645"/>
                <a:gd name="csY21" fmla="*/ 144203 h 154960"/>
                <a:gd name="csX22" fmla="*/ 108062 w 142645"/>
                <a:gd name="csY22" fmla="*/ 150157 h 154960"/>
                <a:gd name="csX23" fmla="*/ 102716 w 142645"/>
                <a:gd name="csY23" fmla="*/ 152287 h 154960"/>
                <a:gd name="csX24" fmla="*/ 97188 w 142645"/>
                <a:gd name="csY24" fmla="*/ 153909 h 154960"/>
                <a:gd name="csX25" fmla="*/ 91479 w 142645"/>
                <a:gd name="csY25" fmla="*/ 154806 h 154960"/>
                <a:gd name="csX26" fmla="*/ 85497 w 142645"/>
                <a:gd name="csY26" fmla="*/ 155169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645" h="154960">
                  <a:moveTo>
                    <a:pt x="580" y="155141"/>
                  </a:moveTo>
                  <a:cubicBezTo>
                    <a:pt x="2303" y="148100"/>
                    <a:pt x="3843" y="141013"/>
                    <a:pt x="5204" y="133890"/>
                  </a:cubicBezTo>
                  <a:cubicBezTo>
                    <a:pt x="7923" y="114850"/>
                    <a:pt x="9281" y="95646"/>
                    <a:pt x="9281" y="76424"/>
                  </a:cubicBezTo>
                  <a:cubicBezTo>
                    <a:pt x="9281" y="57230"/>
                    <a:pt x="7923" y="38053"/>
                    <a:pt x="5204" y="19049"/>
                  </a:cubicBezTo>
                  <a:cubicBezTo>
                    <a:pt x="3935" y="12742"/>
                    <a:pt x="2574" y="6453"/>
                    <a:pt x="1125" y="208"/>
                  </a:cubicBezTo>
                  <a:lnTo>
                    <a:pt x="85497" y="208"/>
                  </a:lnTo>
                  <a:cubicBezTo>
                    <a:pt x="87491" y="208"/>
                    <a:pt x="89485" y="363"/>
                    <a:pt x="91479" y="571"/>
                  </a:cubicBezTo>
                  <a:cubicBezTo>
                    <a:pt x="93382" y="752"/>
                    <a:pt x="95285" y="1105"/>
                    <a:pt x="97188" y="1468"/>
                  </a:cubicBezTo>
                  <a:cubicBezTo>
                    <a:pt x="99090" y="1830"/>
                    <a:pt x="100905" y="2365"/>
                    <a:pt x="102716" y="3081"/>
                  </a:cubicBezTo>
                  <a:cubicBezTo>
                    <a:pt x="104528" y="3616"/>
                    <a:pt x="106342" y="4341"/>
                    <a:pt x="108062" y="5220"/>
                  </a:cubicBezTo>
                  <a:cubicBezTo>
                    <a:pt x="111506" y="6842"/>
                    <a:pt x="114678" y="8854"/>
                    <a:pt x="117759" y="11165"/>
                  </a:cubicBezTo>
                  <a:cubicBezTo>
                    <a:pt x="120842" y="13467"/>
                    <a:pt x="123741" y="16067"/>
                    <a:pt x="126280" y="18968"/>
                  </a:cubicBezTo>
                  <a:cubicBezTo>
                    <a:pt x="128907" y="21859"/>
                    <a:pt x="131264" y="25103"/>
                    <a:pt x="133349" y="28520"/>
                  </a:cubicBezTo>
                  <a:cubicBezTo>
                    <a:pt x="135431" y="31936"/>
                    <a:pt x="137246" y="35543"/>
                    <a:pt x="138695" y="39385"/>
                  </a:cubicBezTo>
                  <a:cubicBezTo>
                    <a:pt x="140144" y="43237"/>
                    <a:pt x="141322" y="47279"/>
                    <a:pt x="142138" y="51457"/>
                  </a:cubicBezTo>
                  <a:cubicBezTo>
                    <a:pt x="142863" y="55644"/>
                    <a:pt x="143225" y="60012"/>
                    <a:pt x="143225" y="64453"/>
                  </a:cubicBezTo>
                  <a:lnTo>
                    <a:pt x="143225" y="90907"/>
                  </a:lnTo>
                  <a:cubicBezTo>
                    <a:pt x="143225" y="95365"/>
                    <a:pt x="142771" y="99706"/>
                    <a:pt x="142138" y="103911"/>
                  </a:cubicBezTo>
                  <a:cubicBezTo>
                    <a:pt x="141414" y="108098"/>
                    <a:pt x="140144" y="112140"/>
                    <a:pt x="138695" y="115982"/>
                  </a:cubicBezTo>
                  <a:cubicBezTo>
                    <a:pt x="137246" y="119825"/>
                    <a:pt x="135431" y="123423"/>
                    <a:pt x="133349" y="126858"/>
                  </a:cubicBezTo>
                  <a:cubicBezTo>
                    <a:pt x="131355" y="130265"/>
                    <a:pt x="128907" y="133519"/>
                    <a:pt x="126280" y="136410"/>
                  </a:cubicBezTo>
                  <a:cubicBezTo>
                    <a:pt x="123741" y="139318"/>
                    <a:pt x="120842" y="141910"/>
                    <a:pt x="117759" y="144203"/>
                  </a:cubicBezTo>
                  <a:cubicBezTo>
                    <a:pt x="114678" y="146505"/>
                    <a:pt x="111506" y="148535"/>
                    <a:pt x="108062" y="150157"/>
                  </a:cubicBezTo>
                  <a:cubicBezTo>
                    <a:pt x="106251" y="151054"/>
                    <a:pt x="104528" y="151589"/>
                    <a:pt x="102716" y="152287"/>
                  </a:cubicBezTo>
                  <a:cubicBezTo>
                    <a:pt x="100905" y="152822"/>
                    <a:pt x="99090" y="153365"/>
                    <a:pt x="97188" y="153909"/>
                  </a:cubicBezTo>
                  <a:cubicBezTo>
                    <a:pt x="95285" y="154272"/>
                    <a:pt x="93382" y="154625"/>
                    <a:pt x="91479" y="154806"/>
                  </a:cubicBezTo>
                  <a:cubicBezTo>
                    <a:pt x="89485" y="154988"/>
                    <a:pt x="87491" y="155169"/>
                    <a:pt x="85497" y="155169"/>
                  </a:cubicBezTo>
                  <a:close/>
                </a:path>
              </a:pathLst>
            </a:custGeom>
            <a:solidFill>
              <a:srgbClr val="008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BA08ED8-9A7C-5014-A81A-6FCD08373014}"/>
                </a:ext>
              </a:extLst>
            </p:cNvPr>
            <p:cNvSpPr/>
            <p:nvPr/>
          </p:nvSpPr>
          <p:spPr>
            <a:xfrm>
              <a:off x="7710665" y="5463031"/>
              <a:ext cx="1054792" cy="176221"/>
            </a:xfrm>
            <a:custGeom>
              <a:avLst/>
              <a:gdLst>
                <a:gd name="csX0" fmla="*/ 41996 w 1054792"/>
                <a:gd name="csY0" fmla="*/ 159818 h 176221"/>
                <a:gd name="csX1" fmla="*/ 41996 w 1054792"/>
                <a:gd name="csY1" fmla="*/ 41651 h 176221"/>
                <a:gd name="csX2" fmla="*/ 22058 w 1054792"/>
                <a:gd name="csY2" fmla="*/ 62368 h 176221"/>
                <a:gd name="csX3" fmla="*/ 13086 w 1054792"/>
                <a:gd name="csY3" fmla="*/ 66201 h 176221"/>
                <a:gd name="csX4" fmla="*/ 4206 w 1054792"/>
                <a:gd name="csY4" fmla="*/ 62622 h 176221"/>
                <a:gd name="csX5" fmla="*/ 580 w 1054792"/>
                <a:gd name="csY5" fmla="*/ 53668 h 176221"/>
                <a:gd name="csX6" fmla="*/ 4206 w 1054792"/>
                <a:gd name="csY6" fmla="*/ 44714 h 176221"/>
                <a:gd name="csX7" fmla="*/ 42267 w 1054792"/>
                <a:gd name="csY7" fmla="*/ 6352 h 176221"/>
                <a:gd name="csX8" fmla="*/ 54593 w 1054792"/>
                <a:gd name="csY8" fmla="*/ 1241 h 176221"/>
                <a:gd name="csX9" fmla="*/ 66826 w 1054792"/>
                <a:gd name="csY9" fmla="*/ 6352 h 176221"/>
                <a:gd name="csX10" fmla="*/ 71992 w 1054792"/>
                <a:gd name="csY10" fmla="*/ 18632 h 176221"/>
                <a:gd name="csX11" fmla="*/ 71992 w 1054792"/>
                <a:gd name="csY11" fmla="*/ 159809 h 176221"/>
                <a:gd name="csX12" fmla="*/ 67553 w 1054792"/>
                <a:gd name="csY12" fmla="*/ 170557 h 176221"/>
                <a:gd name="csX13" fmla="*/ 57130 w 1054792"/>
                <a:gd name="csY13" fmla="*/ 174907 h 176221"/>
                <a:gd name="csX14" fmla="*/ 46346 w 1054792"/>
                <a:gd name="csY14" fmla="*/ 170557 h 176221"/>
                <a:gd name="csX15" fmla="*/ 41996 w 1054792"/>
                <a:gd name="csY15" fmla="*/ 159809 h 176221"/>
                <a:gd name="csX16" fmla="*/ 174037 w 1054792"/>
                <a:gd name="csY16" fmla="*/ 159818 h 176221"/>
                <a:gd name="csX17" fmla="*/ 174037 w 1054792"/>
                <a:gd name="csY17" fmla="*/ 18632 h 176221"/>
                <a:gd name="csX18" fmla="*/ 189896 w 1054792"/>
                <a:gd name="csY18" fmla="*/ 2772 h 176221"/>
                <a:gd name="csX19" fmla="*/ 248984 w 1054792"/>
                <a:gd name="csY19" fmla="*/ 2772 h 176221"/>
                <a:gd name="csX20" fmla="*/ 289314 w 1054792"/>
                <a:gd name="csY20" fmla="*/ 18115 h 176221"/>
                <a:gd name="csX21" fmla="*/ 304718 w 1054792"/>
                <a:gd name="csY21" fmla="*/ 56232 h 176221"/>
                <a:gd name="csX22" fmla="*/ 289314 w 1054792"/>
                <a:gd name="csY22" fmla="*/ 94340 h 176221"/>
                <a:gd name="csX23" fmla="*/ 248984 w 1054792"/>
                <a:gd name="csY23" fmla="*/ 109684 h 176221"/>
                <a:gd name="csX24" fmla="*/ 203943 w 1054792"/>
                <a:gd name="csY24" fmla="*/ 109684 h 176221"/>
                <a:gd name="csX25" fmla="*/ 203943 w 1054792"/>
                <a:gd name="csY25" fmla="*/ 159818 h 176221"/>
                <a:gd name="csX26" fmla="*/ 199595 w 1054792"/>
                <a:gd name="csY26" fmla="*/ 170557 h 176221"/>
                <a:gd name="csX27" fmla="*/ 189083 w 1054792"/>
                <a:gd name="csY27" fmla="*/ 174907 h 176221"/>
                <a:gd name="csX28" fmla="*/ 178388 w 1054792"/>
                <a:gd name="csY28" fmla="*/ 170557 h 176221"/>
                <a:gd name="csX29" fmla="*/ 174037 w 1054792"/>
                <a:gd name="csY29" fmla="*/ 159818 h 176221"/>
                <a:gd name="csX30" fmla="*/ 244817 w 1054792"/>
                <a:gd name="csY30" fmla="*/ 29118 h 176221"/>
                <a:gd name="csX31" fmla="*/ 203943 w 1054792"/>
                <a:gd name="csY31" fmla="*/ 29118 h 176221"/>
                <a:gd name="csX32" fmla="*/ 203943 w 1054792"/>
                <a:gd name="csY32" fmla="*/ 83339 h 176221"/>
                <a:gd name="csX33" fmla="*/ 244817 w 1054792"/>
                <a:gd name="csY33" fmla="*/ 83339 h 176221"/>
                <a:gd name="csX34" fmla="*/ 265841 w 1054792"/>
                <a:gd name="csY34" fmla="*/ 75925 h 176221"/>
                <a:gd name="csX35" fmla="*/ 273997 w 1054792"/>
                <a:gd name="csY35" fmla="*/ 56223 h 176221"/>
                <a:gd name="csX36" fmla="*/ 265841 w 1054792"/>
                <a:gd name="csY36" fmla="*/ 36530 h 176221"/>
                <a:gd name="csX37" fmla="*/ 244817 w 1054792"/>
                <a:gd name="csY37" fmla="*/ 29118 h 176221"/>
                <a:gd name="csX38" fmla="*/ 329551 w 1054792"/>
                <a:gd name="csY38" fmla="*/ 159818 h 176221"/>
                <a:gd name="csX39" fmla="*/ 329551 w 1054792"/>
                <a:gd name="csY39" fmla="*/ 18632 h 176221"/>
                <a:gd name="csX40" fmla="*/ 345410 w 1054792"/>
                <a:gd name="csY40" fmla="*/ 2772 h 176221"/>
                <a:gd name="csX41" fmla="*/ 404407 w 1054792"/>
                <a:gd name="csY41" fmla="*/ 2772 h 176221"/>
                <a:gd name="csX42" fmla="*/ 444827 w 1054792"/>
                <a:gd name="csY42" fmla="*/ 18115 h 176221"/>
                <a:gd name="csX43" fmla="*/ 460232 w 1054792"/>
                <a:gd name="csY43" fmla="*/ 56232 h 176221"/>
                <a:gd name="csX44" fmla="*/ 444827 w 1054792"/>
                <a:gd name="csY44" fmla="*/ 94340 h 176221"/>
                <a:gd name="csX45" fmla="*/ 404407 w 1054792"/>
                <a:gd name="csY45" fmla="*/ 109684 h 176221"/>
                <a:gd name="csX46" fmla="*/ 359457 w 1054792"/>
                <a:gd name="csY46" fmla="*/ 109684 h 176221"/>
                <a:gd name="csX47" fmla="*/ 359457 w 1054792"/>
                <a:gd name="csY47" fmla="*/ 159818 h 176221"/>
                <a:gd name="csX48" fmla="*/ 355106 w 1054792"/>
                <a:gd name="csY48" fmla="*/ 170557 h 176221"/>
                <a:gd name="csX49" fmla="*/ 344594 w 1054792"/>
                <a:gd name="csY49" fmla="*/ 174907 h 176221"/>
                <a:gd name="csX50" fmla="*/ 333902 w 1054792"/>
                <a:gd name="csY50" fmla="*/ 170557 h 176221"/>
                <a:gd name="csX51" fmla="*/ 329551 w 1054792"/>
                <a:gd name="csY51" fmla="*/ 159818 h 176221"/>
                <a:gd name="csX52" fmla="*/ 400331 w 1054792"/>
                <a:gd name="csY52" fmla="*/ 29118 h 176221"/>
                <a:gd name="csX53" fmla="*/ 359457 w 1054792"/>
                <a:gd name="csY53" fmla="*/ 29118 h 176221"/>
                <a:gd name="csX54" fmla="*/ 359457 w 1054792"/>
                <a:gd name="csY54" fmla="*/ 83339 h 176221"/>
                <a:gd name="csX55" fmla="*/ 400331 w 1054792"/>
                <a:gd name="csY55" fmla="*/ 83339 h 176221"/>
                <a:gd name="csX56" fmla="*/ 421355 w 1054792"/>
                <a:gd name="csY56" fmla="*/ 75925 h 176221"/>
                <a:gd name="csX57" fmla="*/ 429511 w 1054792"/>
                <a:gd name="csY57" fmla="*/ 56223 h 176221"/>
                <a:gd name="csX58" fmla="*/ 421355 w 1054792"/>
                <a:gd name="csY58" fmla="*/ 36530 h 176221"/>
                <a:gd name="csX59" fmla="*/ 400331 w 1054792"/>
                <a:gd name="csY59" fmla="*/ 29118 h 176221"/>
                <a:gd name="csX60" fmla="*/ 477634 w 1054792"/>
                <a:gd name="csY60" fmla="*/ 146514 h 176221"/>
                <a:gd name="csX61" fmla="*/ 481711 w 1054792"/>
                <a:gd name="csY61" fmla="*/ 136536 h 176221"/>
                <a:gd name="csX62" fmla="*/ 491681 w 1054792"/>
                <a:gd name="csY62" fmla="*/ 132186 h 176221"/>
                <a:gd name="csX63" fmla="*/ 500382 w 1054792"/>
                <a:gd name="csY63" fmla="*/ 135004 h 176221"/>
                <a:gd name="csX64" fmla="*/ 544605 w 1054792"/>
                <a:gd name="csY64" fmla="*/ 149840 h 176221"/>
                <a:gd name="csX65" fmla="*/ 569980 w 1054792"/>
                <a:gd name="csY65" fmla="*/ 143188 h 176221"/>
                <a:gd name="csX66" fmla="*/ 578863 w 1054792"/>
                <a:gd name="csY66" fmla="*/ 126567 h 176221"/>
                <a:gd name="csX67" fmla="*/ 569980 w 1054792"/>
                <a:gd name="csY67" fmla="*/ 111732 h 176221"/>
                <a:gd name="csX68" fmla="*/ 539983 w 1054792"/>
                <a:gd name="csY68" fmla="*/ 101246 h 176221"/>
                <a:gd name="csX69" fmla="*/ 508809 w 1054792"/>
                <a:gd name="csY69" fmla="*/ 91776 h 176221"/>
                <a:gd name="csX70" fmla="*/ 479354 w 1054792"/>
                <a:gd name="csY70" fmla="*/ 50088 h 176221"/>
                <a:gd name="csX71" fmla="*/ 497298 w 1054792"/>
                <a:gd name="csY71" fmla="*/ 14536 h 176221"/>
                <a:gd name="csX72" fmla="*/ 544154 w 1054792"/>
                <a:gd name="csY72" fmla="*/ 217 h 176221"/>
                <a:gd name="csX73" fmla="*/ 596807 w 1054792"/>
                <a:gd name="csY73" fmla="*/ 15813 h 176221"/>
                <a:gd name="csX74" fmla="*/ 603240 w 1054792"/>
                <a:gd name="csY74" fmla="*/ 27323 h 176221"/>
                <a:gd name="csX75" fmla="*/ 599072 w 1054792"/>
                <a:gd name="csY75" fmla="*/ 37300 h 176221"/>
                <a:gd name="csX76" fmla="*/ 589102 w 1054792"/>
                <a:gd name="csY76" fmla="*/ 41397 h 176221"/>
                <a:gd name="csX77" fmla="*/ 581220 w 1054792"/>
                <a:gd name="csY77" fmla="*/ 38833 h 176221"/>
                <a:gd name="csX78" fmla="*/ 541524 w 1054792"/>
                <a:gd name="csY78" fmla="*/ 26815 h 176221"/>
                <a:gd name="csX79" fmla="*/ 518505 w 1054792"/>
                <a:gd name="csY79" fmla="*/ 32697 h 176221"/>
                <a:gd name="csX80" fmla="*/ 510078 w 1054792"/>
                <a:gd name="csY80" fmla="*/ 48040 h 176221"/>
                <a:gd name="csX81" fmla="*/ 514971 w 1054792"/>
                <a:gd name="csY81" fmla="*/ 58271 h 176221"/>
                <a:gd name="csX82" fmla="*/ 547686 w 1054792"/>
                <a:gd name="csY82" fmla="*/ 70805 h 176221"/>
                <a:gd name="csX83" fmla="*/ 579134 w 1054792"/>
                <a:gd name="csY83" fmla="*/ 80783 h 176221"/>
                <a:gd name="csX84" fmla="*/ 609313 w 1054792"/>
                <a:gd name="csY84" fmla="*/ 123749 h 176221"/>
                <a:gd name="csX85" fmla="*/ 592185 w 1054792"/>
                <a:gd name="csY85" fmla="*/ 161857 h 176221"/>
                <a:gd name="csX86" fmla="*/ 543338 w 1054792"/>
                <a:gd name="csY86" fmla="*/ 176438 h 176221"/>
                <a:gd name="csX87" fmla="*/ 483251 w 1054792"/>
                <a:gd name="csY87" fmla="*/ 157769 h 176221"/>
                <a:gd name="csX88" fmla="*/ 477634 w 1054792"/>
                <a:gd name="csY88" fmla="*/ 146514 h 176221"/>
                <a:gd name="csX89" fmla="*/ 694228 w 1054792"/>
                <a:gd name="csY89" fmla="*/ 111469 h 176221"/>
                <a:gd name="csX90" fmla="*/ 711900 w 1054792"/>
                <a:gd name="csY90" fmla="*/ 65440 h 176221"/>
                <a:gd name="csX91" fmla="*/ 757667 w 1054792"/>
                <a:gd name="csY91" fmla="*/ 46762 h 176221"/>
                <a:gd name="csX92" fmla="*/ 803704 w 1054792"/>
                <a:gd name="csY92" fmla="*/ 65440 h 176221"/>
                <a:gd name="csX93" fmla="*/ 821377 w 1054792"/>
                <a:gd name="csY93" fmla="*/ 111469 h 176221"/>
                <a:gd name="csX94" fmla="*/ 803704 w 1054792"/>
                <a:gd name="csY94" fmla="*/ 157769 h 176221"/>
                <a:gd name="csX95" fmla="*/ 757667 w 1054792"/>
                <a:gd name="csY95" fmla="*/ 176438 h 176221"/>
                <a:gd name="csX96" fmla="*/ 711900 w 1054792"/>
                <a:gd name="csY96" fmla="*/ 157769 h 176221"/>
                <a:gd name="csX97" fmla="*/ 694228 w 1054792"/>
                <a:gd name="csY97" fmla="*/ 111469 h 176221"/>
                <a:gd name="csX98" fmla="*/ 793463 w 1054792"/>
                <a:gd name="csY98" fmla="*/ 111469 h 176221"/>
                <a:gd name="csX99" fmla="*/ 783767 w 1054792"/>
                <a:gd name="csY99" fmla="*/ 82568 h 176221"/>
                <a:gd name="csX100" fmla="*/ 757667 w 1054792"/>
                <a:gd name="csY100" fmla="*/ 70551 h 176221"/>
                <a:gd name="csX101" fmla="*/ 731567 w 1054792"/>
                <a:gd name="csY101" fmla="*/ 82568 h 176221"/>
                <a:gd name="csX102" fmla="*/ 722142 w 1054792"/>
                <a:gd name="csY102" fmla="*/ 111469 h 176221"/>
                <a:gd name="csX103" fmla="*/ 731567 w 1054792"/>
                <a:gd name="csY103" fmla="*/ 140886 h 176221"/>
                <a:gd name="csX104" fmla="*/ 757667 w 1054792"/>
                <a:gd name="csY104" fmla="*/ 152649 h 176221"/>
                <a:gd name="csX105" fmla="*/ 783767 w 1054792"/>
                <a:gd name="csY105" fmla="*/ 140886 h 176221"/>
                <a:gd name="csX106" fmla="*/ 793463 w 1054792"/>
                <a:gd name="csY106" fmla="*/ 111469 h 176221"/>
                <a:gd name="csX107" fmla="*/ 958673 w 1054792"/>
                <a:gd name="csY107" fmla="*/ 61851 h 176221"/>
                <a:gd name="csX108" fmla="*/ 958673 w 1054792"/>
                <a:gd name="csY108" fmla="*/ 161349 h 176221"/>
                <a:gd name="csX109" fmla="*/ 954597 w 1054792"/>
                <a:gd name="csY109" fmla="*/ 171064 h 176221"/>
                <a:gd name="csX110" fmla="*/ 945442 w 1054792"/>
                <a:gd name="csY110" fmla="*/ 174907 h 176221"/>
                <a:gd name="csX111" fmla="*/ 935655 w 1054792"/>
                <a:gd name="csY111" fmla="*/ 171064 h 176221"/>
                <a:gd name="csX112" fmla="*/ 931849 w 1054792"/>
                <a:gd name="csY112" fmla="*/ 161349 h 176221"/>
                <a:gd name="csX113" fmla="*/ 931849 w 1054792"/>
                <a:gd name="csY113" fmla="*/ 157253 h 176221"/>
                <a:gd name="csX114" fmla="*/ 888077 w 1054792"/>
                <a:gd name="csY114" fmla="*/ 176438 h 176221"/>
                <a:gd name="csX115" fmla="*/ 848472 w 1054792"/>
                <a:gd name="csY115" fmla="*/ 137306 h 176221"/>
                <a:gd name="csX116" fmla="*/ 848472 w 1054792"/>
                <a:gd name="csY116" fmla="*/ 61851 h 176221"/>
                <a:gd name="csX117" fmla="*/ 852281 w 1054792"/>
                <a:gd name="csY117" fmla="*/ 52390 h 176221"/>
                <a:gd name="csX118" fmla="*/ 862068 w 1054792"/>
                <a:gd name="csY118" fmla="*/ 48293 h 176221"/>
                <a:gd name="csX119" fmla="*/ 871220 w 1054792"/>
                <a:gd name="csY119" fmla="*/ 52390 h 176221"/>
                <a:gd name="csX120" fmla="*/ 875299 w 1054792"/>
                <a:gd name="csY120" fmla="*/ 61851 h 176221"/>
                <a:gd name="csX121" fmla="*/ 875299 w 1054792"/>
                <a:gd name="csY121" fmla="*/ 127591 h 176221"/>
                <a:gd name="csX122" fmla="*/ 881461 w 1054792"/>
                <a:gd name="csY122" fmla="*/ 146767 h 176221"/>
                <a:gd name="csX123" fmla="*/ 900130 w 1054792"/>
                <a:gd name="csY123" fmla="*/ 152649 h 176221"/>
                <a:gd name="csX124" fmla="*/ 931849 w 1054792"/>
                <a:gd name="csY124" fmla="*/ 136536 h 176221"/>
                <a:gd name="csX125" fmla="*/ 931849 w 1054792"/>
                <a:gd name="csY125" fmla="*/ 61851 h 176221"/>
                <a:gd name="csX126" fmla="*/ 935655 w 1054792"/>
                <a:gd name="csY126" fmla="*/ 52390 h 176221"/>
                <a:gd name="csX127" fmla="*/ 945171 w 1054792"/>
                <a:gd name="csY127" fmla="*/ 48293 h 176221"/>
                <a:gd name="csX128" fmla="*/ 954597 w 1054792"/>
                <a:gd name="csY128" fmla="*/ 52390 h 176221"/>
                <a:gd name="csX129" fmla="*/ 958673 w 1054792"/>
                <a:gd name="csY129" fmla="*/ 61851 h 176221"/>
                <a:gd name="csX130" fmla="*/ 1055373 w 1054792"/>
                <a:gd name="csY130" fmla="*/ 163135 h 176221"/>
                <a:gd name="csX131" fmla="*/ 1048212 w 1054792"/>
                <a:gd name="csY131" fmla="*/ 173366 h 176221"/>
                <a:gd name="csX132" fmla="*/ 1030539 w 1054792"/>
                <a:gd name="csY132" fmla="*/ 176438 h 176221"/>
                <a:gd name="csX133" fmla="*/ 1006796 w 1054792"/>
                <a:gd name="csY133" fmla="*/ 168255 h 176221"/>
                <a:gd name="csX134" fmla="*/ 998823 w 1054792"/>
                <a:gd name="csY134" fmla="*/ 144719 h 176221"/>
                <a:gd name="csX135" fmla="*/ 998823 w 1054792"/>
                <a:gd name="csY135" fmla="*/ 73361 h 176221"/>
                <a:gd name="csX136" fmla="*/ 988581 w 1054792"/>
                <a:gd name="csY136" fmla="*/ 73361 h 176221"/>
                <a:gd name="csX137" fmla="*/ 980152 w 1054792"/>
                <a:gd name="csY137" fmla="*/ 70044 h 176221"/>
                <a:gd name="csX138" fmla="*/ 976891 w 1054792"/>
                <a:gd name="csY138" fmla="*/ 61598 h 176221"/>
                <a:gd name="csX139" fmla="*/ 980152 w 1054792"/>
                <a:gd name="csY139" fmla="*/ 53414 h 176221"/>
                <a:gd name="csX140" fmla="*/ 988581 w 1054792"/>
                <a:gd name="csY140" fmla="*/ 49835 h 176221"/>
                <a:gd name="csX141" fmla="*/ 998823 w 1054792"/>
                <a:gd name="csY141" fmla="*/ 49835 h 176221"/>
                <a:gd name="csX142" fmla="*/ 998823 w 1054792"/>
                <a:gd name="csY142" fmla="*/ 28094 h 176221"/>
                <a:gd name="csX143" fmla="*/ 1002720 w 1054792"/>
                <a:gd name="csY143" fmla="*/ 18632 h 176221"/>
                <a:gd name="csX144" fmla="*/ 1012416 w 1054792"/>
                <a:gd name="csY144" fmla="*/ 14536 h 176221"/>
                <a:gd name="csX145" fmla="*/ 1021659 w 1054792"/>
                <a:gd name="csY145" fmla="*/ 18632 h 176221"/>
                <a:gd name="csX146" fmla="*/ 1025738 w 1054792"/>
                <a:gd name="csY146" fmla="*/ 28094 h 176221"/>
                <a:gd name="csX147" fmla="*/ 1025738 w 1054792"/>
                <a:gd name="csY147" fmla="*/ 49835 h 176221"/>
                <a:gd name="csX148" fmla="*/ 1040510 w 1054792"/>
                <a:gd name="csY148" fmla="*/ 49835 h 176221"/>
                <a:gd name="csX149" fmla="*/ 1048757 w 1054792"/>
                <a:gd name="csY149" fmla="*/ 53414 h 176221"/>
                <a:gd name="csX150" fmla="*/ 1052292 w 1054792"/>
                <a:gd name="csY150" fmla="*/ 61598 h 176221"/>
                <a:gd name="csX151" fmla="*/ 1048757 w 1054792"/>
                <a:gd name="csY151" fmla="*/ 70044 h 176221"/>
                <a:gd name="csX152" fmla="*/ 1040510 w 1054792"/>
                <a:gd name="csY152" fmla="*/ 73361 h 176221"/>
                <a:gd name="csX153" fmla="*/ 1025738 w 1054792"/>
                <a:gd name="csY153" fmla="*/ 73361 h 176221"/>
                <a:gd name="csX154" fmla="*/ 1025738 w 1054792"/>
                <a:gd name="csY154" fmla="*/ 138077 h 176221"/>
                <a:gd name="csX155" fmla="*/ 1028819 w 1054792"/>
                <a:gd name="csY155" fmla="*/ 148816 h 176221"/>
                <a:gd name="csX156" fmla="*/ 1037520 w 1054792"/>
                <a:gd name="csY156" fmla="*/ 152649 h 176221"/>
                <a:gd name="csX157" fmla="*/ 1041052 w 1054792"/>
                <a:gd name="csY157" fmla="*/ 152395 h 176221"/>
                <a:gd name="csX158" fmla="*/ 1044136 w 1054792"/>
                <a:gd name="csY158" fmla="*/ 151888 h 176221"/>
                <a:gd name="csX159" fmla="*/ 1052292 w 1054792"/>
                <a:gd name="csY159" fmla="*/ 155214 h 176221"/>
                <a:gd name="csX160" fmla="*/ 1055373 w 1054792"/>
                <a:gd name="csY160" fmla="*/ 163144 h 1762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</a:cxnLst>
              <a:rect l="l" t="t" r="r" b="b"/>
              <a:pathLst>
                <a:path w="1054792" h="176221">
                  <a:moveTo>
                    <a:pt x="41996" y="159818"/>
                  </a:moveTo>
                  <a:lnTo>
                    <a:pt x="41996" y="41651"/>
                  </a:lnTo>
                  <a:lnTo>
                    <a:pt x="22058" y="62368"/>
                  </a:lnTo>
                  <a:cubicBezTo>
                    <a:pt x="19522" y="64923"/>
                    <a:pt x="16529" y="66201"/>
                    <a:pt x="13086" y="66201"/>
                  </a:cubicBezTo>
                  <a:cubicBezTo>
                    <a:pt x="9734" y="66201"/>
                    <a:pt x="6742" y="65005"/>
                    <a:pt x="4206" y="62622"/>
                  </a:cubicBezTo>
                  <a:cubicBezTo>
                    <a:pt x="1758" y="60066"/>
                    <a:pt x="580" y="57084"/>
                    <a:pt x="580" y="53668"/>
                  </a:cubicBezTo>
                  <a:cubicBezTo>
                    <a:pt x="580" y="50605"/>
                    <a:pt x="1758" y="47614"/>
                    <a:pt x="4206" y="44714"/>
                  </a:cubicBezTo>
                  <a:lnTo>
                    <a:pt x="42267" y="6352"/>
                  </a:lnTo>
                  <a:cubicBezTo>
                    <a:pt x="45713" y="2945"/>
                    <a:pt x="49789" y="1241"/>
                    <a:pt x="54593" y="1241"/>
                  </a:cubicBezTo>
                  <a:cubicBezTo>
                    <a:pt x="59306" y="1241"/>
                    <a:pt x="63383" y="2945"/>
                    <a:pt x="66826" y="6352"/>
                  </a:cubicBezTo>
                  <a:cubicBezTo>
                    <a:pt x="70272" y="9760"/>
                    <a:pt x="71992" y="13856"/>
                    <a:pt x="71992" y="18632"/>
                  </a:cubicBezTo>
                  <a:lnTo>
                    <a:pt x="71992" y="159809"/>
                  </a:lnTo>
                  <a:cubicBezTo>
                    <a:pt x="71992" y="163905"/>
                    <a:pt x="70543" y="167484"/>
                    <a:pt x="67553" y="170557"/>
                  </a:cubicBezTo>
                  <a:cubicBezTo>
                    <a:pt x="64743" y="173457"/>
                    <a:pt x="61209" y="174907"/>
                    <a:pt x="57130" y="174907"/>
                  </a:cubicBezTo>
                  <a:cubicBezTo>
                    <a:pt x="52870" y="174907"/>
                    <a:pt x="49245" y="173457"/>
                    <a:pt x="46346" y="170557"/>
                  </a:cubicBezTo>
                  <a:cubicBezTo>
                    <a:pt x="43445" y="167484"/>
                    <a:pt x="41996" y="163905"/>
                    <a:pt x="41996" y="159809"/>
                  </a:cubicBezTo>
                  <a:close/>
                  <a:moveTo>
                    <a:pt x="174037" y="159818"/>
                  </a:moveTo>
                  <a:lnTo>
                    <a:pt x="174037" y="18632"/>
                  </a:lnTo>
                  <a:cubicBezTo>
                    <a:pt x="174037" y="8056"/>
                    <a:pt x="179295" y="2772"/>
                    <a:pt x="189896" y="2772"/>
                  </a:cubicBezTo>
                  <a:lnTo>
                    <a:pt x="248984" y="2772"/>
                  </a:lnTo>
                  <a:cubicBezTo>
                    <a:pt x="265841" y="2772"/>
                    <a:pt x="279255" y="7883"/>
                    <a:pt x="289314" y="18115"/>
                  </a:cubicBezTo>
                  <a:cubicBezTo>
                    <a:pt x="299555" y="28347"/>
                    <a:pt x="304718" y="41053"/>
                    <a:pt x="304718" y="56232"/>
                  </a:cubicBezTo>
                  <a:cubicBezTo>
                    <a:pt x="304718" y="71403"/>
                    <a:pt x="299555" y="84109"/>
                    <a:pt x="289314" y="94340"/>
                  </a:cubicBezTo>
                  <a:cubicBezTo>
                    <a:pt x="279255" y="104572"/>
                    <a:pt x="265841" y="109684"/>
                    <a:pt x="248984" y="109684"/>
                  </a:cubicBezTo>
                  <a:lnTo>
                    <a:pt x="203943" y="109684"/>
                  </a:lnTo>
                  <a:lnTo>
                    <a:pt x="203943" y="159818"/>
                  </a:lnTo>
                  <a:cubicBezTo>
                    <a:pt x="203943" y="163905"/>
                    <a:pt x="202493" y="167484"/>
                    <a:pt x="199595" y="170557"/>
                  </a:cubicBezTo>
                  <a:cubicBezTo>
                    <a:pt x="196694" y="173457"/>
                    <a:pt x="193159" y="174907"/>
                    <a:pt x="189083" y="174907"/>
                  </a:cubicBezTo>
                  <a:cubicBezTo>
                    <a:pt x="184821" y="174907"/>
                    <a:pt x="181286" y="173457"/>
                    <a:pt x="178388" y="170557"/>
                  </a:cubicBezTo>
                  <a:cubicBezTo>
                    <a:pt x="175487" y="167484"/>
                    <a:pt x="174037" y="163905"/>
                    <a:pt x="174037" y="159818"/>
                  </a:cubicBezTo>
                  <a:close/>
                  <a:moveTo>
                    <a:pt x="244817" y="29118"/>
                  </a:moveTo>
                  <a:lnTo>
                    <a:pt x="203943" y="29118"/>
                  </a:lnTo>
                  <a:lnTo>
                    <a:pt x="203943" y="83339"/>
                  </a:lnTo>
                  <a:lnTo>
                    <a:pt x="244817" y="83339"/>
                  </a:lnTo>
                  <a:cubicBezTo>
                    <a:pt x="253517" y="83339"/>
                    <a:pt x="260584" y="80865"/>
                    <a:pt x="265841" y="75925"/>
                  </a:cubicBezTo>
                  <a:cubicBezTo>
                    <a:pt x="271279" y="70977"/>
                    <a:pt x="273997" y="64416"/>
                    <a:pt x="273997" y="56223"/>
                  </a:cubicBezTo>
                  <a:cubicBezTo>
                    <a:pt x="273997" y="48040"/>
                    <a:pt x="271279" y="41479"/>
                    <a:pt x="265841" y="36530"/>
                  </a:cubicBezTo>
                  <a:cubicBezTo>
                    <a:pt x="260495" y="31591"/>
                    <a:pt x="253517" y="29118"/>
                    <a:pt x="244817" y="29118"/>
                  </a:cubicBezTo>
                  <a:close/>
                  <a:moveTo>
                    <a:pt x="329551" y="159818"/>
                  </a:moveTo>
                  <a:lnTo>
                    <a:pt x="329551" y="18632"/>
                  </a:lnTo>
                  <a:cubicBezTo>
                    <a:pt x="329551" y="8056"/>
                    <a:pt x="334806" y="2772"/>
                    <a:pt x="345410" y="2772"/>
                  </a:cubicBezTo>
                  <a:lnTo>
                    <a:pt x="404407" y="2772"/>
                  </a:lnTo>
                  <a:cubicBezTo>
                    <a:pt x="421355" y="2772"/>
                    <a:pt x="434769" y="7883"/>
                    <a:pt x="444827" y="18115"/>
                  </a:cubicBezTo>
                  <a:cubicBezTo>
                    <a:pt x="455069" y="28347"/>
                    <a:pt x="460232" y="41053"/>
                    <a:pt x="460232" y="56232"/>
                  </a:cubicBezTo>
                  <a:cubicBezTo>
                    <a:pt x="460232" y="71403"/>
                    <a:pt x="455069" y="84109"/>
                    <a:pt x="444827" y="94340"/>
                  </a:cubicBezTo>
                  <a:cubicBezTo>
                    <a:pt x="434769" y="104572"/>
                    <a:pt x="421355" y="109684"/>
                    <a:pt x="404407" y="109684"/>
                  </a:cubicBezTo>
                  <a:lnTo>
                    <a:pt x="359457" y="109684"/>
                  </a:lnTo>
                  <a:lnTo>
                    <a:pt x="359457" y="159818"/>
                  </a:lnTo>
                  <a:cubicBezTo>
                    <a:pt x="359457" y="163905"/>
                    <a:pt x="358007" y="167484"/>
                    <a:pt x="355106" y="170557"/>
                  </a:cubicBezTo>
                  <a:cubicBezTo>
                    <a:pt x="352208" y="173457"/>
                    <a:pt x="348673" y="174907"/>
                    <a:pt x="344594" y="174907"/>
                  </a:cubicBezTo>
                  <a:cubicBezTo>
                    <a:pt x="340335" y="174907"/>
                    <a:pt x="336800" y="173457"/>
                    <a:pt x="333902" y="170557"/>
                  </a:cubicBezTo>
                  <a:cubicBezTo>
                    <a:pt x="331001" y="167484"/>
                    <a:pt x="329551" y="163905"/>
                    <a:pt x="329551" y="159818"/>
                  </a:cubicBezTo>
                  <a:close/>
                  <a:moveTo>
                    <a:pt x="400331" y="29118"/>
                  </a:moveTo>
                  <a:lnTo>
                    <a:pt x="359457" y="29118"/>
                  </a:lnTo>
                  <a:lnTo>
                    <a:pt x="359457" y="83339"/>
                  </a:lnTo>
                  <a:lnTo>
                    <a:pt x="400331" y="83339"/>
                  </a:lnTo>
                  <a:cubicBezTo>
                    <a:pt x="409029" y="83339"/>
                    <a:pt x="416009" y="80865"/>
                    <a:pt x="421355" y="75925"/>
                  </a:cubicBezTo>
                  <a:cubicBezTo>
                    <a:pt x="426793" y="70977"/>
                    <a:pt x="429511" y="64416"/>
                    <a:pt x="429511" y="56223"/>
                  </a:cubicBezTo>
                  <a:cubicBezTo>
                    <a:pt x="429511" y="48040"/>
                    <a:pt x="426793" y="41479"/>
                    <a:pt x="421355" y="36530"/>
                  </a:cubicBezTo>
                  <a:cubicBezTo>
                    <a:pt x="416009" y="31591"/>
                    <a:pt x="409029" y="29118"/>
                    <a:pt x="400331" y="29118"/>
                  </a:cubicBezTo>
                  <a:close/>
                  <a:moveTo>
                    <a:pt x="477634" y="146514"/>
                  </a:moveTo>
                  <a:cubicBezTo>
                    <a:pt x="477634" y="142590"/>
                    <a:pt x="478992" y="139264"/>
                    <a:pt x="481711" y="136536"/>
                  </a:cubicBezTo>
                  <a:cubicBezTo>
                    <a:pt x="484429" y="133636"/>
                    <a:pt x="487784" y="132186"/>
                    <a:pt x="491681" y="132186"/>
                  </a:cubicBezTo>
                  <a:cubicBezTo>
                    <a:pt x="495124" y="132186"/>
                    <a:pt x="498025" y="133128"/>
                    <a:pt x="500382" y="135004"/>
                  </a:cubicBezTo>
                  <a:cubicBezTo>
                    <a:pt x="513521" y="144891"/>
                    <a:pt x="528293" y="149840"/>
                    <a:pt x="544605" y="149840"/>
                  </a:cubicBezTo>
                  <a:cubicBezTo>
                    <a:pt x="555571" y="149840"/>
                    <a:pt x="564000" y="147619"/>
                    <a:pt x="569980" y="143188"/>
                  </a:cubicBezTo>
                  <a:cubicBezTo>
                    <a:pt x="575871" y="138757"/>
                    <a:pt x="578863" y="133210"/>
                    <a:pt x="578863" y="126567"/>
                  </a:cubicBezTo>
                  <a:cubicBezTo>
                    <a:pt x="578227" y="119571"/>
                    <a:pt x="575237" y="114632"/>
                    <a:pt x="569980" y="111732"/>
                  </a:cubicBezTo>
                  <a:cubicBezTo>
                    <a:pt x="564634" y="108660"/>
                    <a:pt x="554666" y="105161"/>
                    <a:pt x="539983" y="101246"/>
                  </a:cubicBezTo>
                  <a:cubicBezTo>
                    <a:pt x="526573" y="98002"/>
                    <a:pt x="516149" y="94848"/>
                    <a:pt x="508809" y="91776"/>
                  </a:cubicBezTo>
                  <a:cubicBezTo>
                    <a:pt x="489233" y="83937"/>
                    <a:pt x="479354" y="70035"/>
                    <a:pt x="479354" y="50088"/>
                  </a:cubicBezTo>
                  <a:cubicBezTo>
                    <a:pt x="479354" y="35769"/>
                    <a:pt x="485336" y="23915"/>
                    <a:pt x="497298" y="14536"/>
                  </a:cubicBezTo>
                  <a:cubicBezTo>
                    <a:pt x="509262" y="4993"/>
                    <a:pt x="524850" y="217"/>
                    <a:pt x="544154" y="217"/>
                  </a:cubicBezTo>
                  <a:cubicBezTo>
                    <a:pt x="562186" y="217"/>
                    <a:pt x="579768" y="5418"/>
                    <a:pt x="596807" y="15813"/>
                  </a:cubicBezTo>
                  <a:cubicBezTo>
                    <a:pt x="601066" y="18369"/>
                    <a:pt x="603240" y="22212"/>
                    <a:pt x="603240" y="27323"/>
                  </a:cubicBezTo>
                  <a:cubicBezTo>
                    <a:pt x="603240" y="31075"/>
                    <a:pt x="601791" y="34401"/>
                    <a:pt x="599072" y="37300"/>
                  </a:cubicBezTo>
                  <a:cubicBezTo>
                    <a:pt x="596353" y="40029"/>
                    <a:pt x="593090" y="41397"/>
                    <a:pt x="589102" y="41397"/>
                  </a:cubicBezTo>
                  <a:cubicBezTo>
                    <a:pt x="586021" y="41397"/>
                    <a:pt x="583393" y="40536"/>
                    <a:pt x="581220" y="38833"/>
                  </a:cubicBezTo>
                  <a:cubicBezTo>
                    <a:pt x="569075" y="30821"/>
                    <a:pt x="555844" y="26815"/>
                    <a:pt x="541524" y="26815"/>
                  </a:cubicBezTo>
                  <a:cubicBezTo>
                    <a:pt x="531827" y="26815"/>
                    <a:pt x="524125" y="28773"/>
                    <a:pt x="518505" y="32697"/>
                  </a:cubicBezTo>
                  <a:cubicBezTo>
                    <a:pt x="512888" y="36449"/>
                    <a:pt x="510078" y="41560"/>
                    <a:pt x="510078" y="48040"/>
                  </a:cubicBezTo>
                  <a:cubicBezTo>
                    <a:pt x="510078" y="52136"/>
                    <a:pt x="511710" y="55544"/>
                    <a:pt x="514971" y="58271"/>
                  </a:cubicBezTo>
                  <a:cubicBezTo>
                    <a:pt x="519866" y="62540"/>
                    <a:pt x="530832" y="66718"/>
                    <a:pt x="547686" y="70805"/>
                  </a:cubicBezTo>
                  <a:cubicBezTo>
                    <a:pt x="560466" y="74049"/>
                    <a:pt x="570978" y="77375"/>
                    <a:pt x="579134" y="80783"/>
                  </a:cubicBezTo>
                  <a:cubicBezTo>
                    <a:pt x="599252" y="89139"/>
                    <a:pt x="609313" y="103458"/>
                    <a:pt x="609313" y="123749"/>
                  </a:cubicBezTo>
                  <a:cubicBezTo>
                    <a:pt x="609313" y="139264"/>
                    <a:pt x="603602" y="151970"/>
                    <a:pt x="592185" y="161857"/>
                  </a:cubicBezTo>
                  <a:cubicBezTo>
                    <a:pt x="580946" y="171581"/>
                    <a:pt x="564634" y="176438"/>
                    <a:pt x="543338" y="176438"/>
                  </a:cubicBezTo>
                  <a:cubicBezTo>
                    <a:pt x="519503" y="176438"/>
                    <a:pt x="499474" y="170213"/>
                    <a:pt x="483251" y="157769"/>
                  </a:cubicBezTo>
                  <a:cubicBezTo>
                    <a:pt x="479537" y="155041"/>
                    <a:pt x="477634" y="151290"/>
                    <a:pt x="477634" y="146514"/>
                  </a:cubicBezTo>
                  <a:close/>
                  <a:moveTo>
                    <a:pt x="694228" y="111469"/>
                  </a:moveTo>
                  <a:cubicBezTo>
                    <a:pt x="694228" y="93226"/>
                    <a:pt x="700119" y="77883"/>
                    <a:pt x="711900" y="65440"/>
                  </a:cubicBezTo>
                  <a:cubicBezTo>
                    <a:pt x="723682" y="52988"/>
                    <a:pt x="738907" y="46762"/>
                    <a:pt x="757667" y="46762"/>
                  </a:cubicBezTo>
                  <a:cubicBezTo>
                    <a:pt x="776606" y="46762"/>
                    <a:pt x="791923" y="52988"/>
                    <a:pt x="803704" y="65440"/>
                  </a:cubicBezTo>
                  <a:cubicBezTo>
                    <a:pt x="815486" y="77883"/>
                    <a:pt x="821377" y="93226"/>
                    <a:pt x="821377" y="111469"/>
                  </a:cubicBezTo>
                  <a:cubicBezTo>
                    <a:pt x="821377" y="129884"/>
                    <a:pt x="815486" y="145317"/>
                    <a:pt x="803704" y="157769"/>
                  </a:cubicBezTo>
                  <a:cubicBezTo>
                    <a:pt x="791923" y="170213"/>
                    <a:pt x="776606" y="176438"/>
                    <a:pt x="757667" y="176438"/>
                  </a:cubicBezTo>
                  <a:cubicBezTo>
                    <a:pt x="738907" y="176438"/>
                    <a:pt x="723682" y="170213"/>
                    <a:pt x="711900" y="157769"/>
                  </a:cubicBezTo>
                  <a:cubicBezTo>
                    <a:pt x="700119" y="145317"/>
                    <a:pt x="694228" y="129884"/>
                    <a:pt x="694228" y="111469"/>
                  </a:cubicBezTo>
                  <a:close/>
                  <a:moveTo>
                    <a:pt x="793463" y="111469"/>
                  </a:moveTo>
                  <a:cubicBezTo>
                    <a:pt x="793463" y="100222"/>
                    <a:pt x="790202" y="90589"/>
                    <a:pt x="783767" y="82568"/>
                  </a:cubicBezTo>
                  <a:cubicBezTo>
                    <a:pt x="777242" y="74557"/>
                    <a:pt x="768542" y="70551"/>
                    <a:pt x="757667" y="70551"/>
                  </a:cubicBezTo>
                  <a:cubicBezTo>
                    <a:pt x="746792" y="70551"/>
                    <a:pt x="738091" y="74557"/>
                    <a:pt x="731567" y="82568"/>
                  </a:cubicBezTo>
                  <a:cubicBezTo>
                    <a:pt x="725314" y="90417"/>
                    <a:pt x="722142" y="100050"/>
                    <a:pt x="722142" y="111469"/>
                  </a:cubicBezTo>
                  <a:cubicBezTo>
                    <a:pt x="722142" y="123241"/>
                    <a:pt x="725314" y="133047"/>
                    <a:pt x="731567" y="140886"/>
                  </a:cubicBezTo>
                  <a:cubicBezTo>
                    <a:pt x="737912" y="148734"/>
                    <a:pt x="746610" y="152649"/>
                    <a:pt x="757667" y="152649"/>
                  </a:cubicBezTo>
                  <a:cubicBezTo>
                    <a:pt x="768724" y="152649"/>
                    <a:pt x="777422" y="148734"/>
                    <a:pt x="783767" y="140886"/>
                  </a:cubicBezTo>
                  <a:cubicBezTo>
                    <a:pt x="790202" y="132875"/>
                    <a:pt x="793463" y="123069"/>
                    <a:pt x="793463" y="111469"/>
                  </a:cubicBezTo>
                  <a:close/>
                  <a:moveTo>
                    <a:pt x="958673" y="61851"/>
                  </a:moveTo>
                  <a:lnTo>
                    <a:pt x="958673" y="161349"/>
                  </a:lnTo>
                  <a:cubicBezTo>
                    <a:pt x="958673" y="165101"/>
                    <a:pt x="957315" y="168336"/>
                    <a:pt x="954597" y="171064"/>
                  </a:cubicBezTo>
                  <a:cubicBezTo>
                    <a:pt x="952058" y="173629"/>
                    <a:pt x="948977" y="174907"/>
                    <a:pt x="945442" y="174907"/>
                  </a:cubicBezTo>
                  <a:cubicBezTo>
                    <a:pt x="941637" y="174907"/>
                    <a:pt x="938373" y="173629"/>
                    <a:pt x="935655" y="171064"/>
                  </a:cubicBezTo>
                  <a:cubicBezTo>
                    <a:pt x="933119" y="168336"/>
                    <a:pt x="931849" y="165101"/>
                    <a:pt x="931849" y="161349"/>
                  </a:cubicBezTo>
                  <a:lnTo>
                    <a:pt x="931849" y="157253"/>
                  </a:lnTo>
                  <a:cubicBezTo>
                    <a:pt x="919888" y="170040"/>
                    <a:pt x="905296" y="176438"/>
                    <a:pt x="888077" y="176438"/>
                  </a:cubicBezTo>
                  <a:cubicBezTo>
                    <a:pt x="861706" y="176438"/>
                    <a:pt x="848472" y="163397"/>
                    <a:pt x="848472" y="137306"/>
                  </a:cubicBezTo>
                  <a:lnTo>
                    <a:pt x="848472" y="61851"/>
                  </a:lnTo>
                  <a:cubicBezTo>
                    <a:pt x="848472" y="58099"/>
                    <a:pt x="849742" y="54945"/>
                    <a:pt x="852281" y="52390"/>
                  </a:cubicBezTo>
                  <a:cubicBezTo>
                    <a:pt x="854999" y="49662"/>
                    <a:pt x="858260" y="48293"/>
                    <a:pt x="862068" y="48293"/>
                  </a:cubicBezTo>
                  <a:cubicBezTo>
                    <a:pt x="865603" y="48293"/>
                    <a:pt x="868684" y="49662"/>
                    <a:pt x="871220" y="52390"/>
                  </a:cubicBezTo>
                  <a:cubicBezTo>
                    <a:pt x="873939" y="54945"/>
                    <a:pt x="875299" y="58099"/>
                    <a:pt x="875299" y="61851"/>
                  </a:cubicBezTo>
                  <a:lnTo>
                    <a:pt x="875299" y="127591"/>
                  </a:lnTo>
                  <a:cubicBezTo>
                    <a:pt x="875299" y="136454"/>
                    <a:pt x="877382" y="142843"/>
                    <a:pt x="881461" y="146767"/>
                  </a:cubicBezTo>
                  <a:cubicBezTo>
                    <a:pt x="885541" y="150692"/>
                    <a:pt x="891794" y="152649"/>
                    <a:pt x="900130" y="152649"/>
                  </a:cubicBezTo>
                  <a:cubicBezTo>
                    <a:pt x="913272" y="152649"/>
                    <a:pt x="923873" y="147284"/>
                    <a:pt x="931849" y="136536"/>
                  </a:cubicBezTo>
                  <a:lnTo>
                    <a:pt x="931849" y="61851"/>
                  </a:lnTo>
                  <a:cubicBezTo>
                    <a:pt x="931849" y="58099"/>
                    <a:pt x="933119" y="54945"/>
                    <a:pt x="935655" y="52390"/>
                  </a:cubicBezTo>
                  <a:cubicBezTo>
                    <a:pt x="938373" y="49662"/>
                    <a:pt x="941546" y="48293"/>
                    <a:pt x="945171" y="48293"/>
                  </a:cubicBezTo>
                  <a:cubicBezTo>
                    <a:pt x="948886" y="48293"/>
                    <a:pt x="952058" y="49662"/>
                    <a:pt x="954597" y="52390"/>
                  </a:cubicBezTo>
                  <a:cubicBezTo>
                    <a:pt x="957315" y="54945"/>
                    <a:pt x="958673" y="58099"/>
                    <a:pt x="958673" y="61851"/>
                  </a:cubicBezTo>
                  <a:close/>
                  <a:moveTo>
                    <a:pt x="1055373" y="163135"/>
                  </a:moveTo>
                  <a:cubicBezTo>
                    <a:pt x="1055373" y="167910"/>
                    <a:pt x="1053016" y="171318"/>
                    <a:pt x="1048212" y="173366"/>
                  </a:cubicBezTo>
                  <a:cubicBezTo>
                    <a:pt x="1043408" y="175414"/>
                    <a:pt x="1037520" y="176438"/>
                    <a:pt x="1030539" y="176438"/>
                  </a:cubicBezTo>
                  <a:cubicBezTo>
                    <a:pt x="1020210" y="176438"/>
                    <a:pt x="1012233" y="173710"/>
                    <a:pt x="1006796" y="168255"/>
                  </a:cubicBezTo>
                  <a:cubicBezTo>
                    <a:pt x="1001541" y="162799"/>
                    <a:pt x="998823" y="154951"/>
                    <a:pt x="998823" y="144719"/>
                  </a:cubicBezTo>
                  <a:lnTo>
                    <a:pt x="998823" y="73361"/>
                  </a:lnTo>
                  <a:lnTo>
                    <a:pt x="988581" y="73361"/>
                  </a:lnTo>
                  <a:cubicBezTo>
                    <a:pt x="985409" y="73361"/>
                    <a:pt x="982599" y="72255"/>
                    <a:pt x="980152" y="70044"/>
                  </a:cubicBezTo>
                  <a:cubicBezTo>
                    <a:pt x="977978" y="67651"/>
                    <a:pt x="976891" y="64842"/>
                    <a:pt x="976891" y="61598"/>
                  </a:cubicBezTo>
                  <a:cubicBezTo>
                    <a:pt x="976891" y="58362"/>
                    <a:pt x="977978" y="55634"/>
                    <a:pt x="980152" y="53414"/>
                  </a:cubicBezTo>
                  <a:cubicBezTo>
                    <a:pt x="982599" y="51031"/>
                    <a:pt x="985409" y="49835"/>
                    <a:pt x="988581" y="49835"/>
                  </a:cubicBezTo>
                  <a:lnTo>
                    <a:pt x="998823" y="49835"/>
                  </a:lnTo>
                  <a:lnTo>
                    <a:pt x="998823" y="28094"/>
                  </a:lnTo>
                  <a:cubicBezTo>
                    <a:pt x="998823" y="24341"/>
                    <a:pt x="1000089" y="21188"/>
                    <a:pt x="1002720" y="18632"/>
                  </a:cubicBezTo>
                  <a:cubicBezTo>
                    <a:pt x="1005438" y="15904"/>
                    <a:pt x="1008699" y="14536"/>
                    <a:pt x="1012416" y="14536"/>
                  </a:cubicBezTo>
                  <a:cubicBezTo>
                    <a:pt x="1015951" y="14536"/>
                    <a:pt x="1019032" y="15904"/>
                    <a:pt x="1021659" y="18632"/>
                  </a:cubicBezTo>
                  <a:cubicBezTo>
                    <a:pt x="1024378" y="21188"/>
                    <a:pt x="1025738" y="24341"/>
                    <a:pt x="1025738" y="28094"/>
                  </a:cubicBezTo>
                  <a:lnTo>
                    <a:pt x="1025738" y="49835"/>
                  </a:lnTo>
                  <a:lnTo>
                    <a:pt x="1040510" y="49835"/>
                  </a:lnTo>
                  <a:cubicBezTo>
                    <a:pt x="1043773" y="49835"/>
                    <a:pt x="1046492" y="51031"/>
                    <a:pt x="1048757" y="53414"/>
                  </a:cubicBezTo>
                  <a:cubicBezTo>
                    <a:pt x="1051113" y="55634"/>
                    <a:pt x="1052292" y="58362"/>
                    <a:pt x="1052292" y="61598"/>
                  </a:cubicBezTo>
                  <a:cubicBezTo>
                    <a:pt x="1052292" y="64842"/>
                    <a:pt x="1051113" y="67651"/>
                    <a:pt x="1048757" y="70044"/>
                  </a:cubicBezTo>
                  <a:cubicBezTo>
                    <a:pt x="1046492" y="72255"/>
                    <a:pt x="1043773" y="73361"/>
                    <a:pt x="1040510" y="73361"/>
                  </a:cubicBezTo>
                  <a:lnTo>
                    <a:pt x="1025738" y="73361"/>
                  </a:lnTo>
                  <a:lnTo>
                    <a:pt x="1025738" y="138077"/>
                  </a:lnTo>
                  <a:cubicBezTo>
                    <a:pt x="1025738" y="142508"/>
                    <a:pt x="1026734" y="146088"/>
                    <a:pt x="1028819" y="148816"/>
                  </a:cubicBezTo>
                  <a:cubicBezTo>
                    <a:pt x="1030813" y="151371"/>
                    <a:pt x="1033712" y="152649"/>
                    <a:pt x="1037520" y="152649"/>
                  </a:cubicBezTo>
                  <a:cubicBezTo>
                    <a:pt x="1038333" y="152649"/>
                    <a:pt x="1039511" y="152568"/>
                    <a:pt x="1041052" y="152395"/>
                  </a:cubicBezTo>
                  <a:cubicBezTo>
                    <a:pt x="1042595" y="152060"/>
                    <a:pt x="1043591" y="151888"/>
                    <a:pt x="1044136" y="151888"/>
                  </a:cubicBezTo>
                  <a:cubicBezTo>
                    <a:pt x="1047579" y="151888"/>
                    <a:pt x="1050298" y="153003"/>
                    <a:pt x="1052292" y="155214"/>
                  </a:cubicBezTo>
                  <a:cubicBezTo>
                    <a:pt x="1054374" y="157262"/>
                    <a:pt x="1055373" y="159908"/>
                    <a:pt x="1055373" y="163144"/>
                  </a:cubicBezTo>
                  <a:close/>
                </a:path>
              </a:pathLst>
            </a:custGeom>
            <a:solidFill>
              <a:srgbClr val="000000"/>
            </a:solidFill>
            <a:ln w="15972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3736C9C-1A74-97D8-1CED-E542467A1672}"/>
                </a:ext>
              </a:extLst>
            </p:cNvPr>
            <p:cNvSpPr/>
            <p:nvPr/>
          </p:nvSpPr>
          <p:spPr>
            <a:xfrm>
              <a:off x="3405131" y="5101652"/>
              <a:ext cx="5535596" cy="635584"/>
            </a:xfrm>
            <a:custGeom>
              <a:avLst/>
              <a:gdLst>
                <a:gd name="csX0" fmla="*/ 123406 w 5535596"/>
                <a:gd name="csY0" fmla="*/ 213 h 635584"/>
                <a:gd name="csX1" fmla="*/ 5413134 w 5535596"/>
                <a:gd name="csY1" fmla="*/ 213 h 635584"/>
                <a:gd name="csX2" fmla="*/ 5536113 w 5535596"/>
                <a:gd name="csY2" fmla="*/ 123137 h 635584"/>
                <a:gd name="csX3" fmla="*/ 5536113 w 5535596"/>
                <a:gd name="csY3" fmla="*/ 512873 h 635584"/>
                <a:gd name="csX4" fmla="*/ 5413134 w 5535596"/>
                <a:gd name="csY4" fmla="*/ 635798 h 635584"/>
                <a:gd name="csX5" fmla="*/ 123406 w 5535596"/>
                <a:gd name="csY5" fmla="*/ 635798 h 635584"/>
                <a:gd name="csX6" fmla="*/ 516 w 5535596"/>
                <a:gd name="csY6" fmla="*/ 512873 h 635584"/>
                <a:gd name="csX7" fmla="*/ 516 w 5535596"/>
                <a:gd name="csY7" fmla="*/ 123137 h 635584"/>
                <a:gd name="csX8" fmla="*/ 123406 w 5535596"/>
                <a:gd name="csY8" fmla="*/ 213 h 635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5535596" h="635584">
                  <a:moveTo>
                    <a:pt x="123406" y="213"/>
                  </a:moveTo>
                  <a:lnTo>
                    <a:pt x="5413134" y="213"/>
                  </a:lnTo>
                  <a:cubicBezTo>
                    <a:pt x="5481286" y="213"/>
                    <a:pt x="5536113" y="55042"/>
                    <a:pt x="5536113" y="123137"/>
                  </a:cubicBezTo>
                  <a:lnTo>
                    <a:pt x="5536113" y="512873"/>
                  </a:lnTo>
                  <a:cubicBezTo>
                    <a:pt x="5536113" y="580969"/>
                    <a:pt x="5481286" y="635798"/>
                    <a:pt x="5413134" y="635798"/>
                  </a:cubicBezTo>
                  <a:lnTo>
                    <a:pt x="123406" y="635798"/>
                  </a:lnTo>
                  <a:cubicBezTo>
                    <a:pt x="55346" y="635798"/>
                    <a:pt x="516" y="580969"/>
                    <a:pt x="516" y="512873"/>
                  </a:cubicBezTo>
                  <a:lnTo>
                    <a:pt x="516" y="123137"/>
                  </a:lnTo>
                  <a:cubicBezTo>
                    <a:pt x="516" y="55042"/>
                    <a:pt x="55346" y="213"/>
                    <a:pt x="123406" y="213"/>
                  </a:cubicBezTo>
                  <a:close/>
                </a:path>
              </a:pathLst>
            </a:custGeom>
            <a:solidFill>
              <a:srgbClr val="999999">
                <a:alpha val="20000"/>
              </a:srgbClr>
            </a:solidFill>
            <a:ln w="63885"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0F6F19A7-2202-6ED4-F0C6-86DA7B6B8E95}"/>
              </a:ext>
            </a:extLst>
          </p:cNvPr>
          <p:cNvSpPr/>
          <p:nvPr/>
        </p:nvSpPr>
        <p:spPr>
          <a:xfrm>
            <a:off x="8268965" y="3517307"/>
            <a:ext cx="154969" cy="142681"/>
          </a:xfrm>
          <a:custGeom>
            <a:avLst/>
            <a:gdLst>
              <a:gd name="csX0" fmla="*/ 155457 w 154969"/>
              <a:gd name="csY0" fmla="*/ 142838 h 142681"/>
              <a:gd name="csX1" fmla="*/ 134250 w 154969"/>
              <a:gd name="csY1" fmla="*/ 138189 h 142681"/>
              <a:gd name="csX2" fmla="*/ 76793 w 154969"/>
              <a:gd name="csY2" fmla="*/ 134111 h 142681"/>
              <a:gd name="csX3" fmla="*/ 19428 w 154969"/>
              <a:gd name="csY3" fmla="*/ 138189 h 142681"/>
              <a:gd name="csX4" fmla="*/ 577 w 154969"/>
              <a:gd name="csY4" fmla="*/ 142276 h 142681"/>
              <a:gd name="csX5" fmla="*/ 577 w 154969"/>
              <a:gd name="csY5" fmla="*/ 57894 h 142681"/>
              <a:gd name="csX6" fmla="*/ 939 w 154969"/>
              <a:gd name="csY6" fmla="*/ 51950 h 142681"/>
              <a:gd name="csX7" fmla="*/ 1846 w 154969"/>
              <a:gd name="csY7" fmla="*/ 46195 h 142681"/>
              <a:gd name="csX8" fmla="*/ 3478 w 154969"/>
              <a:gd name="csY8" fmla="*/ 40630 h 142681"/>
              <a:gd name="csX9" fmla="*/ 5561 w 154969"/>
              <a:gd name="csY9" fmla="*/ 35338 h 142681"/>
              <a:gd name="csX10" fmla="*/ 11543 w 154969"/>
              <a:gd name="csY10" fmla="*/ 25586 h 142681"/>
              <a:gd name="csX11" fmla="*/ 19336 w 154969"/>
              <a:gd name="csY11" fmla="*/ 17049 h 142681"/>
              <a:gd name="csX12" fmla="*/ 28853 w 154969"/>
              <a:gd name="csY12" fmla="*/ 9989 h 142681"/>
              <a:gd name="csX13" fmla="*/ 39728 w 154969"/>
              <a:gd name="csY13" fmla="*/ 4706 h 142681"/>
              <a:gd name="csX14" fmla="*/ 51781 w 154969"/>
              <a:gd name="csY14" fmla="*/ 1271 h 142681"/>
              <a:gd name="csX15" fmla="*/ 64832 w 154969"/>
              <a:gd name="csY15" fmla="*/ 157 h 142681"/>
              <a:gd name="csX16" fmla="*/ 91294 w 154969"/>
              <a:gd name="csY16" fmla="*/ 157 h 142681"/>
              <a:gd name="csX17" fmla="*/ 104254 w 154969"/>
              <a:gd name="csY17" fmla="*/ 1271 h 142681"/>
              <a:gd name="csX18" fmla="*/ 116307 w 154969"/>
              <a:gd name="csY18" fmla="*/ 4706 h 142681"/>
              <a:gd name="csX19" fmla="*/ 127181 w 154969"/>
              <a:gd name="csY19" fmla="*/ 9989 h 142681"/>
              <a:gd name="csX20" fmla="*/ 136789 w 154969"/>
              <a:gd name="csY20" fmla="*/ 17049 h 142681"/>
              <a:gd name="csX21" fmla="*/ 144583 w 154969"/>
              <a:gd name="csY21" fmla="*/ 25586 h 142681"/>
              <a:gd name="csX22" fmla="*/ 150471 w 154969"/>
              <a:gd name="csY22" fmla="*/ 35338 h 142681"/>
              <a:gd name="csX23" fmla="*/ 152648 w 154969"/>
              <a:gd name="csY23" fmla="*/ 40630 h 142681"/>
              <a:gd name="csX24" fmla="*/ 154279 w 154969"/>
              <a:gd name="csY24" fmla="*/ 46195 h 142681"/>
              <a:gd name="csX25" fmla="*/ 155184 w 154969"/>
              <a:gd name="csY25" fmla="*/ 51950 h 142681"/>
              <a:gd name="csX26" fmla="*/ 155546 w 154969"/>
              <a:gd name="csY26" fmla="*/ 57894 h 1426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154969" h="142681">
                <a:moveTo>
                  <a:pt x="155457" y="142838"/>
                </a:moveTo>
                <a:cubicBezTo>
                  <a:pt x="148480" y="141098"/>
                  <a:pt x="141411" y="139548"/>
                  <a:pt x="134250" y="138189"/>
                </a:cubicBezTo>
                <a:cubicBezTo>
                  <a:pt x="115220" y="135461"/>
                  <a:pt x="96006" y="134101"/>
                  <a:pt x="76793" y="134111"/>
                </a:cubicBezTo>
                <a:cubicBezTo>
                  <a:pt x="57580" y="134101"/>
                  <a:pt x="38367" y="135470"/>
                  <a:pt x="19428" y="138189"/>
                </a:cubicBezTo>
                <a:cubicBezTo>
                  <a:pt x="13083" y="139403"/>
                  <a:pt x="6830" y="140762"/>
                  <a:pt x="577" y="142276"/>
                </a:cubicBezTo>
                <a:lnTo>
                  <a:pt x="577" y="57894"/>
                </a:lnTo>
                <a:cubicBezTo>
                  <a:pt x="577" y="55900"/>
                  <a:pt x="759" y="53898"/>
                  <a:pt x="939" y="51950"/>
                </a:cubicBezTo>
                <a:cubicBezTo>
                  <a:pt x="1122" y="50010"/>
                  <a:pt x="1484" y="48080"/>
                  <a:pt x="1846" y="46195"/>
                </a:cubicBezTo>
                <a:cubicBezTo>
                  <a:pt x="2209" y="44318"/>
                  <a:pt x="2753" y="42434"/>
                  <a:pt x="3478" y="40630"/>
                </a:cubicBezTo>
                <a:cubicBezTo>
                  <a:pt x="4020" y="38817"/>
                  <a:pt x="4747" y="37060"/>
                  <a:pt x="5561" y="35338"/>
                </a:cubicBezTo>
                <a:cubicBezTo>
                  <a:pt x="7192" y="31885"/>
                  <a:pt x="9186" y="28658"/>
                  <a:pt x="11543" y="25586"/>
                </a:cubicBezTo>
                <a:cubicBezTo>
                  <a:pt x="13808" y="22514"/>
                  <a:pt x="16438" y="19660"/>
                  <a:pt x="19336" y="17049"/>
                </a:cubicBezTo>
                <a:cubicBezTo>
                  <a:pt x="22238" y="14439"/>
                  <a:pt x="25498" y="12065"/>
                  <a:pt x="28853" y="9989"/>
                </a:cubicBezTo>
                <a:cubicBezTo>
                  <a:pt x="32296" y="7923"/>
                  <a:pt x="35922" y="6156"/>
                  <a:pt x="39728" y="4706"/>
                </a:cubicBezTo>
                <a:cubicBezTo>
                  <a:pt x="43625" y="3247"/>
                  <a:pt x="47613" y="2033"/>
                  <a:pt x="51781" y="1271"/>
                </a:cubicBezTo>
                <a:cubicBezTo>
                  <a:pt x="56040" y="501"/>
                  <a:pt x="60390" y="157"/>
                  <a:pt x="64832" y="157"/>
                </a:cubicBezTo>
                <a:lnTo>
                  <a:pt x="91294" y="157"/>
                </a:lnTo>
                <a:cubicBezTo>
                  <a:pt x="95735" y="157"/>
                  <a:pt x="100083" y="501"/>
                  <a:pt x="104254" y="1271"/>
                </a:cubicBezTo>
                <a:cubicBezTo>
                  <a:pt x="108422" y="2042"/>
                  <a:pt x="112501" y="3247"/>
                  <a:pt x="116307" y="4706"/>
                </a:cubicBezTo>
                <a:cubicBezTo>
                  <a:pt x="120203" y="6156"/>
                  <a:pt x="123829" y="7923"/>
                  <a:pt x="127181" y="9989"/>
                </a:cubicBezTo>
                <a:cubicBezTo>
                  <a:pt x="130624" y="12065"/>
                  <a:pt x="133888" y="14439"/>
                  <a:pt x="136789" y="17049"/>
                </a:cubicBezTo>
                <a:cubicBezTo>
                  <a:pt x="139688" y="19660"/>
                  <a:pt x="142315" y="22514"/>
                  <a:pt x="144583" y="25586"/>
                </a:cubicBezTo>
                <a:cubicBezTo>
                  <a:pt x="146848" y="28658"/>
                  <a:pt x="148930" y="31885"/>
                  <a:pt x="150471" y="35338"/>
                </a:cubicBezTo>
                <a:cubicBezTo>
                  <a:pt x="151378" y="37060"/>
                  <a:pt x="151923" y="38817"/>
                  <a:pt x="152648" y="40630"/>
                </a:cubicBezTo>
                <a:cubicBezTo>
                  <a:pt x="153192" y="42434"/>
                  <a:pt x="153734" y="44318"/>
                  <a:pt x="154279" y="46195"/>
                </a:cubicBezTo>
                <a:cubicBezTo>
                  <a:pt x="154642" y="48080"/>
                  <a:pt x="155004" y="50010"/>
                  <a:pt x="155184" y="51950"/>
                </a:cubicBezTo>
                <a:cubicBezTo>
                  <a:pt x="155366" y="53898"/>
                  <a:pt x="155546" y="55900"/>
                  <a:pt x="155546" y="57894"/>
                </a:cubicBezTo>
                <a:close/>
              </a:path>
            </a:pathLst>
          </a:custGeom>
          <a:solidFill>
            <a:srgbClr val="0000FF"/>
          </a:solidFill>
          <a:ln w="47203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54" name="Graphic 43">
            <a:extLst>
              <a:ext uri="{FF2B5EF4-FFF2-40B4-BE49-F238E27FC236}">
                <a16:creationId xmlns:a16="http://schemas.microsoft.com/office/drawing/2014/main" id="{B32F53AB-5248-EC2E-09A5-A44FEA7CF57A}"/>
              </a:ext>
            </a:extLst>
          </p:cNvPr>
          <p:cNvGrpSpPr/>
          <p:nvPr/>
        </p:nvGrpSpPr>
        <p:grpSpPr>
          <a:xfrm>
            <a:off x="6715007" y="3517307"/>
            <a:ext cx="897284" cy="1031301"/>
            <a:chOff x="6509784" y="3517307"/>
            <a:chExt cx="897284" cy="1031301"/>
          </a:xfrm>
        </p:grpSpPr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B4FDE02-5F9C-BF51-C02A-BED273CC680A}"/>
                </a:ext>
              </a:extLst>
            </p:cNvPr>
            <p:cNvSpPr/>
            <p:nvPr/>
          </p:nvSpPr>
          <p:spPr>
            <a:xfrm>
              <a:off x="6815283" y="3517307"/>
              <a:ext cx="154971" cy="142681"/>
            </a:xfrm>
            <a:custGeom>
              <a:avLst/>
              <a:gdLst>
                <a:gd name="csX0" fmla="*/ 155510 w 154971"/>
                <a:gd name="csY0" fmla="*/ 142838 h 142681"/>
                <a:gd name="csX1" fmla="*/ 134212 w 154971"/>
                <a:gd name="csY1" fmla="*/ 138189 h 142681"/>
                <a:gd name="csX2" fmla="*/ 76755 w 154971"/>
                <a:gd name="csY2" fmla="*/ 134111 h 142681"/>
                <a:gd name="csX3" fmla="*/ 19389 w 154971"/>
                <a:gd name="csY3" fmla="*/ 138189 h 142681"/>
                <a:gd name="csX4" fmla="*/ 539 w 154971"/>
                <a:gd name="csY4" fmla="*/ 142276 h 142681"/>
                <a:gd name="csX5" fmla="*/ 539 w 154971"/>
                <a:gd name="csY5" fmla="*/ 57894 h 142681"/>
                <a:gd name="csX6" fmla="*/ 901 w 154971"/>
                <a:gd name="csY6" fmla="*/ 51950 h 142681"/>
                <a:gd name="csX7" fmla="*/ 1808 w 154971"/>
                <a:gd name="csY7" fmla="*/ 46195 h 142681"/>
                <a:gd name="csX8" fmla="*/ 3440 w 154971"/>
                <a:gd name="csY8" fmla="*/ 40630 h 142681"/>
                <a:gd name="csX9" fmla="*/ 5522 w 154971"/>
                <a:gd name="csY9" fmla="*/ 35338 h 142681"/>
                <a:gd name="csX10" fmla="*/ 11504 w 154971"/>
                <a:gd name="csY10" fmla="*/ 25586 h 142681"/>
                <a:gd name="csX11" fmla="*/ 19298 w 154971"/>
                <a:gd name="csY11" fmla="*/ 17049 h 142681"/>
                <a:gd name="csX12" fmla="*/ 28815 w 154971"/>
                <a:gd name="csY12" fmla="*/ 9989 h 142681"/>
                <a:gd name="csX13" fmla="*/ 39689 w 154971"/>
                <a:gd name="csY13" fmla="*/ 4706 h 142681"/>
                <a:gd name="csX14" fmla="*/ 51834 w 154971"/>
                <a:gd name="csY14" fmla="*/ 1271 h 142681"/>
                <a:gd name="csX15" fmla="*/ 64793 w 154971"/>
                <a:gd name="csY15" fmla="*/ 157 h 142681"/>
                <a:gd name="csX16" fmla="*/ 91255 w 154971"/>
                <a:gd name="csY16" fmla="*/ 157 h 142681"/>
                <a:gd name="csX17" fmla="*/ 104215 w 154971"/>
                <a:gd name="csY17" fmla="*/ 1271 h 142681"/>
                <a:gd name="csX18" fmla="*/ 116360 w 154971"/>
                <a:gd name="csY18" fmla="*/ 4706 h 142681"/>
                <a:gd name="csX19" fmla="*/ 127143 w 154971"/>
                <a:gd name="csY19" fmla="*/ 9989 h 142681"/>
                <a:gd name="csX20" fmla="*/ 136751 w 154971"/>
                <a:gd name="csY20" fmla="*/ 17049 h 142681"/>
                <a:gd name="csX21" fmla="*/ 144545 w 154971"/>
                <a:gd name="csY21" fmla="*/ 25586 h 142681"/>
                <a:gd name="csX22" fmla="*/ 150524 w 154971"/>
                <a:gd name="csY22" fmla="*/ 35338 h 142681"/>
                <a:gd name="csX23" fmla="*/ 152609 w 154971"/>
                <a:gd name="csY23" fmla="*/ 40630 h 142681"/>
                <a:gd name="csX24" fmla="*/ 154241 w 154971"/>
                <a:gd name="csY24" fmla="*/ 46195 h 142681"/>
                <a:gd name="csX25" fmla="*/ 155145 w 154971"/>
                <a:gd name="csY25" fmla="*/ 51950 h 142681"/>
                <a:gd name="csX26" fmla="*/ 155510 w 154971"/>
                <a:gd name="csY26" fmla="*/ 57894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71" h="142681">
                  <a:moveTo>
                    <a:pt x="155510" y="142838"/>
                  </a:moveTo>
                  <a:cubicBezTo>
                    <a:pt x="148441" y="141098"/>
                    <a:pt x="141372" y="139548"/>
                    <a:pt x="134212" y="138189"/>
                  </a:cubicBezTo>
                  <a:cubicBezTo>
                    <a:pt x="115181" y="135461"/>
                    <a:pt x="95968" y="134101"/>
                    <a:pt x="76755" y="134111"/>
                  </a:cubicBezTo>
                  <a:cubicBezTo>
                    <a:pt x="57542" y="134101"/>
                    <a:pt x="38420" y="135470"/>
                    <a:pt x="19389" y="138189"/>
                  </a:cubicBezTo>
                  <a:cubicBezTo>
                    <a:pt x="13045" y="139403"/>
                    <a:pt x="6792" y="140762"/>
                    <a:pt x="539" y="142276"/>
                  </a:cubicBezTo>
                  <a:lnTo>
                    <a:pt x="539" y="57894"/>
                  </a:lnTo>
                  <a:cubicBezTo>
                    <a:pt x="539" y="55900"/>
                    <a:pt x="721" y="53898"/>
                    <a:pt x="901" y="51950"/>
                  </a:cubicBezTo>
                  <a:cubicBezTo>
                    <a:pt x="1083" y="50010"/>
                    <a:pt x="1446" y="48080"/>
                    <a:pt x="1808" y="46195"/>
                  </a:cubicBezTo>
                  <a:cubicBezTo>
                    <a:pt x="2170" y="44318"/>
                    <a:pt x="2715" y="42434"/>
                    <a:pt x="3440" y="40630"/>
                  </a:cubicBezTo>
                  <a:cubicBezTo>
                    <a:pt x="3982" y="38817"/>
                    <a:pt x="4709" y="37060"/>
                    <a:pt x="5522" y="35338"/>
                  </a:cubicBezTo>
                  <a:cubicBezTo>
                    <a:pt x="7154" y="31885"/>
                    <a:pt x="9148" y="28658"/>
                    <a:pt x="11504" y="25586"/>
                  </a:cubicBezTo>
                  <a:cubicBezTo>
                    <a:pt x="13770" y="22514"/>
                    <a:pt x="16400" y="19660"/>
                    <a:pt x="19298" y="17049"/>
                  </a:cubicBezTo>
                  <a:cubicBezTo>
                    <a:pt x="22199" y="14439"/>
                    <a:pt x="25460" y="12065"/>
                    <a:pt x="28815" y="9989"/>
                  </a:cubicBezTo>
                  <a:cubicBezTo>
                    <a:pt x="32258" y="7923"/>
                    <a:pt x="35884" y="6156"/>
                    <a:pt x="39689" y="4706"/>
                  </a:cubicBezTo>
                  <a:cubicBezTo>
                    <a:pt x="43586" y="3247"/>
                    <a:pt x="47574" y="2033"/>
                    <a:pt x="51834" y="1271"/>
                  </a:cubicBezTo>
                  <a:cubicBezTo>
                    <a:pt x="56001" y="501"/>
                    <a:pt x="60352" y="157"/>
                    <a:pt x="64793" y="157"/>
                  </a:cubicBezTo>
                  <a:lnTo>
                    <a:pt x="91255" y="157"/>
                  </a:lnTo>
                  <a:cubicBezTo>
                    <a:pt x="95697" y="157"/>
                    <a:pt x="100048" y="501"/>
                    <a:pt x="104215" y="1271"/>
                  </a:cubicBezTo>
                  <a:cubicBezTo>
                    <a:pt x="108475" y="2042"/>
                    <a:pt x="112463" y="3247"/>
                    <a:pt x="116360" y="4706"/>
                  </a:cubicBezTo>
                  <a:cubicBezTo>
                    <a:pt x="120165" y="6156"/>
                    <a:pt x="123791" y="7923"/>
                    <a:pt x="127143" y="9989"/>
                  </a:cubicBezTo>
                  <a:cubicBezTo>
                    <a:pt x="130586" y="12065"/>
                    <a:pt x="133850" y="14439"/>
                    <a:pt x="136751" y="17049"/>
                  </a:cubicBezTo>
                  <a:cubicBezTo>
                    <a:pt x="139649" y="19660"/>
                    <a:pt x="142277" y="22514"/>
                    <a:pt x="144545" y="25586"/>
                  </a:cubicBezTo>
                  <a:cubicBezTo>
                    <a:pt x="146810" y="28658"/>
                    <a:pt x="148892" y="31885"/>
                    <a:pt x="150524" y="35338"/>
                  </a:cubicBezTo>
                  <a:cubicBezTo>
                    <a:pt x="151431" y="37060"/>
                    <a:pt x="151885" y="38817"/>
                    <a:pt x="152609" y="40630"/>
                  </a:cubicBezTo>
                  <a:cubicBezTo>
                    <a:pt x="153154" y="42434"/>
                    <a:pt x="153696" y="44318"/>
                    <a:pt x="154241" y="46195"/>
                  </a:cubicBezTo>
                  <a:cubicBezTo>
                    <a:pt x="154603" y="48080"/>
                    <a:pt x="154966" y="50010"/>
                    <a:pt x="155145" y="51950"/>
                  </a:cubicBezTo>
                  <a:cubicBezTo>
                    <a:pt x="155328" y="53898"/>
                    <a:pt x="155510" y="55900"/>
                    <a:pt x="155510" y="57894"/>
                  </a:cubicBezTo>
                  <a:close/>
                </a:path>
              </a:pathLst>
            </a:custGeom>
            <a:solidFill>
              <a:srgbClr val="0000FF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1D695E97-288B-6F8D-455B-5DFF5F72C4EF}"/>
                </a:ext>
              </a:extLst>
            </p:cNvPr>
            <p:cNvSpPr/>
            <p:nvPr/>
          </p:nvSpPr>
          <p:spPr>
            <a:xfrm>
              <a:off x="7264515" y="3956742"/>
              <a:ext cx="142553" cy="154960"/>
            </a:xfrm>
            <a:custGeom>
              <a:avLst/>
              <a:gdLst>
                <a:gd name="csX0" fmla="*/ 552 w 142553"/>
                <a:gd name="csY0" fmla="*/ 155113 h 154960"/>
                <a:gd name="csX1" fmla="*/ 5174 w 142553"/>
                <a:gd name="csY1" fmla="*/ 133852 h 154960"/>
                <a:gd name="csX2" fmla="*/ 9253 w 142553"/>
                <a:gd name="csY2" fmla="*/ 76387 h 154960"/>
                <a:gd name="csX3" fmla="*/ 5174 w 142553"/>
                <a:gd name="csY3" fmla="*/ 19012 h 154960"/>
                <a:gd name="csX4" fmla="*/ 1097 w 142553"/>
                <a:gd name="csY4" fmla="*/ 170 h 154960"/>
                <a:gd name="csX5" fmla="*/ 85469 w 142553"/>
                <a:gd name="csY5" fmla="*/ 170 h 154960"/>
                <a:gd name="csX6" fmla="*/ 91452 w 142553"/>
                <a:gd name="csY6" fmla="*/ 533 h 154960"/>
                <a:gd name="csX7" fmla="*/ 97160 w 142553"/>
                <a:gd name="csY7" fmla="*/ 1430 h 154960"/>
                <a:gd name="csX8" fmla="*/ 102689 w 142553"/>
                <a:gd name="csY8" fmla="*/ 3043 h 154960"/>
                <a:gd name="csX9" fmla="*/ 108035 w 142553"/>
                <a:gd name="csY9" fmla="*/ 5182 h 154960"/>
                <a:gd name="csX10" fmla="*/ 117731 w 142553"/>
                <a:gd name="csY10" fmla="*/ 11127 h 154960"/>
                <a:gd name="csX11" fmla="*/ 126249 w 142553"/>
                <a:gd name="csY11" fmla="*/ 18930 h 154960"/>
                <a:gd name="csX12" fmla="*/ 133318 w 142553"/>
                <a:gd name="csY12" fmla="*/ 28482 h 154960"/>
                <a:gd name="csX13" fmla="*/ 138667 w 142553"/>
                <a:gd name="csY13" fmla="*/ 39357 h 154960"/>
                <a:gd name="csX14" fmla="*/ 142110 w 142553"/>
                <a:gd name="csY14" fmla="*/ 51428 h 154960"/>
                <a:gd name="csX15" fmla="*/ 143106 w 142553"/>
                <a:gd name="csY15" fmla="*/ 64415 h 154960"/>
                <a:gd name="csX16" fmla="*/ 143106 w 142553"/>
                <a:gd name="csY16" fmla="*/ 90869 h 154960"/>
                <a:gd name="csX17" fmla="*/ 142110 w 142553"/>
                <a:gd name="csY17" fmla="*/ 103874 h 154960"/>
                <a:gd name="csX18" fmla="*/ 138667 w 142553"/>
                <a:gd name="csY18" fmla="*/ 115945 h 154960"/>
                <a:gd name="csX19" fmla="*/ 133318 w 142553"/>
                <a:gd name="csY19" fmla="*/ 126820 h 154960"/>
                <a:gd name="csX20" fmla="*/ 126249 w 142553"/>
                <a:gd name="csY20" fmla="*/ 136372 h 154960"/>
                <a:gd name="csX21" fmla="*/ 117731 w 142553"/>
                <a:gd name="csY21" fmla="*/ 144174 h 154960"/>
                <a:gd name="csX22" fmla="*/ 108035 w 142553"/>
                <a:gd name="csY22" fmla="*/ 150120 h 154960"/>
                <a:gd name="csX23" fmla="*/ 102689 w 142553"/>
                <a:gd name="csY23" fmla="*/ 152258 h 154960"/>
                <a:gd name="csX24" fmla="*/ 97160 w 142553"/>
                <a:gd name="csY24" fmla="*/ 153871 h 154960"/>
                <a:gd name="csX25" fmla="*/ 91452 w 142553"/>
                <a:gd name="csY25" fmla="*/ 154769 h 154960"/>
                <a:gd name="csX26" fmla="*/ 85469 w 142553"/>
                <a:gd name="csY26" fmla="*/ 155131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553" h="154960">
                  <a:moveTo>
                    <a:pt x="552" y="155113"/>
                  </a:moveTo>
                  <a:cubicBezTo>
                    <a:pt x="2275" y="148062"/>
                    <a:pt x="3816" y="140976"/>
                    <a:pt x="5174" y="133852"/>
                  </a:cubicBezTo>
                  <a:cubicBezTo>
                    <a:pt x="7892" y="114821"/>
                    <a:pt x="9253" y="95617"/>
                    <a:pt x="9253" y="76387"/>
                  </a:cubicBezTo>
                  <a:cubicBezTo>
                    <a:pt x="9253" y="57192"/>
                    <a:pt x="7892" y="38016"/>
                    <a:pt x="5174" y="19012"/>
                  </a:cubicBezTo>
                  <a:cubicBezTo>
                    <a:pt x="3907" y="12704"/>
                    <a:pt x="2546" y="6424"/>
                    <a:pt x="1097" y="170"/>
                  </a:cubicBezTo>
                  <a:lnTo>
                    <a:pt x="85469" y="170"/>
                  </a:lnTo>
                  <a:cubicBezTo>
                    <a:pt x="87463" y="170"/>
                    <a:pt x="89458" y="325"/>
                    <a:pt x="91452" y="533"/>
                  </a:cubicBezTo>
                  <a:cubicBezTo>
                    <a:pt x="93354" y="714"/>
                    <a:pt x="95257" y="1068"/>
                    <a:pt x="97160" y="1430"/>
                  </a:cubicBezTo>
                  <a:cubicBezTo>
                    <a:pt x="99063" y="1792"/>
                    <a:pt x="100874" y="2328"/>
                    <a:pt x="102689" y="3043"/>
                  </a:cubicBezTo>
                  <a:cubicBezTo>
                    <a:pt x="104500" y="3587"/>
                    <a:pt x="106312" y="4303"/>
                    <a:pt x="108035" y="5182"/>
                  </a:cubicBezTo>
                  <a:cubicBezTo>
                    <a:pt x="111478" y="6805"/>
                    <a:pt x="114650" y="8816"/>
                    <a:pt x="117731" y="11127"/>
                  </a:cubicBezTo>
                  <a:cubicBezTo>
                    <a:pt x="120812" y="13429"/>
                    <a:pt x="123713" y="16039"/>
                    <a:pt x="126249" y="18930"/>
                  </a:cubicBezTo>
                  <a:cubicBezTo>
                    <a:pt x="128879" y="21821"/>
                    <a:pt x="131236" y="25075"/>
                    <a:pt x="133318" y="28482"/>
                  </a:cubicBezTo>
                  <a:cubicBezTo>
                    <a:pt x="135404" y="31898"/>
                    <a:pt x="137215" y="35505"/>
                    <a:pt x="138667" y="39357"/>
                  </a:cubicBezTo>
                  <a:cubicBezTo>
                    <a:pt x="140116" y="43199"/>
                    <a:pt x="141295" y="47241"/>
                    <a:pt x="142110" y="51428"/>
                  </a:cubicBezTo>
                  <a:cubicBezTo>
                    <a:pt x="142835" y="55615"/>
                    <a:pt x="143106" y="59974"/>
                    <a:pt x="143106" y="64415"/>
                  </a:cubicBezTo>
                  <a:lnTo>
                    <a:pt x="143106" y="90869"/>
                  </a:lnTo>
                  <a:cubicBezTo>
                    <a:pt x="143106" y="95328"/>
                    <a:pt x="142744" y="99677"/>
                    <a:pt x="142110" y="103874"/>
                  </a:cubicBezTo>
                  <a:cubicBezTo>
                    <a:pt x="141386" y="108060"/>
                    <a:pt x="140116" y="112102"/>
                    <a:pt x="138667" y="115945"/>
                  </a:cubicBezTo>
                  <a:cubicBezTo>
                    <a:pt x="137215" y="119796"/>
                    <a:pt x="135404" y="123385"/>
                    <a:pt x="133318" y="126820"/>
                  </a:cubicBezTo>
                  <a:cubicBezTo>
                    <a:pt x="131324" y="130227"/>
                    <a:pt x="128879" y="133481"/>
                    <a:pt x="126249" y="136372"/>
                  </a:cubicBezTo>
                  <a:cubicBezTo>
                    <a:pt x="123713" y="139281"/>
                    <a:pt x="120812" y="141873"/>
                    <a:pt x="117731" y="144174"/>
                  </a:cubicBezTo>
                  <a:cubicBezTo>
                    <a:pt x="114650" y="146468"/>
                    <a:pt x="111478" y="148498"/>
                    <a:pt x="108035" y="150120"/>
                  </a:cubicBezTo>
                  <a:cubicBezTo>
                    <a:pt x="106223" y="151017"/>
                    <a:pt x="104500" y="151552"/>
                    <a:pt x="102689" y="152258"/>
                  </a:cubicBezTo>
                  <a:cubicBezTo>
                    <a:pt x="100874" y="152793"/>
                    <a:pt x="99063" y="153337"/>
                    <a:pt x="97160" y="153871"/>
                  </a:cubicBezTo>
                  <a:cubicBezTo>
                    <a:pt x="95257" y="154234"/>
                    <a:pt x="93354" y="154588"/>
                    <a:pt x="91452" y="154769"/>
                  </a:cubicBezTo>
                  <a:cubicBezTo>
                    <a:pt x="89458" y="154950"/>
                    <a:pt x="87463" y="155131"/>
                    <a:pt x="85469" y="155131"/>
                  </a:cubicBezTo>
                  <a:close/>
                </a:path>
              </a:pathLst>
            </a:custGeom>
            <a:solidFill>
              <a:srgbClr val="FF0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7D2A3B7B-BC53-9125-1729-7327FCFF4C07}"/>
                </a:ext>
              </a:extLst>
            </p:cNvPr>
            <p:cNvSpPr/>
            <p:nvPr/>
          </p:nvSpPr>
          <p:spPr>
            <a:xfrm>
              <a:off x="6815283" y="4405928"/>
              <a:ext cx="154971" cy="142681"/>
            </a:xfrm>
            <a:custGeom>
              <a:avLst/>
              <a:gdLst>
                <a:gd name="csX0" fmla="*/ 155510 w 154971"/>
                <a:gd name="csY0" fmla="*/ 184 h 142681"/>
                <a:gd name="csX1" fmla="*/ 134212 w 154971"/>
                <a:gd name="csY1" fmla="*/ 4824 h 142681"/>
                <a:gd name="csX2" fmla="*/ 76755 w 154971"/>
                <a:gd name="csY2" fmla="*/ 8912 h 142681"/>
                <a:gd name="csX3" fmla="*/ 19389 w 154971"/>
                <a:gd name="csY3" fmla="*/ 4824 h 142681"/>
                <a:gd name="csX4" fmla="*/ 539 w 154971"/>
                <a:gd name="csY4" fmla="*/ 746 h 142681"/>
                <a:gd name="csX5" fmla="*/ 539 w 154971"/>
                <a:gd name="csY5" fmla="*/ 85128 h 142681"/>
                <a:gd name="csX6" fmla="*/ 901 w 154971"/>
                <a:gd name="csY6" fmla="*/ 91073 h 142681"/>
                <a:gd name="csX7" fmla="*/ 1808 w 154971"/>
                <a:gd name="csY7" fmla="*/ 96828 h 142681"/>
                <a:gd name="csX8" fmla="*/ 3440 w 154971"/>
                <a:gd name="csY8" fmla="*/ 102392 h 142681"/>
                <a:gd name="csX9" fmla="*/ 5522 w 154971"/>
                <a:gd name="csY9" fmla="*/ 107684 h 142681"/>
                <a:gd name="csX10" fmla="*/ 11504 w 154971"/>
                <a:gd name="csY10" fmla="*/ 117435 h 142681"/>
                <a:gd name="csX11" fmla="*/ 19298 w 154971"/>
                <a:gd name="csY11" fmla="*/ 125972 h 142681"/>
                <a:gd name="csX12" fmla="*/ 28815 w 154971"/>
                <a:gd name="csY12" fmla="*/ 133024 h 142681"/>
                <a:gd name="csX13" fmla="*/ 39689 w 154971"/>
                <a:gd name="csY13" fmla="*/ 138316 h 142681"/>
                <a:gd name="csX14" fmla="*/ 51834 w 154971"/>
                <a:gd name="csY14" fmla="*/ 141751 h 142681"/>
                <a:gd name="csX15" fmla="*/ 64793 w 154971"/>
                <a:gd name="csY15" fmla="*/ 142865 h 142681"/>
                <a:gd name="csX16" fmla="*/ 91255 w 154971"/>
                <a:gd name="csY16" fmla="*/ 142865 h 142681"/>
                <a:gd name="csX17" fmla="*/ 104215 w 154971"/>
                <a:gd name="csY17" fmla="*/ 141751 h 142681"/>
                <a:gd name="csX18" fmla="*/ 116360 w 154971"/>
                <a:gd name="csY18" fmla="*/ 138316 h 142681"/>
                <a:gd name="csX19" fmla="*/ 127143 w 154971"/>
                <a:gd name="csY19" fmla="*/ 133024 h 142681"/>
                <a:gd name="csX20" fmla="*/ 136751 w 154971"/>
                <a:gd name="csY20" fmla="*/ 125972 h 142681"/>
                <a:gd name="csX21" fmla="*/ 144545 w 154971"/>
                <a:gd name="csY21" fmla="*/ 117435 h 142681"/>
                <a:gd name="csX22" fmla="*/ 150524 w 154971"/>
                <a:gd name="csY22" fmla="*/ 107684 h 142681"/>
                <a:gd name="csX23" fmla="*/ 152609 w 154971"/>
                <a:gd name="csY23" fmla="*/ 102392 h 142681"/>
                <a:gd name="csX24" fmla="*/ 154241 w 154971"/>
                <a:gd name="csY24" fmla="*/ 96828 h 142681"/>
                <a:gd name="csX25" fmla="*/ 155145 w 154971"/>
                <a:gd name="csY25" fmla="*/ 91073 h 142681"/>
                <a:gd name="csX26" fmla="*/ 155510 w 154971"/>
                <a:gd name="csY26" fmla="*/ 85128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71" h="142681">
                  <a:moveTo>
                    <a:pt x="155510" y="184"/>
                  </a:moveTo>
                  <a:cubicBezTo>
                    <a:pt x="148441" y="1924"/>
                    <a:pt x="141372" y="3474"/>
                    <a:pt x="134212" y="4824"/>
                  </a:cubicBezTo>
                  <a:cubicBezTo>
                    <a:pt x="115181" y="7561"/>
                    <a:pt x="95968" y="8921"/>
                    <a:pt x="76755" y="8912"/>
                  </a:cubicBezTo>
                  <a:cubicBezTo>
                    <a:pt x="57542" y="8921"/>
                    <a:pt x="38420" y="7552"/>
                    <a:pt x="19389" y="4824"/>
                  </a:cubicBezTo>
                  <a:cubicBezTo>
                    <a:pt x="13045" y="3619"/>
                    <a:pt x="6792" y="2251"/>
                    <a:pt x="539" y="746"/>
                  </a:cubicBezTo>
                  <a:lnTo>
                    <a:pt x="539" y="85128"/>
                  </a:lnTo>
                  <a:cubicBezTo>
                    <a:pt x="539" y="87122"/>
                    <a:pt x="721" y="89124"/>
                    <a:pt x="901" y="91073"/>
                  </a:cubicBezTo>
                  <a:cubicBezTo>
                    <a:pt x="1083" y="93012"/>
                    <a:pt x="1446" y="94942"/>
                    <a:pt x="1808" y="96828"/>
                  </a:cubicBezTo>
                  <a:cubicBezTo>
                    <a:pt x="2170" y="98704"/>
                    <a:pt x="2715" y="100579"/>
                    <a:pt x="3440" y="102392"/>
                  </a:cubicBezTo>
                  <a:cubicBezTo>
                    <a:pt x="3982" y="104204"/>
                    <a:pt x="4709" y="105963"/>
                    <a:pt x="5522" y="107684"/>
                  </a:cubicBezTo>
                  <a:cubicBezTo>
                    <a:pt x="7154" y="111137"/>
                    <a:pt x="9148" y="114364"/>
                    <a:pt x="11504" y="117435"/>
                  </a:cubicBezTo>
                  <a:cubicBezTo>
                    <a:pt x="13770" y="120499"/>
                    <a:pt x="16400" y="123362"/>
                    <a:pt x="19298" y="125972"/>
                  </a:cubicBezTo>
                  <a:cubicBezTo>
                    <a:pt x="22199" y="128583"/>
                    <a:pt x="25460" y="130957"/>
                    <a:pt x="28815" y="133024"/>
                  </a:cubicBezTo>
                  <a:cubicBezTo>
                    <a:pt x="32258" y="135098"/>
                    <a:pt x="35884" y="136866"/>
                    <a:pt x="39689" y="138316"/>
                  </a:cubicBezTo>
                  <a:cubicBezTo>
                    <a:pt x="43586" y="139775"/>
                    <a:pt x="47574" y="140989"/>
                    <a:pt x="51834" y="141751"/>
                  </a:cubicBezTo>
                  <a:cubicBezTo>
                    <a:pt x="56001" y="142521"/>
                    <a:pt x="60352" y="142865"/>
                    <a:pt x="64793" y="142865"/>
                  </a:cubicBezTo>
                  <a:lnTo>
                    <a:pt x="91255" y="142865"/>
                  </a:lnTo>
                  <a:cubicBezTo>
                    <a:pt x="95697" y="142865"/>
                    <a:pt x="100048" y="142521"/>
                    <a:pt x="104215" y="141751"/>
                  </a:cubicBezTo>
                  <a:cubicBezTo>
                    <a:pt x="108475" y="140980"/>
                    <a:pt x="112463" y="139775"/>
                    <a:pt x="116360" y="138316"/>
                  </a:cubicBezTo>
                  <a:cubicBezTo>
                    <a:pt x="120165" y="136866"/>
                    <a:pt x="123791" y="135098"/>
                    <a:pt x="127143" y="133024"/>
                  </a:cubicBezTo>
                  <a:cubicBezTo>
                    <a:pt x="130586" y="130957"/>
                    <a:pt x="133850" y="128583"/>
                    <a:pt x="136751" y="125972"/>
                  </a:cubicBezTo>
                  <a:cubicBezTo>
                    <a:pt x="139649" y="123362"/>
                    <a:pt x="142277" y="120499"/>
                    <a:pt x="144545" y="117435"/>
                  </a:cubicBezTo>
                  <a:cubicBezTo>
                    <a:pt x="146810" y="114364"/>
                    <a:pt x="148892" y="111137"/>
                    <a:pt x="150524" y="107684"/>
                  </a:cubicBezTo>
                  <a:cubicBezTo>
                    <a:pt x="151431" y="105963"/>
                    <a:pt x="151885" y="104204"/>
                    <a:pt x="152609" y="102392"/>
                  </a:cubicBezTo>
                  <a:cubicBezTo>
                    <a:pt x="153154" y="100588"/>
                    <a:pt x="153696" y="98704"/>
                    <a:pt x="154241" y="96828"/>
                  </a:cubicBezTo>
                  <a:cubicBezTo>
                    <a:pt x="154603" y="94942"/>
                    <a:pt x="154966" y="93012"/>
                    <a:pt x="155145" y="91073"/>
                  </a:cubicBezTo>
                  <a:cubicBezTo>
                    <a:pt x="155328" y="89124"/>
                    <a:pt x="155510" y="87122"/>
                    <a:pt x="155510" y="85128"/>
                  </a:cubicBezTo>
                  <a:close/>
                </a:path>
              </a:pathLst>
            </a:custGeom>
            <a:solidFill>
              <a:srgbClr val="008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4D16BD8-2936-36A0-D014-95F8FB312244}"/>
                </a:ext>
              </a:extLst>
            </p:cNvPr>
            <p:cNvSpPr/>
            <p:nvPr/>
          </p:nvSpPr>
          <p:spPr>
            <a:xfrm flipV="1">
              <a:off x="6607661" y="3744143"/>
              <a:ext cx="567679" cy="577629"/>
            </a:xfrm>
            <a:custGeom>
              <a:avLst/>
              <a:gdLst>
                <a:gd name="csX0" fmla="*/ 568218 w 567679"/>
                <a:gd name="csY0" fmla="*/ 288813 h 577629"/>
                <a:gd name="csX1" fmla="*/ 284377 w 567679"/>
                <a:gd name="csY1" fmla="*/ 577628 h 577629"/>
                <a:gd name="csX2" fmla="*/ 539 w 567679"/>
                <a:gd name="csY2" fmla="*/ 288813 h 577629"/>
                <a:gd name="csX3" fmla="*/ 284377 w 567679"/>
                <a:gd name="csY3" fmla="*/ -2 h 577629"/>
                <a:gd name="csX4" fmla="*/ 568218 w 567679"/>
                <a:gd name="csY4" fmla="*/ 288813 h 577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67679" h="577629">
                  <a:moveTo>
                    <a:pt x="568218" y="288813"/>
                  </a:moveTo>
                  <a:cubicBezTo>
                    <a:pt x="568218" y="448323"/>
                    <a:pt x="441160" y="577628"/>
                    <a:pt x="284377" y="577628"/>
                  </a:cubicBezTo>
                  <a:cubicBezTo>
                    <a:pt x="127594" y="577628"/>
                    <a:pt x="539" y="448323"/>
                    <a:pt x="539" y="288813"/>
                  </a:cubicBezTo>
                  <a:cubicBezTo>
                    <a:pt x="539" y="129303"/>
                    <a:pt x="127594" y="-2"/>
                    <a:pt x="284377" y="-2"/>
                  </a:cubicBezTo>
                  <a:cubicBezTo>
                    <a:pt x="441160" y="-2"/>
                    <a:pt x="568218" y="129303"/>
                    <a:pt x="568218" y="288813"/>
                  </a:cubicBezTo>
                  <a:close/>
                </a:path>
              </a:pathLst>
            </a:custGeom>
            <a:solidFill>
              <a:srgbClr val="000000"/>
            </a:solidFill>
            <a:ln w="6280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957EFB1F-F8E8-BE53-371D-DA329BC01FE9}"/>
                </a:ext>
              </a:extLst>
            </p:cNvPr>
            <p:cNvSpPr/>
            <p:nvPr/>
          </p:nvSpPr>
          <p:spPr>
            <a:xfrm>
              <a:off x="6694116" y="3807878"/>
              <a:ext cx="394858" cy="450194"/>
            </a:xfrm>
            <a:custGeom>
              <a:avLst/>
              <a:gdLst>
                <a:gd name="csX0" fmla="*/ 188226 w 394858"/>
                <a:gd name="csY0" fmla="*/ 807 h 450194"/>
                <a:gd name="csX1" fmla="*/ 139561 w 394858"/>
                <a:gd name="csY1" fmla="*/ 48431 h 450194"/>
                <a:gd name="csX2" fmla="*/ 123791 w 394858"/>
                <a:gd name="csY2" fmla="*/ 87019 h 450194"/>
                <a:gd name="csX3" fmla="*/ 120890 w 394858"/>
                <a:gd name="csY3" fmla="*/ 92022 h 450194"/>
                <a:gd name="csX4" fmla="*/ 97692 w 394858"/>
                <a:gd name="csY4" fmla="*/ 87645 h 450194"/>
                <a:gd name="csX5" fmla="*/ 14044 w 394858"/>
                <a:gd name="csY5" fmla="*/ 103024 h 450194"/>
                <a:gd name="csX6" fmla="*/ 539 w 394858"/>
                <a:gd name="csY6" fmla="*/ 136574 h 450194"/>
                <a:gd name="csX7" fmla="*/ 41413 w 394858"/>
                <a:gd name="csY7" fmla="*/ 219496 h 450194"/>
                <a:gd name="csX8" fmla="*/ 46668 w 394858"/>
                <a:gd name="csY8" fmla="*/ 225423 h 450194"/>
                <a:gd name="csX9" fmla="*/ 41413 w 394858"/>
                <a:gd name="csY9" fmla="*/ 231350 h 450194"/>
                <a:gd name="csX10" fmla="*/ 539 w 394858"/>
                <a:gd name="csY10" fmla="*/ 314272 h 450194"/>
                <a:gd name="csX11" fmla="*/ 1717 w 394858"/>
                <a:gd name="csY11" fmla="*/ 327259 h 450194"/>
                <a:gd name="csX12" fmla="*/ 76667 w 394858"/>
                <a:gd name="csY12" fmla="*/ 365168 h 450194"/>
                <a:gd name="csX13" fmla="*/ 120981 w 394858"/>
                <a:gd name="csY13" fmla="*/ 358787 h 450194"/>
                <a:gd name="csX14" fmla="*/ 122975 w 394858"/>
                <a:gd name="csY14" fmla="*/ 361216 h 450194"/>
                <a:gd name="csX15" fmla="*/ 138018 w 394858"/>
                <a:gd name="csY15" fmla="*/ 399352 h 450194"/>
                <a:gd name="csX16" fmla="*/ 182880 w 394858"/>
                <a:gd name="csY16" fmla="*/ 448344 h 450194"/>
                <a:gd name="csX17" fmla="*/ 197831 w 394858"/>
                <a:gd name="csY17" fmla="*/ 450364 h 450194"/>
                <a:gd name="csX18" fmla="*/ 212876 w 394858"/>
                <a:gd name="csY18" fmla="*/ 448344 h 450194"/>
                <a:gd name="csX19" fmla="*/ 256740 w 394858"/>
                <a:gd name="csY19" fmla="*/ 401400 h 450194"/>
                <a:gd name="csX20" fmla="*/ 271874 w 394858"/>
                <a:gd name="csY20" fmla="*/ 363880 h 450194"/>
                <a:gd name="csX21" fmla="*/ 274864 w 394858"/>
                <a:gd name="csY21" fmla="*/ 358796 h 450194"/>
                <a:gd name="csX22" fmla="*/ 298245 w 394858"/>
                <a:gd name="csY22" fmla="*/ 363210 h 450194"/>
                <a:gd name="csX23" fmla="*/ 394036 w 394858"/>
                <a:gd name="csY23" fmla="*/ 327241 h 450194"/>
                <a:gd name="csX24" fmla="*/ 393945 w 394858"/>
                <a:gd name="csY24" fmla="*/ 299999 h 450194"/>
                <a:gd name="csX25" fmla="*/ 354343 w 394858"/>
                <a:gd name="csY25" fmla="*/ 231322 h 450194"/>
                <a:gd name="csX26" fmla="*/ 349268 w 394858"/>
                <a:gd name="csY26" fmla="*/ 225395 h 450194"/>
                <a:gd name="csX27" fmla="*/ 354432 w 394858"/>
                <a:gd name="csY27" fmla="*/ 219469 h 450194"/>
                <a:gd name="csX28" fmla="*/ 395397 w 394858"/>
                <a:gd name="csY28" fmla="*/ 136546 h 450194"/>
                <a:gd name="csX29" fmla="*/ 381621 w 394858"/>
                <a:gd name="csY29" fmla="*/ 102824 h 450194"/>
                <a:gd name="csX30" fmla="*/ 296162 w 394858"/>
                <a:gd name="csY30" fmla="*/ 87980 h 450194"/>
                <a:gd name="csX31" fmla="*/ 274955 w 394858"/>
                <a:gd name="csY31" fmla="*/ 92003 h 450194"/>
                <a:gd name="csX32" fmla="*/ 271965 w 394858"/>
                <a:gd name="csY32" fmla="*/ 86910 h 450194"/>
                <a:gd name="csX33" fmla="*/ 256829 w 394858"/>
                <a:gd name="csY33" fmla="*/ 49382 h 450194"/>
                <a:gd name="csX34" fmla="*/ 212968 w 394858"/>
                <a:gd name="csY34" fmla="*/ 2520 h 450194"/>
                <a:gd name="csX35" fmla="*/ 188406 w 394858"/>
                <a:gd name="csY35" fmla="*/ 925 h 450194"/>
                <a:gd name="csX36" fmla="*/ 206623 w 394858"/>
                <a:gd name="csY36" fmla="*/ 15751 h 450194"/>
                <a:gd name="csX37" fmla="*/ 254746 w 394858"/>
                <a:gd name="csY37" fmla="*/ 80531 h 450194"/>
                <a:gd name="csX38" fmla="*/ 258823 w 394858"/>
                <a:gd name="csY38" fmla="*/ 93018 h 450194"/>
                <a:gd name="csX39" fmla="*/ 259367 w 394858"/>
                <a:gd name="csY39" fmla="*/ 95810 h 450194"/>
                <a:gd name="csX40" fmla="*/ 249217 w 394858"/>
                <a:gd name="csY40" fmla="*/ 99037 h 450194"/>
                <a:gd name="csX41" fmla="*/ 208164 w 394858"/>
                <a:gd name="csY41" fmla="*/ 114497 h 450194"/>
                <a:gd name="csX42" fmla="*/ 197831 w 394858"/>
                <a:gd name="csY42" fmla="*/ 119001 h 450194"/>
                <a:gd name="csX43" fmla="*/ 186777 w 394858"/>
                <a:gd name="csY43" fmla="*/ 114180 h 450194"/>
                <a:gd name="csX44" fmla="*/ 145178 w 394858"/>
                <a:gd name="csY44" fmla="*/ 98611 h 450194"/>
                <a:gd name="csX45" fmla="*/ 136206 w 394858"/>
                <a:gd name="csY45" fmla="*/ 95819 h 450194"/>
                <a:gd name="csX46" fmla="*/ 136751 w 394858"/>
                <a:gd name="csY46" fmla="*/ 93000 h 450194"/>
                <a:gd name="csX47" fmla="*/ 140828 w 394858"/>
                <a:gd name="csY47" fmla="*/ 80513 h 450194"/>
                <a:gd name="csX48" fmla="*/ 188771 w 394858"/>
                <a:gd name="csY48" fmla="*/ 15742 h 450194"/>
                <a:gd name="csX49" fmla="*/ 206532 w 394858"/>
                <a:gd name="csY49" fmla="*/ 15742 h 450194"/>
                <a:gd name="csX50" fmla="*/ 87721 w 394858"/>
                <a:gd name="csY50" fmla="*/ 100405 h 450194"/>
                <a:gd name="csX51" fmla="*/ 117900 w 394858"/>
                <a:gd name="csY51" fmla="*/ 105906 h 450194"/>
                <a:gd name="csX52" fmla="*/ 116089 w 394858"/>
                <a:gd name="csY52" fmla="*/ 115512 h 450194"/>
                <a:gd name="csX53" fmla="*/ 108746 w 394858"/>
                <a:gd name="csY53" fmla="*/ 158487 h 450194"/>
                <a:gd name="csX54" fmla="*/ 98416 w 394858"/>
                <a:gd name="csY54" fmla="*/ 178923 h 450194"/>
                <a:gd name="csX55" fmla="*/ 63253 w 394858"/>
                <a:gd name="csY55" fmla="*/ 208757 h 450194"/>
                <a:gd name="csX56" fmla="*/ 56455 w 394858"/>
                <a:gd name="csY56" fmla="*/ 215273 h 450194"/>
                <a:gd name="csX57" fmla="*/ 51292 w 394858"/>
                <a:gd name="csY57" fmla="*/ 209554 h 450194"/>
                <a:gd name="csX58" fmla="*/ 17941 w 394858"/>
                <a:gd name="csY58" fmla="*/ 157000 h 450194"/>
                <a:gd name="csX59" fmla="*/ 14768 w 394858"/>
                <a:gd name="csY59" fmla="*/ 137335 h 450194"/>
                <a:gd name="csX60" fmla="*/ 17125 w 394858"/>
                <a:gd name="csY60" fmla="*/ 121349 h 450194"/>
                <a:gd name="csX61" fmla="*/ 40326 w 394858"/>
                <a:gd name="csY61" fmla="*/ 103106 h 450194"/>
                <a:gd name="csX62" fmla="*/ 87721 w 394858"/>
                <a:gd name="csY62" fmla="*/ 100387 h 450194"/>
                <a:gd name="csX63" fmla="*/ 349811 w 394858"/>
                <a:gd name="csY63" fmla="*/ 101610 h 450194"/>
                <a:gd name="csX64" fmla="*/ 378540 w 394858"/>
                <a:gd name="csY64" fmla="*/ 121312 h 450194"/>
                <a:gd name="csX65" fmla="*/ 380081 w 394858"/>
                <a:gd name="csY65" fmla="*/ 148790 h 450194"/>
                <a:gd name="csX66" fmla="*/ 344282 w 394858"/>
                <a:gd name="csY66" fmla="*/ 209536 h 450194"/>
                <a:gd name="csX67" fmla="*/ 339207 w 394858"/>
                <a:gd name="csY67" fmla="*/ 215236 h 450194"/>
                <a:gd name="csX68" fmla="*/ 330597 w 394858"/>
                <a:gd name="csY68" fmla="*/ 207171 h 450194"/>
                <a:gd name="csX69" fmla="*/ 298427 w 394858"/>
                <a:gd name="csY69" fmla="*/ 179857 h 450194"/>
                <a:gd name="csX70" fmla="*/ 287008 w 394858"/>
                <a:gd name="csY70" fmla="*/ 158904 h 450194"/>
                <a:gd name="csX71" fmla="*/ 280030 w 394858"/>
                <a:gd name="csY71" fmla="*/ 117560 h 450194"/>
                <a:gd name="csX72" fmla="*/ 277765 w 394858"/>
                <a:gd name="csY72" fmla="*/ 105860 h 450194"/>
                <a:gd name="csX73" fmla="*/ 306492 w 394858"/>
                <a:gd name="csY73" fmla="*/ 100396 h 450194"/>
                <a:gd name="csX74" fmla="*/ 349722 w 394858"/>
                <a:gd name="csY74" fmla="*/ 101465 h 450194"/>
                <a:gd name="csX75" fmla="*/ 144183 w 394858"/>
                <a:gd name="csY75" fmla="*/ 113156 h 450194"/>
                <a:gd name="csX76" fmla="*/ 179979 w 394858"/>
                <a:gd name="csY76" fmla="*/ 126777 h 450194"/>
                <a:gd name="csX77" fmla="*/ 172003 w 394858"/>
                <a:gd name="csY77" fmla="*/ 131961 h 450194"/>
                <a:gd name="csX78" fmla="*/ 130407 w 394858"/>
                <a:gd name="csY78" fmla="*/ 156402 h 450194"/>
                <a:gd name="csX79" fmla="*/ 122884 w 394858"/>
                <a:gd name="csY79" fmla="*/ 160861 h 450194"/>
                <a:gd name="csX80" fmla="*/ 128504 w 394858"/>
                <a:gd name="csY80" fmla="*/ 125807 h 450194"/>
                <a:gd name="csX81" fmla="*/ 133217 w 394858"/>
                <a:gd name="csY81" fmla="*/ 109585 h 450194"/>
                <a:gd name="csX82" fmla="*/ 144183 w 394858"/>
                <a:gd name="csY82" fmla="*/ 113128 h 450194"/>
                <a:gd name="csX83" fmla="*/ 267523 w 394858"/>
                <a:gd name="csY83" fmla="*/ 128082 h 450194"/>
                <a:gd name="csX84" fmla="*/ 269971 w 394858"/>
                <a:gd name="csY84" fmla="*/ 141549 h 450194"/>
                <a:gd name="csX85" fmla="*/ 272690 w 394858"/>
                <a:gd name="csY85" fmla="*/ 160997 h 450194"/>
                <a:gd name="csX86" fmla="*/ 268702 w 394858"/>
                <a:gd name="csY86" fmla="*/ 158704 h 450194"/>
                <a:gd name="csX87" fmla="*/ 223026 w 394858"/>
                <a:gd name="csY87" fmla="*/ 131671 h 450194"/>
                <a:gd name="csX88" fmla="*/ 215686 w 394858"/>
                <a:gd name="csY88" fmla="*/ 126822 h 450194"/>
                <a:gd name="csX89" fmla="*/ 249309 w 394858"/>
                <a:gd name="csY89" fmla="*/ 113944 h 450194"/>
                <a:gd name="csX90" fmla="*/ 263898 w 394858"/>
                <a:gd name="csY90" fmla="*/ 111226 h 450194"/>
                <a:gd name="csX91" fmla="*/ 267523 w 394858"/>
                <a:gd name="csY91" fmla="*/ 128109 h 450194"/>
                <a:gd name="csX92" fmla="*/ 207801 w 394858"/>
                <a:gd name="csY92" fmla="*/ 139319 h 450194"/>
                <a:gd name="csX93" fmla="*/ 265983 w 394858"/>
                <a:gd name="csY93" fmla="*/ 173585 h 450194"/>
                <a:gd name="csX94" fmla="*/ 274772 w 394858"/>
                <a:gd name="csY94" fmla="*/ 179584 h 450194"/>
                <a:gd name="csX95" fmla="*/ 275408 w 394858"/>
                <a:gd name="csY95" fmla="*/ 184687 h 450194"/>
                <a:gd name="csX96" fmla="*/ 275408 w 394858"/>
                <a:gd name="csY96" fmla="*/ 266277 h 450194"/>
                <a:gd name="csX97" fmla="*/ 274772 w 394858"/>
                <a:gd name="csY97" fmla="*/ 271416 h 450194"/>
                <a:gd name="csX98" fmla="*/ 262448 w 394858"/>
                <a:gd name="csY98" fmla="*/ 279617 h 450194"/>
                <a:gd name="csX99" fmla="*/ 210338 w 394858"/>
                <a:gd name="csY99" fmla="*/ 310194 h 450194"/>
                <a:gd name="csX100" fmla="*/ 197922 w 394858"/>
                <a:gd name="csY100" fmla="*/ 316547 h 450194"/>
                <a:gd name="csX101" fmla="*/ 185599 w 394858"/>
                <a:gd name="csY101" fmla="*/ 310239 h 450194"/>
                <a:gd name="csX102" fmla="*/ 133670 w 394858"/>
                <a:gd name="csY102" fmla="*/ 279898 h 450194"/>
                <a:gd name="csX103" fmla="*/ 120981 w 394858"/>
                <a:gd name="csY103" fmla="*/ 271434 h 450194"/>
                <a:gd name="csX104" fmla="*/ 120348 w 394858"/>
                <a:gd name="csY104" fmla="*/ 266295 h 450194"/>
                <a:gd name="csX105" fmla="*/ 120348 w 394858"/>
                <a:gd name="csY105" fmla="*/ 184650 h 450194"/>
                <a:gd name="csX106" fmla="*/ 120981 w 394858"/>
                <a:gd name="csY106" fmla="*/ 179503 h 450194"/>
                <a:gd name="csX107" fmla="*/ 133217 w 394858"/>
                <a:gd name="csY107" fmla="*/ 171356 h 450194"/>
                <a:gd name="csX108" fmla="*/ 199009 w 394858"/>
                <a:gd name="csY108" fmla="*/ 135250 h 450194"/>
                <a:gd name="csX109" fmla="*/ 207801 w 394858"/>
                <a:gd name="csY109" fmla="*/ 139383 h 450194"/>
                <a:gd name="csX110" fmla="*/ 187681 w 394858"/>
                <a:gd name="csY110" fmla="*/ 177428 h 450194"/>
                <a:gd name="csX111" fmla="*/ 154695 w 394858"/>
                <a:gd name="csY111" fmla="*/ 203628 h 450194"/>
                <a:gd name="csX112" fmla="*/ 164029 w 394858"/>
                <a:gd name="csY112" fmla="*/ 259870 h 450194"/>
                <a:gd name="csX113" fmla="*/ 231727 w 394858"/>
                <a:gd name="csY113" fmla="*/ 259870 h 450194"/>
                <a:gd name="csX114" fmla="*/ 231636 w 394858"/>
                <a:gd name="csY114" fmla="*/ 190985 h 450194"/>
                <a:gd name="csX115" fmla="*/ 187681 w 394858"/>
                <a:gd name="csY115" fmla="*/ 177428 h 450194"/>
                <a:gd name="csX116" fmla="*/ 204991 w 394858"/>
                <a:gd name="csY116" fmla="*/ 191185 h 450194"/>
                <a:gd name="csX117" fmla="*/ 231816 w 394858"/>
                <a:gd name="csY117" fmla="*/ 220103 h 450194"/>
                <a:gd name="csX118" fmla="*/ 213692 w 394858"/>
                <a:gd name="csY118" fmla="*/ 256580 h 450194"/>
                <a:gd name="csX119" fmla="*/ 173726 w 394858"/>
                <a:gd name="csY119" fmla="*/ 250245 h 450194"/>
                <a:gd name="csX120" fmla="*/ 173634 w 394858"/>
                <a:gd name="csY120" fmla="*/ 200709 h 450194"/>
                <a:gd name="csX121" fmla="*/ 204991 w 394858"/>
                <a:gd name="csY121" fmla="*/ 191166 h 450194"/>
                <a:gd name="csX122" fmla="*/ 104849 w 394858"/>
                <a:gd name="csY122" fmla="*/ 225423 h 450194"/>
                <a:gd name="csX123" fmla="*/ 104487 w 394858"/>
                <a:gd name="csY123" fmla="*/ 258900 h 450194"/>
                <a:gd name="csX124" fmla="*/ 66243 w 394858"/>
                <a:gd name="csY124" fmla="*/ 225432 h 450194"/>
                <a:gd name="csX125" fmla="*/ 104398 w 394858"/>
                <a:gd name="csY125" fmla="*/ 191973 h 450194"/>
                <a:gd name="csX126" fmla="*/ 104761 w 394858"/>
                <a:gd name="csY126" fmla="*/ 225423 h 450194"/>
                <a:gd name="csX127" fmla="*/ 300875 w 394858"/>
                <a:gd name="csY127" fmla="*/ 199522 h 450194"/>
                <a:gd name="csX128" fmla="*/ 329419 w 394858"/>
                <a:gd name="csY128" fmla="*/ 225423 h 450194"/>
                <a:gd name="csX129" fmla="*/ 291267 w 394858"/>
                <a:gd name="csY129" fmla="*/ 258882 h 450194"/>
                <a:gd name="csX130" fmla="*/ 290725 w 394858"/>
                <a:gd name="csY130" fmla="*/ 225423 h 450194"/>
                <a:gd name="csX131" fmla="*/ 291267 w 394858"/>
                <a:gd name="csY131" fmla="*/ 191973 h 450194"/>
                <a:gd name="csX132" fmla="*/ 300875 w 394858"/>
                <a:gd name="csY132" fmla="*/ 199531 h 450194"/>
                <a:gd name="csX133" fmla="*/ 63253 w 394858"/>
                <a:gd name="csY133" fmla="*/ 242071 h 450194"/>
                <a:gd name="csX134" fmla="*/ 98507 w 394858"/>
                <a:gd name="csY134" fmla="*/ 271968 h 450194"/>
                <a:gd name="csX135" fmla="*/ 106934 w 394858"/>
                <a:gd name="csY135" fmla="*/ 278675 h 450194"/>
                <a:gd name="csX136" fmla="*/ 108746 w 394858"/>
                <a:gd name="csY136" fmla="*/ 292477 h 450194"/>
                <a:gd name="csX137" fmla="*/ 116177 w 394858"/>
                <a:gd name="csY137" fmla="*/ 335442 h 450194"/>
                <a:gd name="csX138" fmla="*/ 117992 w 394858"/>
                <a:gd name="csY138" fmla="*/ 344949 h 450194"/>
                <a:gd name="csX139" fmla="*/ 86452 w 394858"/>
                <a:gd name="csY139" fmla="*/ 350550 h 450194"/>
                <a:gd name="csX140" fmla="*/ 44311 w 394858"/>
                <a:gd name="csY140" fmla="*/ 348701 h 450194"/>
                <a:gd name="csX141" fmla="*/ 16129 w 394858"/>
                <a:gd name="csY141" fmla="*/ 326860 h 450194"/>
                <a:gd name="csX142" fmla="*/ 14768 w 394858"/>
                <a:gd name="csY142" fmla="*/ 312152 h 450194"/>
                <a:gd name="csX143" fmla="*/ 18212 w 394858"/>
                <a:gd name="csY143" fmla="*/ 293800 h 450194"/>
                <a:gd name="csX144" fmla="*/ 38785 w 394858"/>
                <a:gd name="csY144" fmla="*/ 257151 h 450194"/>
                <a:gd name="csX145" fmla="*/ 56729 w 394858"/>
                <a:gd name="csY145" fmla="*/ 235944 h 450194"/>
                <a:gd name="csX146" fmla="*/ 63433 w 394858"/>
                <a:gd name="csY146" fmla="*/ 242016 h 450194"/>
                <a:gd name="csX147" fmla="*/ 344556 w 394858"/>
                <a:gd name="csY147" fmla="*/ 241536 h 450194"/>
                <a:gd name="csX148" fmla="*/ 380172 w 394858"/>
                <a:gd name="csY148" fmla="*/ 302083 h 450194"/>
                <a:gd name="csX149" fmla="*/ 378540 w 394858"/>
                <a:gd name="csY149" fmla="*/ 329560 h 450194"/>
                <a:gd name="csX150" fmla="*/ 351263 w 394858"/>
                <a:gd name="csY150" fmla="*/ 348909 h 450194"/>
                <a:gd name="csX151" fmla="*/ 309484 w 394858"/>
                <a:gd name="csY151" fmla="*/ 350504 h 450194"/>
                <a:gd name="csX152" fmla="*/ 277856 w 394858"/>
                <a:gd name="csY152" fmla="*/ 344913 h 450194"/>
                <a:gd name="csX153" fmla="*/ 279759 w 394858"/>
                <a:gd name="csY153" fmla="*/ 334980 h 450194"/>
                <a:gd name="csX154" fmla="*/ 287099 w 394858"/>
                <a:gd name="csY154" fmla="*/ 292314 h 450194"/>
                <a:gd name="csX155" fmla="*/ 290451 w 394858"/>
                <a:gd name="csY155" fmla="*/ 277333 h 450194"/>
                <a:gd name="csX156" fmla="*/ 302595 w 394858"/>
                <a:gd name="csY156" fmla="*/ 267745 h 450194"/>
                <a:gd name="csX157" fmla="*/ 336400 w 394858"/>
                <a:gd name="csY157" fmla="*/ 238265 h 450194"/>
                <a:gd name="csX158" fmla="*/ 339118 w 394858"/>
                <a:gd name="csY158" fmla="*/ 235944 h 450194"/>
                <a:gd name="csX159" fmla="*/ 344736 w 394858"/>
                <a:gd name="csY159" fmla="*/ 241445 h 450194"/>
                <a:gd name="csX160" fmla="*/ 130498 w 394858"/>
                <a:gd name="csY160" fmla="*/ 294498 h 450194"/>
                <a:gd name="csX161" fmla="*/ 172003 w 394858"/>
                <a:gd name="csY161" fmla="*/ 318903 h 450194"/>
                <a:gd name="csX162" fmla="*/ 179979 w 394858"/>
                <a:gd name="csY162" fmla="*/ 324114 h 450194"/>
                <a:gd name="csX163" fmla="*/ 147626 w 394858"/>
                <a:gd name="csY163" fmla="*/ 336475 h 450194"/>
                <a:gd name="csX164" fmla="*/ 131856 w 394858"/>
                <a:gd name="csY164" fmla="*/ 339937 h 450194"/>
                <a:gd name="csX165" fmla="*/ 125149 w 394858"/>
                <a:gd name="csY165" fmla="*/ 306488 h 450194"/>
                <a:gd name="csX166" fmla="*/ 122884 w 394858"/>
                <a:gd name="csY166" fmla="*/ 292612 h 450194"/>
                <a:gd name="csX167" fmla="*/ 122884 w 394858"/>
                <a:gd name="csY167" fmla="*/ 289758 h 450194"/>
                <a:gd name="csX168" fmla="*/ 130498 w 394858"/>
                <a:gd name="csY168" fmla="*/ 294498 h 450194"/>
                <a:gd name="csX169" fmla="*/ 272598 w 394858"/>
                <a:gd name="csY169" fmla="*/ 293084 h 450194"/>
                <a:gd name="csX170" fmla="*/ 263806 w 394858"/>
                <a:gd name="csY170" fmla="*/ 339910 h 450194"/>
                <a:gd name="csX171" fmla="*/ 249397 w 394858"/>
                <a:gd name="csY171" fmla="*/ 336947 h 450194"/>
                <a:gd name="csX172" fmla="*/ 215775 w 394858"/>
                <a:gd name="csY172" fmla="*/ 324132 h 450194"/>
                <a:gd name="csX173" fmla="*/ 227465 w 394858"/>
                <a:gd name="csY173" fmla="*/ 316892 h 450194"/>
                <a:gd name="csX174" fmla="*/ 267523 w 394858"/>
                <a:gd name="csY174" fmla="*/ 292948 h 450194"/>
                <a:gd name="csX175" fmla="*/ 272416 w 394858"/>
                <a:gd name="csY175" fmla="*/ 289840 h 450194"/>
                <a:gd name="csX176" fmla="*/ 272507 w 394858"/>
                <a:gd name="csY176" fmla="*/ 293093 h 450194"/>
                <a:gd name="csX177" fmla="*/ 204447 w 394858"/>
                <a:gd name="csY177" fmla="*/ 334799 h 450194"/>
                <a:gd name="csX178" fmla="*/ 246590 w 394858"/>
                <a:gd name="csY178" fmla="*/ 350985 h 450194"/>
                <a:gd name="csX179" fmla="*/ 259367 w 394858"/>
                <a:gd name="csY179" fmla="*/ 355135 h 450194"/>
                <a:gd name="csX180" fmla="*/ 258823 w 394858"/>
                <a:gd name="csY180" fmla="*/ 357918 h 450194"/>
                <a:gd name="csX181" fmla="*/ 254834 w 394858"/>
                <a:gd name="csY181" fmla="*/ 370397 h 450194"/>
                <a:gd name="csX182" fmla="*/ 216682 w 394858"/>
                <a:gd name="csY182" fmla="*/ 430327 h 450194"/>
                <a:gd name="csX183" fmla="*/ 197922 w 394858"/>
                <a:gd name="csY183" fmla="*/ 436889 h 450194"/>
                <a:gd name="csX184" fmla="*/ 179254 w 394858"/>
                <a:gd name="csY184" fmla="*/ 430391 h 450194"/>
                <a:gd name="csX185" fmla="*/ 140466 w 394858"/>
                <a:gd name="csY185" fmla="*/ 368811 h 450194"/>
                <a:gd name="csX186" fmla="*/ 136389 w 394858"/>
                <a:gd name="csY186" fmla="*/ 356323 h 450194"/>
                <a:gd name="csX187" fmla="*/ 149166 w 394858"/>
                <a:gd name="csY187" fmla="*/ 350994 h 450194"/>
                <a:gd name="csX188" fmla="*/ 193572 w 394858"/>
                <a:gd name="csY188" fmla="*/ 333748 h 450194"/>
                <a:gd name="csX189" fmla="*/ 204538 w 394858"/>
                <a:gd name="csY189" fmla="*/ 334817 h 450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</a:cxnLst>
              <a:rect l="l" t="t" r="r" b="b"/>
              <a:pathLst>
                <a:path w="394858" h="450194">
                  <a:moveTo>
                    <a:pt x="188226" y="807"/>
                  </a:moveTo>
                  <a:cubicBezTo>
                    <a:pt x="170282" y="5448"/>
                    <a:pt x="153154" y="22149"/>
                    <a:pt x="139561" y="48431"/>
                  </a:cubicBezTo>
                  <a:cubicBezTo>
                    <a:pt x="134304" y="58508"/>
                    <a:pt x="126148" y="78419"/>
                    <a:pt x="123791" y="87019"/>
                  </a:cubicBezTo>
                  <a:cubicBezTo>
                    <a:pt x="122793" y="91233"/>
                    <a:pt x="121980" y="92366"/>
                    <a:pt x="120890" y="92022"/>
                  </a:cubicBezTo>
                  <a:cubicBezTo>
                    <a:pt x="117538" y="90953"/>
                    <a:pt x="106663" y="88914"/>
                    <a:pt x="97692" y="87645"/>
                  </a:cubicBezTo>
                  <a:cubicBezTo>
                    <a:pt x="59265" y="82216"/>
                    <a:pt x="30356" y="87527"/>
                    <a:pt x="14044" y="103024"/>
                  </a:cubicBezTo>
                  <a:cubicBezTo>
                    <a:pt x="4618" y="112014"/>
                    <a:pt x="539" y="122046"/>
                    <a:pt x="539" y="136574"/>
                  </a:cubicBezTo>
                  <a:cubicBezTo>
                    <a:pt x="450" y="159982"/>
                    <a:pt x="14677" y="188828"/>
                    <a:pt x="41413" y="219496"/>
                  </a:cubicBezTo>
                  <a:lnTo>
                    <a:pt x="46668" y="225423"/>
                  </a:lnTo>
                  <a:lnTo>
                    <a:pt x="41413" y="231350"/>
                  </a:lnTo>
                  <a:cubicBezTo>
                    <a:pt x="14768" y="262008"/>
                    <a:pt x="450" y="290864"/>
                    <a:pt x="539" y="314272"/>
                  </a:cubicBezTo>
                  <a:cubicBezTo>
                    <a:pt x="539" y="318958"/>
                    <a:pt x="1084" y="324785"/>
                    <a:pt x="1717" y="327259"/>
                  </a:cubicBezTo>
                  <a:cubicBezTo>
                    <a:pt x="8424" y="352806"/>
                    <a:pt x="36609" y="367098"/>
                    <a:pt x="76667" y="365168"/>
                  </a:cubicBezTo>
                  <a:cubicBezTo>
                    <a:pt x="90714" y="364497"/>
                    <a:pt x="113096" y="361280"/>
                    <a:pt x="120981" y="358787"/>
                  </a:cubicBezTo>
                  <a:cubicBezTo>
                    <a:pt x="121980" y="358388"/>
                    <a:pt x="122522" y="359186"/>
                    <a:pt x="122975" y="361216"/>
                  </a:cubicBezTo>
                  <a:cubicBezTo>
                    <a:pt x="124062" y="366699"/>
                    <a:pt x="133125" y="389691"/>
                    <a:pt x="138018" y="399352"/>
                  </a:cubicBezTo>
                  <a:cubicBezTo>
                    <a:pt x="150616" y="424563"/>
                    <a:pt x="166203" y="441637"/>
                    <a:pt x="182880" y="448344"/>
                  </a:cubicBezTo>
                  <a:cubicBezTo>
                    <a:pt x="187048" y="449930"/>
                    <a:pt x="189495" y="450364"/>
                    <a:pt x="197831" y="450364"/>
                  </a:cubicBezTo>
                  <a:cubicBezTo>
                    <a:pt x="206170" y="450364"/>
                    <a:pt x="208617" y="449966"/>
                    <a:pt x="212876" y="448344"/>
                  </a:cubicBezTo>
                  <a:cubicBezTo>
                    <a:pt x="229009" y="441828"/>
                    <a:pt x="244234" y="425569"/>
                    <a:pt x="256740" y="401400"/>
                  </a:cubicBezTo>
                  <a:cubicBezTo>
                    <a:pt x="261361" y="392473"/>
                    <a:pt x="269335" y="372798"/>
                    <a:pt x="271874" y="363880"/>
                  </a:cubicBezTo>
                  <a:cubicBezTo>
                    <a:pt x="273052" y="359621"/>
                    <a:pt x="273777" y="358461"/>
                    <a:pt x="274864" y="358796"/>
                  </a:cubicBezTo>
                  <a:cubicBezTo>
                    <a:pt x="278127" y="359866"/>
                    <a:pt x="289093" y="361905"/>
                    <a:pt x="298245" y="363210"/>
                  </a:cubicBezTo>
                  <a:cubicBezTo>
                    <a:pt x="350626" y="370660"/>
                    <a:pt x="386152" y="357311"/>
                    <a:pt x="394036" y="327241"/>
                  </a:cubicBezTo>
                  <a:cubicBezTo>
                    <a:pt x="395577" y="321069"/>
                    <a:pt x="395397" y="307684"/>
                    <a:pt x="393945" y="299999"/>
                  </a:cubicBezTo>
                  <a:cubicBezTo>
                    <a:pt x="389324" y="279490"/>
                    <a:pt x="375822" y="256027"/>
                    <a:pt x="354343" y="231322"/>
                  </a:cubicBezTo>
                  <a:lnTo>
                    <a:pt x="349268" y="225395"/>
                  </a:lnTo>
                  <a:lnTo>
                    <a:pt x="354432" y="219469"/>
                  </a:lnTo>
                  <a:cubicBezTo>
                    <a:pt x="381168" y="188801"/>
                    <a:pt x="395397" y="159946"/>
                    <a:pt x="395397" y="136546"/>
                  </a:cubicBezTo>
                  <a:cubicBezTo>
                    <a:pt x="395306" y="121919"/>
                    <a:pt x="391318" y="112014"/>
                    <a:pt x="381621" y="102824"/>
                  </a:cubicBezTo>
                  <a:cubicBezTo>
                    <a:pt x="365218" y="87146"/>
                    <a:pt x="335584" y="81999"/>
                    <a:pt x="296162" y="87980"/>
                  </a:cubicBezTo>
                  <a:cubicBezTo>
                    <a:pt x="285650" y="89566"/>
                    <a:pt x="278398" y="90944"/>
                    <a:pt x="274955" y="92003"/>
                  </a:cubicBezTo>
                  <a:cubicBezTo>
                    <a:pt x="273956" y="92402"/>
                    <a:pt x="273143" y="91206"/>
                    <a:pt x="271965" y="86910"/>
                  </a:cubicBezTo>
                  <a:cubicBezTo>
                    <a:pt x="269426" y="77993"/>
                    <a:pt x="261450" y="58327"/>
                    <a:pt x="256829" y="49382"/>
                  </a:cubicBezTo>
                  <a:cubicBezTo>
                    <a:pt x="244322" y="25167"/>
                    <a:pt x="228917" y="8710"/>
                    <a:pt x="212968" y="2520"/>
                  </a:cubicBezTo>
                  <a:cubicBezTo>
                    <a:pt x="207348" y="345"/>
                    <a:pt x="193846" y="-616"/>
                    <a:pt x="188406" y="925"/>
                  </a:cubicBezTo>
                  <a:close/>
                  <a:moveTo>
                    <a:pt x="206623" y="15751"/>
                  </a:moveTo>
                  <a:cubicBezTo>
                    <a:pt x="224658" y="21470"/>
                    <a:pt x="241877" y="44643"/>
                    <a:pt x="254746" y="80531"/>
                  </a:cubicBezTo>
                  <a:cubicBezTo>
                    <a:pt x="256649" y="85851"/>
                    <a:pt x="258460" y="91469"/>
                    <a:pt x="258823" y="93018"/>
                  </a:cubicBezTo>
                  <a:lnTo>
                    <a:pt x="259367" y="95810"/>
                  </a:lnTo>
                  <a:lnTo>
                    <a:pt x="249217" y="99037"/>
                  </a:lnTo>
                  <a:cubicBezTo>
                    <a:pt x="235713" y="103314"/>
                    <a:pt x="220670" y="108969"/>
                    <a:pt x="208164" y="114497"/>
                  </a:cubicBezTo>
                  <a:lnTo>
                    <a:pt x="197831" y="119001"/>
                  </a:lnTo>
                  <a:lnTo>
                    <a:pt x="186777" y="114180"/>
                  </a:lnTo>
                  <a:cubicBezTo>
                    <a:pt x="174088" y="108651"/>
                    <a:pt x="158047" y="102652"/>
                    <a:pt x="145178" y="98611"/>
                  </a:cubicBezTo>
                  <a:lnTo>
                    <a:pt x="136206" y="95819"/>
                  </a:lnTo>
                  <a:lnTo>
                    <a:pt x="136751" y="93000"/>
                  </a:lnTo>
                  <a:cubicBezTo>
                    <a:pt x="137114" y="91587"/>
                    <a:pt x="138925" y="85832"/>
                    <a:pt x="140828" y="80513"/>
                  </a:cubicBezTo>
                  <a:cubicBezTo>
                    <a:pt x="153608" y="44914"/>
                    <a:pt x="170824" y="21560"/>
                    <a:pt x="188771" y="15742"/>
                  </a:cubicBezTo>
                  <a:cubicBezTo>
                    <a:pt x="195386" y="13603"/>
                    <a:pt x="199734" y="13603"/>
                    <a:pt x="206532" y="15742"/>
                  </a:cubicBezTo>
                  <a:close/>
                  <a:moveTo>
                    <a:pt x="87721" y="100405"/>
                  </a:moveTo>
                  <a:cubicBezTo>
                    <a:pt x="95789" y="101202"/>
                    <a:pt x="117267" y="105226"/>
                    <a:pt x="117900" y="105906"/>
                  </a:cubicBezTo>
                  <a:cubicBezTo>
                    <a:pt x="118171" y="106169"/>
                    <a:pt x="117267" y="110401"/>
                    <a:pt x="116089" y="115512"/>
                  </a:cubicBezTo>
                  <a:cubicBezTo>
                    <a:pt x="113550" y="126369"/>
                    <a:pt x="110107" y="146579"/>
                    <a:pt x="108746" y="158487"/>
                  </a:cubicBezTo>
                  <a:cubicBezTo>
                    <a:pt x="107117" y="173386"/>
                    <a:pt x="107933" y="171808"/>
                    <a:pt x="98416" y="178923"/>
                  </a:cubicBezTo>
                  <a:cubicBezTo>
                    <a:pt x="87630" y="187179"/>
                    <a:pt x="72043" y="200446"/>
                    <a:pt x="63253" y="208757"/>
                  </a:cubicBezTo>
                  <a:lnTo>
                    <a:pt x="56455" y="215273"/>
                  </a:lnTo>
                  <a:lnTo>
                    <a:pt x="51292" y="209554"/>
                  </a:lnTo>
                  <a:cubicBezTo>
                    <a:pt x="37242" y="194003"/>
                    <a:pt x="23649" y="172624"/>
                    <a:pt x="17941" y="157000"/>
                  </a:cubicBezTo>
                  <a:cubicBezTo>
                    <a:pt x="14951" y="148799"/>
                    <a:pt x="14860" y="147766"/>
                    <a:pt x="14768" y="137335"/>
                  </a:cubicBezTo>
                  <a:cubicBezTo>
                    <a:pt x="14768" y="127049"/>
                    <a:pt x="14860" y="126007"/>
                    <a:pt x="17125" y="121349"/>
                  </a:cubicBezTo>
                  <a:cubicBezTo>
                    <a:pt x="20930" y="113455"/>
                    <a:pt x="29722" y="106559"/>
                    <a:pt x="40326" y="103106"/>
                  </a:cubicBezTo>
                  <a:cubicBezTo>
                    <a:pt x="50747" y="99716"/>
                    <a:pt x="71138" y="98556"/>
                    <a:pt x="87721" y="100387"/>
                  </a:cubicBezTo>
                  <a:close/>
                  <a:moveTo>
                    <a:pt x="349811" y="101610"/>
                  </a:moveTo>
                  <a:cubicBezTo>
                    <a:pt x="363315" y="104746"/>
                    <a:pt x="374099" y="112141"/>
                    <a:pt x="378540" y="121312"/>
                  </a:cubicBezTo>
                  <a:cubicBezTo>
                    <a:pt x="381621" y="127719"/>
                    <a:pt x="382255" y="140090"/>
                    <a:pt x="380081" y="148790"/>
                  </a:cubicBezTo>
                  <a:cubicBezTo>
                    <a:pt x="375639" y="166607"/>
                    <a:pt x="361501" y="190505"/>
                    <a:pt x="344282" y="209536"/>
                  </a:cubicBezTo>
                  <a:lnTo>
                    <a:pt x="339207" y="215236"/>
                  </a:lnTo>
                  <a:lnTo>
                    <a:pt x="330597" y="207171"/>
                  </a:lnTo>
                  <a:cubicBezTo>
                    <a:pt x="319997" y="197220"/>
                    <a:pt x="311025" y="189608"/>
                    <a:pt x="298427" y="179857"/>
                  </a:cubicBezTo>
                  <a:cubicBezTo>
                    <a:pt x="287732" y="171546"/>
                    <a:pt x="288639" y="173231"/>
                    <a:pt x="287008" y="158904"/>
                  </a:cubicBezTo>
                  <a:cubicBezTo>
                    <a:pt x="285558" y="146724"/>
                    <a:pt x="282748" y="130148"/>
                    <a:pt x="280030" y="117560"/>
                  </a:cubicBezTo>
                  <a:cubicBezTo>
                    <a:pt x="278581" y="111307"/>
                    <a:pt x="277582" y="106032"/>
                    <a:pt x="277765" y="105860"/>
                  </a:cubicBezTo>
                  <a:cubicBezTo>
                    <a:pt x="278307" y="105326"/>
                    <a:pt x="299514" y="101293"/>
                    <a:pt x="306492" y="100396"/>
                  </a:cubicBezTo>
                  <a:cubicBezTo>
                    <a:pt x="316462" y="99200"/>
                    <a:pt x="342379" y="99861"/>
                    <a:pt x="349722" y="101465"/>
                  </a:cubicBezTo>
                  <a:close/>
                  <a:moveTo>
                    <a:pt x="144183" y="113156"/>
                  </a:moveTo>
                  <a:cubicBezTo>
                    <a:pt x="155328" y="116753"/>
                    <a:pt x="178801" y="125680"/>
                    <a:pt x="179979" y="126777"/>
                  </a:cubicBezTo>
                  <a:cubicBezTo>
                    <a:pt x="180341" y="127175"/>
                    <a:pt x="176806" y="129514"/>
                    <a:pt x="172003" y="131961"/>
                  </a:cubicBezTo>
                  <a:cubicBezTo>
                    <a:pt x="162035" y="137027"/>
                    <a:pt x="141190" y="149306"/>
                    <a:pt x="130407" y="156402"/>
                  </a:cubicBezTo>
                  <a:cubicBezTo>
                    <a:pt x="126419" y="159039"/>
                    <a:pt x="123067" y="161051"/>
                    <a:pt x="122884" y="160861"/>
                  </a:cubicBezTo>
                  <a:cubicBezTo>
                    <a:pt x="122522" y="160462"/>
                    <a:pt x="126239" y="137108"/>
                    <a:pt x="128504" y="125807"/>
                  </a:cubicBezTo>
                  <a:cubicBezTo>
                    <a:pt x="131223" y="112395"/>
                    <a:pt x="132130" y="109214"/>
                    <a:pt x="133217" y="109585"/>
                  </a:cubicBezTo>
                  <a:cubicBezTo>
                    <a:pt x="133759" y="109703"/>
                    <a:pt x="138654" y="111443"/>
                    <a:pt x="144183" y="113128"/>
                  </a:cubicBezTo>
                  <a:close/>
                  <a:moveTo>
                    <a:pt x="267523" y="128082"/>
                  </a:moveTo>
                  <a:cubicBezTo>
                    <a:pt x="268339" y="132586"/>
                    <a:pt x="269335" y="137226"/>
                    <a:pt x="269971" y="141549"/>
                  </a:cubicBezTo>
                  <a:cubicBezTo>
                    <a:pt x="271874" y="152007"/>
                    <a:pt x="273052" y="160616"/>
                    <a:pt x="272690" y="160997"/>
                  </a:cubicBezTo>
                  <a:cubicBezTo>
                    <a:pt x="272598" y="161115"/>
                    <a:pt x="270696" y="160199"/>
                    <a:pt x="268702" y="158704"/>
                  </a:cubicBezTo>
                  <a:cubicBezTo>
                    <a:pt x="258643" y="151753"/>
                    <a:pt x="235533" y="138033"/>
                    <a:pt x="223026" y="131671"/>
                  </a:cubicBezTo>
                  <a:cubicBezTo>
                    <a:pt x="218585" y="129387"/>
                    <a:pt x="215324" y="127194"/>
                    <a:pt x="215686" y="126822"/>
                  </a:cubicBezTo>
                  <a:cubicBezTo>
                    <a:pt x="216865" y="125626"/>
                    <a:pt x="234897" y="118748"/>
                    <a:pt x="249309" y="113944"/>
                  </a:cubicBezTo>
                  <a:cubicBezTo>
                    <a:pt x="263082" y="109368"/>
                    <a:pt x="263173" y="109368"/>
                    <a:pt x="263898" y="111226"/>
                  </a:cubicBezTo>
                  <a:cubicBezTo>
                    <a:pt x="264260" y="112286"/>
                    <a:pt x="265892" y="119853"/>
                    <a:pt x="267523" y="128109"/>
                  </a:cubicBezTo>
                  <a:close/>
                  <a:moveTo>
                    <a:pt x="207801" y="139319"/>
                  </a:moveTo>
                  <a:cubicBezTo>
                    <a:pt x="226290" y="148736"/>
                    <a:pt x="249397" y="162348"/>
                    <a:pt x="265983" y="173585"/>
                  </a:cubicBezTo>
                  <a:lnTo>
                    <a:pt x="274772" y="179584"/>
                  </a:lnTo>
                  <a:lnTo>
                    <a:pt x="275408" y="184687"/>
                  </a:lnTo>
                  <a:cubicBezTo>
                    <a:pt x="276224" y="191320"/>
                    <a:pt x="276224" y="259607"/>
                    <a:pt x="275408" y="266277"/>
                  </a:cubicBezTo>
                  <a:lnTo>
                    <a:pt x="274772" y="271416"/>
                  </a:lnTo>
                  <a:lnTo>
                    <a:pt x="262448" y="279617"/>
                  </a:lnTo>
                  <a:cubicBezTo>
                    <a:pt x="247586" y="289595"/>
                    <a:pt x="226923" y="301667"/>
                    <a:pt x="210338" y="310194"/>
                  </a:cubicBezTo>
                  <a:lnTo>
                    <a:pt x="197922" y="316547"/>
                  </a:lnTo>
                  <a:lnTo>
                    <a:pt x="185599" y="310239"/>
                  </a:lnTo>
                  <a:cubicBezTo>
                    <a:pt x="168651" y="301603"/>
                    <a:pt x="148895" y="290021"/>
                    <a:pt x="133670" y="279898"/>
                  </a:cubicBezTo>
                  <a:lnTo>
                    <a:pt x="120981" y="271434"/>
                  </a:lnTo>
                  <a:lnTo>
                    <a:pt x="120348" y="266295"/>
                  </a:lnTo>
                  <a:cubicBezTo>
                    <a:pt x="119532" y="259580"/>
                    <a:pt x="119532" y="191338"/>
                    <a:pt x="120348" y="184650"/>
                  </a:cubicBezTo>
                  <a:lnTo>
                    <a:pt x="120981" y="179503"/>
                  </a:lnTo>
                  <a:lnTo>
                    <a:pt x="133217" y="171356"/>
                  </a:lnTo>
                  <a:cubicBezTo>
                    <a:pt x="158863" y="154318"/>
                    <a:pt x="195566" y="134163"/>
                    <a:pt x="199009" y="135250"/>
                  </a:cubicBezTo>
                  <a:cubicBezTo>
                    <a:pt x="200008" y="135649"/>
                    <a:pt x="203996" y="137426"/>
                    <a:pt x="207801" y="139383"/>
                  </a:cubicBezTo>
                  <a:close/>
                  <a:moveTo>
                    <a:pt x="187681" y="177428"/>
                  </a:moveTo>
                  <a:cubicBezTo>
                    <a:pt x="174270" y="180418"/>
                    <a:pt x="160312" y="191429"/>
                    <a:pt x="154695" y="203628"/>
                  </a:cubicBezTo>
                  <a:cubicBezTo>
                    <a:pt x="145361" y="223547"/>
                    <a:pt x="148804" y="244427"/>
                    <a:pt x="164029" y="259870"/>
                  </a:cubicBezTo>
                  <a:cubicBezTo>
                    <a:pt x="183422" y="279644"/>
                    <a:pt x="212240" y="279644"/>
                    <a:pt x="231727" y="259870"/>
                  </a:cubicBezTo>
                  <a:cubicBezTo>
                    <a:pt x="251120" y="240068"/>
                    <a:pt x="251120" y="210959"/>
                    <a:pt x="231636" y="190985"/>
                  </a:cubicBezTo>
                  <a:cubicBezTo>
                    <a:pt x="219583" y="178615"/>
                    <a:pt x="203996" y="173829"/>
                    <a:pt x="187681" y="177428"/>
                  </a:cubicBezTo>
                  <a:close/>
                  <a:moveTo>
                    <a:pt x="204991" y="191185"/>
                  </a:moveTo>
                  <a:cubicBezTo>
                    <a:pt x="218859" y="194193"/>
                    <a:pt x="229097" y="205177"/>
                    <a:pt x="231816" y="220103"/>
                  </a:cubicBezTo>
                  <a:cubicBezTo>
                    <a:pt x="234355" y="233996"/>
                    <a:pt x="226378" y="250037"/>
                    <a:pt x="213692" y="256580"/>
                  </a:cubicBezTo>
                  <a:cubicBezTo>
                    <a:pt x="200461" y="263404"/>
                    <a:pt x="184058" y="260785"/>
                    <a:pt x="173726" y="250245"/>
                  </a:cubicBezTo>
                  <a:cubicBezTo>
                    <a:pt x="160132" y="236388"/>
                    <a:pt x="160041" y="214484"/>
                    <a:pt x="173634" y="200709"/>
                  </a:cubicBezTo>
                  <a:cubicBezTo>
                    <a:pt x="181973" y="192163"/>
                    <a:pt x="193481" y="188665"/>
                    <a:pt x="204991" y="191166"/>
                  </a:cubicBezTo>
                  <a:close/>
                  <a:moveTo>
                    <a:pt x="104849" y="225423"/>
                  </a:moveTo>
                  <a:cubicBezTo>
                    <a:pt x="104849" y="243838"/>
                    <a:pt x="104761" y="258900"/>
                    <a:pt x="104487" y="258900"/>
                  </a:cubicBezTo>
                  <a:cubicBezTo>
                    <a:pt x="103129" y="258900"/>
                    <a:pt x="66243" y="226746"/>
                    <a:pt x="66243" y="225432"/>
                  </a:cubicBezTo>
                  <a:cubicBezTo>
                    <a:pt x="66243" y="224236"/>
                    <a:pt x="102855" y="192046"/>
                    <a:pt x="104398" y="191973"/>
                  </a:cubicBezTo>
                  <a:cubicBezTo>
                    <a:pt x="104487" y="191964"/>
                    <a:pt x="104761" y="207008"/>
                    <a:pt x="104761" y="225423"/>
                  </a:cubicBezTo>
                  <a:close/>
                  <a:moveTo>
                    <a:pt x="300875" y="199522"/>
                  </a:moveTo>
                  <a:cubicBezTo>
                    <a:pt x="311749" y="208521"/>
                    <a:pt x="329419" y="224580"/>
                    <a:pt x="329419" y="225423"/>
                  </a:cubicBezTo>
                  <a:cubicBezTo>
                    <a:pt x="329419" y="226628"/>
                    <a:pt x="292898" y="258810"/>
                    <a:pt x="291267" y="258882"/>
                  </a:cubicBezTo>
                  <a:cubicBezTo>
                    <a:pt x="291175" y="258891"/>
                    <a:pt x="290725" y="243838"/>
                    <a:pt x="290725" y="225423"/>
                  </a:cubicBezTo>
                  <a:cubicBezTo>
                    <a:pt x="290725" y="207017"/>
                    <a:pt x="290813" y="191964"/>
                    <a:pt x="291267" y="191973"/>
                  </a:cubicBezTo>
                  <a:cubicBezTo>
                    <a:pt x="291358" y="191982"/>
                    <a:pt x="295888" y="195380"/>
                    <a:pt x="300875" y="199531"/>
                  </a:cubicBezTo>
                  <a:close/>
                  <a:moveTo>
                    <a:pt x="63253" y="242071"/>
                  </a:moveTo>
                  <a:cubicBezTo>
                    <a:pt x="71138" y="249665"/>
                    <a:pt x="87450" y="263504"/>
                    <a:pt x="98507" y="271968"/>
                  </a:cubicBezTo>
                  <a:cubicBezTo>
                    <a:pt x="103220" y="275503"/>
                    <a:pt x="106934" y="278530"/>
                    <a:pt x="106934" y="278675"/>
                  </a:cubicBezTo>
                  <a:cubicBezTo>
                    <a:pt x="106934" y="278792"/>
                    <a:pt x="107568" y="285046"/>
                    <a:pt x="108746" y="292477"/>
                  </a:cubicBezTo>
                  <a:cubicBezTo>
                    <a:pt x="110923" y="308953"/>
                    <a:pt x="113370" y="323244"/>
                    <a:pt x="116177" y="335442"/>
                  </a:cubicBezTo>
                  <a:cubicBezTo>
                    <a:pt x="117267" y="340490"/>
                    <a:pt x="118171" y="344750"/>
                    <a:pt x="117992" y="344949"/>
                  </a:cubicBezTo>
                  <a:cubicBezTo>
                    <a:pt x="117356" y="345619"/>
                    <a:pt x="95515" y="349553"/>
                    <a:pt x="86452" y="350550"/>
                  </a:cubicBezTo>
                  <a:cubicBezTo>
                    <a:pt x="72770" y="351963"/>
                    <a:pt x="53374" y="351084"/>
                    <a:pt x="44311" y="348701"/>
                  </a:cubicBezTo>
                  <a:cubicBezTo>
                    <a:pt x="29811" y="344732"/>
                    <a:pt x="19935" y="337082"/>
                    <a:pt x="16129" y="326860"/>
                  </a:cubicBezTo>
                  <a:cubicBezTo>
                    <a:pt x="14586" y="322492"/>
                    <a:pt x="14315" y="320544"/>
                    <a:pt x="14768" y="312152"/>
                  </a:cubicBezTo>
                  <a:cubicBezTo>
                    <a:pt x="15131" y="303869"/>
                    <a:pt x="15584" y="301222"/>
                    <a:pt x="18212" y="293800"/>
                  </a:cubicBezTo>
                  <a:cubicBezTo>
                    <a:pt x="22291" y="282553"/>
                    <a:pt x="29360" y="269829"/>
                    <a:pt x="38785" y="257151"/>
                  </a:cubicBezTo>
                  <a:cubicBezTo>
                    <a:pt x="46034" y="247354"/>
                    <a:pt x="55731" y="235944"/>
                    <a:pt x="56729" y="235944"/>
                  </a:cubicBezTo>
                  <a:cubicBezTo>
                    <a:pt x="56818" y="235944"/>
                    <a:pt x="59990" y="238681"/>
                    <a:pt x="63433" y="242016"/>
                  </a:cubicBezTo>
                  <a:close/>
                  <a:moveTo>
                    <a:pt x="344556" y="241536"/>
                  </a:moveTo>
                  <a:cubicBezTo>
                    <a:pt x="361955" y="260975"/>
                    <a:pt x="375639" y="284384"/>
                    <a:pt x="380172" y="302083"/>
                  </a:cubicBezTo>
                  <a:cubicBezTo>
                    <a:pt x="382346" y="310783"/>
                    <a:pt x="381530" y="323154"/>
                    <a:pt x="378540" y="329560"/>
                  </a:cubicBezTo>
                  <a:cubicBezTo>
                    <a:pt x="374281" y="338560"/>
                    <a:pt x="364673" y="345321"/>
                    <a:pt x="351263" y="348909"/>
                  </a:cubicBezTo>
                  <a:cubicBezTo>
                    <a:pt x="342562" y="351265"/>
                    <a:pt x="322715" y="352054"/>
                    <a:pt x="309484" y="350504"/>
                  </a:cubicBezTo>
                  <a:cubicBezTo>
                    <a:pt x="300512" y="349707"/>
                    <a:pt x="278581" y="345647"/>
                    <a:pt x="277856" y="344913"/>
                  </a:cubicBezTo>
                  <a:cubicBezTo>
                    <a:pt x="277765" y="344795"/>
                    <a:pt x="278489" y="340264"/>
                    <a:pt x="279759" y="334980"/>
                  </a:cubicBezTo>
                  <a:cubicBezTo>
                    <a:pt x="282840" y="321051"/>
                    <a:pt x="285105" y="307865"/>
                    <a:pt x="287099" y="292314"/>
                  </a:cubicBezTo>
                  <a:cubicBezTo>
                    <a:pt x="288457" y="281294"/>
                    <a:pt x="289093" y="278411"/>
                    <a:pt x="290451" y="277333"/>
                  </a:cubicBezTo>
                  <a:cubicBezTo>
                    <a:pt x="291267" y="276663"/>
                    <a:pt x="296795" y="272285"/>
                    <a:pt x="302595" y="267745"/>
                  </a:cubicBezTo>
                  <a:cubicBezTo>
                    <a:pt x="313107" y="259498"/>
                    <a:pt x="332412" y="242678"/>
                    <a:pt x="336400" y="238265"/>
                  </a:cubicBezTo>
                  <a:cubicBezTo>
                    <a:pt x="337487" y="237068"/>
                    <a:pt x="338756" y="235944"/>
                    <a:pt x="339118" y="235944"/>
                  </a:cubicBezTo>
                  <a:cubicBezTo>
                    <a:pt x="339481" y="235944"/>
                    <a:pt x="342017" y="238409"/>
                    <a:pt x="344736" y="241445"/>
                  </a:cubicBezTo>
                  <a:close/>
                  <a:moveTo>
                    <a:pt x="130498" y="294498"/>
                  </a:moveTo>
                  <a:cubicBezTo>
                    <a:pt x="141190" y="301557"/>
                    <a:pt x="162126" y="313828"/>
                    <a:pt x="172003" y="318903"/>
                  </a:cubicBezTo>
                  <a:cubicBezTo>
                    <a:pt x="176989" y="321431"/>
                    <a:pt x="180432" y="323688"/>
                    <a:pt x="179979" y="324114"/>
                  </a:cubicBezTo>
                  <a:cubicBezTo>
                    <a:pt x="178983" y="325184"/>
                    <a:pt x="164483" y="330748"/>
                    <a:pt x="147626" y="336475"/>
                  </a:cubicBezTo>
                  <a:cubicBezTo>
                    <a:pt x="133396" y="341297"/>
                    <a:pt x="132492" y="341505"/>
                    <a:pt x="131856" y="339937"/>
                  </a:cubicBezTo>
                  <a:cubicBezTo>
                    <a:pt x="131040" y="337201"/>
                    <a:pt x="127143" y="318324"/>
                    <a:pt x="125149" y="306488"/>
                  </a:cubicBezTo>
                  <a:cubicBezTo>
                    <a:pt x="124336" y="300434"/>
                    <a:pt x="123158" y="294181"/>
                    <a:pt x="122884" y="292612"/>
                  </a:cubicBezTo>
                  <a:cubicBezTo>
                    <a:pt x="122793" y="291199"/>
                    <a:pt x="122793" y="289758"/>
                    <a:pt x="122884" y="289758"/>
                  </a:cubicBezTo>
                  <a:cubicBezTo>
                    <a:pt x="122975" y="289758"/>
                    <a:pt x="126601" y="291879"/>
                    <a:pt x="130498" y="294498"/>
                  </a:cubicBezTo>
                  <a:close/>
                  <a:moveTo>
                    <a:pt x="272598" y="293084"/>
                  </a:moveTo>
                  <a:cubicBezTo>
                    <a:pt x="270425" y="308427"/>
                    <a:pt x="265258" y="336031"/>
                    <a:pt x="263806" y="339910"/>
                  </a:cubicBezTo>
                  <a:cubicBezTo>
                    <a:pt x="263264" y="341324"/>
                    <a:pt x="262266" y="341115"/>
                    <a:pt x="249397" y="336947"/>
                  </a:cubicBezTo>
                  <a:cubicBezTo>
                    <a:pt x="235350" y="332280"/>
                    <a:pt x="217044" y="325338"/>
                    <a:pt x="215775" y="324132"/>
                  </a:cubicBezTo>
                  <a:cubicBezTo>
                    <a:pt x="215413" y="323734"/>
                    <a:pt x="220670" y="320489"/>
                    <a:pt x="227465" y="316892"/>
                  </a:cubicBezTo>
                  <a:cubicBezTo>
                    <a:pt x="240246" y="310149"/>
                    <a:pt x="259821" y="298440"/>
                    <a:pt x="267523" y="292948"/>
                  </a:cubicBezTo>
                  <a:cubicBezTo>
                    <a:pt x="269880" y="291362"/>
                    <a:pt x="272145" y="289867"/>
                    <a:pt x="272416" y="289840"/>
                  </a:cubicBezTo>
                  <a:cubicBezTo>
                    <a:pt x="272778" y="289812"/>
                    <a:pt x="272778" y="291253"/>
                    <a:pt x="272507" y="293093"/>
                  </a:cubicBezTo>
                  <a:close/>
                  <a:moveTo>
                    <a:pt x="204447" y="334799"/>
                  </a:moveTo>
                  <a:cubicBezTo>
                    <a:pt x="214962" y="339657"/>
                    <a:pt x="233448" y="346744"/>
                    <a:pt x="246590" y="350985"/>
                  </a:cubicBezTo>
                  <a:lnTo>
                    <a:pt x="259367" y="355135"/>
                  </a:lnTo>
                  <a:lnTo>
                    <a:pt x="258823" y="357918"/>
                  </a:lnTo>
                  <a:cubicBezTo>
                    <a:pt x="258460" y="359313"/>
                    <a:pt x="256740" y="365041"/>
                    <a:pt x="254834" y="370397"/>
                  </a:cubicBezTo>
                  <a:cubicBezTo>
                    <a:pt x="244505" y="399025"/>
                    <a:pt x="230820" y="420585"/>
                    <a:pt x="216682" y="430327"/>
                  </a:cubicBezTo>
                  <a:cubicBezTo>
                    <a:pt x="211607" y="433826"/>
                    <a:pt x="202818" y="436889"/>
                    <a:pt x="197922" y="436889"/>
                  </a:cubicBezTo>
                  <a:cubicBezTo>
                    <a:pt x="193030" y="436889"/>
                    <a:pt x="184147" y="433826"/>
                    <a:pt x="179254" y="430391"/>
                  </a:cubicBezTo>
                  <a:cubicBezTo>
                    <a:pt x="164754" y="420395"/>
                    <a:pt x="150978" y="398617"/>
                    <a:pt x="140466" y="368811"/>
                  </a:cubicBezTo>
                  <a:cubicBezTo>
                    <a:pt x="138200" y="362603"/>
                    <a:pt x="136389" y="356984"/>
                    <a:pt x="136389" y="356323"/>
                  </a:cubicBezTo>
                  <a:cubicBezTo>
                    <a:pt x="136389" y="355652"/>
                    <a:pt x="140828" y="353676"/>
                    <a:pt x="149166" y="350994"/>
                  </a:cubicBezTo>
                  <a:cubicBezTo>
                    <a:pt x="161944" y="346888"/>
                    <a:pt x="187864" y="336820"/>
                    <a:pt x="193572" y="333748"/>
                  </a:cubicBezTo>
                  <a:cubicBezTo>
                    <a:pt x="197560" y="331618"/>
                    <a:pt x="197651" y="331618"/>
                    <a:pt x="204538" y="334817"/>
                  </a:cubicBezTo>
                  <a:close/>
                </a:path>
              </a:pathLst>
            </a:custGeom>
            <a:solidFill>
              <a:srgbClr val="FFFFFF"/>
            </a:solidFill>
            <a:ln w="6282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D4A6D16-33F9-18E7-F271-036E4AA4E63B}"/>
                </a:ext>
              </a:extLst>
            </p:cNvPr>
            <p:cNvSpPr/>
            <p:nvPr/>
          </p:nvSpPr>
          <p:spPr>
            <a:xfrm flipV="1">
              <a:off x="6509784" y="3651261"/>
              <a:ext cx="763431" cy="763394"/>
            </a:xfrm>
            <a:custGeom>
              <a:avLst/>
              <a:gdLst>
                <a:gd name="csX0" fmla="*/ 763970 w 763431"/>
                <a:gd name="csY0" fmla="*/ 381695 h 763394"/>
                <a:gd name="csX1" fmla="*/ 382254 w 763431"/>
                <a:gd name="csY1" fmla="*/ 763393 h 763394"/>
                <a:gd name="csX2" fmla="*/ 539 w 763431"/>
                <a:gd name="csY2" fmla="*/ 381695 h 763394"/>
                <a:gd name="csX3" fmla="*/ 382254 w 763431"/>
                <a:gd name="csY3" fmla="*/ -2 h 763394"/>
                <a:gd name="csX4" fmla="*/ 763970 w 763431"/>
                <a:gd name="csY4" fmla="*/ 381695 h 763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3431" h="763394">
                  <a:moveTo>
                    <a:pt x="763970" y="381695"/>
                  </a:moveTo>
                  <a:cubicBezTo>
                    <a:pt x="763970" y="592500"/>
                    <a:pt x="593049" y="763393"/>
                    <a:pt x="382254" y="763393"/>
                  </a:cubicBezTo>
                  <a:cubicBezTo>
                    <a:pt x="171460" y="763393"/>
                    <a:pt x="539" y="592500"/>
                    <a:pt x="539" y="381695"/>
                  </a:cubicBezTo>
                  <a:cubicBezTo>
                    <a:pt x="539" y="170892"/>
                    <a:pt x="171460" y="-2"/>
                    <a:pt x="382254" y="-2"/>
                  </a:cubicBezTo>
                  <a:cubicBezTo>
                    <a:pt x="593049" y="-2"/>
                    <a:pt x="763970" y="170892"/>
                    <a:pt x="763970" y="381695"/>
                  </a:cubicBezTo>
                  <a:close/>
                </a:path>
              </a:pathLst>
            </a:custGeom>
            <a:noFill/>
            <a:ln w="24011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CED157D-275E-98A8-6647-726C5832B39B}"/>
                </a:ext>
              </a:extLst>
            </p:cNvPr>
            <p:cNvSpPr/>
            <p:nvPr/>
          </p:nvSpPr>
          <p:spPr>
            <a:xfrm>
              <a:off x="6891500" y="4388147"/>
              <a:ext cx="23978" cy="26508"/>
            </a:xfrm>
            <a:custGeom>
              <a:avLst/>
              <a:gdLst>
                <a:gd name="csX0" fmla="*/ 539 w 23978"/>
                <a:gd name="csY0" fmla="*/ 26690 h 26508"/>
                <a:gd name="csX1" fmla="*/ 539 w 23978"/>
                <a:gd name="csY1" fmla="*/ 182 h 265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08">
                  <a:moveTo>
                    <a:pt x="539" y="26690"/>
                  </a:moveTo>
                  <a:lnTo>
                    <a:pt x="539" y="18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75C95AF7-9776-CDF2-902A-E86D26B28B5A}"/>
                </a:ext>
              </a:extLst>
            </p:cNvPr>
            <p:cNvSpPr/>
            <p:nvPr/>
          </p:nvSpPr>
          <p:spPr>
            <a:xfrm>
              <a:off x="6891500" y="3651261"/>
              <a:ext cx="23978" cy="26516"/>
            </a:xfrm>
            <a:custGeom>
              <a:avLst/>
              <a:gdLst>
                <a:gd name="csX0" fmla="*/ 539 w 23978"/>
                <a:gd name="csY0" fmla="*/ 26676 h 26516"/>
                <a:gd name="csX1" fmla="*/ 539 w 23978"/>
                <a:gd name="csY1" fmla="*/ 159 h 26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16">
                  <a:moveTo>
                    <a:pt x="539" y="26676"/>
                  </a:moveTo>
                  <a:lnTo>
                    <a:pt x="539" y="159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E46AF42-94E4-22B8-67AF-9DB127DF47B6}"/>
                </a:ext>
              </a:extLst>
            </p:cNvPr>
            <p:cNvSpPr/>
            <p:nvPr/>
          </p:nvSpPr>
          <p:spPr>
            <a:xfrm>
              <a:off x="7246662" y="4032958"/>
              <a:ext cx="26553" cy="23978"/>
            </a:xfrm>
            <a:custGeom>
              <a:avLst/>
              <a:gdLst>
                <a:gd name="csX0" fmla="*/ 550 w 26553"/>
                <a:gd name="csY0" fmla="*/ 170 h 23978"/>
                <a:gd name="csX1" fmla="*/ 27103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550" y="170"/>
                  </a:moveTo>
                  <a:lnTo>
                    <a:pt x="27103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83AA7F3-A587-4D0A-8311-19C4EFF8AF7B}"/>
                </a:ext>
              </a:extLst>
            </p:cNvPr>
            <p:cNvSpPr/>
            <p:nvPr/>
          </p:nvSpPr>
          <p:spPr>
            <a:xfrm>
              <a:off x="6509784" y="4032958"/>
              <a:ext cx="26553" cy="23978"/>
            </a:xfrm>
            <a:custGeom>
              <a:avLst/>
              <a:gdLst>
                <a:gd name="csX0" fmla="*/ 527 w 26553"/>
                <a:gd name="csY0" fmla="*/ 170 h 23978"/>
                <a:gd name="csX1" fmla="*/ 27080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527" y="170"/>
                  </a:moveTo>
                  <a:lnTo>
                    <a:pt x="27080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BFD8EBC-D29A-BCD2-D8F3-109EC3AEA9AF}"/>
                </a:ext>
              </a:extLst>
            </p:cNvPr>
            <p:cNvSpPr/>
            <p:nvPr/>
          </p:nvSpPr>
          <p:spPr>
            <a:xfrm>
              <a:off x="6621708" y="4283946"/>
              <a:ext cx="18759" cy="18740"/>
            </a:xfrm>
            <a:custGeom>
              <a:avLst/>
              <a:gdLst>
                <a:gd name="csX0" fmla="*/ 531 w 18759"/>
                <a:gd name="csY0" fmla="*/ 18919 h 18740"/>
                <a:gd name="csX1" fmla="*/ 19290 w 18759"/>
                <a:gd name="csY1" fmla="*/ 178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0">
                  <a:moveTo>
                    <a:pt x="531" y="18919"/>
                  </a:moveTo>
                  <a:lnTo>
                    <a:pt x="19290" y="17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C2D241F0-134B-0D9B-8FFB-EFDD23F538F2}"/>
                </a:ext>
              </a:extLst>
            </p:cNvPr>
            <p:cNvSpPr/>
            <p:nvPr/>
          </p:nvSpPr>
          <p:spPr>
            <a:xfrm>
              <a:off x="7141990" y="3763719"/>
              <a:ext cx="18759" cy="18740"/>
            </a:xfrm>
            <a:custGeom>
              <a:avLst/>
              <a:gdLst>
                <a:gd name="csX0" fmla="*/ 546 w 18759"/>
                <a:gd name="csY0" fmla="*/ 18903 h 18740"/>
                <a:gd name="csX1" fmla="*/ 19306 w 18759"/>
                <a:gd name="csY1" fmla="*/ 162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0">
                  <a:moveTo>
                    <a:pt x="546" y="18903"/>
                  </a:moveTo>
                  <a:lnTo>
                    <a:pt x="19306" y="16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7071FD5-5030-9282-DB1B-FFF06BAAA13E}"/>
                </a:ext>
              </a:extLst>
            </p:cNvPr>
            <p:cNvSpPr/>
            <p:nvPr/>
          </p:nvSpPr>
          <p:spPr>
            <a:xfrm>
              <a:off x="6621617" y="3763120"/>
              <a:ext cx="18759" cy="18750"/>
            </a:xfrm>
            <a:custGeom>
              <a:avLst/>
              <a:gdLst>
                <a:gd name="csX0" fmla="*/ 531 w 18759"/>
                <a:gd name="csY0" fmla="*/ 162 h 18750"/>
                <a:gd name="csX1" fmla="*/ 19290 w 18759"/>
                <a:gd name="csY1" fmla="*/ 18913 h 18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50">
                  <a:moveTo>
                    <a:pt x="531" y="162"/>
                  </a:moveTo>
                  <a:lnTo>
                    <a:pt x="19290" y="18913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9BE4D92-A468-8ED9-A5F4-A67F8C225F6D}"/>
                </a:ext>
              </a:extLst>
            </p:cNvPr>
            <p:cNvSpPr/>
            <p:nvPr/>
          </p:nvSpPr>
          <p:spPr>
            <a:xfrm>
              <a:off x="7142623" y="4284127"/>
              <a:ext cx="18759" cy="18749"/>
            </a:xfrm>
            <a:custGeom>
              <a:avLst/>
              <a:gdLst>
                <a:gd name="csX0" fmla="*/ 546 w 18759"/>
                <a:gd name="csY0" fmla="*/ 178 h 18749"/>
                <a:gd name="csX1" fmla="*/ 19306 w 18759"/>
                <a:gd name="csY1" fmla="*/ 18928 h 18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9">
                  <a:moveTo>
                    <a:pt x="546" y="178"/>
                  </a:moveTo>
                  <a:lnTo>
                    <a:pt x="19306" y="1892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E0D8A52A-B0F1-2F8E-2BA7-8F6676B71EAC}"/>
              </a:ext>
            </a:extLst>
          </p:cNvPr>
          <p:cNvSpPr/>
          <p:nvPr/>
        </p:nvSpPr>
        <p:spPr>
          <a:xfrm>
            <a:off x="7065819" y="2145888"/>
            <a:ext cx="23978" cy="864251"/>
          </a:xfrm>
          <a:custGeom>
            <a:avLst/>
            <a:gdLst>
              <a:gd name="csX0" fmla="*/ 538 w 23978"/>
              <a:gd name="csY0" fmla="*/ 126 h 864251"/>
              <a:gd name="csX1" fmla="*/ 538 w 23978"/>
              <a:gd name="csY1" fmla="*/ 864377 h 864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978" h="864251">
                <a:moveTo>
                  <a:pt x="538" y="126"/>
                </a:moveTo>
                <a:lnTo>
                  <a:pt x="538" y="864377"/>
                </a:lnTo>
              </a:path>
            </a:pathLst>
          </a:custGeom>
          <a:noFill/>
          <a:ln w="1341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091B701E-5C68-6CB0-F5FD-2DE1CA79A971}"/>
              </a:ext>
            </a:extLst>
          </p:cNvPr>
          <p:cNvSpPr/>
          <p:nvPr/>
        </p:nvSpPr>
        <p:spPr>
          <a:xfrm>
            <a:off x="6792764" y="2369551"/>
            <a:ext cx="1297488" cy="311933"/>
          </a:xfrm>
          <a:custGeom>
            <a:avLst/>
            <a:gdLst>
              <a:gd name="csX0" fmla="*/ 549 w 1297488"/>
              <a:gd name="csY0" fmla="*/ 312058 h 311933"/>
              <a:gd name="csX1" fmla="*/ 261734 w 1297488"/>
              <a:gd name="csY1" fmla="*/ 312058 h 311933"/>
              <a:gd name="csX2" fmla="*/ 289828 w 1297488"/>
              <a:gd name="csY2" fmla="*/ 124 h 311933"/>
              <a:gd name="csX3" fmla="*/ 1298038 w 1297488"/>
              <a:gd name="csY3" fmla="*/ 124 h 311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97488" h="311933">
                <a:moveTo>
                  <a:pt x="549" y="312058"/>
                </a:moveTo>
                <a:lnTo>
                  <a:pt x="261734" y="312058"/>
                </a:lnTo>
                <a:lnTo>
                  <a:pt x="289828" y="124"/>
                </a:lnTo>
                <a:lnTo>
                  <a:pt x="1298038" y="124"/>
                </a:lnTo>
              </a:path>
            </a:pathLst>
          </a:custGeom>
          <a:noFill/>
          <a:ln w="26820" cap="rnd">
            <a:solidFill>
              <a:srgbClr val="89A02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796F593F-3DD4-B703-4C99-B313D231F8A9}"/>
              </a:ext>
            </a:extLst>
          </p:cNvPr>
          <p:cNvSpPr/>
          <p:nvPr/>
        </p:nvSpPr>
        <p:spPr>
          <a:xfrm>
            <a:off x="7823177" y="2146884"/>
            <a:ext cx="23978" cy="864179"/>
          </a:xfrm>
          <a:custGeom>
            <a:avLst/>
            <a:gdLst>
              <a:gd name="csX0" fmla="*/ 561 w 23978"/>
              <a:gd name="csY0" fmla="*/ 126 h 864179"/>
              <a:gd name="csX1" fmla="*/ 561 w 23978"/>
              <a:gd name="csY1" fmla="*/ 864305 h 864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978" h="864179">
                <a:moveTo>
                  <a:pt x="561" y="126"/>
                </a:moveTo>
                <a:lnTo>
                  <a:pt x="561" y="864305"/>
                </a:lnTo>
              </a:path>
            </a:pathLst>
          </a:custGeom>
          <a:noFill/>
          <a:ln w="1341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E4B07DB5-68DA-FA16-202C-D42A7EF16FFC}"/>
              </a:ext>
            </a:extLst>
          </p:cNvPr>
          <p:cNvSpPr/>
          <p:nvPr/>
        </p:nvSpPr>
        <p:spPr>
          <a:xfrm>
            <a:off x="6662808" y="2023361"/>
            <a:ext cx="2071430" cy="1163959"/>
          </a:xfrm>
          <a:custGeom>
            <a:avLst/>
            <a:gdLst>
              <a:gd name="csX0" fmla="*/ 179905 w 2071430"/>
              <a:gd name="csY0" fmla="*/ 127 h 1163959"/>
              <a:gd name="csX1" fmla="*/ 1892639 w 2071430"/>
              <a:gd name="csY1" fmla="*/ 127 h 1163959"/>
              <a:gd name="csX2" fmla="*/ 2071987 w 2071430"/>
              <a:gd name="csY2" fmla="*/ 179475 h 1163959"/>
              <a:gd name="csX3" fmla="*/ 2071987 w 2071430"/>
              <a:gd name="csY3" fmla="*/ 984766 h 1163959"/>
              <a:gd name="csX4" fmla="*/ 1892639 w 2071430"/>
              <a:gd name="csY4" fmla="*/ 1164087 h 1163959"/>
              <a:gd name="csX5" fmla="*/ 179905 w 2071430"/>
              <a:gd name="csY5" fmla="*/ 1164087 h 1163959"/>
              <a:gd name="csX6" fmla="*/ 557 w 2071430"/>
              <a:gd name="csY6" fmla="*/ 984766 h 1163959"/>
              <a:gd name="csX7" fmla="*/ 557 w 2071430"/>
              <a:gd name="csY7" fmla="*/ 179475 h 1163959"/>
              <a:gd name="csX8" fmla="*/ 179905 w 2071430"/>
              <a:gd name="csY8" fmla="*/ 127 h 11639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71430" h="1163959">
                <a:moveTo>
                  <a:pt x="179905" y="127"/>
                </a:moveTo>
                <a:lnTo>
                  <a:pt x="1892639" y="127"/>
                </a:lnTo>
                <a:cubicBezTo>
                  <a:pt x="1992056" y="127"/>
                  <a:pt x="2071987" y="80149"/>
                  <a:pt x="2071987" y="179475"/>
                </a:cubicBezTo>
                <a:lnTo>
                  <a:pt x="2071987" y="984766"/>
                </a:lnTo>
                <a:cubicBezTo>
                  <a:pt x="2071987" y="1084110"/>
                  <a:pt x="1992056" y="1164087"/>
                  <a:pt x="1892639" y="1164087"/>
                </a:cubicBezTo>
                <a:lnTo>
                  <a:pt x="179905" y="1164087"/>
                </a:lnTo>
                <a:cubicBezTo>
                  <a:pt x="80579" y="1164087"/>
                  <a:pt x="557" y="1084110"/>
                  <a:pt x="557" y="984766"/>
                </a:cubicBezTo>
                <a:lnTo>
                  <a:pt x="557" y="179475"/>
                </a:lnTo>
                <a:cubicBezTo>
                  <a:pt x="557" y="80149"/>
                  <a:pt x="80579" y="127"/>
                  <a:pt x="179905" y="127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A94CC91E-DE5B-7D73-80A5-836C98DFB431}"/>
              </a:ext>
            </a:extLst>
          </p:cNvPr>
          <p:cNvSpPr/>
          <p:nvPr/>
        </p:nvSpPr>
        <p:spPr>
          <a:xfrm>
            <a:off x="6792764" y="2144981"/>
            <a:ext cx="1297488" cy="866082"/>
          </a:xfrm>
          <a:custGeom>
            <a:avLst/>
            <a:gdLst>
              <a:gd name="csX0" fmla="*/ 101870 w 1297488"/>
              <a:gd name="csY0" fmla="*/ 126 h 866082"/>
              <a:gd name="csX1" fmla="*/ 1196718 w 1297488"/>
              <a:gd name="csY1" fmla="*/ 126 h 866082"/>
              <a:gd name="csX2" fmla="*/ 1298038 w 1297488"/>
              <a:gd name="csY2" fmla="*/ 101445 h 866082"/>
              <a:gd name="csX3" fmla="*/ 1298038 w 1297488"/>
              <a:gd name="csY3" fmla="*/ 764925 h 866082"/>
              <a:gd name="csX4" fmla="*/ 1196718 w 1297488"/>
              <a:gd name="csY4" fmla="*/ 866208 h 866082"/>
              <a:gd name="csX5" fmla="*/ 101870 w 1297488"/>
              <a:gd name="csY5" fmla="*/ 866208 h 866082"/>
              <a:gd name="csX6" fmla="*/ 549 w 1297488"/>
              <a:gd name="csY6" fmla="*/ 764925 h 866082"/>
              <a:gd name="csX7" fmla="*/ 549 w 1297488"/>
              <a:gd name="csY7" fmla="*/ 101445 h 866082"/>
              <a:gd name="csX8" fmla="*/ 101870 w 1297488"/>
              <a:gd name="csY8" fmla="*/ 126 h 8660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7488" h="866082">
                <a:moveTo>
                  <a:pt x="101870" y="126"/>
                </a:moveTo>
                <a:lnTo>
                  <a:pt x="1196718" y="126"/>
                </a:lnTo>
                <a:cubicBezTo>
                  <a:pt x="1252814" y="126"/>
                  <a:pt x="1298038" y="45348"/>
                  <a:pt x="1298038" y="101445"/>
                </a:cubicBezTo>
                <a:lnTo>
                  <a:pt x="1298038" y="764925"/>
                </a:lnTo>
                <a:cubicBezTo>
                  <a:pt x="1298038" y="821040"/>
                  <a:pt x="1252814" y="866208"/>
                  <a:pt x="1196718" y="866208"/>
                </a:cubicBezTo>
                <a:lnTo>
                  <a:pt x="101870" y="866208"/>
                </a:lnTo>
                <a:cubicBezTo>
                  <a:pt x="45771" y="866208"/>
                  <a:pt x="549" y="821040"/>
                  <a:pt x="549" y="764925"/>
                </a:cubicBezTo>
                <a:lnTo>
                  <a:pt x="549" y="101445"/>
                </a:lnTo>
                <a:cubicBezTo>
                  <a:pt x="549" y="45348"/>
                  <a:pt x="45771" y="126"/>
                  <a:pt x="101870" y="126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BE099613-B08D-660C-BA90-20EAB3D8ECA7}"/>
              </a:ext>
            </a:extLst>
          </p:cNvPr>
          <p:cNvSpPr/>
          <p:nvPr/>
        </p:nvSpPr>
        <p:spPr>
          <a:xfrm>
            <a:off x="8172723" y="2389308"/>
            <a:ext cx="101317" cy="101863"/>
          </a:xfrm>
          <a:custGeom>
            <a:avLst/>
            <a:gdLst>
              <a:gd name="csX0" fmla="*/ 101891 w 101317"/>
              <a:gd name="csY0" fmla="*/ 51053 h 101863"/>
              <a:gd name="csX1" fmla="*/ 51232 w 101317"/>
              <a:gd name="csY1" fmla="*/ 101985 h 101863"/>
              <a:gd name="csX2" fmla="*/ 51232 w 101317"/>
              <a:gd name="csY2" fmla="*/ 101985 h 101863"/>
              <a:gd name="csX3" fmla="*/ 573 w 101317"/>
              <a:gd name="csY3" fmla="*/ 51053 h 101863"/>
              <a:gd name="csX4" fmla="*/ 51232 w 101317"/>
              <a:gd name="csY4" fmla="*/ 122 h 101863"/>
              <a:gd name="csX5" fmla="*/ 51232 w 101317"/>
              <a:gd name="csY5" fmla="*/ 122 h 101863"/>
              <a:gd name="csX6" fmla="*/ 101891 w 101317"/>
              <a:gd name="csY6" fmla="*/ 51053 h 101863"/>
              <a:gd name="csX7" fmla="*/ 101891 w 101317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317" h="101863">
                <a:moveTo>
                  <a:pt x="101891" y="51053"/>
                </a:moveTo>
                <a:cubicBezTo>
                  <a:pt x="101891" y="79238"/>
                  <a:pt x="79234" y="101985"/>
                  <a:pt x="51232" y="101985"/>
                </a:cubicBezTo>
                <a:cubicBezTo>
                  <a:pt x="51232" y="101985"/>
                  <a:pt x="51232" y="101985"/>
                  <a:pt x="51232" y="101985"/>
                </a:cubicBezTo>
                <a:cubicBezTo>
                  <a:pt x="23229" y="101985"/>
                  <a:pt x="573" y="79238"/>
                  <a:pt x="573" y="51053"/>
                </a:cubicBezTo>
                <a:cubicBezTo>
                  <a:pt x="573" y="22868"/>
                  <a:pt x="23229" y="122"/>
                  <a:pt x="51232" y="122"/>
                </a:cubicBezTo>
                <a:cubicBezTo>
                  <a:pt x="51232" y="122"/>
                  <a:pt x="51232" y="122"/>
                  <a:pt x="51232" y="122"/>
                </a:cubicBezTo>
                <a:cubicBezTo>
                  <a:pt x="79234" y="122"/>
                  <a:pt x="101891" y="22868"/>
                  <a:pt x="101891" y="51053"/>
                </a:cubicBezTo>
                <a:cubicBezTo>
                  <a:pt x="101891" y="51053"/>
                  <a:pt x="101891" y="51053"/>
                  <a:pt x="101891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564435DF-C310-C698-7C47-9D154A645C83}"/>
              </a:ext>
            </a:extLst>
          </p:cNvPr>
          <p:cNvSpPr/>
          <p:nvPr/>
        </p:nvSpPr>
        <p:spPr>
          <a:xfrm>
            <a:off x="8358233" y="2389308"/>
            <a:ext cx="101317" cy="101863"/>
          </a:xfrm>
          <a:custGeom>
            <a:avLst/>
            <a:gdLst>
              <a:gd name="csX0" fmla="*/ 101897 w 101317"/>
              <a:gd name="csY0" fmla="*/ 51053 h 101863"/>
              <a:gd name="csX1" fmla="*/ 51238 w 101317"/>
              <a:gd name="csY1" fmla="*/ 101985 h 101863"/>
              <a:gd name="csX2" fmla="*/ 579 w 101317"/>
              <a:gd name="csY2" fmla="*/ 51053 h 101863"/>
              <a:gd name="csX3" fmla="*/ 51238 w 101317"/>
              <a:gd name="csY3" fmla="*/ 122 h 101863"/>
              <a:gd name="csX4" fmla="*/ 51238 w 101317"/>
              <a:gd name="csY4" fmla="*/ 122 h 101863"/>
              <a:gd name="csX5" fmla="*/ 101897 w 101317"/>
              <a:gd name="csY5" fmla="*/ 51053 h 101863"/>
              <a:gd name="csX6" fmla="*/ 101897 w 101317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17" h="101863">
                <a:moveTo>
                  <a:pt x="101897" y="51053"/>
                </a:moveTo>
                <a:cubicBezTo>
                  <a:pt x="101897" y="79238"/>
                  <a:pt x="79240" y="101985"/>
                  <a:pt x="51238" y="101985"/>
                </a:cubicBezTo>
                <a:cubicBezTo>
                  <a:pt x="23235" y="101985"/>
                  <a:pt x="579" y="79238"/>
                  <a:pt x="579" y="51053"/>
                </a:cubicBezTo>
                <a:cubicBezTo>
                  <a:pt x="579" y="22868"/>
                  <a:pt x="23235" y="122"/>
                  <a:pt x="51238" y="122"/>
                </a:cubicBezTo>
                <a:cubicBezTo>
                  <a:pt x="51238" y="122"/>
                  <a:pt x="51238" y="122"/>
                  <a:pt x="51238" y="122"/>
                </a:cubicBezTo>
                <a:cubicBezTo>
                  <a:pt x="79240" y="122"/>
                  <a:pt x="101897" y="22868"/>
                  <a:pt x="101897" y="51053"/>
                </a:cubicBezTo>
                <a:cubicBezTo>
                  <a:pt x="101897" y="51053"/>
                  <a:pt x="101897" y="51053"/>
                  <a:pt x="101897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BCEB9575-61CF-3C2C-28F9-07ABEF4568A4}"/>
              </a:ext>
            </a:extLst>
          </p:cNvPr>
          <p:cNvSpPr/>
          <p:nvPr/>
        </p:nvSpPr>
        <p:spPr>
          <a:xfrm>
            <a:off x="8172723" y="2389308"/>
            <a:ext cx="101317" cy="101863"/>
          </a:xfrm>
          <a:custGeom>
            <a:avLst/>
            <a:gdLst>
              <a:gd name="csX0" fmla="*/ 101891 w 101317"/>
              <a:gd name="csY0" fmla="*/ 51053 h 101863"/>
              <a:gd name="csX1" fmla="*/ 51232 w 101317"/>
              <a:gd name="csY1" fmla="*/ 101985 h 101863"/>
              <a:gd name="csX2" fmla="*/ 51232 w 101317"/>
              <a:gd name="csY2" fmla="*/ 101985 h 101863"/>
              <a:gd name="csX3" fmla="*/ 573 w 101317"/>
              <a:gd name="csY3" fmla="*/ 51053 h 101863"/>
              <a:gd name="csX4" fmla="*/ 51232 w 101317"/>
              <a:gd name="csY4" fmla="*/ 122 h 101863"/>
              <a:gd name="csX5" fmla="*/ 51232 w 101317"/>
              <a:gd name="csY5" fmla="*/ 122 h 101863"/>
              <a:gd name="csX6" fmla="*/ 101891 w 101317"/>
              <a:gd name="csY6" fmla="*/ 51053 h 101863"/>
              <a:gd name="csX7" fmla="*/ 101891 w 101317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317" h="101863">
                <a:moveTo>
                  <a:pt x="101891" y="51053"/>
                </a:moveTo>
                <a:cubicBezTo>
                  <a:pt x="101891" y="79238"/>
                  <a:pt x="79234" y="101985"/>
                  <a:pt x="51232" y="101985"/>
                </a:cubicBezTo>
                <a:cubicBezTo>
                  <a:pt x="51232" y="101985"/>
                  <a:pt x="51232" y="101985"/>
                  <a:pt x="51232" y="101985"/>
                </a:cubicBezTo>
                <a:cubicBezTo>
                  <a:pt x="23229" y="101985"/>
                  <a:pt x="573" y="79238"/>
                  <a:pt x="573" y="51053"/>
                </a:cubicBezTo>
                <a:cubicBezTo>
                  <a:pt x="573" y="22868"/>
                  <a:pt x="23229" y="122"/>
                  <a:pt x="51232" y="122"/>
                </a:cubicBezTo>
                <a:cubicBezTo>
                  <a:pt x="51232" y="122"/>
                  <a:pt x="51232" y="122"/>
                  <a:pt x="51232" y="122"/>
                </a:cubicBezTo>
                <a:cubicBezTo>
                  <a:pt x="79234" y="122"/>
                  <a:pt x="101891" y="22868"/>
                  <a:pt x="101891" y="51053"/>
                </a:cubicBezTo>
                <a:cubicBezTo>
                  <a:pt x="101891" y="51053"/>
                  <a:pt x="101891" y="51053"/>
                  <a:pt x="101891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7" name="Freeform: Shape 176">
            <a:extLst>
              <a:ext uri="{FF2B5EF4-FFF2-40B4-BE49-F238E27FC236}">
                <a16:creationId xmlns:a16="http://schemas.microsoft.com/office/drawing/2014/main" id="{2C72D895-9CB8-A36D-65FC-6D9D738250BA}"/>
              </a:ext>
            </a:extLst>
          </p:cNvPr>
          <p:cNvSpPr/>
          <p:nvPr/>
        </p:nvSpPr>
        <p:spPr>
          <a:xfrm>
            <a:off x="8359774" y="2389308"/>
            <a:ext cx="101317" cy="101863"/>
          </a:xfrm>
          <a:custGeom>
            <a:avLst/>
            <a:gdLst>
              <a:gd name="csX0" fmla="*/ 101897 w 101317"/>
              <a:gd name="csY0" fmla="*/ 51053 h 101863"/>
              <a:gd name="csX1" fmla="*/ 51238 w 101317"/>
              <a:gd name="csY1" fmla="*/ 101985 h 101863"/>
              <a:gd name="csX2" fmla="*/ 579 w 101317"/>
              <a:gd name="csY2" fmla="*/ 51053 h 101863"/>
              <a:gd name="csX3" fmla="*/ 579 w 101317"/>
              <a:gd name="csY3" fmla="*/ 51053 h 101863"/>
              <a:gd name="csX4" fmla="*/ 51238 w 101317"/>
              <a:gd name="csY4" fmla="*/ 122 h 101863"/>
              <a:gd name="csX5" fmla="*/ 51238 w 101317"/>
              <a:gd name="csY5" fmla="*/ 122 h 101863"/>
              <a:gd name="csX6" fmla="*/ 101897 w 101317"/>
              <a:gd name="csY6" fmla="*/ 51053 h 101863"/>
              <a:gd name="csX7" fmla="*/ 101897 w 101317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317" h="101863">
                <a:moveTo>
                  <a:pt x="101897" y="51053"/>
                </a:moveTo>
                <a:cubicBezTo>
                  <a:pt x="101897" y="79238"/>
                  <a:pt x="79240" y="101985"/>
                  <a:pt x="51238" y="101985"/>
                </a:cubicBezTo>
                <a:cubicBezTo>
                  <a:pt x="23235" y="101985"/>
                  <a:pt x="579" y="79238"/>
                  <a:pt x="579" y="51053"/>
                </a:cubicBezTo>
                <a:cubicBezTo>
                  <a:pt x="579" y="51053"/>
                  <a:pt x="579" y="51053"/>
                  <a:pt x="579" y="51053"/>
                </a:cubicBezTo>
                <a:cubicBezTo>
                  <a:pt x="579" y="22868"/>
                  <a:pt x="23235" y="122"/>
                  <a:pt x="51238" y="122"/>
                </a:cubicBezTo>
                <a:cubicBezTo>
                  <a:pt x="51238" y="122"/>
                  <a:pt x="51238" y="122"/>
                  <a:pt x="51238" y="122"/>
                </a:cubicBezTo>
                <a:cubicBezTo>
                  <a:pt x="79240" y="122"/>
                  <a:pt x="101897" y="22868"/>
                  <a:pt x="101897" y="51053"/>
                </a:cubicBezTo>
                <a:cubicBezTo>
                  <a:pt x="101897" y="51053"/>
                  <a:pt x="101897" y="51053"/>
                  <a:pt x="101897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8" name="Freeform: Shape 177">
            <a:extLst>
              <a:ext uri="{FF2B5EF4-FFF2-40B4-BE49-F238E27FC236}">
                <a16:creationId xmlns:a16="http://schemas.microsoft.com/office/drawing/2014/main" id="{52E8EED1-CFE4-1D91-F723-8CF52DB6E10C}"/>
              </a:ext>
            </a:extLst>
          </p:cNvPr>
          <p:cNvSpPr/>
          <p:nvPr/>
        </p:nvSpPr>
        <p:spPr>
          <a:xfrm>
            <a:off x="8172723" y="2567296"/>
            <a:ext cx="101317" cy="101953"/>
          </a:xfrm>
          <a:custGeom>
            <a:avLst/>
            <a:gdLst>
              <a:gd name="csX0" fmla="*/ 101891 w 101317"/>
              <a:gd name="csY0" fmla="*/ 51059 h 101953"/>
              <a:gd name="csX1" fmla="*/ 51232 w 101317"/>
              <a:gd name="csY1" fmla="*/ 102081 h 101953"/>
              <a:gd name="csX2" fmla="*/ 51232 w 101317"/>
              <a:gd name="csY2" fmla="*/ 102081 h 101953"/>
              <a:gd name="csX3" fmla="*/ 573 w 101317"/>
              <a:gd name="csY3" fmla="*/ 51059 h 101953"/>
              <a:gd name="csX4" fmla="*/ 51232 w 101317"/>
              <a:gd name="csY4" fmla="*/ 127 h 101953"/>
              <a:gd name="csX5" fmla="*/ 101891 w 101317"/>
              <a:gd name="csY5" fmla="*/ 51059 h 101953"/>
              <a:gd name="csX6" fmla="*/ 101891 w 101317"/>
              <a:gd name="csY6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17" h="101953">
                <a:moveTo>
                  <a:pt x="101891" y="51059"/>
                </a:moveTo>
                <a:cubicBezTo>
                  <a:pt x="101891" y="79243"/>
                  <a:pt x="79234" y="102081"/>
                  <a:pt x="51232" y="102081"/>
                </a:cubicBezTo>
                <a:cubicBezTo>
                  <a:pt x="51232" y="102081"/>
                  <a:pt x="51232" y="102081"/>
                  <a:pt x="51232" y="102081"/>
                </a:cubicBezTo>
                <a:cubicBezTo>
                  <a:pt x="23229" y="102081"/>
                  <a:pt x="573" y="79243"/>
                  <a:pt x="573" y="51059"/>
                </a:cubicBezTo>
                <a:cubicBezTo>
                  <a:pt x="573" y="22965"/>
                  <a:pt x="23229" y="127"/>
                  <a:pt x="51232" y="127"/>
                </a:cubicBezTo>
                <a:cubicBezTo>
                  <a:pt x="79234" y="127"/>
                  <a:pt x="101891" y="22965"/>
                  <a:pt x="101891" y="51059"/>
                </a:cubicBezTo>
                <a:cubicBezTo>
                  <a:pt x="101891" y="51059"/>
                  <a:pt x="101891" y="51059"/>
                  <a:pt x="101891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9" name="Freeform: Shape 178">
            <a:extLst>
              <a:ext uri="{FF2B5EF4-FFF2-40B4-BE49-F238E27FC236}">
                <a16:creationId xmlns:a16="http://schemas.microsoft.com/office/drawing/2014/main" id="{DF12500A-253E-A6EF-F0D6-4FEC28CF8DA4}"/>
              </a:ext>
            </a:extLst>
          </p:cNvPr>
          <p:cNvSpPr/>
          <p:nvPr/>
        </p:nvSpPr>
        <p:spPr>
          <a:xfrm>
            <a:off x="8359774" y="2567296"/>
            <a:ext cx="101317" cy="101953"/>
          </a:xfrm>
          <a:custGeom>
            <a:avLst/>
            <a:gdLst>
              <a:gd name="csX0" fmla="*/ 101897 w 101317"/>
              <a:gd name="csY0" fmla="*/ 51059 h 101953"/>
              <a:gd name="csX1" fmla="*/ 51238 w 101317"/>
              <a:gd name="csY1" fmla="*/ 102081 h 101953"/>
              <a:gd name="csX2" fmla="*/ 579 w 101317"/>
              <a:gd name="csY2" fmla="*/ 51059 h 101953"/>
              <a:gd name="csX3" fmla="*/ 579 w 101317"/>
              <a:gd name="csY3" fmla="*/ 51059 h 101953"/>
              <a:gd name="csX4" fmla="*/ 51238 w 101317"/>
              <a:gd name="csY4" fmla="*/ 127 h 101953"/>
              <a:gd name="csX5" fmla="*/ 51238 w 101317"/>
              <a:gd name="csY5" fmla="*/ 127 h 101953"/>
              <a:gd name="csX6" fmla="*/ 101897 w 101317"/>
              <a:gd name="csY6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17" h="101953">
                <a:moveTo>
                  <a:pt x="101897" y="51059"/>
                </a:moveTo>
                <a:cubicBezTo>
                  <a:pt x="101897" y="79243"/>
                  <a:pt x="79240" y="102081"/>
                  <a:pt x="51238" y="102081"/>
                </a:cubicBezTo>
                <a:cubicBezTo>
                  <a:pt x="23235" y="102081"/>
                  <a:pt x="579" y="79243"/>
                  <a:pt x="579" y="51059"/>
                </a:cubicBezTo>
                <a:cubicBezTo>
                  <a:pt x="579" y="51059"/>
                  <a:pt x="579" y="51059"/>
                  <a:pt x="579" y="51059"/>
                </a:cubicBezTo>
                <a:cubicBezTo>
                  <a:pt x="579" y="22965"/>
                  <a:pt x="23235" y="127"/>
                  <a:pt x="51238" y="127"/>
                </a:cubicBezTo>
                <a:cubicBezTo>
                  <a:pt x="51238" y="127"/>
                  <a:pt x="51238" y="127"/>
                  <a:pt x="51238" y="127"/>
                </a:cubicBezTo>
                <a:cubicBezTo>
                  <a:pt x="79240" y="127"/>
                  <a:pt x="101897" y="22965"/>
                  <a:pt x="101897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205279E9-8D53-DC04-3D64-C05D91F24172}"/>
              </a:ext>
            </a:extLst>
          </p:cNvPr>
          <p:cNvSpPr/>
          <p:nvPr/>
        </p:nvSpPr>
        <p:spPr>
          <a:xfrm>
            <a:off x="8188581" y="2296507"/>
            <a:ext cx="69600" cy="23978"/>
          </a:xfrm>
          <a:custGeom>
            <a:avLst/>
            <a:gdLst>
              <a:gd name="csX0" fmla="*/ 573 w 69600"/>
              <a:gd name="csY0" fmla="*/ 117 h 23978"/>
              <a:gd name="csX1" fmla="*/ 70174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3" y="117"/>
                </a:moveTo>
                <a:lnTo>
                  <a:pt x="70174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1" name="Freeform: Shape 180">
            <a:extLst>
              <a:ext uri="{FF2B5EF4-FFF2-40B4-BE49-F238E27FC236}">
                <a16:creationId xmlns:a16="http://schemas.microsoft.com/office/drawing/2014/main" id="{72486638-29BC-4288-A097-EBA8BE20270D}"/>
              </a:ext>
            </a:extLst>
          </p:cNvPr>
          <p:cNvSpPr/>
          <p:nvPr/>
        </p:nvSpPr>
        <p:spPr>
          <a:xfrm>
            <a:off x="8375632" y="2296507"/>
            <a:ext cx="69600" cy="23978"/>
          </a:xfrm>
          <a:custGeom>
            <a:avLst/>
            <a:gdLst>
              <a:gd name="csX0" fmla="*/ 579 w 69600"/>
              <a:gd name="csY0" fmla="*/ 117 h 23978"/>
              <a:gd name="csX1" fmla="*/ 70180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9" y="117"/>
                </a:moveTo>
                <a:lnTo>
                  <a:pt x="70180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2" name="Freeform: Shape 181">
            <a:extLst>
              <a:ext uri="{FF2B5EF4-FFF2-40B4-BE49-F238E27FC236}">
                <a16:creationId xmlns:a16="http://schemas.microsoft.com/office/drawing/2014/main" id="{9D1E0877-C109-6D9A-E100-6346954FDB19}"/>
              </a:ext>
            </a:extLst>
          </p:cNvPr>
          <p:cNvSpPr/>
          <p:nvPr/>
        </p:nvSpPr>
        <p:spPr>
          <a:xfrm>
            <a:off x="8188581" y="2220382"/>
            <a:ext cx="69600" cy="23978"/>
          </a:xfrm>
          <a:custGeom>
            <a:avLst/>
            <a:gdLst>
              <a:gd name="csX0" fmla="*/ 573 w 69600"/>
              <a:gd name="csY0" fmla="*/ 115 h 23978"/>
              <a:gd name="csX1" fmla="*/ 70174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3" y="115"/>
                </a:moveTo>
                <a:lnTo>
                  <a:pt x="70174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2D4E1D03-432A-5A6C-15CE-D795ABD35EAD}"/>
              </a:ext>
            </a:extLst>
          </p:cNvPr>
          <p:cNvSpPr/>
          <p:nvPr/>
        </p:nvSpPr>
        <p:spPr>
          <a:xfrm>
            <a:off x="8375632" y="2220382"/>
            <a:ext cx="69600" cy="23978"/>
          </a:xfrm>
          <a:custGeom>
            <a:avLst/>
            <a:gdLst>
              <a:gd name="csX0" fmla="*/ 579 w 69600"/>
              <a:gd name="csY0" fmla="*/ 115 h 23978"/>
              <a:gd name="csX1" fmla="*/ 70180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9" y="115"/>
                </a:moveTo>
                <a:lnTo>
                  <a:pt x="70180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713ED214-FC2D-130B-F7CB-934D41A884E8}"/>
              </a:ext>
            </a:extLst>
          </p:cNvPr>
          <p:cNvSpPr/>
          <p:nvPr/>
        </p:nvSpPr>
        <p:spPr>
          <a:xfrm>
            <a:off x="7077056" y="3116180"/>
            <a:ext cx="51657" cy="23978"/>
          </a:xfrm>
          <a:custGeom>
            <a:avLst/>
            <a:gdLst>
              <a:gd name="csX0" fmla="*/ 539 w 51657"/>
              <a:gd name="csY0" fmla="*/ 142 h 23978"/>
              <a:gd name="csX1" fmla="*/ 52196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539" y="142"/>
                </a:moveTo>
                <a:lnTo>
                  <a:pt x="52196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1B5ABE39-92A7-B826-9233-1C1F37148D73}"/>
              </a:ext>
            </a:extLst>
          </p:cNvPr>
          <p:cNvSpPr/>
          <p:nvPr/>
        </p:nvSpPr>
        <p:spPr>
          <a:xfrm>
            <a:off x="7246346" y="3116180"/>
            <a:ext cx="51657" cy="23978"/>
          </a:xfrm>
          <a:custGeom>
            <a:avLst/>
            <a:gdLst>
              <a:gd name="csX0" fmla="*/ 544 w 51657"/>
              <a:gd name="csY0" fmla="*/ 142 h 23978"/>
              <a:gd name="csX1" fmla="*/ 52201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544" y="142"/>
                </a:moveTo>
                <a:lnTo>
                  <a:pt x="52201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4B620E7D-CEB6-AC8E-B42B-01075E01B89E}"/>
              </a:ext>
            </a:extLst>
          </p:cNvPr>
          <p:cNvSpPr/>
          <p:nvPr/>
        </p:nvSpPr>
        <p:spPr>
          <a:xfrm>
            <a:off x="7415636" y="3116180"/>
            <a:ext cx="51745" cy="23978"/>
          </a:xfrm>
          <a:custGeom>
            <a:avLst/>
            <a:gdLst>
              <a:gd name="csX0" fmla="*/ 549 w 51745"/>
              <a:gd name="csY0" fmla="*/ 142 h 23978"/>
              <a:gd name="csX1" fmla="*/ 52295 w 51745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745" h="23978">
                <a:moveTo>
                  <a:pt x="549" y="142"/>
                </a:moveTo>
                <a:lnTo>
                  <a:pt x="52295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0269C6DA-A93B-711A-E37C-093CFB5CCB08}"/>
              </a:ext>
            </a:extLst>
          </p:cNvPr>
          <p:cNvSpPr/>
          <p:nvPr/>
        </p:nvSpPr>
        <p:spPr>
          <a:xfrm>
            <a:off x="7584923" y="3116180"/>
            <a:ext cx="51748" cy="23978"/>
          </a:xfrm>
          <a:custGeom>
            <a:avLst/>
            <a:gdLst>
              <a:gd name="csX0" fmla="*/ 554 w 51748"/>
              <a:gd name="csY0" fmla="*/ 142 h 23978"/>
              <a:gd name="csX1" fmla="*/ 52303 w 51748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748" h="23978">
                <a:moveTo>
                  <a:pt x="554" y="142"/>
                </a:moveTo>
                <a:lnTo>
                  <a:pt x="52303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02E582E5-96EA-A3E5-EBA4-840F0F4E9E9C}"/>
              </a:ext>
            </a:extLst>
          </p:cNvPr>
          <p:cNvSpPr/>
          <p:nvPr/>
        </p:nvSpPr>
        <p:spPr>
          <a:xfrm>
            <a:off x="7754304" y="3116180"/>
            <a:ext cx="51654" cy="23978"/>
          </a:xfrm>
          <a:custGeom>
            <a:avLst/>
            <a:gdLst>
              <a:gd name="csX0" fmla="*/ 559 w 51654"/>
              <a:gd name="csY0" fmla="*/ 142 h 23978"/>
              <a:gd name="csX1" fmla="*/ 52214 w 51654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4" h="23978">
                <a:moveTo>
                  <a:pt x="559" y="142"/>
                </a:moveTo>
                <a:lnTo>
                  <a:pt x="52214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2C9C84FF-1878-8699-173B-1BFC2945EC54}"/>
              </a:ext>
            </a:extLst>
          </p:cNvPr>
          <p:cNvSpPr/>
          <p:nvPr/>
        </p:nvSpPr>
        <p:spPr>
          <a:xfrm>
            <a:off x="8172723" y="2948368"/>
            <a:ext cx="61262" cy="61616"/>
          </a:xfrm>
          <a:custGeom>
            <a:avLst/>
            <a:gdLst>
              <a:gd name="csX0" fmla="*/ 61835 w 61262"/>
              <a:gd name="csY0" fmla="*/ 30942 h 61616"/>
              <a:gd name="csX1" fmla="*/ 31202 w 61262"/>
              <a:gd name="csY1" fmla="*/ 61755 h 61616"/>
              <a:gd name="csX2" fmla="*/ 572 w 61262"/>
              <a:gd name="csY2" fmla="*/ 30942 h 61616"/>
              <a:gd name="csX3" fmla="*/ 31202 w 61262"/>
              <a:gd name="csY3" fmla="*/ 138 h 61616"/>
              <a:gd name="csX4" fmla="*/ 61835 w 61262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2" h="61616">
                <a:moveTo>
                  <a:pt x="61835" y="30942"/>
                </a:moveTo>
                <a:cubicBezTo>
                  <a:pt x="61835" y="47961"/>
                  <a:pt x="48150" y="61755"/>
                  <a:pt x="31202" y="61755"/>
                </a:cubicBezTo>
                <a:cubicBezTo>
                  <a:pt x="14257" y="61755"/>
                  <a:pt x="572" y="47961"/>
                  <a:pt x="572" y="30942"/>
                </a:cubicBezTo>
                <a:cubicBezTo>
                  <a:pt x="572" y="13931"/>
                  <a:pt x="14257" y="138"/>
                  <a:pt x="31202" y="138"/>
                </a:cubicBezTo>
                <a:cubicBezTo>
                  <a:pt x="48150" y="138"/>
                  <a:pt x="61835" y="13931"/>
                  <a:pt x="61835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AE5AA3E4-5F2E-0FB8-987A-6D7C4511AA1A}"/>
              </a:ext>
            </a:extLst>
          </p:cNvPr>
          <p:cNvSpPr/>
          <p:nvPr/>
        </p:nvSpPr>
        <p:spPr>
          <a:xfrm>
            <a:off x="8313009" y="2948368"/>
            <a:ext cx="61265" cy="61616"/>
          </a:xfrm>
          <a:custGeom>
            <a:avLst/>
            <a:gdLst>
              <a:gd name="csX0" fmla="*/ 61842 w 61265"/>
              <a:gd name="csY0" fmla="*/ 30942 h 61616"/>
              <a:gd name="csX1" fmla="*/ 31209 w 61265"/>
              <a:gd name="csY1" fmla="*/ 61755 h 61616"/>
              <a:gd name="csX2" fmla="*/ 31209 w 61265"/>
              <a:gd name="csY2" fmla="*/ 61755 h 61616"/>
              <a:gd name="csX3" fmla="*/ 577 w 61265"/>
              <a:gd name="csY3" fmla="*/ 30942 h 61616"/>
              <a:gd name="csX4" fmla="*/ 31209 w 61265"/>
              <a:gd name="csY4" fmla="*/ 138 h 61616"/>
              <a:gd name="csX5" fmla="*/ 61842 w 61265"/>
              <a:gd name="csY5" fmla="*/ 30942 h 61616"/>
              <a:gd name="csX6" fmla="*/ 61842 w 61265"/>
              <a:gd name="csY6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1265" h="61616">
                <a:moveTo>
                  <a:pt x="61842" y="30942"/>
                </a:moveTo>
                <a:cubicBezTo>
                  <a:pt x="61842" y="47961"/>
                  <a:pt x="48157" y="61755"/>
                  <a:pt x="31209" y="61755"/>
                </a:cubicBezTo>
                <a:cubicBezTo>
                  <a:pt x="31209" y="61755"/>
                  <a:pt x="31209" y="61755"/>
                  <a:pt x="31209" y="61755"/>
                </a:cubicBezTo>
                <a:cubicBezTo>
                  <a:pt x="14353" y="61755"/>
                  <a:pt x="577" y="47961"/>
                  <a:pt x="577" y="30942"/>
                </a:cubicBezTo>
                <a:cubicBezTo>
                  <a:pt x="577" y="13931"/>
                  <a:pt x="14353" y="138"/>
                  <a:pt x="31209" y="138"/>
                </a:cubicBezTo>
                <a:cubicBezTo>
                  <a:pt x="48157" y="138"/>
                  <a:pt x="61842" y="13931"/>
                  <a:pt x="61842" y="30942"/>
                </a:cubicBezTo>
                <a:cubicBezTo>
                  <a:pt x="61842" y="30942"/>
                  <a:pt x="61842" y="30942"/>
                  <a:pt x="61842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CE266D52-85A7-8B3D-48C4-9DA001AB484E}"/>
              </a:ext>
            </a:extLst>
          </p:cNvPr>
          <p:cNvSpPr/>
          <p:nvPr/>
        </p:nvSpPr>
        <p:spPr>
          <a:xfrm>
            <a:off x="8453389" y="2948368"/>
            <a:ext cx="61262" cy="61616"/>
          </a:xfrm>
          <a:custGeom>
            <a:avLst/>
            <a:gdLst>
              <a:gd name="csX0" fmla="*/ 61844 w 61262"/>
              <a:gd name="csY0" fmla="*/ 30942 h 61616"/>
              <a:gd name="csX1" fmla="*/ 31214 w 61262"/>
              <a:gd name="csY1" fmla="*/ 61755 h 61616"/>
              <a:gd name="csX2" fmla="*/ 581 w 61262"/>
              <a:gd name="csY2" fmla="*/ 30942 h 61616"/>
              <a:gd name="csX3" fmla="*/ 581 w 61262"/>
              <a:gd name="csY3" fmla="*/ 30942 h 61616"/>
              <a:gd name="csX4" fmla="*/ 31214 w 61262"/>
              <a:gd name="csY4" fmla="*/ 138 h 61616"/>
              <a:gd name="csX5" fmla="*/ 31214 w 61262"/>
              <a:gd name="csY5" fmla="*/ 138 h 61616"/>
              <a:gd name="csX6" fmla="*/ 61844 w 61262"/>
              <a:gd name="csY6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1262" h="61616">
                <a:moveTo>
                  <a:pt x="61844" y="30942"/>
                </a:moveTo>
                <a:cubicBezTo>
                  <a:pt x="61844" y="47961"/>
                  <a:pt x="48159" y="61755"/>
                  <a:pt x="31214" y="61755"/>
                </a:cubicBezTo>
                <a:cubicBezTo>
                  <a:pt x="14266" y="61755"/>
                  <a:pt x="581" y="47961"/>
                  <a:pt x="581" y="30942"/>
                </a:cubicBezTo>
                <a:cubicBezTo>
                  <a:pt x="581" y="30942"/>
                  <a:pt x="581" y="30942"/>
                  <a:pt x="581" y="30942"/>
                </a:cubicBezTo>
                <a:cubicBezTo>
                  <a:pt x="581" y="13931"/>
                  <a:pt x="14266" y="138"/>
                  <a:pt x="31214" y="138"/>
                </a:cubicBezTo>
                <a:cubicBezTo>
                  <a:pt x="31214" y="138"/>
                  <a:pt x="31214" y="138"/>
                  <a:pt x="31214" y="138"/>
                </a:cubicBezTo>
                <a:cubicBezTo>
                  <a:pt x="48159" y="138"/>
                  <a:pt x="61844" y="13931"/>
                  <a:pt x="61844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2EE69FBE-9F0C-EED8-1736-0C3117CD2EE3}"/>
              </a:ext>
            </a:extLst>
          </p:cNvPr>
          <p:cNvSpPr/>
          <p:nvPr/>
        </p:nvSpPr>
        <p:spPr>
          <a:xfrm>
            <a:off x="8593678" y="2948368"/>
            <a:ext cx="61262" cy="61616"/>
          </a:xfrm>
          <a:custGeom>
            <a:avLst/>
            <a:gdLst>
              <a:gd name="csX0" fmla="*/ 61848 w 61262"/>
              <a:gd name="csY0" fmla="*/ 30942 h 61616"/>
              <a:gd name="csX1" fmla="*/ 31218 w 61262"/>
              <a:gd name="csY1" fmla="*/ 61755 h 61616"/>
              <a:gd name="csX2" fmla="*/ 585 w 61262"/>
              <a:gd name="csY2" fmla="*/ 30942 h 61616"/>
              <a:gd name="csX3" fmla="*/ 31218 w 61262"/>
              <a:gd name="csY3" fmla="*/ 138 h 61616"/>
              <a:gd name="csX4" fmla="*/ 61848 w 61262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2" h="61616">
                <a:moveTo>
                  <a:pt x="61848" y="30942"/>
                </a:moveTo>
                <a:cubicBezTo>
                  <a:pt x="61848" y="47961"/>
                  <a:pt x="48163" y="61755"/>
                  <a:pt x="31218" y="61755"/>
                </a:cubicBezTo>
                <a:cubicBezTo>
                  <a:pt x="14270" y="61755"/>
                  <a:pt x="585" y="47961"/>
                  <a:pt x="585" y="30942"/>
                </a:cubicBezTo>
                <a:cubicBezTo>
                  <a:pt x="585" y="13931"/>
                  <a:pt x="14270" y="138"/>
                  <a:pt x="31218" y="138"/>
                </a:cubicBezTo>
                <a:cubicBezTo>
                  <a:pt x="48163" y="138"/>
                  <a:pt x="61848" y="13931"/>
                  <a:pt x="61848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3" name="Freeform: Shape 192">
            <a:extLst>
              <a:ext uri="{FF2B5EF4-FFF2-40B4-BE49-F238E27FC236}">
                <a16:creationId xmlns:a16="http://schemas.microsoft.com/office/drawing/2014/main" id="{7C356C69-FC92-1434-5CAC-F9C7796E72F8}"/>
              </a:ext>
            </a:extLst>
          </p:cNvPr>
          <p:cNvSpPr/>
          <p:nvPr/>
        </p:nvSpPr>
        <p:spPr>
          <a:xfrm>
            <a:off x="8539393" y="2389308"/>
            <a:ext cx="101409" cy="101863"/>
          </a:xfrm>
          <a:custGeom>
            <a:avLst/>
            <a:gdLst>
              <a:gd name="csX0" fmla="*/ 101993 w 101409"/>
              <a:gd name="csY0" fmla="*/ 51053 h 101863"/>
              <a:gd name="csX1" fmla="*/ 51334 w 101409"/>
              <a:gd name="csY1" fmla="*/ 101985 h 101863"/>
              <a:gd name="csX2" fmla="*/ 51334 w 101409"/>
              <a:gd name="csY2" fmla="*/ 101985 h 101863"/>
              <a:gd name="csX3" fmla="*/ 584 w 101409"/>
              <a:gd name="csY3" fmla="*/ 51053 h 101863"/>
              <a:gd name="csX4" fmla="*/ 51334 w 101409"/>
              <a:gd name="csY4" fmla="*/ 122 h 101863"/>
              <a:gd name="csX5" fmla="*/ 51334 w 101409"/>
              <a:gd name="csY5" fmla="*/ 122 h 101863"/>
              <a:gd name="csX6" fmla="*/ 101993 w 101409"/>
              <a:gd name="csY6" fmla="*/ 51053 h 101863"/>
              <a:gd name="csX7" fmla="*/ 101993 w 101409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409" h="101863">
                <a:moveTo>
                  <a:pt x="101993" y="51053"/>
                </a:moveTo>
                <a:cubicBezTo>
                  <a:pt x="101993" y="79238"/>
                  <a:pt x="79337" y="101985"/>
                  <a:pt x="51334" y="101985"/>
                </a:cubicBezTo>
                <a:cubicBezTo>
                  <a:pt x="51334" y="101985"/>
                  <a:pt x="51334" y="101985"/>
                  <a:pt x="51334" y="101985"/>
                </a:cubicBezTo>
                <a:cubicBezTo>
                  <a:pt x="23332" y="101985"/>
                  <a:pt x="584" y="79238"/>
                  <a:pt x="584" y="51053"/>
                </a:cubicBezTo>
                <a:cubicBezTo>
                  <a:pt x="584" y="22868"/>
                  <a:pt x="23332" y="122"/>
                  <a:pt x="51334" y="122"/>
                </a:cubicBezTo>
                <a:cubicBezTo>
                  <a:pt x="51334" y="122"/>
                  <a:pt x="51334" y="122"/>
                  <a:pt x="51334" y="122"/>
                </a:cubicBezTo>
                <a:cubicBezTo>
                  <a:pt x="79337" y="122"/>
                  <a:pt x="101993" y="22868"/>
                  <a:pt x="101993" y="51053"/>
                </a:cubicBezTo>
                <a:cubicBezTo>
                  <a:pt x="101993" y="51053"/>
                  <a:pt x="101993" y="51053"/>
                  <a:pt x="101993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4" name="Freeform: Shape 193">
            <a:extLst>
              <a:ext uri="{FF2B5EF4-FFF2-40B4-BE49-F238E27FC236}">
                <a16:creationId xmlns:a16="http://schemas.microsoft.com/office/drawing/2014/main" id="{4FB1C845-E5A3-A6BB-3171-74AAB11D6F50}"/>
              </a:ext>
            </a:extLst>
          </p:cNvPr>
          <p:cNvSpPr/>
          <p:nvPr/>
        </p:nvSpPr>
        <p:spPr>
          <a:xfrm>
            <a:off x="8540934" y="2389308"/>
            <a:ext cx="101409" cy="101863"/>
          </a:xfrm>
          <a:custGeom>
            <a:avLst/>
            <a:gdLst>
              <a:gd name="csX0" fmla="*/ 101993 w 101409"/>
              <a:gd name="csY0" fmla="*/ 51053 h 101863"/>
              <a:gd name="csX1" fmla="*/ 51243 w 101409"/>
              <a:gd name="csY1" fmla="*/ 101985 h 101863"/>
              <a:gd name="csX2" fmla="*/ 584 w 101409"/>
              <a:gd name="csY2" fmla="*/ 51053 h 101863"/>
              <a:gd name="csX3" fmla="*/ 51243 w 101409"/>
              <a:gd name="csY3" fmla="*/ 122 h 101863"/>
              <a:gd name="csX4" fmla="*/ 51243 w 101409"/>
              <a:gd name="csY4" fmla="*/ 122 h 101863"/>
              <a:gd name="csX5" fmla="*/ 101993 w 101409"/>
              <a:gd name="csY5" fmla="*/ 51053 h 101863"/>
              <a:gd name="csX6" fmla="*/ 101993 w 101409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409" h="101863">
                <a:moveTo>
                  <a:pt x="101993" y="51053"/>
                </a:moveTo>
                <a:cubicBezTo>
                  <a:pt x="101993" y="79238"/>
                  <a:pt x="79248" y="101985"/>
                  <a:pt x="51243" y="101985"/>
                </a:cubicBezTo>
                <a:cubicBezTo>
                  <a:pt x="23241" y="101985"/>
                  <a:pt x="584" y="79238"/>
                  <a:pt x="584" y="51053"/>
                </a:cubicBezTo>
                <a:cubicBezTo>
                  <a:pt x="584" y="22868"/>
                  <a:pt x="23241" y="122"/>
                  <a:pt x="51243" y="122"/>
                </a:cubicBezTo>
                <a:cubicBezTo>
                  <a:pt x="51243" y="122"/>
                  <a:pt x="51243" y="122"/>
                  <a:pt x="51243" y="122"/>
                </a:cubicBezTo>
                <a:cubicBezTo>
                  <a:pt x="79248" y="122"/>
                  <a:pt x="101993" y="22868"/>
                  <a:pt x="101993" y="51053"/>
                </a:cubicBezTo>
                <a:cubicBezTo>
                  <a:pt x="101993" y="51053"/>
                  <a:pt x="101993" y="51053"/>
                  <a:pt x="101993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5" name="Freeform: Shape 194">
            <a:extLst>
              <a:ext uri="{FF2B5EF4-FFF2-40B4-BE49-F238E27FC236}">
                <a16:creationId xmlns:a16="http://schemas.microsoft.com/office/drawing/2014/main" id="{915ECB50-8F6B-92C1-D322-835A8E1F59BE}"/>
              </a:ext>
            </a:extLst>
          </p:cNvPr>
          <p:cNvSpPr/>
          <p:nvPr/>
        </p:nvSpPr>
        <p:spPr>
          <a:xfrm>
            <a:off x="8540934" y="2567296"/>
            <a:ext cx="101409" cy="101953"/>
          </a:xfrm>
          <a:custGeom>
            <a:avLst/>
            <a:gdLst>
              <a:gd name="csX0" fmla="*/ 101993 w 101409"/>
              <a:gd name="csY0" fmla="*/ 51059 h 101953"/>
              <a:gd name="csX1" fmla="*/ 51243 w 101409"/>
              <a:gd name="csY1" fmla="*/ 102081 h 101953"/>
              <a:gd name="csX2" fmla="*/ 584 w 101409"/>
              <a:gd name="csY2" fmla="*/ 51059 h 101953"/>
              <a:gd name="csX3" fmla="*/ 51243 w 101409"/>
              <a:gd name="csY3" fmla="*/ 127 h 101953"/>
              <a:gd name="csX4" fmla="*/ 101993 w 101409"/>
              <a:gd name="csY4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409" h="101953">
                <a:moveTo>
                  <a:pt x="101993" y="51059"/>
                </a:moveTo>
                <a:cubicBezTo>
                  <a:pt x="101993" y="79243"/>
                  <a:pt x="79248" y="102081"/>
                  <a:pt x="51243" y="102081"/>
                </a:cubicBezTo>
                <a:cubicBezTo>
                  <a:pt x="23241" y="102081"/>
                  <a:pt x="584" y="79243"/>
                  <a:pt x="584" y="51059"/>
                </a:cubicBezTo>
                <a:cubicBezTo>
                  <a:pt x="584" y="22965"/>
                  <a:pt x="23241" y="127"/>
                  <a:pt x="51243" y="127"/>
                </a:cubicBezTo>
                <a:cubicBezTo>
                  <a:pt x="79248" y="127"/>
                  <a:pt x="101993" y="22965"/>
                  <a:pt x="101993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6" name="Freeform: Shape 195">
            <a:extLst>
              <a:ext uri="{FF2B5EF4-FFF2-40B4-BE49-F238E27FC236}">
                <a16:creationId xmlns:a16="http://schemas.microsoft.com/office/drawing/2014/main" id="{9025C5B7-A4D4-C287-98E1-2040575A413D}"/>
              </a:ext>
            </a:extLst>
          </p:cNvPr>
          <p:cNvSpPr/>
          <p:nvPr/>
        </p:nvSpPr>
        <p:spPr>
          <a:xfrm>
            <a:off x="8556792" y="2296507"/>
            <a:ext cx="69600" cy="23978"/>
          </a:xfrm>
          <a:custGeom>
            <a:avLst/>
            <a:gdLst>
              <a:gd name="csX0" fmla="*/ 584 w 69600"/>
              <a:gd name="csY0" fmla="*/ 117 h 23978"/>
              <a:gd name="csX1" fmla="*/ 70185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84" y="117"/>
                </a:moveTo>
                <a:lnTo>
                  <a:pt x="70185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7" name="Freeform: Shape 196">
            <a:extLst>
              <a:ext uri="{FF2B5EF4-FFF2-40B4-BE49-F238E27FC236}">
                <a16:creationId xmlns:a16="http://schemas.microsoft.com/office/drawing/2014/main" id="{14D98AF1-EFEF-D478-44F2-15C4ECF0383A}"/>
              </a:ext>
            </a:extLst>
          </p:cNvPr>
          <p:cNvSpPr/>
          <p:nvPr/>
        </p:nvSpPr>
        <p:spPr>
          <a:xfrm>
            <a:off x="8556792" y="2220382"/>
            <a:ext cx="69600" cy="23978"/>
          </a:xfrm>
          <a:custGeom>
            <a:avLst/>
            <a:gdLst>
              <a:gd name="csX0" fmla="*/ 584 w 69600"/>
              <a:gd name="csY0" fmla="*/ 115 h 23978"/>
              <a:gd name="csX1" fmla="*/ 70185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84" y="115"/>
                </a:moveTo>
                <a:lnTo>
                  <a:pt x="70185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98" name="Graphic 43">
            <a:extLst>
              <a:ext uri="{FF2B5EF4-FFF2-40B4-BE49-F238E27FC236}">
                <a16:creationId xmlns:a16="http://schemas.microsoft.com/office/drawing/2014/main" id="{8CE71129-2FEC-6305-8CE3-8FBF86197562}"/>
              </a:ext>
            </a:extLst>
          </p:cNvPr>
          <p:cNvGrpSpPr/>
          <p:nvPr/>
        </p:nvGrpSpPr>
        <p:grpSpPr>
          <a:xfrm>
            <a:off x="7963466" y="3651261"/>
            <a:ext cx="897284" cy="897347"/>
            <a:chOff x="7758243" y="3651261"/>
            <a:chExt cx="897284" cy="897347"/>
          </a:xfrm>
        </p:grpSpPr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4ADDB0E9-18E3-6FDE-9F88-65B2EBA59B18}"/>
                </a:ext>
              </a:extLst>
            </p:cNvPr>
            <p:cNvSpPr/>
            <p:nvPr/>
          </p:nvSpPr>
          <p:spPr>
            <a:xfrm>
              <a:off x="8512974" y="3956742"/>
              <a:ext cx="142553" cy="154960"/>
            </a:xfrm>
            <a:custGeom>
              <a:avLst/>
              <a:gdLst>
                <a:gd name="csX0" fmla="*/ 590 w 142553"/>
                <a:gd name="csY0" fmla="*/ 155113 h 154960"/>
                <a:gd name="csX1" fmla="*/ 5212 w 142553"/>
                <a:gd name="csY1" fmla="*/ 133852 h 154960"/>
                <a:gd name="csX2" fmla="*/ 9291 w 142553"/>
                <a:gd name="csY2" fmla="*/ 76387 h 154960"/>
                <a:gd name="csX3" fmla="*/ 5212 w 142553"/>
                <a:gd name="csY3" fmla="*/ 19012 h 154960"/>
                <a:gd name="csX4" fmla="*/ 1135 w 142553"/>
                <a:gd name="csY4" fmla="*/ 170 h 154960"/>
                <a:gd name="csX5" fmla="*/ 85508 w 142553"/>
                <a:gd name="csY5" fmla="*/ 170 h 154960"/>
                <a:gd name="csX6" fmla="*/ 91399 w 142553"/>
                <a:gd name="csY6" fmla="*/ 533 h 154960"/>
                <a:gd name="csX7" fmla="*/ 97198 w 142553"/>
                <a:gd name="csY7" fmla="*/ 1430 h 154960"/>
                <a:gd name="csX8" fmla="*/ 102727 w 142553"/>
                <a:gd name="csY8" fmla="*/ 3043 h 154960"/>
                <a:gd name="csX9" fmla="*/ 108073 w 142553"/>
                <a:gd name="csY9" fmla="*/ 5182 h 154960"/>
                <a:gd name="csX10" fmla="*/ 117769 w 142553"/>
                <a:gd name="csY10" fmla="*/ 11127 h 154960"/>
                <a:gd name="csX11" fmla="*/ 126288 w 142553"/>
                <a:gd name="csY11" fmla="*/ 18930 h 154960"/>
                <a:gd name="csX12" fmla="*/ 133357 w 142553"/>
                <a:gd name="csY12" fmla="*/ 28482 h 154960"/>
                <a:gd name="csX13" fmla="*/ 138705 w 142553"/>
                <a:gd name="csY13" fmla="*/ 39357 h 154960"/>
                <a:gd name="csX14" fmla="*/ 142057 w 142553"/>
                <a:gd name="csY14" fmla="*/ 51428 h 154960"/>
                <a:gd name="csX15" fmla="*/ 143144 w 142553"/>
                <a:gd name="csY15" fmla="*/ 64415 h 154960"/>
                <a:gd name="csX16" fmla="*/ 143144 w 142553"/>
                <a:gd name="csY16" fmla="*/ 90869 h 154960"/>
                <a:gd name="csX17" fmla="*/ 142057 w 142553"/>
                <a:gd name="csY17" fmla="*/ 103874 h 154960"/>
                <a:gd name="csX18" fmla="*/ 138705 w 142553"/>
                <a:gd name="csY18" fmla="*/ 115945 h 154960"/>
                <a:gd name="csX19" fmla="*/ 133357 w 142553"/>
                <a:gd name="csY19" fmla="*/ 126820 h 154960"/>
                <a:gd name="csX20" fmla="*/ 126288 w 142553"/>
                <a:gd name="csY20" fmla="*/ 136372 h 154960"/>
                <a:gd name="csX21" fmla="*/ 117769 w 142553"/>
                <a:gd name="csY21" fmla="*/ 144174 h 154960"/>
                <a:gd name="csX22" fmla="*/ 108073 w 142553"/>
                <a:gd name="csY22" fmla="*/ 150120 h 154960"/>
                <a:gd name="csX23" fmla="*/ 102727 w 142553"/>
                <a:gd name="csY23" fmla="*/ 152258 h 154960"/>
                <a:gd name="csX24" fmla="*/ 97198 w 142553"/>
                <a:gd name="csY24" fmla="*/ 153871 h 154960"/>
                <a:gd name="csX25" fmla="*/ 91399 w 142553"/>
                <a:gd name="csY25" fmla="*/ 154769 h 154960"/>
                <a:gd name="csX26" fmla="*/ 85508 w 142553"/>
                <a:gd name="csY26" fmla="*/ 155131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553" h="154960">
                  <a:moveTo>
                    <a:pt x="590" y="155113"/>
                  </a:moveTo>
                  <a:cubicBezTo>
                    <a:pt x="2313" y="148062"/>
                    <a:pt x="3854" y="140976"/>
                    <a:pt x="5212" y="133852"/>
                  </a:cubicBezTo>
                  <a:cubicBezTo>
                    <a:pt x="7931" y="114821"/>
                    <a:pt x="9291" y="95617"/>
                    <a:pt x="9291" y="76387"/>
                  </a:cubicBezTo>
                  <a:cubicBezTo>
                    <a:pt x="9291" y="57192"/>
                    <a:pt x="7931" y="38016"/>
                    <a:pt x="5212" y="19012"/>
                  </a:cubicBezTo>
                  <a:cubicBezTo>
                    <a:pt x="3945" y="12704"/>
                    <a:pt x="2584" y="6424"/>
                    <a:pt x="1135" y="170"/>
                  </a:cubicBezTo>
                  <a:lnTo>
                    <a:pt x="85508" y="170"/>
                  </a:lnTo>
                  <a:cubicBezTo>
                    <a:pt x="87502" y="170"/>
                    <a:pt x="89496" y="325"/>
                    <a:pt x="91399" y="533"/>
                  </a:cubicBezTo>
                  <a:cubicBezTo>
                    <a:pt x="93393" y="714"/>
                    <a:pt x="95295" y="1068"/>
                    <a:pt x="97198" y="1430"/>
                  </a:cubicBezTo>
                  <a:cubicBezTo>
                    <a:pt x="99101" y="1792"/>
                    <a:pt x="100913" y="2328"/>
                    <a:pt x="102727" y="3043"/>
                  </a:cubicBezTo>
                  <a:cubicBezTo>
                    <a:pt x="104538" y="3587"/>
                    <a:pt x="106261" y="4303"/>
                    <a:pt x="108073" y="5182"/>
                  </a:cubicBezTo>
                  <a:cubicBezTo>
                    <a:pt x="111516" y="6805"/>
                    <a:pt x="114688" y="8816"/>
                    <a:pt x="117769" y="11127"/>
                  </a:cubicBezTo>
                  <a:cubicBezTo>
                    <a:pt x="120850" y="13429"/>
                    <a:pt x="123751" y="16039"/>
                    <a:pt x="126288" y="18930"/>
                  </a:cubicBezTo>
                  <a:cubicBezTo>
                    <a:pt x="128918" y="21821"/>
                    <a:pt x="131274" y="25075"/>
                    <a:pt x="133357" y="28482"/>
                  </a:cubicBezTo>
                  <a:cubicBezTo>
                    <a:pt x="135442" y="31898"/>
                    <a:pt x="137165" y="35505"/>
                    <a:pt x="138705" y="39357"/>
                  </a:cubicBezTo>
                  <a:cubicBezTo>
                    <a:pt x="140063" y="43199"/>
                    <a:pt x="141333" y="47241"/>
                    <a:pt x="142057" y="51428"/>
                  </a:cubicBezTo>
                  <a:cubicBezTo>
                    <a:pt x="142782" y="55615"/>
                    <a:pt x="143144" y="59974"/>
                    <a:pt x="143144" y="64415"/>
                  </a:cubicBezTo>
                  <a:lnTo>
                    <a:pt x="143144" y="90869"/>
                  </a:lnTo>
                  <a:cubicBezTo>
                    <a:pt x="143144" y="95328"/>
                    <a:pt x="142782" y="99677"/>
                    <a:pt x="142057" y="103874"/>
                  </a:cubicBezTo>
                  <a:cubicBezTo>
                    <a:pt x="141333" y="108060"/>
                    <a:pt x="140155" y="112102"/>
                    <a:pt x="138705" y="115945"/>
                  </a:cubicBezTo>
                  <a:cubicBezTo>
                    <a:pt x="137254" y="119796"/>
                    <a:pt x="135442" y="123385"/>
                    <a:pt x="133357" y="126820"/>
                  </a:cubicBezTo>
                  <a:cubicBezTo>
                    <a:pt x="131274" y="130227"/>
                    <a:pt x="128918" y="133481"/>
                    <a:pt x="126288" y="136372"/>
                  </a:cubicBezTo>
                  <a:cubicBezTo>
                    <a:pt x="123751" y="139281"/>
                    <a:pt x="120850" y="141873"/>
                    <a:pt x="117769" y="144174"/>
                  </a:cubicBezTo>
                  <a:cubicBezTo>
                    <a:pt x="114688" y="146468"/>
                    <a:pt x="111516" y="148498"/>
                    <a:pt x="108073" y="150120"/>
                  </a:cubicBezTo>
                  <a:cubicBezTo>
                    <a:pt x="106261" y="151017"/>
                    <a:pt x="104538" y="151552"/>
                    <a:pt x="102727" y="152258"/>
                  </a:cubicBezTo>
                  <a:cubicBezTo>
                    <a:pt x="100913" y="152793"/>
                    <a:pt x="99101" y="153337"/>
                    <a:pt x="97198" y="153871"/>
                  </a:cubicBezTo>
                  <a:cubicBezTo>
                    <a:pt x="95295" y="154234"/>
                    <a:pt x="93393" y="154588"/>
                    <a:pt x="91399" y="154769"/>
                  </a:cubicBezTo>
                  <a:cubicBezTo>
                    <a:pt x="89496" y="154950"/>
                    <a:pt x="87502" y="155131"/>
                    <a:pt x="85508" y="155131"/>
                  </a:cubicBezTo>
                  <a:close/>
                </a:path>
              </a:pathLst>
            </a:custGeom>
            <a:solidFill>
              <a:srgbClr val="FF0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3B651F5-BFCE-0F6A-E6C7-F01F2EFFAE9D}"/>
                </a:ext>
              </a:extLst>
            </p:cNvPr>
            <p:cNvSpPr/>
            <p:nvPr/>
          </p:nvSpPr>
          <p:spPr>
            <a:xfrm>
              <a:off x="8063834" y="4405928"/>
              <a:ext cx="154969" cy="142681"/>
            </a:xfrm>
            <a:custGeom>
              <a:avLst/>
              <a:gdLst>
                <a:gd name="csX0" fmla="*/ 155546 w 154969"/>
                <a:gd name="csY0" fmla="*/ 184 h 142681"/>
                <a:gd name="csX1" fmla="*/ 134250 w 154969"/>
                <a:gd name="csY1" fmla="*/ 4824 h 142681"/>
                <a:gd name="csX2" fmla="*/ 76793 w 154969"/>
                <a:gd name="csY2" fmla="*/ 8912 h 142681"/>
                <a:gd name="csX3" fmla="*/ 19428 w 154969"/>
                <a:gd name="csY3" fmla="*/ 4824 h 142681"/>
                <a:gd name="csX4" fmla="*/ 577 w 154969"/>
                <a:gd name="csY4" fmla="*/ 746 h 142681"/>
                <a:gd name="csX5" fmla="*/ 577 w 154969"/>
                <a:gd name="csY5" fmla="*/ 85128 h 142681"/>
                <a:gd name="csX6" fmla="*/ 939 w 154969"/>
                <a:gd name="csY6" fmla="*/ 91063 h 142681"/>
                <a:gd name="csX7" fmla="*/ 1846 w 154969"/>
                <a:gd name="csY7" fmla="*/ 96828 h 142681"/>
                <a:gd name="csX8" fmla="*/ 3478 w 154969"/>
                <a:gd name="csY8" fmla="*/ 102392 h 142681"/>
                <a:gd name="csX9" fmla="*/ 5561 w 154969"/>
                <a:gd name="csY9" fmla="*/ 107684 h 142681"/>
                <a:gd name="csX10" fmla="*/ 11543 w 154969"/>
                <a:gd name="csY10" fmla="*/ 117435 h 142681"/>
                <a:gd name="csX11" fmla="*/ 19336 w 154969"/>
                <a:gd name="csY11" fmla="*/ 125972 h 142681"/>
                <a:gd name="csX12" fmla="*/ 28853 w 154969"/>
                <a:gd name="csY12" fmla="*/ 133024 h 142681"/>
                <a:gd name="csX13" fmla="*/ 39728 w 154969"/>
                <a:gd name="csY13" fmla="*/ 138316 h 142681"/>
                <a:gd name="csX14" fmla="*/ 51872 w 154969"/>
                <a:gd name="csY14" fmla="*/ 141751 h 142681"/>
                <a:gd name="csX15" fmla="*/ 64829 w 154969"/>
                <a:gd name="csY15" fmla="*/ 142865 h 142681"/>
                <a:gd name="csX16" fmla="*/ 91294 w 154969"/>
                <a:gd name="csY16" fmla="*/ 142865 h 142681"/>
                <a:gd name="csX17" fmla="*/ 104254 w 154969"/>
                <a:gd name="csY17" fmla="*/ 141751 h 142681"/>
                <a:gd name="csX18" fmla="*/ 116395 w 154969"/>
                <a:gd name="csY18" fmla="*/ 138316 h 142681"/>
                <a:gd name="csX19" fmla="*/ 127181 w 154969"/>
                <a:gd name="csY19" fmla="*/ 133024 h 142681"/>
                <a:gd name="csX20" fmla="*/ 136786 w 154969"/>
                <a:gd name="csY20" fmla="*/ 125972 h 142681"/>
                <a:gd name="csX21" fmla="*/ 144580 w 154969"/>
                <a:gd name="csY21" fmla="*/ 117435 h 142681"/>
                <a:gd name="csX22" fmla="*/ 150562 w 154969"/>
                <a:gd name="csY22" fmla="*/ 107684 h 142681"/>
                <a:gd name="csX23" fmla="*/ 152648 w 154969"/>
                <a:gd name="csY23" fmla="*/ 102392 h 142681"/>
                <a:gd name="csX24" fmla="*/ 154279 w 154969"/>
                <a:gd name="csY24" fmla="*/ 96828 h 142681"/>
                <a:gd name="csX25" fmla="*/ 155184 w 154969"/>
                <a:gd name="csY25" fmla="*/ 91063 h 142681"/>
                <a:gd name="csX26" fmla="*/ 155546 w 154969"/>
                <a:gd name="csY26" fmla="*/ 85128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69" h="142681">
                  <a:moveTo>
                    <a:pt x="155546" y="184"/>
                  </a:moveTo>
                  <a:cubicBezTo>
                    <a:pt x="148477" y="1924"/>
                    <a:pt x="141408" y="3474"/>
                    <a:pt x="134250" y="4824"/>
                  </a:cubicBezTo>
                  <a:cubicBezTo>
                    <a:pt x="115217" y="7561"/>
                    <a:pt x="96006" y="8921"/>
                    <a:pt x="76793" y="8912"/>
                  </a:cubicBezTo>
                  <a:cubicBezTo>
                    <a:pt x="57580" y="8921"/>
                    <a:pt x="38458" y="7552"/>
                    <a:pt x="19428" y="4824"/>
                  </a:cubicBezTo>
                  <a:cubicBezTo>
                    <a:pt x="13083" y="3619"/>
                    <a:pt x="6830" y="2251"/>
                    <a:pt x="577" y="746"/>
                  </a:cubicBezTo>
                  <a:lnTo>
                    <a:pt x="577" y="85128"/>
                  </a:lnTo>
                  <a:cubicBezTo>
                    <a:pt x="577" y="87122"/>
                    <a:pt x="759" y="89124"/>
                    <a:pt x="939" y="91063"/>
                  </a:cubicBezTo>
                  <a:cubicBezTo>
                    <a:pt x="1122" y="93012"/>
                    <a:pt x="1484" y="94942"/>
                    <a:pt x="1846" y="96828"/>
                  </a:cubicBezTo>
                  <a:cubicBezTo>
                    <a:pt x="2209" y="98704"/>
                    <a:pt x="2751" y="100579"/>
                    <a:pt x="3478" y="102392"/>
                  </a:cubicBezTo>
                  <a:cubicBezTo>
                    <a:pt x="4020" y="104204"/>
                    <a:pt x="4745" y="105963"/>
                    <a:pt x="5561" y="107684"/>
                  </a:cubicBezTo>
                  <a:cubicBezTo>
                    <a:pt x="7192" y="111137"/>
                    <a:pt x="9186" y="114364"/>
                    <a:pt x="11543" y="117435"/>
                  </a:cubicBezTo>
                  <a:cubicBezTo>
                    <a:pt x="13808" y="120499"/>
                    <a:pt x="16435" y="123362"/>
                    <a:pt x="19336" y="125972"/>
                  </a:cubicBezTo>
                  <a:cubicBezTo>
                    <a:pt x="22238" y="128583"/>
                    <a:pt x="25498" y="130957"/>
                    <a:pt x="28853" y="133024"/>
                  </a:cubicBezTo>
                  <a:cubicBezTo>
                    <a:pt x="32296" y="135098"/>
                    <a:pt x="35919" y="136866"/>
                    <a:pt x="39728" y="138316"/>
                  </a:cubicBezTo>
                  <a:cubicBezTo>
                    <a:pt x="43625" y="139775"/>
                    <a:pt x="47613" y="140989"/>
                    <a:pt x="51872" y="141751"/>
                  </a:cubicBezTo>
                  <a:cubicBezTo>
                    <a:pt x="56040" y="142521"/>
                    <a:pt x="60390" y="142865"/>
                    <a:pt x="64829" y="142865"/>
                  </a:cubicBezTo>
                  <a:lnTo>
                    <a:pt x="91294" y="142865"/>
                  </a:lnTo>
                  <a:cubicBezTo>
                    <a:pt x="95733" y="142865"/>
                    <a:pt x="100083" y="142521"/>
                    <a:pt x="104254" y="141751"/>
                  </a:cubicBezTo>
                  <a:cubicBezTo>
                    <a:pt x="108513" y="140980"/>
                    <a:pt x="112498" y="139775"/>
                    <a:pt x="116395" y="138316"/>
                  </a:cubicBezTo>
                  <a:cubicBezTo>
                    <a:pt x="120203" y="136866"/>
                    <a:pt x="123826" y="135098"/>
                    <a:pt x="127181" y="133024"/>
                  </a:cubicBezTo>
                  <a:cubicBezTo>
                    <a:pt x="130624" y="130957"/>
                    <a:pt x="133888" y="128583"/>
                    <a:pt x="136786" y="125972"/>
                  </a:cubicBezTo>
                  <a:cubicBezTo>
                    <a:pt x="139688" y="123362"/>
                    <a:pt x="142315" y="120499"/>
                    <a:pt x="144580" y="117435"/>
                  </a:cubicBezTo>
                  <a:cubicBezTo>
                    <a:pt x="146848" y="114364"/>
                    <a:pt x="148930" y="111137"/>
                    <a:pt x="150562" y="107684"/>
                  </a:cubicBezTo>
                  <a:cubicBezTo>
                    <a:pt x="151469" y="105963"/>
                    <a:pt x="151923" y="104204"/>
                    <a:pt x="152648" y="102392"/>
                  </a:cubicBezTo>
                  <a:cubicBezTo>
                    <a:pt x="153190" y="100588"/>
                    <a:pt x="153734" y="98704"/>
                    <a:pt x="154279" y="96828"/>
                  </a:cubicBezTo>
                  <a:cubicBezTo>
                    <a:pt x="154642" y="94942"/>
                    <a:pt x="155004" y="93012"/>
                    <a:pt x="155184" y="91063"/>
                  </a:cubicBezTo>
                  <a:cubicBezTo>
                    <a:pt x="155366" y="89124"/>
                    <a:pt x="155546" y="87122"/>
                    <a:pt x="155546" y="85128"/>
                  </a:cubicBezTo>
                  <a:close/>
                </a:path>
              </a:pathLst>
            </a:custGeom>
            <a:solidFill>
              <a:srgbClr val="008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D334B2CD-EE0E-7822-0AF6-9F03D3371CCE}"/>
                </a:ext>
              </a:extLst>
            </p:cNvPr>
            <p:cNvSpPr/>
            <p:nvPr/>
          </p:nvSpPr>
          <p:spPr>
            <a:xfrm flipV="1">
              <a:off x="7856120" y="3744143"/>
              <a:ext cx="567588" cy="577629"/>
            </a:xfrm>
            <a:custGeom>
              <a:avLst/>
              <a:gdLst>
                <a:gd name="csX0" fmla="*/ 568165 w 567588"/>
                <a:gd name="csY0" fmla="*/ 288813 h 577629"/>
                <a:gd name="csX1" fmla="*/ 284415 w 567588"/>
                <a:gd name="csY1" fmla="*/ 577628 h 577629"/>
                <a:gd name="csX2" fmla="*/ 577 w 567588"/>
                <a:gd name="csY2" fmla="*/ 288813 h 577629"/>
                <a:gd name="csX3" fmla="*/ 284415 w 567588"/>
                <a:gd name="csY3" fmla="*/ -2 h 577629"/>
                <a:gd name="csX4" fmla="*/ 568165 w 567588"/>
                <a:gd name="csY4" fmla="*/ 288813 h 577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67588" h="577629">
                  <a:moveTo>
                    <a:pt x="568165" y="288813"/>
                  </a:moveTo>
                  <a:cubicBezTo>
                    <a:pt x="568165" y="448323"/>
                    <a:pt x="441107" y="577628"/>
                    <a:pt x="284415" y="577628"/>
                  </a:cubicBezTo>
                  <a:cubicBezTo>
                    <a:pt x="127632" y="577628"/>
                    <a:pt x="577" y="448323"/>
                    <a:pt x="577" y="288813"/>
                  </a:cubicBezTo>
                  <a:cubicBezTo>
                    <a:pt x="577" y="129303"/>
                    <a:pt x="127632" y="-2"/>
                    <a:pt x="284415" y="-2"/>
                  </a:cubicBezTo>
                  <a:cubicBezTo>
                    <a:pt x="441107" y="-2"/>
                    <a:pt x="568165" y="129303"/>
                    <a:pt x="568165" y="288813"/>
                  </a:cubicBezTo>
                  <a:close/>
                </a:path>
              </a:pathLst>
            </a:custGeom>
            <a:solidFill>
              <a:srgbClr val="000000"/>
            </a:solidFill>
            <a:ln w="6280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29E8D91-52AB-82F2-E79B-9B2F165115E0}"/>
                </a:ext>
              </a:extLst>
            </p:cNvPr>
            <p:cNvSpPr/>
            <p:nvPr/>
          </p:nvSpPr>
          <p:spPr>
            <a:xfrm>
              <a:off x="7942575" y="3807878"/>
              <a:ext cx="394858" cy="450194"/>
            </a:xfrm>
            <a:custGeom>
              <a:avLst/>
              <a:gdLst>
                <a:gd name="csX0" fmla="*/ 188264 w 394858"/>
                <a:gd name="csY0" fmla="*/ 807 h 450194"/>
                <a:gd name="csX1" fmla="*/ 139508 w 394858"/>
                <a:gd name="csY1" fmla="*/ 48431 h 450194"/>
                <a:gd name="csX2" fmla="*/ 123830 w 394858"/>
                <a:gd name="csY2" fmla="*/ 87019 h 450194"/>
                <a:gd name="csX3" fmla="*/ 120928 w 394858"/>
                <a:gd name="csY3" fmla="*/ 92022 h 450194"/>
                <a:gd name="csX4" fmla="*/ 97730 w 394858"/>
                <a:gd name="csY4" fmla="*/ 87645 h 450194"/>
                <a:gd name="csX5" fmla="*/ 14082 w 394858"/>
                <a:gd name="csY5" fmla="*/ 103024 h 450194"/>
                <a:gd name="csX6" fmla="*/ 577 w 394858"/>
                <a:gd name="csY6" fmla="*/ 136574 h 450194"/>
                <a:gd name="csX7" fmla="*/ 41451 w 394858"/>
                <a:gd name="csY7" fmla="*/ 219496 h 450194"/>
                <a:gd name="csX8" fmla="*/ 46706 w 394858"/>
                <a:gd name="csY8" fmla="*/ 225423 h 450194"/>
                <a:gd name="csX9" fmla="*/ 41451 w 394858"/>
                <a:gd name="csY9" fmla="*/ 231350 h 450194"/>
                <a:gd name="csX10" fmla="*/ 577 w 394858"/>
                <a:gd name="csY10" fmla="*/ 314272 h 450194"/>
                <a:gd name="csX11" fmla="*/ 1755 w 394858"/>
                <a:gd name="csY11" fmla="*/ 327259 h 450194"/>
                <a:gd name="csX12" fmla="*/ 76705 w 394858"/>
                <a:gd name="csY12" fmla="*/ 365168 h 450194"/>
                <a:gd name="csX13" fmla="*/ 121020 w 394858"/>
                <a:gd name="csY13" fmla="*/ 358787 h 450194"/>
                <a:gd name="csX14" fmla="*/ 123014 w 394858"/>
                <a:gd name="csY14" fmla="*/ 361216 h 450194"/>
                <a:gd name="csX15" fmla="*/ 138056 w 394858"/>
                <a:gd name="csY15" fmla="*/ 399352 h 450194"/>
                <a:gd name="csX16" fmla="*/ 182918 w 394858"/>
                <a:gd name="csY16" fmla="*/ 448344 h 450194"/>
                <a:gd name="csX17" fmla="*/ 197869 w 394858"/>
                <a:gd name="csY17" fmla="*/ 450364 h 450194"/>
                <a:gd name="csX18" fmla="*/ 212915 w 394858"/>
                <a:gd name="csY18" fmla="*/ 448344 h 450194"/>
                <a:gd name="csX19" fmla="*/ 256778 w 394858"/>
                <a:gd name="csY19" fmla="*/ 401400 h 450194"/>
                <a:gd name="csX20" fmla="*/ 271912 w 394858"/>
                <a:gd name="csY20" fmla="*/ 363880 h 450194"/>
                <a:gd name="csX21" fmla="*/ 274902 w 394858"/>
                <a:gd name="csY21" fmla="*/ 358796 h 450194"/>
                <a:gd name="csX22" fmla="*/ 298283 w 394858"/>
                <a:gd name="csY22" fmla="*/ 363210 h 450194"/>
                <a:gd name="csX23" fmla="*/ 394075 w 394858"/>
                <a:gd name="csY23" fmla="*/ 327241 h 450194"/>
                <a:gd name="csX24" fmla="*/ 393983 w 394858"/>
                <a:gd name="csY24" fmla="*/ 299999 h 450194"/>
                <a:gd name="csX25" fmla="*/ 354382 w 394858"/>
                <a:gd name="csY25" fmla="*/ 231322 h 450194"/>
                <a:gd name="csX26" fmla="*/ 349216 w 394858"/>
                <a:gd name="csY26" fmla="*/ 225395 h 450194"/>
                <a:gd name="csX27" fmla="*/ 354470 w 394858"/>
                <a:gd name="csY27" fmla="*/ 219469 h 450194"/>
                <a:gd name="csX28" fmla="*/ 395435 w 394858"/>
                <a:gd name="csY28" fmla="*/ 136546 h 450194"/>
                <a:gd name="csX29" fmla="*/ 381660 w 394858"/>
                <a:gd name="csY29" fmla="*/ 102824 h 450194"/>
                <a:gd name="csX30" fmla="*/ 296200 w 394858"/>
                <a:gd name="csY30" fmla="*/ 87980 h 450194"/>
                <a:gd name="csX31" fmla="*/ 274993 w 394858"/>
                <a:gd name="csY31" fmla="*/ 92003 h 450194"/>
                <a:gd name="csX32" fmla="*/ 272003 w 394858"/>
                <a:gd name="csY32" fmla="*/ 86910 h 450194"/>
                <a:gd name="csX33" fmla="*/ 256867 w 394858"/>
                <a:gd name="csY33" fmla="*/ 49382 h 450194"/>
                <a:gd name="csX34" fmla="*/ 213006 w 394858"/>
                <a:gd name="csY34" fmla="*/ 2520 h 450194"/>
                <a:gd name="csX35" fmla="*/ 188444 w 394858"/>
                <a:gd name="csY35" fmla="*/ 925 h 450194"/>
                <a:gd name="csX36" fmla="*/ 206662 w 394858"/>
                <a:gd name="csY36" fmla="*/ 15751 h 450194"/>
                <a:gd name="csX37" fmla="*/ 254784 w 394858"/>
                <a:gd name="csY37" fmla="*/ 80531 h 450194"/>
                <a:gd name="csX38" fmla="*/ 258861 w 394858"/>
                <a:gd name="csY38" fmla="*/ 93018 h 450194"/>
                <a:gd name="csX39" fmla="*/ 259406 w 394858"/>
                <a:gd name="csY39" fmla="*/ 95810 h 450194"/>
                <a:gd name="csX40" fmla="*/ 249256 w 394858"/>
                <a:gd name="csY40" fmla="*/ 99037 h 450194"/>
                <a:gd name="csX41" fmla="*/ 208111 w 394858"/>
                <a:gd name="csY41" fmla="*/ 114497 h 450194"/>
                <a:gd name="csX42" fmla="*/ 197869 w 394858"/>
                <a:gd name="csY42" fmla="*/ 119001 h 450194"/>
                <a:gd name="csX43" fmla="*/ 186815 w 394858"/>
                <a:gd name="csY43" fmla="*/ 114180 h 450194"/>
                <a:gd name="csX44" fmla="*/ 145217 w 394858"/>
                <a:gd name="csY44" fmla="*/ 98611 h 450194"/>
                <a:gd name="csX45" fmla="*/ 136245 w 394858"/>
                <a:gd name="csY45" fmla="*/ 95819 h 450194"/>
                <a:gd name="csX46" fmla="*/ 136789 w 394858"/>
                <a:gd name="csY46" fmla="*/ 93000 h 450194"/>
                <a:gd name="csX47" fmla="*/ 140866 w 394858"/>
                <a:gd name="csY47" fmla="*/ 80513 h 450194"/>
                <a:gd name="csX48" fmla="*/ 188809 w 394858"/>
                <a:gd name="csY48" fmla="*/ 15742 h 450194"/>
                <a:gd name="csX49" fmla="*/ 206570 w 394858"/>
                <a:gd name="csY49" fmla="*/ 15742 h 450194"/>
                <a:gd name="csX50" fmla="*/ 87760 w 394858"/>
                <a:gd name="csY50" fmla="*/ 100405 h 450194"/>
                <a:gd name="csX51" fmla="*/ 117939 w 394858"/>
                <a:gd name="csY51" fmla="*/ 105906 h 450194"/>
                <a:gd name="csX52" fmla="*/ 116127 w 394858"/>
                <a:gd name="csY52" fmla="*/ 115512 h 450194"/>
                <a:gd name="csX53" fmla="*/ 108696 w 394858"/>
                <a:gd name="csY53" fmla="*/ 158487 h 450194"/>
                <a:gd name="csX54" fmla="*/ 98454 w 394858"/>
                <a:gd name="csY54" fmla="*/ 178923 h 450194"/>
                <a:gd name="csX55" fmla="*/ 63292 w 394858"/>
                <a:gd name="csY55" fmla="*/ 208757 h 450194"/>
                <a:gd name="csX56" fmla="*/ 56494 w 394858"/>
                <a:gd name="csY56" fmla="*/ 215273 h 450194"/>
                <a:gd name="csX57" fmla="*/ 51327 w 394858"/>
                <a:gd name="csY57" fmla="*/ 209554 h 450194"/>
                <a:gd name="csX58" fmla="*/ 17979 w 394858"/>
                <a:gd name="csY58" fmla="*/ 157000 h 450194"/>
                <a:gd name="csX59" fmla="*/ 14807 w 394858"/>
                <a:gd name="csY59" fmla="*/ 137335 h 450194"/>
                <a:gd name="csX60" fmla="*/ 17163 w 394858"/>
                <a:gd name="csY60" fmla="*/ 121349 h 450194"/>
                <a:gd name="csX61" fmla="*/ 40273 w 394858"/>
                <a:gd name="csY61" fmla="*/ 103106 h 450194"/>
                <a:gd name="csX62" fmla="*/ 87760 w 394858"/>
                <a:gd name="csY62" fmla="*/ 100387 h 450194"/>
                <a:gd name="csX63" fmla="*/ 349758 w 394858"/>
                <a:gd name="csY63" fmla="*/ 101610 h 450194"/>
                <a:gd name="csX64" fmla="*/ 378579 w 394858"/>
                <a:gd name="csY64" fmla="*/ 121312 h 450194"/>
                <a:gd name="csX65" fmla="*/ 380119 w 394858"/>
                <a:gd name="csY65" fmla="*/ 148790 h 450194"/>
                <a:gd name="csX66" fmla="*/ 344320 w 394858"/>
                <a:gd name="csY66" fmla="*/ 209536 h 450194"/>
                <a:gd name="csX67" fmla="*/ 339157 w 394858"/>
                <a:gd name="csY67" fmla="*/ 215236 h 450194"/>
                <a:gd name="csX68" fmla="*/ 330636 w 394858"/>
                <a:gd name="csY68" fmla="*/ 207171 h 450194"/>
                <a:gd name="csX69" fmla="*/ 298465 w 394858"/>
                <a:gd name="csY69" fmla="*/ 179857 h 450194"/>
                <a:gd name="csX70" fmla="*/ 287046 w 394858"/>
                <a:gd name="csY70" fmla="*/ 158904 h 450194"/>
                <a:gd name="csX71" fmla="*/ 280068 w 394858"/>
                <a:gd name="csY71" fmla="*/ 117560 h 450194"/>
                <a:gd name="csX72" fmla="*/ 277803 w 394858"/>
                <a:gd name="csY72" fmla="*/ 105860 h 450194"/>
                <a:gd name="csX73" fmla="*/ 306530 w 394858"/>
                <a:gd name="csY73" fmla="*/ 100396 h 450194"/>
                <a:gd name="csX74" fmla="*/ 349758 w 394858"/>
                <a:gd name="csY74" fmla="*/ 101465 h 450194"/>
                <a:gd name="csX75" fmla="*/ 144221 w 394858"/>
                <a:gd name="csY75" fmla="*/ 113156 h 450194"/>
                <a:gd name="csX76" fmla="*/ 180017 w 394858"/>
                <a:gd name="csY76" fmla="*/ 126777 h 450194"/>
                <a:gd name="csX77" fmla="*/ 172041 w 394858"/>
                <a:gd name="csY77" fmla="*/ 131961 h 450194"/>
                <a:gd name="csX78" fmla="*/ 130445 w 394858"/>
                <a:gd name="csY78" fmla="*/ 156402 h 450194"/>
                <a:gd name="csX79" fmla="*/ 122922 w 394858"/>
                <a:gd name="csY79" fmla="*/ 160861 h 450194"/>
                <a:gd name="csX80" fmla="*/ 128542 w 394858"/>
                <a:gd name="csY80" fmla="*/ 125807 h 450194"/>
                <a:gd name="csX81" fmla="*/ 133255 w 394858"/>
                <a:gd name="csY81" fmla="*/ 109585 h 450194"/>
                <a:gd name="csX82" fmla="*/ 144221 w 394858"/>
                <a:gd name="csY82" fmla="*/ 113128 h 450194"/>
                <a:gd name="csX83" fmla="*/ 267562 w 394858"/>
                <a:gd name="csY83" fmla="*/ 128082 h 450194"/>
                <a:gd name="csX84" fmla="*/ 270009 w 394858"/>
                <a:gd name="csY84" fmla="*/ 141549 h 450194"/>
                <a:gd name="csX85" fmla="*/ 272728 w 394858"/>
                <a:gd name="csY85" fmla="*/ 160997 h 450194"/>
                <a:gd name="csX86" fmla="*/ 268740 w 394858"/>
                <a:gd name="csY86" fmla="*/ 158704 h 450194"/>
                <a:gd name="csX87" fmla="*/ 223065 w 394858"/>
                <a:gd name="csY87" fmla="*/ 131671 h 450194"/>
                <a:gd name="csX88" fmla="*/ 215725 w 394858"/>
                <a:gd name="csY88" fmla="*/ 126822 h 450194"/>
                <a:gd name="csX89" fmla="*/ 249347 w 394858"/>
                <a:gd name="csY89" fmla="*/ 113944 h 450194"/>
                <a:gd name="csX90" fmla="*/ 263936 w 394858"/>
                <a:gd name="csY90" fmla="*/ 111226 h 450194"/>
                <a:gd name="csX91" fmla="*/ 267562 w 394858"/>
                <a:gd name="csY91" fmla="*/ 128109 h 450194"/>
                <a:gd name="csX92" fmla="*/ 207840 w 394858"/>
                <a:gd name="csY92" fmla="*/ 139319 h 450194"/>
                <a:gd name="csX93" fmla="*/ 266021 w 394858"/>
                <a:gd name="csY93" fmla="*/ 173585 h 450194"/>
                <a:gd name="csX94" fmla="*/ 274811 w 394858"/>
                <a:gd name="csY94" fmla="*/ 179584 h 450194"/>
                <a:gd name="csX95" fmla="*/ 275447 w 394858"/>
                <a:gd name="csY95" fmla="*/ 184687 h 450194"/>
                <a:gd name="csX96" fmla="*/ 275447 w 394858"/>
                <a:gd name="csY96" fmla="*/ 266277 h 450194"/>
                <a:gd name="csX97" fmla="*/ 274811 w 394858"/>
                <a:gd name="csY97" fmla="*/ 271416 h 450194"/>
                <a:gd name="csX98" fmla="*/ 262487 w 394858"/>
                <a:gd name="csY98" fmla="*/ 279617 h 450194"/>
                <a:gd name="csX99" fmla="*/ 210376 w 394858"/>
                <a:gd name="csY99" fmla="*/ 310194 h 450194"/>
                <a:gd name="csX100" fmla="*/ 197961 w 394858"/>
                <a:gd name="csY100" fmla="*/ 316547 h 450194"/>
                <a:gd name="csX101" fmla="*/ 185546 w 394858"/>
                <a:gd name="csY101" fmla="*/ 310239 h 450194"/>
                <a:gd name="csX102" fmla="*/ 133709 w 394858"/>
                <a:gd name="csY102" fmla="*/ 279898 h 450194"/>
                <a:gd name="csX103" fmla="*/ 121020 w 394858"/>
                <a:gd name="csY103" fmla="*/ 271434 h 450194"/>
                <a:gd name="csX104" fmla="*/ 120386 w 394858"/>
                <a:gd name="csY104" fmla="*/ 266295 h 450194"/>
                <a:gd name="csX105" fmla="*/ 120386 w 394858"/>
                <a:gd name="csY105" fmla="*/ 184650 h 450194"/>
                <a:gd name="csX106" fmla="*/ 121020 w 394858"/>
                <a:gd name="csY106" fmla="*/ 179503 h 450194"/>
                <a:gd name="csX107" fmla="*/ 133255 w 394858"/>
                <a:gd name="csY107" fmla="*/ 171356 h 450194"/>
                <a:gd name="csX108" fmla="*/ 199048 w 394858"/>
                <a:gd name="csY108" fmla="*/ 135250 h 450194"/>
                <a:gd name="csX109" fmla="*/ 207840 w 394858"/>
                <a:gd name="csY109" fmla="*/ 139383 h 450194"/>
                <a:gd name="csX110" fmla="*/ 187719 w 394858"/>
                <a:gd name="csY110" fmla="*/ 177428 h 450194"/>
                <a:gd name="csX111" fmla="*/ 154642 w 394858"/>
                <a:gd name="csY111" fmla="*/ 203628 h 450194"/>
                <a:gd name="csX112" fmla="*/ 164067 w 394858"/>
                <a:gd name="csY112" fmla="*/ 259870 h 450194"/>
                <a:gd name="csX113" fmla="*/ 231674 w 394858"/>
                <a:gd name="csY113" fmla="*/ 259870 h 450194"/>
                <a:gd name="csX114" fmla="*/ 231674 w 394858"/>
                <a:gd name="csY114" fmla="*/ 190985 h 450194"/>
                <a:gd name="csX115" fmla="*/ 187719 w 394858"/>
                <a:gd name="csY115" fmla="*/ 177428 h 450194"/>
                <a:gd name="csX116" fmla="*/ 204939 w 394858"/>
                <a:gd name="csY116" fmla="*/ 191185 h 450194"/>
                <a:gd name="csX117" fmla="*/ 231854 w 394858"/>
                <a:gd name="csY117" fmla="*/ 220103 h 450194"/>
                <a:gd name="csX118" fmla="*/ 213731 w 394858"/>
                <a:gd name="csY118" fmla="*/ 256580 h 450194"/>
                <a:gd name="csX119" fmla="*/ 173764 w 394858"/>
                <a:gd name="csY119" fmla="*/ 250245 h 450194"/>
                <a:gd name="csX120" fmla="*/ 173673 w 394858"/>
                <a:gd name="csY120" fmla="*/ 200709 h 450194"/>
                <a:gd name="csX121" fmla="*/ 205030 w 394858"/>
                <a:gd name="csY121" fmla="*/ 191166 h 450194"/>
                <a:gd name="csX122" fmla="*/ 104887 w 394858"/>
                <a:gd name="csY122" fmla="*/ 225423 h 450194"/>
                <a:gd name="csX123" fmla="*/ 104525 w 394858"/>
                <a:gd name="csY123" fmla="*/ 258900 h 450194"/>
                <a:gd name="csX124" fmla="*/ 66281 w 394858"/>
                <a:gd name="csY124" fmla="*/ 225432 h 450194"/>
                <a:gd name="csX125" fmla="*/ 104437 w 394858"/>
                <a:gd name="csY125" fmla="*/ 191973 h 450194"/>
                <a:gd name="csX126" fmla="*/ 104799 w 394858"/>
                <a:gd name="csY126" fmla="*/ 225423 h 450194"/>
                <a:gd name="csX127" fmla="*/ 300913 w 394858"/>
                <a:gd name="csY127" fmla="*/ 199522 h 450194"/>
                <a:gd name="csX128" fmla="*/ 329458 w 394858"/>
                <a:gd name="csY128" fmla="*/ 225423 h 450194"/>
                <a:gd name="csX129" fmla="*/ 291305 w 394858"/>
                <a:gd name="csY129" fmla="*/ 258882 h 450194"/>
                <a:gd name="csX130" fmla="*/ 290763 w 394858"/>
                <a:gd name="csY130" fmla="*/ 225423 h 450194"/>
                <a:gd name="csX131" fmla="*/ 291305 w 394858"/>
                <a:gd name="csY131" fmla="*/ 191973 h 450194"/>
                <a:gd name="csX132" fmla="*/ 300913 w 394858"/>
                <a:gd name="csY132" fmla="*/ 199531 h 450194"/>
                <a:gd name="csX133" fmla="*/ 63292 w 394858"/>
                <a:gd name="csY133" fmla="*/ 242071 h 450194"/>
                <a:gd name="csX134" fmla="*/ 98546 w 394858"/>
                <a:gd name="csY134" fmla="*/ 271968 h 450194"/>
                <a:gd name="csX135" fmla="*/ 106973 w 394858"/>
                <a:gd name="csY135" fmla="*/ 278675 h 450194"/>
                <a:gd name="csX136" fmla="*/ 108784 w 394858"/>
                <a:gd name="csY136" fmla="*/ 292477 h 450194"/>
                <a:gd name="csX137" fmla="*/ 116216 w 394858"/>
                <a:gd name="csY137" fmla="*/ 335442 h 450194"/>
                <a:gd name="csX138" fmla="*/ 118030 w 394858"/>
                <a:gd name="csY138" fmla="*/ 344949 h 450194"/>
                <a:gd name="csX139" fmla="*/ 86402 w 394858"/>
                <a:gd name="csY139" fmla="*/ 350550 h 450194"/>
                <a:gd name="csX140" fmla="*/ 44350 w 394858"/>
                <a:gd name="csY140" fmla="*/ 348701 h 450194"/>
                <a:gd name="csX141" fmla="*/ 16165 w 394858"/>
                <a:gd name="csY141" fmla="*/ 326860 h 450194"/>
                <a:gd name="csX142" fmla="*/ 14807 w 394858"/>
                <a:gd name="csY142" fmla="*/ 312152 h 450194"/>
                <a:gd name="csX143" fmla="*/ 18250 w 394858"/>
                <a:gd name="csY143" fmla="*/ 293800 h 450194"/>
                <a:gd name="csX144" fmla="*/ 38821 w 394858"/>
                <a:gd name="csY144" fmla="*/ 257151 h 450194"/>
                <a:gd name="csX145" fmla="*/ 56676 w 394858"/>
                <a:gd name="csY145" fmla="*/ 235944 h 450194"/>
                <a:gd name="csX146" fmla="*/ 63471 w 394858"/>
                <a:gd name="csY146" fmla="*/ 242016 h 450194"/>
                <a:gd name="csX147" fmla="*/ 344594 w 394858"/>
                <a:gd name="csY147" fmla="*/ 241536 h 450194"/>
                <a:gd name="csX148" fmla="*/ 380119 w 394858"/>
                <a:gd name="csY148" fmla="*/ 302083 h 450194"/>
                <a:gd name="csX149" fmla="*/ 378579 w 394858"/>
                <a:gd name="csY149" fmla="*/ 329560 h 450194"/>
                <a:gd name="csX150" fmla="*/ 351301 w 394858"/>
                <a:gd name="csY150" fmla="*/ 348909 h 450194"/>
                <a:gd name="csX151" fmla="*/ 309523 w 394858"/>
                <a:gd name="csY151" fmla="*/ 350504 h 450194"/>
                <a:gd name="csX152" fmla="*/ 277891 w 394858"/>
                <a:gd name="csY152" fmla="*/ 344913 h 450194"/>
                <a:gd name="csX153" fmla="*/ 279797 w 394858"/>
                <a:gd name="csY153" fmla="*/ 334980 h 450194"/>
                <a:gd name="csX154" fmla="*/ 287137 w 394858"/>
                <a:gd name="csY154" fmla="*/ 292314 h 450194"/>
                <a:gd name="csX155" fmla="*/ 290489 w 394858"/>
                <a:gd name="csY155" fmla="*/ 277333 h 450194"/>
                <a:gd name="csX156" fmla="*/ 302633 w 394858"/>
                <a:gd name="csY156" fmla="*/ 267745 h 450194"/>
                <a:gd name="csX157" fmla="*/ 336438 w 394858"/>
                <a:gd name="csY157" fmla="*/ 238265 h 450194"/>
                <a:gd name="csX158" fmla="*/ 339157 w 394858"/>
                <a:gd name="csY158" fmla="*/ 235944 h 450194"/>
                <a:gd name="csX159" fmla="*/ 344774 w 394858"/>
                <a:gd name="csY159" fmla="*/ 241445 h 450194"/>
                <a:gd name="csX160" fmla="*/ 130536 w 394858"/>
                <a:gd name="csY160" fmla="*/ 294498 h 450194"/>
                <a:gd name="csX161" fmla="*/ 172041 w 394858"/>
                <a:gd name="csY161" fmla="*/ 318903 h 450194"/>
                <a:gd name="csX162" fmla="*/ 180017 w 394858"/>
                <a:gd name="csY162" fmla="*/ 324114 h 450194"/>
                <a:gd name="csX163" fmla="*/ 147664 w 394858"/>
                <a:gd name="csY163" fmla="*/ 336475 h 450194"/>
                <a:gd name="csX164" fmla="*/ 131894 w 394858"/>
                <a:gd name="csY164" fmla="*/ 339937 h 450194"/>
                <a:gd name="csX165" fmla="*/ 125187 w 394858"/>
                <a:gd name="csY165" fmla="*/ 306488 h 450194"/>
                <a:gd name="csX166" fmla="*/ 122922 w 394858"/>
                <a:gd name="csY166" fmla="*/ 292612 h 450194"/>
                <a:gd name="csX167" fmla="*/ 122922 w 394858"/>
                <a:gd name="csY167" fmla="*/ 289758 h 450194"/>
                <a:gd name="csX168" fmla="*/ 130536 w 394858"/>
                <a:gd name="csY168" fmla="*/ 294498 h 450194"/>
                <a:gd name="csX169" fmla="*/ 272637 w 394858"/>
                <a:gd name="csY169" fmla="*/ 293084 h 450194"/>
                <a:gd name="csX170" fmla="*/ 263845 w 394858"/>
                <a:gd name="csY170" fmla="*/ 339910 h 450194"/>
                <a:gd name="csX171" fmla="*/ 249347 w 394858"/>
                <a:gd name="csY171" fmla="*/ 336947 h 450194"/>
                <a:gd name="csX172" fmla="*/ 215813 w 394858"/>
                <a:gd name="csY172" fmla="*/ 324132 h 450194"/>
                <a:gd name="csX173" fmla="*/ 227504 w 394858"/>
                <a:gd name="csY173" fmla="*/ 316892 h 450194"/>
                <a:gd name="csX174" fmla="*/ 267562 w 394858"/>
                <a:gd name="csY174" fmla="*/ 292948 h 450194"/>
                <a:gd name="csX175" fmla="*/ 272454 w 394858"/>
                <a:gd name="csY175" fmla="*/ 289840 h 450194"/>
                <a:gd name="csX176" fmla="*/ 272545 w 394858"/>
                <a:gd name="csY176" fmla="*/ 293093 h 450194"/>
                <a:gd name="csX177" fmla="*/ 204485 w 394858"/>
                <a:gd name="csY177" fmla="*/ 334799 h 450194"/>
                <a:gd name="csX178" fmla="*/ 246628 w 394858"/>
                <a:gd name="csY178" fmla="*/ 350985 h 450194"/>
                <a:gd name="csX179" fmla="*/ 259406 w 394858"/>
                <a:gd name="csY179" fmla="*/ 355135 h 450194"/>
                <a:gd name="csX180" fmla="*/ 258861 w 394858"/>
                <a:gd name="csY180" fmla="*/ 357918 h 450194"/>
                <a:gd name="csX181" fmla="*/ 254784 w 394858"/>
                <a:gd name="csY181" fmla="*/ 370397 h 450194"/>
                <a:gd name="csX182" fmla="*/ 216720 w 394858"/>
                <a:gd name="csY182" fmla="*/ 430327 h 450194"/>
                <a:gd name="csX183" fmla="*/ 197961 w 394858"/>
                <a:gd name="csY183" fmla="*/ 436889 h 450194"/>
                <a:gd name="csX184" fmla="*/ 179201 w 394858"/>
                <a:gd name="csY184" fmla="*/ 430391 h 450194"/>
                <a:gd name="csX185" fmla="*/ 140413 w 394858"/>
                <a:gd name="csY185" fmla="*/ 368811 h 450194"/>
                <a:gd name="csX186" fmla="*/ 136427 w 394858"/>
                <a:gd name="csY186" fmla="*/ 356323 h 450194"/>
                <a:gd name="csX187" fmla="*/ 149205 w 394858"/>
                <a:gd name="csY187" fmla="*/ 350994 h 450194"/>
                <a:gd name="csX188" fmla="*/ 193610 w 394858"/>
                <a:gd name="csY188" fmla="*/ 333748 h 450194"/>
                <a:gd name="csX189" fmla="*/ 204576 w 394858"/>
                <a:gd name="csY189" fmla="*/ 334817 h 450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</a:cxnLst>
              <a:rect l="l" t="t" r="r" b="b"/>
              <a:pathLst>
                <a:path w="394858" h="450194">
                  <a:moveTo>
                    <a:pt x="188264" y="807"/>
                  </a:moveTo>
                  <a:cubicBezTo>
                    <a:pt x="170321" y="5448"/>
                    <a:pt x="153193" y="22149"/>
                    <a:pt x="139508" y="48431"/>
                  </a:cubicBezTo>
                  <a:cubicBezTo>
                    <a:pt x="134342" y="58508"/>
                    <a:pt x="126186" y="78419"/>
                    <a:pt x="123830" y="87019"/>
                  </a:cubicBezTo>
                  <a:cubicBezTo>
                    <a:pt x="122743" y="91233"/>
                    <a:pt x="122018" y="92366"/>
                    <a:pt x="120928" y="92022"/>
                  </a:cubicBezTo>
                  <a:cubicBezTo>
                    <a:pt x="117576" y="90953"/>
                    <a:pt x="106702" y="88914"/>
                    <a:pt x="97730" y="87645"/>
                  </a:cubicBezTo>
                  <a:cubicBezTo>
                    <a:pt x="59212" y="82216"/>
                    <a:pt x="30303" y="87527"/>
                    <a:pt x="14082" y="103024"/>
                  </a:cubicBezTo>
                  <a:cubicBezTo>
                    <a:pt x="4657" y="112014"/>
                    <a:pt x="577" y="122046"/>
                    <a:pt x="577" y="136574"/>
                  </a:cubicBezTo>
                  <a:cubicBezTo>
                    <a:pt x="489" y="159982"/>
                    <a:pt x="14715" y="188828"/>
                    <a:pt x="41451" y="219496"/>
                  </a:cubicBezTo>
                  <a:lnTo>
                    <a:pt x="46706" y="225423"/>
                  </a:lnTo>
                  <a:lnTo>
                    <a:pt x="41451" y="231350"/>
                  </a:lnTo>
                  <a:cubicBezTo>
                    <a:pt x="14715" y="262008"/>
                    <a:pt x="489" y="290864"/>
                    <a:pt x="577" y="314272"/>
                  </a:cubicBezTo>
                  <a:cubicBezTo>
                    <a:pt x="577" y="318958"/>
                    <a:pt x="1122" y="324785"/>
                    <a:pt x="1755" y="327259"/>
                  </a:cubicBezTo>
                  <a:cubicBezTo>
                    <a:pt x="8462" y="352806"/>
                    <a:pt x="36647" y="367098"/>
                    <a:pt x="76705" y="365168"/>
                  </a:cubicBezTo>
                  <a:cubicBezTo>
                    <a:pt x="90752" y="364497"/>
                    <a:pt x="113043" y="361280"/>
                    <a:pt x="121020" y="358787"/>
                  </a:cubicBezTo>
                  <a:cubicBezTo>
                    <a:pt x="122018" y="358388"/>
                    <a:pt x="122560" y="359186"/>
                    <a:pt x="123014" y="361216"/>
                  </a:cubicBezTo>
                  <a:cubicBezTo>
                    <a:pt x="124101" y="366699"/>
                    <a:pt x="133164" y="389691"/>
                    <a:pt x="138056" y="399352"/>
                  </a:cubicBezTo>
                  <a:cubicBezTo>
                    <a:pt x="150654" y="424563"/>
                    <a:pt x="166241" y="441637"/>
                    <a:pt x="182918" y="448344"/>
                  </a:cubicBezTo>
                  <a:cubicBezTo>
                    <a:pt x="187086" y="449930"/>
                    <a:pt x="189534" y="450364"/>
                    <a:pt x="197869" y="450364"/>
                  </a:cubicBezTo>
                  <a:cubicBezTo>
                    <a:pt x="206208" y="450364"/>
                    <a:pt x="208656" y="449966"/>
                    <a:pt x="212915" y="448344"/>
                  </a:cubicBezTo>
                  <a:cubicBezTo>
                    <a:pt x="229047" y="441828"/>
                    <a:pt x="244272" y="425569"/>
                    <a:pt x="256778" y="401400"/>
                  </a:cubicBezTo>
                  <a:cubicBezTo>
                    <a:pt x="261400" y="392473"/>
                    <a:pt x="269373" y="372798"/>
                    <a:pt x="271912" y="363880"/>
                  </a:cubicBezTo>
                  <a:cubicBezTo>
                    <a:pt x="273090" y="359621"/>
                    <a:pt x="273815" y="358461"/>
                    <a:pt x="274902" y="358796"/>
                  </a:cubicBezTo>
                  <a:cubicBezTo>
                    <a:pt x="278165" y="359866"/>
                    <a:pt x="289131" y="361905"/>
                    <a:pt x="298283" y="363210"/>
                  </a:cubicBezTo>
                  <a:cubicBezTo>
                    <a:pt x="350665" y="370660"/>
                    <a:pt x="386190" y="357311"/>
                    <a:pt x="394075" y="327241"/>
                  </a:cubicBezTo>
                  <a:cubicBezTo>
                    <a:pt x="395615" y="321069"/>
                    <a:pt x="395435" y="307684"/>
                    <a:pt x="393983" y="299999"/>
                  </a:cubicBezTo>
                  <a:cubicBezTo>
                    <a:pt x="389362" y="279490"/>
                    <a:pt x="375860" y="256027"/>
                    <a:pt x="354382" y="231322"/>
                  </a:cubicBezTo>
                  <a:lnTo>
                    <a:pt x="349216" y="225395"/>
                  </a:lnTo>
                  <a:lnTo>
                    <a:pt x="354470" y="219469"/>
                  </a:lnTo>
                  <a:cubicBezTo>
                    <a:pt x="381206" y="188801"/>
                    <a:pt x="395435" y="159946"/>
                    <a:pt x="395435" y="136546"/>
                  </a:cubicBezTo>
                  <a:cubicBezTo>
                    <a:pt x="395344" y="121919"/>
                    <a:pt x="391356" y="112014"/>
                    <a:pt x="381660" y="102824"/>
                  </a:cubicBezTo>
                  <a:cubicBezTo>
                    <a:pt x="365256" y="87146"/>
                    <a:pt x="335622" y="81999"/>
                    <a:pt x="296200" y="87980"/>
                  </a:cubicBezTo>
                  <a:cubicBezTo>
                    <a:pt x="285688" y="89566"/>
                    <a:pt x="278436" y="90944"/>
                    <a:pt x="274993" y="92003"/>
                  </a:cubicBezTo>
                  <a:cubicBezTo>
                    <a:pt x="273906" y="92402"/>
                    <a:pt x="273182" y="91206"/>
                    <a:pt x="272003" y="86910"/>
                  </a:cubicBezTo>
                  <a:cubicBezTo>
                    <a:pt x="269464" y="77993"/>
                    <a:pt x="261488" y="58327"/>
                    <a:pt x="256867" y="49382"/>
                  </a:cubicBezTo>
                  <a:cubicBezTo>
                    <a:pt x="244360" y="25167"/>
                    <a:pt x="228956" y="8710"/>
                    <a:pt x="213006" y="2520"/>
                  </a:cubicBezTo>
                  <a:cubicBezTo>
                    <a:pt x="207386" y="345"/>
                    <a:pt x="193884" y="-616"/>
                    <a:pt x="188444" y="925"/>
                  </a:cubicBezTo>
                  <a:close/>
                  <a:moveTo>
                    <a:pt x="206662" y="15751"/>
                  </a:moveTo>
                  <a:cubicBezTo>
                    <a:pt x="224696" y="21470"/>
                    <a:pt x="241916" y="44643"/>
                    <a:pt x="254784" y="80531"/>
                  </a:cubicBezTo>
                  <a:cubicBezTo>
                    <a:pt x="256687" y="85851"/>
                    <a:pt x="258499" y="91469"/>
                    <a:pt x="258861" y="93018"/>
                  </a:cubicBezTo>
                  <a:lnTo>
                    <a:pt x="259406" y="95810"/>
                  </a:lnTo>
                  <a:lnTo>
                    <a:pt x="249256" y="99037"/>
                  </a:lnTo>
                  <a:cubicBezTo>
                    <a:pt x="235751" y="103314"/>
                    <a:pt x="220708" y="108969"/>
                    <a:pt x="208111" y="114497"/>
                  </a:cubicBezTo>
                  <a:lnTo>
                    <a:pt x="197869" y="119001"/>
                  </a:lnTo>
                  <a:lnTo>
                    <a:pt x="186815" y="114180"/>
                  </a:lnTo>
                  <a:cubicBezTo>
                    <a:pt x="174126" y="108651"/>
                    <a:pt x="158085" y="102652"/>
                    <a:pt x="145217" y="98611"/>
                  </a:cubicBezTo>
                  <a:lnTo>
                    <a:pt x="136245" y="95819"/>
                  </a:lnTo>
                  <a:lnTo>
                    <a:pt x="136789" y="93000"/>
                  </a:lnTo>
                  <a:cubicBezTo>
                    <a:pt x="137152" y="91587"/>
                    <a:pt x="138963" y="85832"/>
                    <a:pt x="140866" y="80513"/>
                  </a:cubicBezTo>
                  <a:cubicBezTo>
                    <a:pt x="153555" y="44914"/>
                    <a:pt x="170863" y="21560"/>
                    <a:pt x="188809" y="15742"/>
                  </a:cubicBezTo>
                  <a:cubicBezTo>
                    <a:pt x="195333" y="13603"/>
                    <a:pt x="199772" y="13603"/>
                    <a:pt x="206570" y="15742"/>
                  </a:cubicBezTo>
                  <a:close/>
                  <a:moveTo>
                    <a:pt x="87760" y="100405"/>
                  </a:moveTo>
                  <a:cubicBezTo>
                    <a:pt x="95827" y="101202"/>
                    <a:pt x="117214" y="105226"/>
                    <a:pt x="117939" y="105906"/>
                  </a:cubicBezTo>
                  <a:cubicBezTo>
                    <a:pt x="118210" y="106169"/>
                    <a:pt x="117305" y="110401"/>
                    <a:pt x="116127" y="115512"/>
                  </a:cubicBezTo>
                  <a:cubicBezTo>
                    <a:pt x="113588" y="126369"/>
                    <a:pt x="110145" y="146579"/>
                    <a:pt x="108696" y="158487"/>
                  </a:cubicBezTo>
                  <a:cubicBezTo>
                    <a:pt x="107155" y="173386"/>
                    <a:pt x="107880" y="171808"/>
                    <a:pt x="98454" y="178923"/>
                  </a:cubicBezTo>
                  <a:cubicBezTo>
                    <a:pt x="87668" y="187179"/>
                    <a:pt x="71992" y="200446"/>
                    <a:pt x="63292" y="208757"/>
                  </a:cubicBezTo>
                  <a:lnTo>
                    <a:pt x="56494" y="215273"/>
                  </a:lnTo>
                  <a:lnTo>
                    <a:pt x="51327" y="209554"/>
                  </a:lnTo>
                  <a:cubicBezTo>
                    <a:pt x="37192" y="194003"/>
                    <a:pt x="23687" y="172624"/>
                    <a:pt x="17979" y="157000"/>
                  </a:cubicBezTo>
                  <a:cubicBezTo>
                    <a:pt x="14989" y="148799"/>
                    <a:pt x="14898" y="147766"/>
                    <a:pt x="14807" y="137335"/>
                  </a:cubicBezTo>
                  <a:cubicBezTo>
                    <a:pt x="14807" y="127049"/>
                    <a:pt x="14898" y="126007"/>
                    <a:pt x="17163" y="121349"/>
                  </a:cubicBezTo>
                  <a:cubicBezTo>
                    <a:pt x="20969" y="113455"/>
                    <a:pt x="29761" y="106559"/>
                    <a:pt x="40273" y="103106"/>
                  </a:cubicBezTo>
                  <a:cubicBezTo>
                    <a:pt x="50785" y="99716"/>
                    <a:pt x="71177" y="98556"/>
                    <a:pt x="87760" y="100387"/>
                  </a:cubicBezTo>
                  <a:close/>
                  <a:moveTo>
                    <a:pt x="349758" y="101610"/>
                  </a:moveTo>
                  <a:cubicBezTo>
                    <a:pt x="363354" y="104746"/>
                    <a:pt x="374137" y="112141"/>
                    <a:pt x="378579" y="121312"/>
                  </a:cubicBezTo>
                  <a:cubicBezTo>
                    <a:pt x="381660" y="127719"/>
                    <a:pt x="382293" y="140090"/>
                    <a:pt x="380119" y="148790"/>
                  </a:cubicBezTo>
                  <a:cubicBezTo>
                    <a:pt x="375586" y="166607"/>
                    <a:pt x="361539" y="190505"/>
                    <a:pt x="344320" y="209536"/>
                  </a:cubicBezTo>
                  <a:lnTo>
                    <a:pt x="339157" y="215236"/>
                  </a:lnTo>
                  <a:lnTo>
                    <a:pt x="330636" y="207171"/>
                  </a:lnTo>
                  <a:cubicBezTo>
                    <a:pt x="320035" y="197220"/>
                    <a:pt x="311063" y="189608"/>
                    <a:pt x="298465" y="179857"/>
                  </a:cubicBezTo>
                  <a:cubicBezTo>
                    <a:pt x="287770" y="171546"/>
                    <a:pt x="288678" y="173231"/>
                    <a:pt x="287046" y="158904"/>
                  </a:cubicBezTo>
                  <a:cubicBezTo>
                    <a:pt x="285597" y="146724"/>
                    <a:pt x="282787" y="130148"/>
                    <a:pt x="280068" y="117560"/>
                  </a:cubicBezTo>
                  <a:cubicBezTo>
                    <a:pt x="278619" y="111307"/>
                    <a:pt x="277620" y="106032"/>
                    <a:pt x="277803" y="105860"/>
                  </a:cubicBezTo>
                  <a:cubicBezTo>
                    <a:pt x="278345" y="105326"/>
                    <a:pt x="299552" y="101293"/>
                    <a:pt x="306530" y="100396"/>
                  </a:cubicBezTo>
                  <a:cubicBezTo>
                    <a:pt x="316500" y="99200"/>
                    <a:pt x="342417" y="99861"/>
                    <a:pt x="349758" y="101465"/>
                  </a:cubicBezTo>
                  <a:close/>
                  <a:moveTo>
                    <a:pt x="144221" y="113156"/>
                  </a:moveTo>
                  <a:cubicBezTo>
                    <a:pt x="155367" y="116753"/>
                    <a:pt x="178839" y="125680"/>
                    <a:pt x="180017" y="126777"/>
                  </a:cubicBezTo>
                  <a:cubicBezTo>
                    <a:pt x="180379" y="127175"/>
                    <a:pt x="176845" y="129514"/>
                    <a:pt x="172041" y="131961"/>
                  </a:cubicBezTo>
                  <a:cubicBezTo>
                    <a:pt x="162073" y="137027"/>
                    <a:pt x="141228" y="149306"/>
                    <a:pt x="130445" y="156402"/>
                  </a:cubicBezTo>
                  <a:cubicBezTo>
                    <a:pt x="126457" y="159039"/>
                    <a:pt x="123105" y="161051"/>
                    <a:pt x="122922" y="160861"/>
                  </a:cubicBezTo>
                  <a:cubicBezTo>
                    <a:pt x="122560" y="160462"/>
                    <a:pt x="126277" y="137108"/>
                    <a:pt x="128542" y="125807"/>
                  </a:cubicBezTo>
                  <a:cubicBezTo>
                    <a:pt x="131261" y="112395"/>
                    <a:pt x="132168" y="109214"/>
                    <a:pt x="133255" y="109585"/>
                  </a:cubicBezTo>
                  <a:cubicBezTo>
                    <a:pt x="133797" y="109703"/>
                    <a:pt x="138692" y="111443"/>
                    <a:pt x="144221" y="113128"/>
                  </a:cubicBezTo>
                  <a:close/>
                  <a:moveTo>
                    <a:pt x="267562" y="128082"/>
                  </a:moveTo>
                  <a:cubicBezTo>
                    <a:pt x="268378" y="132586"/>
                    <a:pt x="269373" y="137226"/>
                    <a:pt x="270009" y="141549"/>
                  </a:cubicBezTo>
                  <a:cubicBezTo>
                    <a:pt x="271912" y="152007"/>
                    <a:pt x="273090" y="160616"/>
                    <a:pt x="272728" y="160997"/>
                  </a:cubicBezTo>
                  <a:cubicBezTo>
                    <a:pt x="272637" y="161115"/>
                    <a:pt x="270734" y="160199"/>
                    <a:pt x="268740" y="158704"/>
                  </a:cubicBezTo>
                  <a:cubicBezTo>
                    <a:pt x="258681" y="151753"/>
                    <a:pt x="235571" y="138033"/>
                    <a:pt x="223065" y="131671"/>
                  </a:cubicBezTo>
                  <a:cubicBezTo>
                    <a:pt x="218623" y="129387"/>
                    <a:pt x="215362" y="127194"/>
                    <a:pt x="215725" y="126822"/>
                  </a:cubicBezTo>
                  <a:cubicBezTo>
                    <a:pt x="216903" y="125626"/>
                    <a:pt x="234935" y="118748"/>
                    <a:pt x="249347" y="113944"/>
                  </a:cubicBezTo>
                  <a:cubicBezTo>
                    <a:pt x="263120" y="109368"/>
                    <a:pt x="263211" y="109368"/>
                    <a:pt x="263936" y="111226"/>
                  </a:cubicBezTo>
                  <a:cubicBezTo>
                    <a:pt x="264298" y="112286"/>
                    <a:pt x="265930" y="119853"/>
                    <a:pt x="267562" y="128109"/>
                  </a:cubicBezTo>
                  <a:close/>
                  <a:moveTo>
                    <a:pt x="207840" y="139319"/>
                  </a:moveTo>
                  <a:cubicBezTo>
                    <a:pt x="226325" y="148736"/>
                    <a:pt x="249435" y="162348"/>
                    <a:pt x="266021" y="173585"/>
                  </a:cubicBezTo>
                  <a:lnTo>
                    <a:pt x="274811" y="179584"/>
                  </a:lnTo>
                  <a:lnTo>
                    <a:pt x="275447" y="184687"/>
                  </a:lnTo>
                  <a:cubicBezTo>
                    <a:pt x="276263" y="191320"/>
                    <a:pt x="276263" y="259607"/>
                    <a:pt x="275447" y="266277"/>
                  </a:cubicBezTo>
                  <a:lnTo>
                    <a:pt x="274811" y="271416"/>
                  </a:lnTo>
                  <a:lnTo>
                    <a:pt x="262487" y="279617"/>
                  </a:lnTo>
                  <a:cubicBezTo>
                    <a:pt x="247533" y="289595"/>
                    <a:pt x="226962" y="301667"/>
                    <a:pt x="210376" y="310194"/>
                  </a:cubicBezTo>
                  <a:lnTo>
                    <a:pt x="197961" y="316547"/>
                  </a:lnTo>
                  <a:lnTo>
                    <a:pt x="185546" y="310239"/>
                  </a:lnTo>
                  <a:cubicBezTo>
                    <a:pt x="168689" y="301603"/>
                    <a:pt x="148934" y="290021"/>
                    <a:pt x="133709" y="279898"/>
                  </a:cubicBezTo>
                  <a:lnTo>
                    <a:pt x="121020" y="271434"/>
                  </a:lnTo>
                  <a:lnTo>
                    <a:pt x="120386" y="266295"/>
                  </a:lnTo>
                  <a:cubicBezTo>
                    <a:pt x="119570" y="259580"/>
                    <a:pt x="119570" y="191338"/>
                    <a:pt x="120386" y="184650"/>
                  </a:cubicBezTo>
                  <a:lnTo>
                    <a:pt x="121020" y="179503"/>
                  </a:lnTo>
                  <a:lnTo>
                    <a:pt x="133255" y="171356"/>
                  </a:lnTo>
                  <a:cubicBezTo>
                    <a:pt x="158901" y="154318"/>
                    <a:pt x="195604" y="134163"/>
                    <a:pt x="199048" y="135250"/>
                  </a:cubicBezTo>
                  <a:cubicBezTo>
                    <a:pt x="200046" y="135649"/>
                    <a:pt x="204034" y="137426"/>
                    <a:pt x="207840" y="139383"/>
                  </a:cubicBezTo>
                  <a:close/>
                  <a:moveTo>
                    <a:pt x="187719" y="177428"/>
                  </a:moveTo>
                  <a:cubicBezTo>
                    <a:pt x="174309" y="180418"/>
                    <a:pt x="160350" y="191429"/>
                    <a:pt x="154642" y="203628"/>
                  </a:cubicBezTo>
                  <a:cubicBezTo>
                    <a:pt x="145399" y="223547"/>
                    <a:pt x="148842" y="244427"/>
                    <a:pt x="164067" y="259870"/>
                  </a:cubicBezTo>
                  <a:cubicBezTo>
                    <a:pt x="183460" y="279644"/>
                    <a:pt x="212279" y="279644"/>
                    <a:pt x="231674" y="259870"/>
                  </a:cubicBezTo>
                  <a:cubicBezTo>
                    <a:pt x="251158" y="240068"/>
                    <a:pt x="251158" y="210959"/>
                    <a:pt x="231674" y="190985"/>
                  </a:cubicBezTo>
                  <a:cubicBezTo>
                    <a:pt x="219621" y="178615"/>
                    <a:pt x="204034" y="173829"/>
                    <a:pt x="187719" y="177428"/>
                  </a:cubicBezTo>
                  <a:close/>
                  <a:moveTo>
                    <a:pt x="204939" y="191185"/>
                  </a:moveTo>
                  <a:cubicBezTo>
                    <a:pt x="218897" y="194193"/>
                    <a:pt x="229135" y="205177"/>
                    <a:pt x="231854" y="220103"/>
                  </a:cubicBezTo>
                  <a:cubicBezTo>
                    <a:pt x="234393" y="233996"/>
                    <a:pt x="226417" y="250037"/>
                    <a:pt x="213731" y="256580"/>
                  </a:cubicBezTo>
                  <a:cubicBezTo>
                    <a:pt x="200500" y="263404"/>
                    <a:pt x="184096" y="260785"/>
                    <a:pt x="173764" y="250245"/>
                  </a:cubicBezTo>
                  <a:cubicBezTo>
                    <a:pt x="160079" y="236388"/>
                    <a:pt x="160079" y="214484"/>
                    <a:pt x="173673" y="200709"/>
                  </a:cubicBezTo>
                  <a:cubicBezTo>
                    <a:pt x="182011" y="192163"/>
                    <a:pt x="193519" y="188665"/>
                    <a:pt x="205030" y="191166"/>
                  </a:cubicBezTo>
                  <a:close/>
                  <a:moveTo>
                    <a:pt x="104887" y="225423"/>
                  </a:moveTo>
                  <a:cubicBezTo>
                    <a:pt x="104887" y="243838"/>
                    <a:pt x="104799" y="258900"/>
                    <a:pt x="104525" y="258900"/>
                  </a:cubicBezTo>
                  <a:cubicBezTo>
                    <a:pt x="103167" y="258900"/>
                    <a:pt x="66281" y="226746"/>
                    <a:pt x="66281" y="225432"/>
                  </a:cubicBezTo>
                  <a:cubicBezTo>
                    <a:pt x="66281" y="224236"/>
                    <a:pt x="102893" y="192046"/>
                    <a:pt x="104437" y="191973"/>
                  </a:cubicBezTo>
                  <a:cubicBezTo>
                    <a:pt x="104525" y="191964"/>
                    <a:pt x="104799" y="207008"/>
                    <a:pt x="104799" y="225423"/>
                  </a:cubicBezTo>
                  <a:close/>
                  <a:moveTo>
                    <a:pt x="300913" y="199522"/>
                  </a:moveTo>
                  <a:cubicBezTo>
                    <a:pt x="311696" y="208521"/>
                    <a:pt x="329458" y="224580"/>
                    <a:pt x="329458" y="225423"/>
                  </a:cubicBezTo>
                  <a:cubicBezTo>
                    <a:pt x="329458" y="226628"/>
                    <a:pt x="292937" y="258810"/>
                    <a:pt x="291305" y="258882"/>
                  </a:cubicBezTo>
                  <a:cubicBezTo>
                    <a:pt x="291214" y="258891"/>
                    <a:pt x="290763" y="243838"/>
                    <a:pt x="290763" y="225423"/>
                  </a:cubicBezTo>
                  <a:cubicBezTo>
                    <a:pt x="290763" y="207017"/>
                    <a:pt x="290851" y="191964"/>
                    <a:pt x="291305" y="191973"/>
                  </a:cubicBezTo>
                  <a:cubicBezTo>
                    <a:pt x="291396" y="191982"/>
                    <a:pt x="295926" y="195380"/>
                    <a:pt x="300913" y="199531"/>
                  </a:cubicBezTo>
                  <a:close/>
                  <a:moveTo>
                    <a:pt x="63292" y="242071"/>
                  </a:moveTo>
                  <a:cubicBezTo>
                    <a:pt x="71177" y="249665"/>
                    <a:pt x="87489" y="263504"/>
                    <a:pt x="98546" y="271968"/>
                  </a:cubicBezTo>
                  <a:cubicBezTo>
                    <a:pt x="103167" y="275503"/>
                    <a:pt x="106973" y="278530"/>
                    <a:pt x="106973" y="278675"/>
                  </a:cubicBezTo>
                  <a:cubicBezTo>
                    <a:pt x="106973" y="278792"/>
                    <a:pt x="107606" y="285046"/>
                    <a:pt x="108784" y="292477"/>
                  </a:cubicBezTo>
                  <a:cubicBezTo>
                    <a:pt x="110961" y="308953"/>
                    <a:pt x="113408" y="323244"/>
                    <a:pt x="116216" y="335442"/>
                  </a:cubicBezTo>
                  <a:cubicBezTo>
                    <a:pt x="117305" y="340490"/>
                    <a:pt x="118210" y="344750"/>
                    <a:pt x="118030" y="344949"/>
                  </a:cubicBezTo>
                  <a:cubicBezTo>
                    <a:pt x="117394" y="345619"/>
                    <a:pt x="95553" y="349553"/>
                    <a:pt x="86402" y="350550"/>
                  </a:cubicBezTo>
                  <a:cubicBezTo>
                    <a:pt x="72806" y="351963"/>
                    <a:pt x="53321" y="351084"/>
                    <a:pt x="44350" y="348701"/>
                  </a:cubicBezTo>
                  <a:cubicBezTo>
                    <a:pt x="29849" y="344732"/>
                    <a:pt x="19973" y="337082"/>
                    <a:pt x="16165" y="326860"/>
                  </a:cubicBezTo>
                  <a:cubicBezTo>
                    <a:pt x="14624" y="322492"/>
                    <a:pt x="14353" y="320544"/>
                    <a:pt x="14807" y="312152"/>
                  </a:cubicBezTo>
                  <a:cubicBezTo>
                    <a:pt x="15169" y="303869"/>
                    <a:pt x="15622" y="301222"/>
                    <a:pt x="18250" y="293800"/>
                  </a:cubicBezTo>
                  <a:cubicBezTo>
                    <a:pt x="22329" y="282553"/>
                    <a:pt x="29398" y="269829"/>
                    <a:pt x="38821" y="257151"/>
                  </a:cubicBezTo>
                  <a:cubicBezTo>
                    <a:pt x="46073" y="247354"/>
                    <a:pt x="55678" y="235944"/>
                    <a:pt x="56676" y="235944"/>
                  </a:cubicBezTo>
                  <a:cubicBezTo>
                    <a:pt x="56767" y="235944"/>
                    <a:pt x="60028" y="238681"/>
                    <a:pt x="63471" y="242016"/>
                  </a:cubicBezTo>
                  <a:close/>
                  <a:moveTo>
                    <a:pt x="344594" y="241536"/>
                  </a:moveTo>
                  <a:cubicBezTo>
                    <a:pt x="361993" y="260975"/>
                    <a:pt x="375677" y="284384"/>
                    <a:pt x="380119" y="302083"/>
                  </a:cubicBezTo>
                  <a:cubicBezTo>
                    <a:pt x="382384" y="310783"/>
                    <a:pt x="381568" y="323154"/>
                    <a:pt x="378579" y="329560"/>
                  </a:cubicBezTo>
                  <a:cubicBezTo>
                    <a:pt x="374320" y="338560"/>
                    <a:pt x="364712" y="345321"/>
                    <a:pt x="351301" y="348909"/>
                  </a:cubicBezTo>
                  <a:cubicBezTo>
                    <a:pt x="342509" y="351265"/>
                    <a:pt x="322662" y="352054"/>
                    <a:pt x="309523" y="350504"/>
                  </a:cubicBezTo>
                  <a:cubicBezTo>
                    <a:pt x="300459" y="349707"/>
                    <a:pt x="278619" y="345647"/>
                    <a:pt x="277891" y="344913"/>
                  </a:cubicBezTo>
                  <a:cubicBezTo>
                    <a:pt x="277803" y="344795"/>
                    <a:pt x="278528" y="340264"/>
                    <a:pt x="279797" y="334980"/>
                  </a:cubicBezTo>
                  <a:cubicBezTo>
                    <a:pt x="282878" y="321051"/>
                    <a:pt x="285143" y="307865"/>
                    <a:pt x="287137" y="292314"/>
                  </a:cubicBezTo>
                  <a:cubicBezTo>
                    <a:pt x="288495" y="281294"/>
                    <a:pt x="289131" y="278411"/>
                    <a:pt x="290489" y="277333"/>
                  </a:cubicBezTo>
                  <a:cubicBezTo>
                    <a:pt x="291305" y="276663"/>
                    <a:pt x="296834" y="272285"/>
                    <a:pt x="302633" y="267745"/>
                  </a:cubicBezTo>
                  <a:cubicBezTo>
                    <a:pt x="313146" y="259498"/>
                    <a:pt x="332450" y="242678"/>
                    <a:pt x="336438" y="238265"/>
                  </a:cubicBezTo>
                  <a:cubicBezTo>
                    <a:pt x="337434" y="237068"/>
                    <a:pt x="338794" y="235944"/>
                    <a:pt x="339157" y="235944"/>
                  </a:cubicBezTo>
                  <a:cubicBezTo>
                    <a:pt x="339519" y="235944"/>
                    <a:pt x="342055" y="238409"/>
                    <a:pt x="344774" y="241445"/>
                  </a:cubicBezTo>
                  <a:close/>
                  <a:moveTo>
                    <a:pt x="130536" y="294498"/>
                  </a:moveTo>
                  <a:cubicBezTo>
                    <a:pt x="141228" y="301557"/>
                    <a:pt x="162073" y="313828"/>
                    <a:pt x="172041" y="318903"/>
                  </a:cubicBezTo>
                  <a:cubicBezTo>
                    <a:pt x="177027" y="321431"/>
                    <a:pt x="180471" y="323688"/>
                    <a:pt x="180017" y="324114"/>
                  </a:cubicBezTo>
                  <a:cubicBezTo>
                    <a:pt x="179021" y="325184"/>
                    <a:pt x="164521" y="330748"/>
                    <a:pt x="147664" y="336475"/>
                  </a:cubicBezTo>
                  <a:cubicBezTo>
                    <a:pt x="133435" y="341297"/>
                    <a:pt x="132530" y="341505"/>
                    <a:pt x="131894" y="339937"/>
                  </a:cubicBezTo>
                  <a:cubicBezTo>
                    <a:pt x="131078" y="337201"/>
                    <a:pt x="127182" y="318324"/>
                    <a:pt x="125187" y="306488"/>
                  </a:cubicBezTo>
                  <a:cubicBezTo>
                    <a:pt x="124372" y="300434"/>
                    <a:pt x="123193" y="294181"/>
                    <a:pt x="122922" y="292612"/>
                  </a:cubicBezTo>
                  <a:cubicBezTo>
                    <a:pt x="122831" y="291199"/>
                    <a:pt x="122831" y="289758"/>
                    <a:pt x="122922" y="289758"/>
                  </a:cubicBezTo>
                  <a:cubicBezTo>
                    <a:pt x="123014" y="289758"/>
                    <a:pt x="126548" y="291879"/>
                    <a:pt x="130536" y="294498"/>
                  </a:cubicBezTo>
                  <a:close/>
                  <a:moveTo>
                    <a:pt x="272637" y="293084"/>
                  </a:moveTo>
                  <a:cubicBezTo>
                    <a:pt x="270460" y="308427"/>
                    <a:pt x="265297" y="336031"/>
                    <a:pt x="263845" y="339910"/>
                  </a:cubicBezTo>
                  <a:cubicBezTo>
                    <a:pt x="263303" y="341324"/>
                    <a:pt x="262304" y="341115"/>
                    <a:pt x="249347" y="336947"/>
                  </a:cubicBezTo>
                  <a:cubicBezTo>
                    <a:pt x="235300" y="332280"/>
                    <a:pt x="217083" y="325338"/>
                    <a:pt x="215813" y="324132"/>
                  </a:cubicBezTo>
                  <a:cubicBezTo>
                    <a:pt x="215451" y="323734"/>
                    <a:pt x="220617" y="320489"/>
                    <a:pt x="227504" y="316892"/>
                  </a:cubicBezTo>
                  <a:cubicBezTo>
                    <a:pt x="240193" y="310149"/>
                    <a:pt x="259859" y="298440"/>
                    <a:pt x="267562" y="292948"/>
                  </a:cubicBezTo>
                  <a:cubicBezTo>
                    <a:pt x="269918" y="291362"/>
                    <a:pt x="272183" y="289867"/>
                    <a:pt x="272454" y="289840"/>
                  </a:cubicBezTo>
                  <a:cubicBezTo>
                    <a:pt x="272816" y="289812"/>
                    <a:pt x="272816" y="291253"/>
                    <a:pt x="272545" y="293093"/>
                  </a:cubicBezTo>
                  <a:close/>
                  <a:moveTo>
                    <a:pt x="204485" y="334799"/>
                  </a:moveTo>
                  <a:cubicBezTo>
                    <a:pt x="214997" y="339657"/>
                    <a:pt x="233486" y="346744"/>
                    <a:pt x="246628" y="350985"/>
                  </a:cubicBezTo>
                  <a:lnTo>
                    <a:pt x="259406" y="355135"/>
                  </a:lnTo>
                  <a:lnTo>
                    <a:pt x="258861" y="357918"/>
                  </a:lnTo>
                  <a:cubicBezTo>
                    <a:pt x="258499" y="359313"/>
                    <a:pt x="256778" y="365041"/>
                    <a:pt x="254784" y="370397"/>
                  </a:cubicBezTo>
                  <a:cubicBezTo>
                    <a:pt x="244543" y="399025"/>
                    <a:pt x="230858" y="420585"/>
                    <a:pt x="216720" y="430327"/>
                  </a:cubicBezTo>
                  <a:cubicBezTo>
                    <a:pt x="211645" y="433826"/>
                    <a:pt x="202856" y="436889"/>
                    <a:pt x="197961" y="436889"/>
                  </a:cubicBezTo>
                  <a:cubicBezTo>
                    <a:pt x="193068" y="436889"/>
                    <a:pt x="184185" y="433826"/>
                    <a:pt x="179201" y="430391"/>
                  </a:cubicBezTo>
                  <a:cubicBezTo>
                    <a:pt x="164701" y="420395"/>
                    <a:pt x="151016" y="398617"/>
                    <a:pt x="140413" y="368811"/>
                  </a:cubicBezTo>
                  <a:cubicBezTo>
                    <a:pt x="138239" y="362603"/>
                    <a:pt x="136427" y="356984"/>
                    <a:pt x="136427" y="356323"/>
                  </a:cubicBezTo>
                  <a:cubicBezTo>
                    <a:pt x="136427" y="355652"/>
                    <a:pt x="140866" y="353676"/>
                    <a:pt x="149205" y="350994"/>
                  </a:cubicBezTo>
                  <a:cubicBezTo>
                    <a:pt x="161982" y="346888"/>
                    <a:pt x="187902" y="336820"/>
                    <a:pt x="193610" y="333748"/>
                  </a:cubicBezTo>
                  <a:cubicBezTo>
                    <a:pt x="197598" y="331618"/>
                    <a:pt x="197690" y="331618"/>
                    <a:pt x="204576" y="334817"/>
                  </a:cubicBezTo>
                  <a:close/>
                </a:path>
              </a:pathLst>
            </a:custGeom>
            <a:solidFill>
              <a:srgbClr val="FFFFFF"/>
            </a:solidFill>
            <a:ln w="6282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207BE26-B090-158C-B99F-AC438BCDDAE5}"/>
                </a:ext>
              </a:extLst>
            </p:cNvPr>
            <p:cNvSpPr/>
            <p:nvPr/>
          </p:nvSpPr>
          <p:spPr>
            <a:xfrm flipV="1">
              <a:off x="7758243" y="3651261"/>
              <a:ext cx="763431" cy="763394"/>
            </a:xfrm>
            <a:custGeom>
              <a:avLst/>
              <a:gdLst>
                <a:gd name="csX0" fmla="*/ 764008 w 763431"/>
                <a:gd name="csY0" fmla="*/ 381695 h 763394"/>
                <a:gd name="csX1" fmla="*/ 382293 w 763431"/>
                <a:gd name="csY1" fmla="*/ 763393 h 763394"/>
                <a:gd name="csX2" fmla="*/ 577 w 763431"/>
                <a:gd name="csY2" fmla="*/ 381695 h 763394"/>
                <a:gd name="csX3" fmla="*/ 382293 w 763431"/>
                <a:gd name="csY3" fmla="*/ -2 h 763394"/>
                <a:gd name="csX4" fmla="*/ 764008 w 763431"/>
                <a:gd name="csY4" fmla="*/ 381695 h 763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3431" h="763394">
                  <a:moveTo>
                    <a:pt x="764008" y="381695"/>
                  </a:moveTo>
                  <a:cubicBezTo>
                    <a:pt x="764008" y="592500"/>
                    <a:pt x="593087" y="763393"/>
                    <a:pt x="382293" y="763393"/>
                  </a:cubicBezTo>
                  <a:cubicBezTo>
                    <a:pt x="171498" y="763393"/>
                    <a:pt x="577" y="592500"/>
                    <a:pt x="577" y="381695"/>
                  </a:cubicBezTo>
                  <a:cubicBezTo>
                    <a:pt x="577" y="170892"/>
                    <a:pt x="171498" y="-2"/>
                    <a:pt x="382293" y="-2"/>
                  </a:cubicBezTo>
                  <a:cubicBezTo>
                    <a:pt x="593087" y="-2"/>
                    <a:pt x="764008" y="170892"/>
                    <a:pt x="764008" y="381695"/>
                  </a:cubicBezTo>
                  <a:close/>
                </a:path>
              </a:pathLst>
            </a:custGeom>
            <a:noFill/>
            <a:ln w="24011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8296CF32-A556-F5C1-0AD9-2346578F0109}"/>
                </a:ext>
              </a:extLst>
            </p:cNvPr>
            <p:cNvSpPr/>
            <p:nvPr/>
          </p:nvSpPr>
          <p:spPr>
            <a:xfrm>
              <a:off x="8139959" y="4388147"/>
              <a:ext cx="23978" cy="26508"/>
            </a:xfrm>
            <a:custGeom>
              <a:avLst/>
              <a:gdLst>
                <a:gd name="csX0" fmla="*/ 577 w 23978"/>
                <a:gd name="csY0" fmla="*/ 26690 h 26508"/>
                <a:gd name="csX1" fmla="*/ 577 w 23978"/>
                <a:gd name="csY1" fmla="*/ 182 h 265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08">
                  <a:moveTo>
                    <a:pt x="577" y="26690"/>
                  </a:moveTo>
                  <a:lnTo>
                    <a:pt x="577" y="18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75236A3A-6046-C723-4070-B9B4E706C309}"/>
                </a:ext>
              </a:extLst>
            </p:cNvPr>
            <p:cNvSpPr/>
            <p:nvPr/>
          </p:nvSpPr>
          <p:spPr>
            <a:xfrm>
              <a:off x="8139959" y="3651261"/>
              <a:ext cx="23978" cy="26516"/>
            </a:xfrm>
            <a:custGeom>
              <a:avLst/>
              <a:gdLst>
                <a:gd name="csX0" fmla="*/ 577 w 23978"/>
                <a:gd name="csY0" fmla="*/ 26676 h 26516"/>
                <a:gd name="csX1" fmla="*/ 577 w 23978"/>
                <a:gd name="csY1" fmla="*/ 159 h 26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16">
                  <a:moveTo>
                    <a:pt x="577" y="26676"/>
                  </a:moveTo>
                  <a:lnTo>
                    <a:pt x="577" y="159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BCA124D1-69E8-DEEC-443E-279DB6539708}"/>
                </a:ext>
              </a:extLst>
            </p:cNvPr>
            <p:cNvSpPr/>
            <p:nvPr/>
          </p:nvSpPr>
          <p:spPr>
            <a:xfrm>
              <a:off x="8495121" y="4032958"/>
              <a:ext cx="26553" cy="23978"/>
            </a:xfrm>
            <a:custGeom>
              <a:avLst/>
              <a:gdLst>
                <a:gd name="csX0" fmla="*/ 588 w 26553"/>
                <a:gd name="csY0" fmla="*/ 170 h 23978"/>
                <a:gd name="csX1" fmla="*/ 27141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588" y="170"/>
                  </a:moveTo>
                  <a:lnTo>
                    <a:pt x="27141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49FED34-A9D4-C060-D1D1-CC5C987059DE}"/>
                </a:ext>
              </a:extLst>
            </p:cNvPr>
            <p:cNvSpPr/>
            <p:nvPr/>
          </p:nvSpPr>
          <p:spPr>
            <a:xfrm>
              <a:off x="7758243" y="4032958"/>
              <a:ext cx="26553" cy="23978"/>
            </a:xfrm>
            <a:custGeom>
              <a:avLst/>
              <a:gdLst>
                <a:gd name="csX0" fmla="*/ 565 w 26553"/>
                <a:gd name="csY0" fmla="*/ 170 h 23978"/>
                <a:gd name="csX1" fmla="*/ 27119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565" y="170"/>
                  </a:moveTo>
                  <a:lnTo>
                    <a:pt x="27119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CC707FF-E86A-6E86-12E3-F07454CE66A2}"/>
                </a:ext>
              </a:extLst>
            </p:cNvPr>
            <p:cNvSpPr/>
            <p:nvPr/>
          </p:nvSpPr>
          <p:spPr>
            <a:xfrm>
              <a:off x="7870167" y="4283946"/>
              <a:ext cx="18759" cy="18740"/>
            </a:xfrm>
            <a:custGeom>
              <a:avLst/>
              <a:gdLst>
                <a:gd name="csX0" fmla="*/ 569 w 18759"/>
                <a:gd name="csY0" fmla="*/ 18919 h 18740"/>
                <a:gd name="csX1" fmla="*/ 19328 w 18759"/>
                <a:gd name="csY1" fmla="*/ 178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0">
                  <a:moveTo>
                    <a:pt x="569" y="18919"/>
                  </a:moveTo>
                  <a:lnTo>
                    <a:pt x="19328" y="17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4BC9DEB4-48E2-67FE-8D26-5DE91C92D39F}"/>
                </a:ext>
              </a:extLst>
            </p:cNvPr>
            <p:cNvSpPr/>
            <p:nvPr/>
          </p:nvSpPr>
          <p:spPr>
            <a:xfrm>
              <a:off x="8390449" y="3763719"/>
              <a:ext cx="18668" cy="18740"/>
            </a:xfrm>
            <a:custGeom>
              <a:avLst/>
              <a:gdLst>
                <a:gd name="csX0" fmla="*/ 585 w 18668"/>
                <a:gd name="csY0" fmla="*/ 18903 h 18740"/>
                <a:gd name="csX1" fmla="*/ 19253 w 18668"/>
                <a:gd name="csY1" fmla="*/ 162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668" h="18740">
                  <a:moveTo>
                    <a:pt x="585" y="18903"/>
                  </a:moveTo>
                  <a:lnTo>
                    <a:pt x="19253" y="16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1B9103A-D6C7-7B57-7173-F881BFA892C3}"/>
                </a:ext>
              </a:extLst>
            </p:cNvPr>
            <p:cNvSpPr/>
            <p:nvPr/>
          </p:nvSpPr>
          <p:spPr>
            <a:xfrm>
              <a:off x="7870076" y="3763120"/>
              <a:ext cx="18759" cy="18750"/>
            </a:xfrm>
            <a:custGeom>
              <a:avLst/>
              <a:gdLst>
                <a:gd name="csX0" fmla="*/ 569 w 18759"/>
                <a:gd name="csY0" fmla="*/ 162 h 18750"/>
                <a:gd name="csX1" fmla="*/ 19328 w 18759"/>
                <a:gd name="csY1" fmla="*/ 18913 h 18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50">
                  <a:moveTo>
                    <a:pt x="569" y="162"/>
                  </a:moveTo>
                  <a:lnTo>
                    <a:pt x="19328" y="18913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4AA46073-5A4F-B1CF-3D5F-89288C3A5B4E}"/>
                </a:ext>
              </a:extLst>
            </p:cNvPr>
            <p:cNvSpPr/>
            <p:nvPr/>
          </p:nvSpPr>
          <p:spPr>
            <a:xfrm>
              <a:off x="8391082" y="4284127"/>
              <a:ext cx="18759" cy="18749"/>
            </a:xfrm>
            <a:custGeom>
              <a:avLst/>
              <a:gdLst>
                <a:gd name="csX0" fmla="*/ 585 w 18759"/>
                <a:gd name="csY0" fmla="*/ 178 h 18749"/>
                <a:gd name="csX1" fmla="*/ 19344 w 18759"/>
                <a:gd name="csY1" fmla="*/ 18928 h 18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9">
                  <a:moveTo>
                    <a:pt x="585" y="178"/>
                  </a:moveTo>
                  <a:lnTo>
                    <a:pt x="19344" y="1892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2" name="Freeform: Shape 211">
            <a:extLst>
              <a:ext uri="{FF2B5EF4-FFF2-40B4-BE49-F238E27FC236}">
                <a16:creationId xmlns:a16="http://schemas.microsoft.com/office/drawing/2014/main" id="{88C27E07-826E-4861-53CE-18452A955831}"/>
              </a:ext>
            </a:extLst>
          </p:cNvPr>
          <p:cNvSpPr/>
          <p:nvPr/>
        </p:nvSpPr>
        <p:spPr>
          <a:xfrm>
            <a:off x="8307934" y="2968606"/>
            <a:ext cx="71503" cy="548701"/>
          </a:xfrm>
          <a:custGeom>
            <a:avLst/>
            <a:gdLst>
              <a:gd name="csX0" fmla="*/ 36284 w 71503"/>
              <a:gd name="csY0" fmla="*/ 548848 h 548701"/>
              <a:gd name="csX1" fmla="*/ 36284 w 71503"/>
              <a:gd name="csY1" fmla="*/ 376224 h 548701"/>
              <a:gd name="csX2" fmla="*/ 577 w 71503"/>
              <a:gd name="csY2" fmla="*/ 358833 h 548701"/>
              <a:gd name="csX3" fmla="*/ 72081 w 71503"/>
              <a:gd name="csY3" fmla="*/ 341442 h 548701"/>
              <a:gd name="csX4" fmla="*/ 36284 w 71503"/>
              <a:gd name="csY4" fmla="*/ 324051 h 548701"/>
              <a:gd name="csX5" fmla="*/ 36284 w 71503"/>
              <a:gd name="csY5" fmla="*/ 146 h 5487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503" h="548701">
                <a:moveTo>
                  <a:pt x="36284" y="548848"/>
                </a:moveTo>
                <a:lnTo>
                  <a:pt x="36284" y="376224"/>
                </a:lnTo>
                <a:lnTo>
                  <a:pt x="577" y="358833"/>
                </a:lnTo>
                <a:lnTo>
                  <a:pt x="72081" y="341442"/>
                </a:lnTo>
                <a:lnTo>
                  <a:pt x="36284" y="324051"/>
                </a:lnTo>
                <a:lnTo>
                  <a:pt x="36284" y="146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3" name="Freeform: Shape 212">
            <a:extLst>
              <a:ext uri="{FF2B5EF4-FFF2-40B4-BE49-F238E27FC236}">
                <a16:creationId xmlns:a16="http://schemas.microsoft.com/office/drawing/2014/main" id="{D406C169-FB3D-69DF-7540-B61B64709F41}"/>
              </a:ext>
            </a:extLst>
          </p:cNvPr>
          <p:cNvSpPr/>
          <p:nvPr/>
        </p:nvSpPr>
        <p:spPr>
          <a:xfrm>
            <a:off x="7097992" y="2975230"/>
            <a:ext cx="1138802" cy="542077"/>
          </a:xfrm>
          <a:custGeom>
            <a:avLst/>
            <a:gdLst>
              <a:gd name="csX0" fmla="*/ 556 w 1138802"/>
              <a:gd name="csY0" fmla="*/ 542223 h 542077"/>
              <a:gd name="csX1" fmla="*/ 647 w 1138802"/>
              <a:gd name="csY1" fmla="*/ 444738 h 542077"/>
              <a:gd name="csX2" fmla="*/ 1103560 w 1138802"/>
              <a:gd name="csY2" fmla="*/ 444738 h 542077"/>
              <a:gd name="csX3" fmla="*/ 1103560 w 1138802"/>
              <a:gd name="csY3" fmla="*/ 324386 h 542077"/>
              <a:gd name="csX4" fmla="*/ 1067764 w 1138802"/>
              <a:gd name="csY4" fmla="*/ 306996 h 542077"/>
              <a:gd name="csX5" fmla="*/ 1139359 w 1138802"/>
              <a:gd name="csY5" fmla="*/ 289605 h 542077"/>
              <a:gd name="csX6" fmla="*/ 1103560 w 1138802"/>
              <a:gd name="csY6" fmla="*/ 272213 h 542077"/>
              <a:gd name="csX7" fmla="*/ 1103560 w 1138802"/>
              <a:gd name="csY7" fmla="*/ 146 h 542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38802" h="542077">
                <a:moveTo>
                  <a:pt x="556" y="542223"/>
                </a:moveTo>
                <a:lnTo>
                  <a:pt x="647" y="444738"/>
                </a:lnTo>
                <a:lnTo>
                  <a:pt x="1103560" y="444738"/>
                </a:lnTo>
                <a:lnTo>
                  <a:pt x="1103560" y="324386"/>
                </a:lnTo>
                <a:lnTo>
                  <a:pt x="1067764" y="306996"/>
                </a:lnTo>
                <a:lnTo>
                  <a:pt x="1139359" y="289605"/>
                </a:lnTo>
                <a:lnTo>
                  <a:pt x="1103560" y="272213"/>
                </a:lnTo>
                <a:lnTo>
                  <a:pt x="1103560" y="146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214" name="Graphic 43">
            <a:extLst>
              <a:ext uri="{FF2B5EF4-FFF2-40B4-BE49-F238E27FC236}">
                <a16:creationId xmlns:a16="http://schemas.microsoft.com/office/drawing/2014/main" id="{9071DB74-9FD5-73B0-5AC3-B35467C22840}"/>
              </a:ext>
            </a:extLst>
          </p:cNvPr>
          <p:cNvGrpSpPr/>
          <p:nvPr/>
        </p:nvGrpSpPr>
        <p:grpSpPr>
          <a:xfrm>
            <a:off x="3375230" y="3513994"/>
            <a:ext cx="897284" cy="1031301"/>
            <a:chOff x="3479174" y="3517307"/>
            <a:chExt cx="897284" cy="1031301"/>
          </a:xfrm>
        </p:grpSpPr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97175A2-BEBB-3C86-1793-424D8FB37A5C}"/>
                </a:ext>
              </a:extLst>
            </p:cNvPr>
            <p:cNvSpPr/>
            <p:nvPr/>
          </p:nvSpPr>
          <p:spPr>
            <a:xfrm>
              <a:off x="3784673" y="3517307"/>
              <a:ext cx="154969" cy="142681"/>
            </a:xfrm>
            <a:custGeom>
              <a:avLst/>
              <a:gdLst>
                <a:gd name="csX0" fmla="*/ 155415 w 154969"/>
                <a:gd name="csY0" fmla="*/ 142838 h 142681"/>
                <a:gd name="csX1" fmla="*/ 134116 w 154969"/>
                <a:gd name="csY1" fmla="*/ 138189 h 142681"/>
                <a:gd name="csX2" fmla="*/ 76659 w 154969"/>
                <a:gd name="csY2" fmla="*/ 134111 h 142681"/>
                <a:gd name="csX3" fmla="*/ 19294 w 154969"/>
                <a:gd name="csY3" fmla="*/ 138189 h 142681"/>
                <a:gd name="csX4" fmla="*/ 446 w 154969"/>
                <a:gd name="csY4" fmla="*/ 142276 h 142681"/>
                <a:gd name="csX5" fmla="*/ 446 w 154969"/>
                <a:gd name="csY5" fmla="*/ 57894 h 142681"/>
                <a:gd name="csX6" fmla="*/ 808 w 154969"/>
                <a:gd name="csY6" fmla="*/ 51950 h 142681"/>
                <a:gd name="csX7" fmla="*/ 1712 w 154969"/>
                <a:gd name="csY7" fmla="*/ 46195 h 142681"/>
                <a:gd name="csX8" fmla="*/ 3344 w 154969"/>
                <a:gd name="csY8" fmla="*/ 40630 h 142681"/>
                <a:gd name="csX9" fmla="*/ 5429 w 154969"/>
                <a:gd name="csY9" fmla="*/ 35338 h 142681"/>
                <a:gd name="csX10" fmla="*/ 11409 w 154969"/>
                <a:gd name="csY10" fmla="*/ 25586 h 142681"/>
                <a:gd name="csX11" fmla="*/ 19205 w 154969"/>
                <a:gd name="csY11" fmla="*/ 17049 h 142681"/>
                <a:gd name="csX12" fmla="*/ 28719 w 154969"/>
                <a:gd name="csY12" fmla="*/ 9989 h 142681"/>
                <a:gd name="csX13" fmla="*/ 39594 w 154969"/>
                <a:gd name="csY13" fmla="*/ 4706 h 142681"/>
                <a:gd name="csX14" fmla="*/ 51738 w 154969"/>
                <a:gd name="csY14" fmla="*/ 1271 h 142681"/>
                <a:gd name="csX15" fmla="*/ 64698 w 154969"/>
                <a:gd name="csY15" fmla="*/ 157 h 142681"/>
                <a:gd name="csX16" fmla="*/ 91160 w 154969"/>
                <a:gd name="csY16" fmla="*/ 157 h 142681"/>
                <a:gd name="csX17" fmla="*/ 104120 w 154969"/>
                <a:gd name="csY17" fmla="*/ 1271 h 142681"/>
                <a:gd name="csX18" fmla="*/ 116264 w 154969"/>
                <a:gd name="csY18" fmla="*/ 4706 h 142681"/>
                <a:gd name="csX19" fmla="*/ 127047 w 154969"/>
                <a:gd name="csY19" fmla="*/ 9989 h 142681"/>
                <a:gd name="csX20" fmla="*/ 136655 w 154969"/>
                <a:gd name="csY20" fmla="*/ 17049 h 142681"/>
                <a:gd name="csX21" fmla="*/ 144449 w 154969"/>
                <a:gd name="csY21" fmla="*/ 25586 h 142681"/>
                <a:gd name="csX22" fmla="*/ 150431 w 154969"/>
                <a:gd name="csY22" fmla="*/ 35338 h 142681"/>
                <a:gd name="csX23" fmla="*/ 152513 w 154969"/>
                <a:gd name="csY23" fmla="*/ 40630 h 142681"/>
                <a:gd name="csX24" fmla="*/ 154145 w 154969"/>
                <a:gd name="csY24" fmla="*/ 46195 h 142681"/>
                <a:gd name="csX25" fmla="*/ 155052 w 154969"/>
                <a:gd name="csY25" fmla="*/ 51950 h 142681"/>
                <a:gd name="csX26" fmla="*/ 155415 w 154969"/>
                <a:gd name="csY26" fmla="*/ 57894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69" h="142681">
                  <a:moveTo>
                    <a:pt x="155415" y="142838"/>
                  </a:moveTo>
                  <a:cubicBezTo>
                    <a:pt x="148346" y="141098"/>
                    <a:pt x="141277" y="139548"/>
                    <a:pt x="134116" y="138189"/>
                  </a:cubicBezTo>
                  <a:cubicBezTo>
                    <a:pt x="115086" y="135461"/>
                    <a:pt x="95872" y="134101"/>
                    <a:pt x="76659" y="134111"/>
                  </a:cubicBezTo>
                  <a:cubicBezTo>
                    <a:pt x="57449" y="134101"/>
                    <a:pt x="38327" y="135470"/>
                    <a:pt x="19294" y="138189"/>
                  </a:cubicBezTo>
                  <a:cubicBezTo>
                    <a:pt x="12952" y="139403"/>
                    <a:pt x="6699" y="140762"/>
                    <a:pt x="446" y="142276"/>
                  </a:cubicBezTo>
                  <a:lnTo>
                    <a:pt x="446" y="57894"/>
                  </a:lnTo>
                  <a:cubicBezTo>
                    <a:pt x="446" y="55891"/>
                    <a:pt x="625" y="53898"/>
                    <a:pt x="808" y="51950"/>
                  </a:cubicBezTo>
                  <a:cubicBezTo>
                    <a:pt x="988" y="50010"/>
                    <a:pt x="1350" y="48080"/>
                    <a:pt x="1712" y="46195"/>
                  </a:cubicBezTo>
                  <a:cubicBezTo>
                    <a:pt x="2075" y="44318"/>
                    <a:pt x="2619" y="42434"/>
                    <a:pt x="3344" y="40630"/>
                  </a:cubicBezTo>
                  <a:cubicBezTo>
                    <a:pt x="3889" y="38817"/>
                    <a:pt x="4613" y="37060"/>
                    <a:pt x="5429" y="35338"/>
                  </a:cubicBezTo>
                  <a:cubicBezTo>
                    <a:pt x="7061" y="31885"/>
                    <a:pt x="9055" y="28658"/>
                    <a:pt x="11409" y="25586"/>
                  </a:cubicBezTo>
                  <a:cubicBezTo>
                    <a:pt x="13677" y="22514"/>
                    <a:pt x="16304" y="19660"/>
                    <a:pt x="19205" y="17049"/>
                  </a:cubicBezTo>
                  <a:cubicBezTo>
                    <a:pt x="22104" y="14439"/>
                    <a:pt x="25367" y="12065"/>
                    <a:pt x="28719" y="9989"/>
                  </a:cubicBezTo>
                  <a:cubicBezTo>
                    <a:pt x="32162" y="7923"/>
                    <a:pt x="35788" y="6156"/>
                    <a:pt x="39594" y="4706"/>
                  </a:cubicBezTo>
                  <a:cubicBezTo>
                    <a:pt x="43491" y="3247"/>
                    <a:pt x="47479" y="2033"/>
                    <a:pt x="51738" y="1271"/>
                  </a:cubicBezTo>
                  <a:cubicBezTo>
                    <a:pt x="55908" y="501"/>
                    <a:pt x="60256" y="157"/>
                    <a:pt x="64698" y="157"/>
                  </a:cubicBezTo>
                  <a:lnTo>
                    <a:pt x="91160" y="157"/>
                  </a:lnTo>
                  <a:cubicBezTo>
                    <a:pt x="95601" y="157"/>
                    <a:pt x="99952" y="501"/>
                    <a:pt x="104120" y="1271"/>
                  </a:cubicBezTo>
                  <a:cubicBezTo>
                    <a:pt x="108379" y="2042"/>
                    <a:pt x="112367" y="3247"/>
                    <a:pt x="116264" y="4706"/>
                  </a:cubicBezTo>
                  <a:cubicBezTo>
                    <a:pt x="120069" y="6156"/>
                    <a:pt x="123695" y="7923"/>
                    <a:pt x="127047" y="9989"/>
                  </a:cubicBezTo>
                  <a:cubicBezTo>
                    <a:pt x="130493" y="12065"/>
                    <a:pt x="133754" y="14439"/>
                    <a:pt x="136655" y="17049"/>
                  </a:cubicBezTo>
                  <a:cubicBezTo>
                    <a:pt x="139554" y="19660"/>
                    <a:pt x="142184" y="22514"/>
                    <a:pt x="144449" y="25586"/>
                  </a:cubicBezTo>
                  <a:cubicBezTo>
                    <a:pt x="146714" y="28658"/>
                    <a:pt x="148799" y="31885"/>
                    <a:pt x="150431" y="35338"/>
                  </a:cubicBezTo>
                  <a:cubicBezTo>
                    <a:pt x="151335" y="37060"/>
                    <a:pt x="151789" y="38817"/>
                    <a:pt x="152513" y="40630"/>
                  </a:cubicBezTo>
                  <a:cubicBezTo>
                    <a:pt x="153058" y="42434"/>
                    <a:pt x="153600" y="44318"/>
                    <a:pt x="154145" y="46195"/>
                  </a:cubicBezTo>
                  <a:cubicBezTo>
                    <a:pt x="154508" y="48080"/>
                    <a:pt x="154870" y="50010"/>
                    <a:pt x="155052" y="51950"/>
                  </a:cubicBezTo>
                  <a:cubicBezTo>
                    <a:pt x="155232" y="53898"/>
                    <a:pt x="155415" y="55891"/>
                    <a:pt x="155415" y="57894"/>
                  </a:cubicBezTo>
                  <a:close/>
                </a:path>
              </a:pathLst>
            </a:custGeom>
            <a:solidFill>
              <a:srgbClr val="0000FF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01533B23-FE71-6EC7-8DD0-BB77F2EF1778}"/>
                </a:ext>
              </a:extLst>
            </p:cNvPr>
            <p:cNvSpPr/>
            <p:nvPr/>
          </p:nvSpPr>
          <p:spPr>
            <a:xfrm>
              <a:off x="4233904" y="3956742"/>
              <a:ext cx="142553" cy="154960"/>
            </a:xfrm>
            <a:custGeom>
              <a:avLst/>
              <a:gdLst>
                <a:gd name="csX0" fmla="*/ 459 w 142553"/>
                <a:gd name="csY0" fmla="*/ 155113 h 154960"/>
                <a:gd name="csX1" fmla="*/ 5081 w 142553"/>
                <a:gd name="csY1" fmla="*/ 133852 h 154960"/>
                <a:gd name="csX2" fmla="*/ 9157 w 142553"/>
                <a:gd name="csY2" fmla="*/ 76387 h 154960"/>
                <a:gd name="csX3" fmla="*/ 5081 w 142553"/>
                <a:gd name="csY3" fmla="*/ 19012 h 154960"/>
                <a:gd name="csX4" fmla="*/ 1001 w 142553"/>
                <a:gd name="csY4" fmla="*/ 170 h 154960"/>
                <a:gd name="csX5" fmla="*/ 85374 w 142553"/>
                <a:gd name="csY5" fmla="*/ 170 h 154960"/>
                <a:gd name="csX6" fmla="*/ 91356 w 142553"/>
                <a:gd name="csY6" fmla="*/ 533 h 154960"/>
                <a:gd name="csX7" fmla="*/ 97064 w 142553"/>
                <a:gd name="csY7" fmla="*/ 1430 h 154960"/>
                <a:gd name="csX8" fmla="*/ 102593 w 142553"/>
                <a:gd name="csY8" fmla="*/ 3043 h 154960"/>
                <a:gd name="csX9" fmla="*/ 107939 w 142553"/>
                <a:gd name="csY9" fmla="*/ 5182 h 154960"/>
                <a:gd name="csX10" fmla="*/ 117638 w 142553"/>
                <a:gd name="csY10" fmla="*/ 11127 h 154960"/>
                <a:gd name="csX11" fmla="*/ 126156 w 142553"/>
                <a:gd name="csY11" fmla="*/ 18930 h 154960"/>
                <a:gd name="csX12" fmla="*/ 133225 w 142553"/>
                <a:gd name="csY12" fmla="*/ 28482 h 154960"/>
                <a:gd name="csX13" fmla="*/ 138571 w 142553"/>
                <a:gd name="csY13" fmla="*/ 39357 h 154960"/>
                <a:gd name="csX14" fmla="*/ 142015 w 142553"/>
                <a:gd name="csY14" fmla="*/ 51428 h 154960"/>
                <a:gd name="csX15" fmla="*/ 143013 w 142553"/>
                <a:gd name="csY15" fmla="*/ 64415 h 154960"/>
                <a:gd name="csX16" fmla="*/ 143013 w 142553"/>
                <a:gd name="csY16" fmla="*/ 90869 h 154960"/>
                <a:gd name="csX17" fmla="*/ 142015 w 142553"/>
                <a:gd name="csY17" fmla="*/ 103874 h 154960"/>
                <a:gd name="csX18" fmla="*/ 138571 w 142553"/>
                <a:gd name="csY18" fmla="*/ 115945 h 154960"/>
                <a:gd name="csX19" fmla="*/ 133225 w 142553"/>
                <a:gd name="csY19" fmla="*/ 126820 h 154960"/>
                <a:gd name="csX20" fmla="*/ 126156 w 142553"/>
                <a:gd name="csY20" fmla="*/ 136372 h 154960"/>
                <a:gd name="csX21" fmla="*/ 117638 w 142553"/>
                <a:gd name="csY21" fmla="*/ 144174 h 154960"/>
                <a:gd name="csX22" fmla="*/ 107939 w 142553"/>
                <a:gd name="csY22" fmla="*/ 150120 h 154960"/>
                <a:gd name="csX23" fmla="*/ 102593 w 142553"/>
                <a:gd name="csY23" fmla="*/ 152258 h 154960"/>
                <a:gd name="csX24" fmla="*/ 97064 w 142553"/>
                <a:gd name="csY24" fmla="*/ 153871 h 154960"/>
                <a:gd name="csX25" fmla="*/ 91356 w 142553"/>
                <a:gd name="csY25" fmla="*/ 154769 h 154960"/>
                <a:gd name="csX26" fmla="*/ 85374 w 142553"/>
                <a:gd name="csY26" fmla="*/ 155131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553" h="154960">
                  <a:moveTo>
                    <a:pt x="459" y="155113"/>
                  </a:moveTo>
                  <a:cubicBezTo>
                    <a:pt x="2179" y="148062"/>
                    <a:pt x="3720" y="140976"/>
                    <a:pt x="5081" y="133852"/>
                  </a:cubicBezTo>
                  <a:cubicBezTo>
                    <a:pt x="7799" y="114821"/>
                    <a:pt x="9157" y="95617"/>
                    <a:pt x="9157" y="76387"/>
                  </a:cubicBezTo>
                  <a:cubicBezTo>
                    <a:pt x="9157" y="57192"/>
                    <a:pt x="7799" y="38016"/>
                    <a:pt x="5081" y="19012"/>
                  </a:cubicBezTo>
                  <a:cubicBezTo>
                    <a:pt x="3811" y="12704"/>
                    <a:pt x="2450" y="6424"/>
                    <a:pt x="1001" y="170"/>
                  </a:cubicBezTo>
                  <a:lnTo>
                    <a:pt x="85374" y="170"/>
                  </a:lnTo>
                  <a:cubicBezTo>
                    <a:pt x="87368" y="170"/>
                    <a:pt x="89362" y="325"/>
                    <a:pt x="91356" y="533"/>
                  </a:cubicBezTo>
                  <a:cubicBezTo>
                    <a:pt x="93259" y="714"/>
                    <a:pt x="95161" y="1068"/>
                    <a:pt x="97064" y="1430"/>
                  </a:cubicBezTo>
                  <a:cubicBezTo>
                    <a:pt x="98967" y="1792"/>
                    <a:pt x="100781" y="2328"/>
                    <a:pt x="102593" y="3043"/>
                  </a:cubicBezTo>
                  <a:cubicBezTo>
                    <a:pt x="104404" y="3587"/>
                    <a:pt x="106219" y="4303"/>
                    <a:pt x="107939" y="5182"/>
                  </a:cubicBezTo>
                  <a:cubicBezTo>
                    <a:pt x="111385" y="6805"/>
                    <a:pt x="114554" y="8816"/>
                    <a:pt x="117638" y="11127"/>
                  </a:cubicBezTo>
                  <a:cubicBezTo>
                    <a:pt x="120719" y="13429"/>
                    <a:pt x="123617" y="16039"/>
                    <a:pt x="126156" y="18930"/>
                  </a:cubicBezTo>
                  <a:cubicBezTo>
                    <a:pt x="128784" y="21821"/>
                    <a:pt x="131140" y="25075"/>
                    <a:pt x="133225" y="28482"/>
                  </a:cubicBezTo>
                  <a:cubicBezTo>
                    <a:pt x="135308" y="31898"/>
                    <a:pt x="137122" y="35505"/>
                    <a:pt x="138571" y="39357"/>
                  </a:cubicBezTo>
                  <a:cubicBezTo>
                    <a:pt x="140021" y="43199"/>
                    <a:pt x="141199" y="47241"/>
                    <a:pt x="142015" y="51428"/>
                  </a:cubicBezTo>
                  <a:cubicBezTo>
                    <a:pt x="142739" y="55615"/>
                    <a:pt x="143013" y="59974"/>
                    <a:pt x="143013" y="64415"/>
                  </a:cubicBezTo>
                  <a:lnTo>
                    <a:pt x="143013" y="90869"/>
                  </a:lnTo>
                  <a:cubicBezTo>
                    <a:pt x="143013" y="95328"/>
                    <a:pt x="142651" y="99677"/>
                    <a:pt x="142015" y="103874"/>
                  </a:cubicBezTo>
                  <a:cubicBezTo>
                    <a:pt x="141290" y="108060"/>
                    <a:pt x="140021" y="112102"/>
                    <a:pt x="138571" y="115945"/>
                  </a:cubicBezTo>
                  <a:cubicBezTo>
                    <a:pt x="137122" y="119796"/>
                    <a:pt x="135308" y="123385"/>
                    <a:pt x="133225" y="126820"/>
                  </a:cubicBezTo>
                  <a:cubicBezTo>
                    <a:pt x="131231" y="130227"/>
                    <a:pt x="128784" y="133481"/>
                    <a:pt x="126156" y="136372"/>
                  </a:cubicBezTo>
                  <a:cubicBezTo>
                    <a:pt x="123617" y="139281"/>
                    <a:pt x="120719" y="141873"/>
                    <a:pt x="117638" y="144174"/>
                  </a:cubicBezTo>
                  <a:cubicBezTo>
                    <a:pt x="114554" y="146468"/>
                    <a:pt x="111385" y="148498"/>
                    <a:pt x="107939" y="150120"/>
                  </a:cubicBezTo>
                  <a:cubicBezTo>
                    <a:pt x="106127" y="151017"/>
                    <a:pt x="104404" y="151552"/>
                    <a:pt x="102593" y="152258"/>
                  </a:cubicBezTo>
                  <a:cubicBezTo>
                    <a:pt x="100781" y="152793"/>
                    <a:pt x="98967" y="153337"/>
                    <a:pt x="97064" y="153871"/>
                  </a:cubicBezTo>
                  <a:cubicBezTo>
                    <a:pt x="95161" y="154234"/>
                    <a:pt x="93259" y="154588"/>
                    <a:pt x="91356" y="154769"/>
                  </a:cubicBezTo>
                  <a:cubicBezTo>
                    <a:pt x="89362" y="154950"/>
                    <a:pt x="87368" y="155131"/>
                    <a:pt x="85374" y="155131"/>
                  </a:cubicBezTo>
                  <a:close/>
                </a:path>
              </a:pathLst>
            </a:custGeom>
            <a:solidFill>
              <a:srgbClr val="FF0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68A49E08-3490-074A-1D5E-17091FF90B6D}"/>
                </a:ext>
              </a:extLst>
            </p:cNvPr>
            <p:cNvSpPr/>
            <p:nvPr/>
          </p:nvSpPr>
          <p:spPr>
            <a:xfrm>
              <a:off x="3782767" y="4405928"/>
              <a:ext cx="154971" cy="142681"/>
            </a:xfrm>
            <a:custGeom>
              <a:avLst/>
              <a:gdLst>
                <a:gd name="csX0" fmla="*/ 155417 w 154971"/>
                <a:gd name="csY0" fmla="*/ 184 h 142681"/>
                <a:gd name="csX1" fmla="*/ 134119 w 154971"/>
                <a:gd name="csY1" fmla="*/ 4824 h 142681"/>
                <a:gd name="csX2" fmla="*/ 76662 w 154971"/>
                <a:gd name="csY2" fmla="*/ 8912 h 142681"/>
                <a:gd name="csX3" fmla="*/ 19296 w 154971"/>
                <a:gd name="csY3" fmla="*/ 4824 h 142681"/>
                <a:gd name="csX4" fmla="*/ 446 w 154971"/>
                <a:gd name="csY4" fmla="*/ 746 h 142681"/>
                <a:gd name="csX5" fmla="*/ 446 w 154971"/>
                <a:gd name="csY5" fmla="*/ 85128 h 142681"/>
                <a:gd name="csX6" fmla="*/ 808 w 154971"/>
                <a:gd name="csY6" fmla="*/ 91073 h 142681"/>
                <a:gd name="csX7" fmla="*/ 1715 w 154971"/>
                <a:gd name="csY7" fmla="*/ 96828 h 142681"/>
                <a:gd name="csX8" fmla="*/ 3347 w 154971"/>
                <a:gd name="csY8" fmla="*/ 102392 h 142681"/>
                <a:gd name="csX9" fmla="*/ 5521 w 154971"/>
                <a:gd name="csY9" fmla="*/ 107684 h 142681"/>
                <a:gd name="csX10" fmla="*/ 11411 w 154971"/>
                <a:gd name="csY10" fmla="*/ 117435 h 142681"/>
                <a:gd name="csX11" fmla="*/ 19205 w 154971"/>
                <a:gd name="csY11" fmla="*/ 125972 h 142681"/>
                <a:gd name="csX12" fmla="*/ 28813 w 154971"/>
                <a:gd name="csY12" fmla="*/ 133024 h 142681"/>
                <a:gd name="csX13" fmla="*/ 39688 w 154971"/>
                <a:gd name="csY13" fmla="*/ 138316 h 142681"/>
                <a:gd name="csX14" fmla="*/ 51741 w 154971"/>
                <a:gd name="csY14" fmla="*/ 141751 h 142681"/>
                <a:gd name="csX15" fmla="*/ 64700 w 154971"/>
                <a:gd name="csY15" fmla="*/ 142865 h 142681"/>
                <a:gd name="csX16" fmla="*/ 91162 w 154971"/>
                <a:gd name="csY16" fmla="*/ 142865 h 142681"/>
                <a:gd name="csX17" fmla="*/ 104214 w 154971"/>
                <a:gd name="csY17" fmla="*/ 141751 h 142681"/>
                <a:gd name="csX18" fmla="*/ 116266 w 154971"/>
                <a:gd name="csY18" fmla="*/ 138316 h 142681"/>
                <a:gd name="csX19" fmla="*/ 127141 w 154971"/>
                <a:gd name="csY19" fmla="*/ 133024 h 142681"/>
                <a:gd name="csX20" fmla="*/ 136658 w 154971"/>
                <a:gd name="csY20" fmla="*/ 125972 h 142681"/>
                <a:gd name="csX21" fmla="*/ 144451 w 154971"/>
                <a:gd name="csY21" fmla="*/ 117435 h 142681"/>
                <a:gd name="csX22" fmla="*/ 150431 w 154971"/>
                <a:gd name="csY22" fmla="*/ 107684 h 142681"/>
                <a:gd name="csX23" fmla="*/ 152607 w 154971"/>
                <a:gd name="csY23" fmla="*/ 102392 h 142681"/>
                <a:gd name="csX24" fmla="*/ 154148 w 154971"/>
                <a:gd name="csY24" fmla="*/ 96828 h 142681"/>
                <a:gd name="csX25" fmla="*/ 155055 w 154971"/>
                <a:gd name="csY25" fmla="*/ 91073 h 142681"/>
                <a:gd name="csX26" fmla="*/ 155417 w 154971"/>
                <a:gd name="csY26" fmla="*/ 85128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71" h="142681">
                  <a:moveTo>
                    <a:pt x="155417" y="184"/>
                  </a:moveTo>
                  <a:cubicBezTo>
                    <a:pt x="148348" y="1924"/>
                    <a:pt x="141279" y="3474"/>
                    <a:pt x="134119" y="4824"/>
                  </a:cubicBezTo>
                  <a:cubicBezTo>
                    <a:pt x="115088" y="7561"/>
                    <a:pt x="95966" y="8921"/>
                    <a:pt x="76662" y="8912"/>
                  </a:cubicBezTo>
                  <a:cubicBezTo>
                    <a:pt x="57540" y="8921"/>
                    <a:pt x="38327" y="7552"/>
                    <a:pt x="19296" y="4824"/>
                  </a:cubicBezTo>
                  <a:cubicBezTo>
                    <a:pt x="13043" y="3619"/>
                    <a:pt x="6699" y="2251"/>
                    <a:pt x="446" y="746"/>
                  </a:cubicBezTo>
                  <a:lnTo>
                    <a:pt x="446" y="85128"/>
                  </a:lnTo>
                  <a:cubicBezTo>
                    <a:pt x="446" y="87122"/>
                    <a:pt x="628" y="89124"/>
                    <a:pt x="808" y="91073"/>
                  </a:cubicBezTo>
                  <a:cubicBezTo>
                    <a:pt x="990" y="93012"/>
                    <a:pt x="1353" y="94942"/>
                    <a:pt x="1715" y="96828"/>
                  </a:cubicBezTo>
                  <a:cubicBezTo>
                    <a:pt x="2077" y="98704"/>
                    <a:pt x="2622" y="100579"/>
                    <a:pt x="3347" y="102392"/>
                  </a:cubicBezTo>
                  <a:cubicBezTo>
                    <a:pt x="3892" y="104204"/>
                    <a:pt x="4616" y="105963"/>
                    <a:pt x="5521" y="107684"/>
                  </a:cubicBezTo>
                  <a:cubicBezTo>
                    <a:pt x="7152" y="111137"/>
                    <a:pt x="9146" y="114364"/>
                    <a:pt x="11411" y="117435"/>
                  </a:cubicBezTo>
                  <a:cubicBezTo>
                    <a:pt x="13768" y="120499"/>
                    <a:pt x="16307" y="123362"/>
                    <a:pt x="19205" y="125972"/>
                  </a:cubicBezTo>
                  <a:cubicBezTo>
                    <a:pt x="22106" y="128583"/>
                    <a:pt x="25370" y="130957"/>
                    <a:pt x="28813" y="133024"/>
                  </a:cubicBezTo>
                  <a:cubicBezTo>
                    <a:pt x="32256" y="135098"/>
                    <a:pt x="35791" y="136866"/>
                    <a:pt x="39688" y="138316"/>
                  </a:cubicBezTo>
                  <a:cubicBezTo>
                    <a:pt x="43493" y="139775"/>
                    <a:pt x="47573" y="140989"/>
                    <a:pt x="51741" y="141751"/>
                  </a:cubicBezTo>
                  <a:cubicBezTo>
                    <a:pt x="55908" y="142521"/>
                    <a:pt x="60259" y="142865"/>
                    <a:pt x="64700" y="142865"/>
                  </a:cubicBezTo>
                  <a:lnTo>
                    <a:pt x="91162" y="142865"/>
                  </a:lnTo>
                  <a:cubicBezTo>
                    <a:pt x="95604" y="142865"/>
                    <a:pt x="99955" y="142521"/>
                    <a:pt x="104214" y="141751"/>
                  </a:cubicBezTo>
                  <a:cubicBezTo>
                    <a:pt x="108382" y="140980"/>
                    <a:pt x="112461" y="139775"/>
                    <a:pt x="116266" y="138316"/>
                  </a:cubicBezTo>
                  <a:cubicBezTo>
                    <a:pt x="120072" y="136866"/>
                    <a:pt x="123698" y="135098"/>
                    <a:pt x="127141" y="133024"/>
                  </a:cubicBezTo>
                  <a:cubicBezTo>
                    <a:pt x="130584" y="130957"/>
                    <a:pt x="133757" y="128583"/>
                    <a:pt x="136658" y="125972"/>
                  </a:cubicBezTo>
                  <a:cubicBezTo>
                    <a:pt x="139556" y="123362"/>
                    <a:pt x="142186" y="120499"/>
                    <a:pt x="144451" y="117435"/>
                  </a:cubicBezTo>
                  <a:cubicBezTo>
                    <a:pt x="146808" y="114364"/>
                    <a:pt x="148802" y="111137"/>
                    <a:pt x="150431" y="107684"/>
                  </a:cubicBezTo>
                  <a:cubicBezTo>
                    <a:pt x="151338" y="105963"/>
                    <a:pt x="151883" y="104204"/>
                    <a:pt x="152607" y="102392"/>
                  </a:cubicBezTo>
                  <a:cubicBezTo>
                    <a:pt x="153152" y="100588"/>
                    <a:pt x="153603" y="98704"/>
                    <a:pt x="154148" y="96828"/>
                  </a:cubicBezTo>
                  <a:cubicBezTo>
                    <a:pt x="154510" y="94942"/>
                    <a:pt x="154873" y="93012"/>
                    <a:pt x="155055" y="91073"/>
                  </a:cubicBezTo>
                  <a:cubicBezTo>
                    <a:pt x="155235" y="89124"/>
                    <a:pt x="155417" y="87122"/>
                    <a:pt x="155417" y="85128"/>
                  </a:cubicBezTo>
                  <a:close/>
                </a:path>
              </a:pathLst>
            </a:custGeom>
            <a:solidFill>
              <a:srgbClr val="008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3FEE03F0-D493-C906-0FF9-7100E329009B}"/>
                </a:ext>
              </a:extLst>
            </p:cNvPr>
            <p:cNvSpPr/>
            <p:nvPr/>
          </p:nvSpPr>
          <p:spPr>
            <a:xfrm flipV="1">
              <a:off x="3577048" y="3744143"/>
              <a:ext cx="567679" cy="577629"/>
            </a:xfrm>
            <a:custGeom>
              <a:avLst/>
              <a:gdLst>
                <a:gd name="csX0" fmla="*/ 568125 w 567679"/>
                <a:gd name="csY0" fmla="*/ 288813 h 577629"/>
                <a:gd name="csX1" fmla="*/ 284284 w 567679"/>
                <a:gd name="csY1" fmla="*/ 577628 h 577629"/>
                <a:gd name="csX2" fmla="*/ 446 w 567679"/>
                <a:gd name="csY2" fmla="*/ 288813 h 577629"/>
                <a:gd name="csX3" fmla="*/ 284284 w 567679"/>
                <a:gd name="csY3" fmla="*/ -2 h 577629"/>
                <a:gd name="csX4" fmla="*/ 568125 w 567679"/>
                <a:gd name="csY4" fmla="*/ 288813 h 577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67679" h="577629">
                  <a:moveTo>
                    <a:pt x="568125" y="288813"/>
                  </a:moveTo>
                  <a:cubicBezTo>
                    <a:pt x="568125" y="448323"/>
                    <a:pt x="441067" y="577628"/>
                    <a:pt x="284284" y="577628"/>
                  </a:cubicBezTo>
                  <a:cubicBezTo>
                    <a:pt x="127503" y="577628"/>
                    <a:pt x="446" y="448323"/>
                    <a:pt x="446" y="288813"/>
                  </a:cubicBezTo>
                  <a:cubicBezTo>
                    <a:pt x="446" y="129303"/>
                    <a:pt x="127503" y="-2"/>
                    <a:pt x="284284" y="-2"/>
                  </a:cubicBezTo>
                  <a:cubicBezTo>
                    <a:pt x="441067" y="-2"/>
                    <a:pt x="568125" y="129303"/>
                    <a:pt x="568125" y="288813"/>
                  </a:cubicBezTo>
                  <a:close/>
                </a:path>
              </a:pathLst>
            </a:custGeom>
            <a:solidFill>
              <a:srgbClr val="000000"/>
            </a:solidFill>
            <a:ln w="6280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C1D53AE-C3F7-9B41-E0D9-2A95FCEA7E0A}"/>
                </a:ext>
              </a:extLst>
            </p:cNvPr>
            <p:cNvSpPr/>
            <p:nvPr/>
          </p:nvSpPr>
          <p:spPr>
            <a:xfrm>
              <a:off x="3663505" y="3807878"/>
              <a:ext cx="394855" cy="450194"/>
            </a:xfrm>
            <a:custGeom>
              <a:avLst/>
              <a:gdLst>
                <a:gd name="csX0" fmla="*/ 188130 w 394855"/>
                <a:gd name="csY0" fmla="*/ 807 h 450194"/>
                <a:gd name="csX1" fmla="*/ 139465 w 394855"/>
                <a:gd name="csY1" fmla="*/ 48431 h 450194"/>
                <a:gd name="csX2" fmla="*/ 123696 w 394855"/>
                <a:gd name="csY2" fmla="*/ 87019 h 450194"/>
                <a:gd name="csX3" fmla="*/ 120797 w 394855"/>
                <a:gd name="csY3" fmla="*/ 92022 h 450194"/>
                <a:gd name="csX4" fmla="*/ 97596 w 394855"/>
                <a:gd name="csY4" fmla="*/ 87645 h 450194"/>
                <a:gd name="csX5" fmla="*/ 13948 w 394855"/>
                <a:gd name="csY5" fmla="*/ 103024 h 450194"/>
                <a:gd name="csX6" fmla="*/ 446 w 394855"/>
                <a:gd name="csY6" fmla="*/ 136574 h 450194"/>
                <a:gd name="csX7" fmla="*/ 41317 w 394855"/>
                <a:gd name="csY7" fmla="*/ 219496 h 450194"/>
                <a:gd name="csX8" fmla="*/ 46575 w 394855"/>
                <a:gd name="csY8" fmla="*/ 225423 h 450194"/>
                <a:gd name="csX9" fmla="*/ 41317 w 394855"/>
                <a:gd name="csY9" fmla="*/ 231350 h 450194"/>
                <a:gd name="csX10" fmla="*/ 446 w 394855"/>
                <a:gd name="csY10" fmla="*/ 314272 h 450194"/>
                <a:gd name="csX11" fmla="*/ 1624 w 394855"/>
                <a:gd name="csY11" fmla="*/ 327259 h 450194"/>
                <a:gd name="csX12" fmla="*/ 76571 w 394855"/>
                <a:gd name="csY12" fmla="*/ 365168 h 450194"/>
                <a:gd name="csX13" fmla="*/ 120886 w 394855"/>
                <a:gd name="csY13" fmla="*/ 358787 h 450194"/>
                <a:gd name="csX14" fmla="*/ 122880 w 394855"/>
                <a:gd name="csY14" fmla="*/ 361216 h 450194"/>
                <a:gd name="csX15" fmla="*/ 137925 w 394855"/>
                <a:gd name="csY15" fmla="*/ 399352 h 450194"/>
                <a:gd name="csX16" fmla="*/ 182784 w 394855"/>
                <a:gd name="csY16" fmla="*/ 448344 h 450194"/>
                <a:gd name="csX17" fmla="*/ 197738 w 394855"/>
                <a:gd name="csY17" fmla="*/ 450364 h 450194"/>
                <a:gd name="csX18" fmla="*/ 212781 w 394855"/>
                <a:gd name="csY18" fmla="*/ 448344 h 450194"/>
                <a:gd name="csX19" fmla="*/ 256644 w 394855"/>
                <a:gd name="csY19" fmla="*/ 401400 h 450194"/>
                <a:gd name="csX20" fmla="*/ 271778 w 394855"/>
                <a:gd name="csY20" fmla="*/ 363880 h 450194"/>
                <a:gd name="csX21" fmla="*/ 274768 w 394855"/>
                <a:gd name="csY21" fmla="*/ 358796 h 450194"/>
                <a:gd name="csX22" fmla="*/ 298152 w 394855"/>
                <a:gd name="csY22" fmla="*/ 363210 h 450194"/>
                <a:gd name="csX23" fmla="*/ 393941 w 394855"/>
                <a:gd name="csY23" fmla="*/ 327241 h 450194"/>
                <a:gd name="csX24" fmla="*/ 393852 w 394855"/>
                <a:gd name="csY24" fmla="*/ 299999 h 450194"/>
                <a:gd name="csX25" fmla="*/ 354248 w 394855"/>
                <a:gd name="csY25" fmla="*/ 231322 h 450194"/>
                <a:gd name="csX26" fmla="*/ 349173 w 394855"/>
                <a:gd name="csY26" fmla="*/ 225395 h 450194"/>
                <a:gd name="csX27" fmla="*/ 354339 w 394855"/>
                <a:gd name="csY27" fmla="*/ 219469 h 450194"/>
                <a:gd name="csX28" fmla="*/ 395301 w 394855"/>
                <a:gd name="csY28" fmla="*/ 136546 h 450194"/>
                <a:gd name="csX29" fmla="*/ 381526 w 394855"/>
                <a:gd name="csY29" fmla="*/ 102824 h 450194"/>
                <a:gd name="csX30" fmla="*/ 296066 w 394855"/>
                <a:gd name="csY30" fmla="*/ 87980 h 450194"/>
                <a:gd name="csX31" fmla="*/ 274859 w 394855"/>
                <a:gd name="csY31" fmla="*/ 92003 h 450194"/>
                <a:gd name="csX32" fmla="*/ 271869 w 394855"/>
                <a:gd name="csY32" fmla="*/ 86910 h 450194"/>
                <a:gd name="csX33" fmla="*/ 256736 w 394855"/>
                <a:gd name="csY33" fmla="*/ 49382 h 450194"/>
                <a:gd name="csX34" fmla="*/ 212872 w 394855"/>
                <a:gd name="csY34" fmla="*/ 2520 h 450194"/>
                <a:gd name="csX35" fmla="*/ 188313 w 394855"/>
                <a:gd name="csY35" fmla="*/ 925 h 450194"/>
                <a:gd name="csX36" fmla="*/ 206528 w 394855"/>
                <a:gd name="csY36" fmla="*/ 15751 h 450194"/>
                <a:gd name="csX37" fmla="*/ 254650 w 394855"/>
                <a:gd name="csY37" fmla="*/ 80531 h 450194"/>
                <a:gd name="csX38" fmla="*/ 258730 w 394855"/>
                <a:gd name="csY38" fmla="*/ 93018 h 450194"/>
                <a:gd name="csX39" fmla="*/ 259272 w 394855"/>
                <a:gd name="csY39" fmla="*/ 95810 h 450194"/>
                <a:gd name="csX40" fmla="*/ 249122 w 394855"/>
                <a:gd name="csY40" fmla="*/ 99037 h 450194"/>
                <a:gd name="csX41" fmla="*/ 208068 w 394855"/>
                <a:gd name="csY41" fmla="*/ 114497 h 450194"/>
                <a:gd name="csX42" fmla="*/ 197738 w 394855"/>
                <a:gd name="csY42" fmla="*/ 119001 h 450194"/>
                <a:gd name="csX43" fmla="*/ 186681 w 394855"/>
                <a:gd name="csY43" fmla="*/ 114180 h 450194"/>
                <a:gd name="csX44" fmla="*/ 145083 w 394855"/>
                <a:gd name="csY44" fmla="*/ 98611 h 450194"/>
                <a:gd name="csX45" fmla="*/ 136111 w 394855"/>
                <a:gd name="csY45" fmla="*/ 95819 h 450194"/>
                <a:gd name="csX46" fmla="*/ 136656 w 394855"/>
                <a:gd name="csY46" fmla="*/ 93000 h 450194"/>
                <a:gd name="csX47" fmla="*/ 140735 w 394855"/>
                <a:gd name="csY47" fmla="*/ 80513 h 450194"/>
                <a:gd name="csX48" fmla="*/ 188675 w 394855"/>
                <a:gd name="csY48" fmla="*/ 15742 h 450194"/>
                <a:gd name="csX49" fmla="*/ 206436 w 394855"/>
                <a:gd name="csY49" fmla="*/ 15742 h 450194"/>
                <a:gd name="csX50" fmla="*/ 87628 w 394855"/>
                <a:gd name="csY50" fmla="*/ 100405 h 450194"/>
                <a:gd name="csX51" fmla="*/ 117805 w 394855"/>
                <a:gd name="csY51" fmla="*/ 105906 h 450194"/>
                <a:gd name="csX52" fmla="*/ 115993 w 394855"/>
                <a:gd name="csY52" fmla="*/ 115512 h 450194"/>
                <a:gd name="csX53" fmla="*/ 108653 w 394855"/>
                <a:gd name="csY53" fmla="*/ 158487 h 450194"/>
                <a:gd name="csX54" fmla="*/ 98320 w 394855"/>
                <a:gd name="csY54" fmla="*/ 178923 h 450194"/>
                <a:gd name="csX55" fmla="*/ 63158 w 394855"/>
                <a:gd name="csY55" fmla="*/ 208757 h 450194"/>
                <a:gd name="csX56" fmla="*/ 56362 w 394855"/>
                <a:gd name="csY56" fmla="*/ 215273 h 450194"/>
                <a:gd name="csX57" fmla="*/ 51196 w 394855"/>
                <a:gd name="csY57" fmla="*/ 209554 h 450194"/>
                <a:gd name="csX58" fmla="*/ 17845 w 394855"/>
                <a:gd name="csY58" fmla="*/ 157000 h 450194"/>
                <a:gd name="csX59" fmla="*/ 14673 w 394855"/>
                <a:gd name="csY59" fmla="*/ 137335 h 450194"/>
                <a:gd name="csX60" fmla="*/ 17029 w 394855"/>
                <a:gd name="csY60" fmla="*/ 121349 h 450194"/>
                <a:gd name="csX61" fmla="*/ 40230 w 394855"/>
                <a:gd name="csY61" fmla="*/ 103106 h 450194"/>
                <a:gd name="csX62" fmla="*/ 87628 w 394855"/>
                <a:gd name="csY62" fmla="*/ 100387 h 450194"/>
                <a:gd name="csX63" fmla="*/ 349718 w 394855"/>
                <a:gd name="csY63" fmla="*/ 101610 h 450194"/>
                <a:gd name="csX64" fmla="*/ 378445 w 394855"/>
                <a:gd name="csY64" fmla="*/ 121312 h 450194"/>
                <a:gd name="csX65" fmla="*/ 379985 w 394855"/>
                <a:gd name="csY65" fmla="*/ 148790 h 450194"/>
                <a:gd name="csX66" fmla="*/ 344189 w 394855"/>
                <a:gd name="csY66" fmla="*/ 209536 h 450194"/>
                <a:gd name="csX67" fmla="*/ 339114 w 394855"/>
                <a:gd name="csY67" fmla="*/ 215236 h 450194"/>
                <a:gd name="csX68" fmla="*/ 330504 w 394855"/>
                <a:gd name="csY68" fmla="*/ 207171 h 450194"/>
                <a:gd name="csX69" fmla="*/ 298331 w 394855"/>
                <a:gd name="csY69" fmla="*/ 179857 h 450194"/>
                <a:gd name="csX70" fmla="*/ 286912 w 394855"/>
                <a:gd name="csY70" fmla="*/ 158904 h 450194"/>
                <a:gd name="csX71" fmla="*/ 279934 w 394855"/>
                <a:gd name="csY71" fmla="*/ 117560 h 450194"/>
                <a:gd name="csX72" fmla="*/ 277669 w 394855"/>
                <a:gd name="csY72" fmla="*/ 105860 h 450194"/>
                <a:gd name="csX73" fmla="*/ 306399 w 394855"/>
                <a:gd name="csY73" fmla="*/ 100396 h 450194"/>
                <a:gd name="csX74" fmla="*/ 349626 w 394855"/>
                <a:gd name="csY74" fmla="*/ 101465 h 450194"/>
                <a:gd name="csX75" fmla="*/ 144087 w 394855"/>
                <a:gd name="csY75" fmla="*/ 113156 h 450194"/>
                <a:gd name="csX76" fmla="*/ 179883 w 394855"/>
                <a:gd name="csY76" fmla="*/ 126777 h 450194"/>
                <a:gd name="csX77" fmla="*/ 171910 w 394855"/>
                <a:gd name="csY77" fmla="*/ 131961 h 450194"/>
                <a:gd name="csX78" fmla="*/ 130311 w 394855"/>
                <a:gd name="csY78" fmla="*/ 156402 h 450194"/>
                <a:gd name="csX79" fmla="*/ 122791 w 394855"/>
                <a:gd name="csY79" fmla="*/ 160861 h 450194"/>
                <a:gd name="csX80" fmla="*/ 128408 w 394855"/>
                <a:gd name="csY80" fmla="*/ 125807 h 450194"/>
                <a:gd name="csX81" fmla="*/ 133121 w 394855"/>
                <a:gd name="csY81" fmla="*/ 109585 h 450194"/>
                <a:gd name="csX82" fmla="*/ 144087 w 394855"/>
                <a:gd name="csY82" fmla="*/ 113128 h 450194"/>
                <a:gd name="csX83" fmla="*/ 267428 w 394855"/>
                <a:gd name="csY83" fmla="*/ 128082 h 450194"/>
                <a:gd name="csX84" fmla="*/ 269967 w 394855"/>
                <a:gd name="csY84" fmla="*/ 141549 h 450194"/>
                <a:gd name="csX85" fmla="*/ 272594 w 394855"/>
                <a:gd name="csY85" fmla="*/ 160997 h 450194"/>
                <a:gd name="csX86" fmla="*/ 268606 w 394855"/>
                <a:gd name="csY86" fmla="*/ 158704 h 450194"/>
                <a:gd name="csX87" fmla="*/ 222931 w 394855"/>
                <a:gd name="csY87" fmla="*/ 131671 h 450194"/>
                <a:gd name="csX88" fmla="*/ 215591 w 394855"/>
                <a:gd name="csY88" fmla="*/ 126822 h 450194"/>
                <a:gd name="csX89" fmla="*/ 249213 w 394855"/>
                <a:gd name="csY89" fmla="*/ 113944 h 450194"/>
                <a:gd name="csX90" fmla="*/ 263805 w 394855"/>
                <a:gd name="csY90" fmla="*/ 111226 h 450194"/>
                <a:gd name="csX91" fmla="*/ 267428 w 394855"/>
                <a:gd name="csY91" fmla="*/ 128109 h 450194"/>
                <a:gd name="csX92" fmla="*/ 207706 w 394855"/>
                <a:gd name="csY92" fmla="*/ 139319 h 450194"/>
                <a:gd name="csX93" fmla="*/ 265887 w 394855"/>
                <a:gd name="csY93" fmla="*/ 173585 h 450194"/>
                <a:gd name="csX94" fmla="*/ 274679 w 394855"/>
                <a:gd name="csY94" fmla="*/ 179584 h 450194"/>
                <a:gd name="csX95" fmla="*/ 275313 w 394855"/>
                <a:gd name="csY95" fmla="*/ 184687 h 450194"/>
                <a:gd name="csX96" fmla="*/ 275313 w 394855"/>
                <a:gd name="csY96" fmla="*/ 266277 h 450194"/>
                <a:gd name="csX97" fmla="*/ 274679 w 394855"/>
                <a:gd name="csY97" fmla="*/ 271416 h 450194"/>
                <a:gd name="csX98" fmla="*/ 262353 w 394855"/>
                <a:gd name="csY98" fmla="*/ 279617 h 450194"/>
                <a:gd name="csX99" fmla="*/ 210245 w 394855"/>
                <a:gd name="csY99" fmla="*/ 310194 h 450194"/>
                <a:gd name="csX100" fmla="*/ 197827 w 394855"/>
                <a:gd name="csY100" fmla="*/ 316547 h 450194"/>
                <a:gd name="csX101" fmla="*/ 185503 w 394855"/>
                <a:gd name="csY101" fmla="*/ 310239 h 450194"/>
                <a:gd name="csX102" fmla="*/ 133575 w 394855"/>
                <a:gd name="csY102" fmla="*/ 279898 h 450194"/>
                <a:gd name="csX103" fmla="*/ 120886 w 394855"/>
                <a:gd name="csY103" fmla="*/ 271434 h 450194"/>
                <a:gd name="csX104" fmla="*/ 120252 w 394855"/>
                <a:gd name="csY104" fmla="*/ 266295 h 450194"/>
                <a:gd name="csX105" fmla="*/ 120252 w 394855"/>
                <a:gd name="csY105" fmla="*/ 184650 h 450194"/>
                <a:gd name="csX106" fmla="*/ 120886 w 394855"/>
                <a:gd name="csY106" fmla="*/ 179503 h 450194"/>
                <a:gd name="csX107" fmla="*/ 133121 w 394855"/>
                <a:gd name="csY107" fmla="*/ 171356 h 450194"/>
                <a:gd name="csX108" fmla="*/ 198916 w 394855"/>
                <a:gd name="csY108" fmla="*/ 135250 h 450194"/>
                <a:gd name="csX109" fmla="*/ 207706 w 394855"/>
                <a:gd name="csY109" fmla="*/ 139383 h 450194"/>
                <a:gd name="csX110" fmla="*/ 187588 w 394855"/>
                <a:gd name="csY110" fmla="*/ 177428 h 450194"/>
                <a:gd name="csX111" fmla="*/ 154599 w 394855"/>
                <a:gd name="csY111" fmla="*/ 203628 h 450194"/>
                <a:gd name="csX112" fmla="*/ 163933 w 394855"/>
                <a:gd name="csY112" fmla="*/ 259870 h 450194"/>
                <a:gd name="csX113" fmla="*/ 231632 w 394855"/>
                <a:gd name="csY113" fmla="*/ 259870 h 450194"/>
                <a:gd name="csX114" fmla="*/ 231540 w 394855"/>
                <a:gd name="csY114" fmla="*/ 190985 h 450194"/>
                <a:gd name="csX115" fmla="*/ 187588 w 394855"/>
                <a:gd name="csY115" fmla="*/ 177428 h 450194"/>
                <a:gd name="csX116" fmla="*/ 204896 w 394855"/>
                <a:gd name="csY116" fmla="*/ 191185 h 450194"/>
                <a:gd name="csX117" fmla="*/ 231723 w 394855"/>
                <a:gd name="csY117" fmla="*/ 220103 h 450194"/>
                <a:gd name="csX118" fmla="*/ 213597 w 394855"/>
                <a:gd name="csY118" fmla="*/ 256580 h 450194"/>
                <a:gd name="csX119" fmla="*/ 173630 w 394855"/>
                <a:gd name="csY119" fmla="*/ 250245 h 450194"/>
                <a:gd name="csX120" fmla="*/ 173541 w 394855"/>
                <a:gd name="csY120" fmla="*/ 200709 h 450194"/>
                <a:gd name="csX121" fmla="*/ 204896 w 394855"/>
                <a:gd name="csY121" fmla="*/ 191166 h 450194"/>
                <a:gd name="csX122" fmla="*/ 104756 w 394855"/>
                <a:gd name="csY122" fmla="*/ 225423 h 450194"/>
                <a:gd name="csX123" fmla="*/ 104394 w 394855"/>
                <a:gd name="csY123" fmla="*/ 258900 h 450194"/>
                <a:gd name="csX124" fmla="*/ 66150 w 394855"/>
                <a:gd name="csY124" fmla="*/ 225432 h 450194"/>
                <a:gd name="csX125" fmla="*/ 104303 w 394855"/>
                <a:gd name="csY125" fmla="*/ 191973 h 450194"/>
                <a:gd name="csX126" fmla="*/ 104665 w 394855"/>
                <a:gd name="csY126" fmla="*/ 225423 h 450194"/>
                <a:gd name="csX127" fmla="*/ 300779 w 394855"/>
                <a:gd name="csY127" fmla="*/ 199522 h 450194"/>
                <a:gd name="csX128" fmla="*/ 329326 w 394855"/>
                <a:gd name="csY128" fmla="*/ 225423 h 450194"/>
                <a:gd name="csX129" fmla="*/ 291171 w 394855"/>
                <a:gd name="csY129" fmla="*/ 258882 h 450194"/>
                <a:gd name="csX130" fmla="*/ 290629 w 394855"/>
                <a:gd name="csY130" fmla="*/ 225423 h 450194"/>
                <a:gd name="csX131" fmla="*/ 291171 w 394855"/>
                <a:gd name="csY131" fmla="*/ 191973 h 450194"/>
                <a:gd name="csX132" fmla="*/ 300779 w 394855"/>
                <a:gd name="csY132" fmla="*/ 199531 h 450194"/>
                <a:gd name="csX133" fmla="*/ 63158 w 394855"/>
                <a:gd name="csY133" fmla="*/ 242071 h 450194"/>
                <a:gd name="csX134" fmla="*/ 98412 w 394855"/>
                <a:gd name="csY134" fmla="*/ 271968 h 450194"/>
                <a:gd name="csX135" fmla="*/ 106839 w 394855"/>
                <a:gd name="csY135" fmla="*/ 278675 h 450194"/>
                <a:gd name="csX136" fmla="*/ 108653 w 394855"/>
                <a:gd name="csY136" fmla="*/ 292477 h 450194"/>
                <a:gd name="csX137" fmla="*/ 116084 w 394855"/>
                <a:gd name="csY137" fmla="*/ 335442 h 450194"/>
                <a:gd name="csX138" fmla="*/ 117896 w 394855"/>
                <a:gd name="csY138" fmla="*/ 344949 h 450194"/>
                <a:gd name="csX139" fmla="*/ 86359 w 394855"/>
                <a:gd name="csY139" fmla="*/ 350550 h 450194"/>
                <a:gd name="csX140" fmla="*/ 44218 w 394855"/>
                <a:gd name="csY140" fmla="*/ 348701 h 450194"/>
                <a:gd name="csX141" fmla="*/ 16033 w 394855"/>
                <a:gd name="csY141" fmla="*/ 326860 h 450194"/>
                <a:gd name="csX142" fmla="*/ 14673 w 394855"/>
                <a:gd name="csY142" fmla="*/ 312152 h 450194"/>
                <a:gd name="csX143" fmla="*/ 18116 w 394855"/>
                <a:gd name="csY143" fmla="*/ 293800 h 450194"/>
                <a:gd name="csX144" fmla="*/ 38690 w 394855"/>
                <a:gd name="csY144" fmla="*/ 257151 h 450194"/>
                <a:gd name="csX145" fmla="*/ 56633 w 394855"/>
                <a:gd name="csY145" fmla="*/ 235944 h 450194"/>
                <a:gd name="csX146" fmla="*/ 63340 w 394855"/>
                <a:gd name="csY146" fmla="*/ 242016 h 450194"/>
                <a:gd name="csX147" fmla="*/ 344460 w 394855"/>
                <a:gd name="csY147" fmla="*/ 241536 h 450194"/>
                <a:gd name="csX148" fmla="*/ 380076 w 394855"/>
                <a:gd name="csY148" fmla="*/ 302083 h 450194"/>
                <a:gd name="csX149" fmla="*/ 378445 w 394855"/>
                <a:gd name="csY149" fmla="*/ 329560 h 450194"/>
                <a:gd name="csX150" fmla="*/ 351167 w 394855"/>
                <a:gd name="csY150" fmla="*/ 348909 h 450194"/>
                <a:gd name="csX151" fmla="*/ 309389 w 394855"/>
                <a:gd name="csY151" fmla="*/ 350504 h 450194"/>
                <a:gd name="csX152" fmla="*/ 277760 w 394855"/>
                <a:gd name="csY152" fmla="*/ 344913 h 450194"/>
                <a:gd name="csX153" fmla="*/ 279663 w 394855"/>
                <a:gd name="csY153" fmla="*/ 334980 h 450194"/>
                <a:gd name="csX154" fmla="*/ 287003 w 394855"/>
                <a:gd name="csY154" fmla="*/ 292314 h 450194"/>
                <a:gd name="csX155" fmla="*/ 290358 w 394855"/>
                <a:gd name="csY155" fmla="*/ 277333 h 450194"/>
                <a:gd name="csX156" fmla="*/ 302499 w 394855"/>
                <a:gd name="csY156" fmla="*/ 267745 h 450194"/>
                <a:gd name="csX157" fmla="*/ 336304 w 394855"/>
                <a:gd name="csY157" fmla="*/ 238265 h 450194"/>
                <a:gd name="csX158" fmla="*/ 339023 w 394855"/>
                <a:gd name="csY158" fmla="*/ 235944 h 450194"/>
                <a:gd name="csX159" fmla="*/ 344643 w 394855"/>
                <a:gd name="csY159" fmla="*/ 241445 h 450194"/>
                <a:gd name="csX160" fmla="*/ 130402 w 394855"/>
                <a:gd name="csY160" fmla="*/ 294498 h 450194"/>
                <a:gd name="csX161" fmla="*/ 171910 w 394855"/>
                <a:gd name="csY161" fmla="*/ 318903 h 450194"/>
                <a:gd name="csX162" fmla="*/ 179883 w 394855"/>
                <a:gd name="csY162" fmla="*/ 324114 h 450194"/>
                <a:gd name="csX163" fmla="*/ 147530 w 394855"/>
                <a:gd name="csY163" fmla="*/ 336475 h 450194"/>
                <a:gd name="csX164" fmla="*/ 131763 w 394855"/>
                <a:gd name="csY164" fmla="*/ 339937 h 450194"/>
                <a:gd name="csX165" fmla="*/ 125056 w 394855"/>
                <a:gd name="csY165" fmla="*/ 306488 h 450194"/>
                <a:gd name="csX166" fmla="*/ 122880 w 394855"/>
                <a:gd name="csY166" fmla="*/ 292612 h 450194"/>
                <a:gd name="csX167" fmla="*/ 122791 w 394855"/>
                <a:gd name="csY167" fmla="*/ 289758 h 450194"/>
                <a:gd name="csX168" fmla="*/ 130402 w 394855"/>
                <a:gd name="csY168" fmla="*/ 294498 h 450194"/>
                <a:gd name="csX169" fmla="*/ 272503 w 394855"/>
                <a:gd name="csY169" fmla="*/ 293084 h 450194"/>
                <a:gd name="csX170" fmla="*/ 263713 w 394855"/>
                <a:gd name="csY170" fmla="*/ 339910 h 450194"/>
                <a:gd name="csX171" fmla="*/ 249304 w 394855"/>
                <a:gd name="csY171" fmla="*/ 336947 h 450194"/>
                <a:gd name="csX172" fmla="*/ 215682 w 394855"/>
                <a:gd name="csY172" fmla="*/ 324132 h 450194"/>
                <a:gd name="csX173" fmla="*/ 227372 w 394855"/>
                <a:gd name="csY173" fmla="*/ 316892 h 450194"/>
                <a:gd name="csX174" fmla="*/ 267428 w 394855"/>
                <a:gd name="csY174" fmla="*/ 292948 h 450194"/>
                <a:gd name="csX175" fmla="*/ 272323 w 394855"/>
                <a:gd name="csY175" fmla="*/ 289840 h 450194"/>
                <a:gd name="csX176" fmla="*/ 272414 w 394855"/>
                <a:gd name="csY176" fmla="*/ 293093 h 450194"/>
                <a:gd name="csX177" fmla="*/ 204354 w 394855"/>
                <a:gd name="csY177" fmla="*/ 334799 h 450194"/>
                <a:gd name="csX178" fmla="*/ 246494 w 394855"/>
                <a:gd name="csY178" fmla="*/ 350985 h 450194"/>
                <a:gd name="csX179" fmla="*/ 259272 w 394855"/>
                <a:gd name="csY179" fmla="*/ 355135 h 450194"/>
                <a:gd name="csX180" fmla="*/ 258730 w 394855"/>
                <a:gd name="csY180" fmla="*/ 357918 h 450194"/>
                <a:gd name="csX181" fmla="*/ 254742 w 394855"/>
                <a:gd name="csY181" fmla="*/ 370397 h 450194"/>
                <a:gd name="csX182" fmla="*/ 216586 w 394855"/>
                <a:gd name="csY182" fmla="*/ 430327 h 450194"/>
                <a:gd name="csX183" fmla="*/ 197827 w 394855"/>
                <a:gd name="csY183" fmla="*/ 436889 h 450194"/>
                <a:gd name="csX184" fmla="*/ 179158 w 394855"/>
                <a:gd name="csY184" fmla="*/ 430391 h 450194"/>
                <a:gd name="csX185" fmla="*/ 140281 w 394855"/>
                <a:gd name="csY185" fmla="*/ 368811 h 450194"/>
                <a:gd name="csX186" fmla="*/ 136384 w 394855"/>
                <a:gd name="csY186" fmla="*/ 356323 h 450194"/>
                <a:gd name="csX187" fmla="*/ 149071 w 394855"/>
                <a:gd name="csY187" fmla="*/ 350994 h 450194"/>
                <a:gd name="csX188" fmla="*/ 193479 w 394855"/>
                <a:gd name="csY188" fmla="*/ 333748 h 450194"/>
                <a:gd name="csX189" fmla="*/ 204445 w 394855"/>
                <a:gd name="csY189" fmla="*/ 334817 h 450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</a:cxnLst>
              <a:rect l="l" t="t" r="r" b="b"/>
              <a:pathLst>
                <a:path w="394855" h="450194">
                  <a:moveTo>
                    <a:pt x="188130" y="807"/>
                  </a:moveTo>
                  <a:cubicBezTo>
                    <a:pt x="170187" y="5448"/>
                    <a:pt x="153059" y="22149"/>
                    <a:pt x="139465" y="48431"/>
                  </a:cubicBezTo>
                  <a:cubicBezTo>
                    <a:pt x="134208" y="58508"/>
                    <a:pt x="126052" y="78419"/>
                    <a:pt x="123696" y="87019"/>
                  </a:cubicBezTo>
                  <a:cubicBezTo>
                    <a:pt x="122700" y="91233"/>
                    <a:pt x="121884" y="92366"/>
                    <a:pt x="120797" y="92022"/>
                  </a:cubicBezTo>
                  <a:cubicBezTo>
                    <a:pt x="117442" y="90953"/>
                    <a:pt x="106568" y="88914"/>
                    <a:pt x="97596" y="87645"/>
                  </a:cubicBezTo>
                  <a:cubicBezTo>
                    <a:pt x="59170" y="82216"/>
                    <a:pt x="30260" y="87527"/>
                    <a:pt x="13948" y="103024"/>
                  </a:cubicBezTo>
                  <a:cubicBezTo>
                    <a:pt x="4523" y="112014"/>
                    <a:pt x="446" y="122046"/>
                    <a:pt x="446" y="136574"/>
                  </a:cubicBezTo>
                  <a:cubicBezTo>
                    <a:pt x="355" y="159982"/>
                    <a:pt x="14584" y="188828"/>
                    <a:pt x="41317" y="219496"/>
                  </a:cubicBezTo>
                  <a:lnTo>
                    <a:pt x="46575" y="225423"/>
                  </a:lnTo>
                  <a:lnTo>
                    <a:pt x="41317" y="231350"/>
                  </a:lnTo>
                  <a:cubicBezTo>
                    <a:pt x="14673" y="262008"/>
                    <a:pt x="355" y="290864"/>
                    <a:pt x="446" y="314272"/>
                  </a:cubicBezTo>
                  <a:cubicBezTo>
                    <a:pt x="446" y="318958"/>
                    <a:pt x="988" y="324785"/>
                    <a:pt x="1624" y="327259"/>
                  </a:cubicBezTo>
                  <a:cubicBezTo>
                    <a:pt x="8331" y="352806"/>
                    <a:pt x="36513" y="367098"/>
                    <a:pt x="76571" y="365168"/>
                  </a:cubicBezTo>
                  <a:cubicBezTo>
                    <a:pt x="90618" y="364497"/>
                    <a:pt x="113003" y="361280"/>
                    <a:pt x="120886" y="358787"/>
                  </a:cubicBezTo>
                  <a:cubicBezTo>
                    <a:pt x="121884" y="358388"/>
                    <a:pt x="122426" y="359186"/>
                    <a:pt x="122880" y="361216"/>
                  </a:cubicBezTo>
                  <a:cubicBezTo>
                    <a:pt x="123969" y="366699"/>
                    <a:pt x="133030" y="389691"/>
                    <a:pt x="137925" y="399352"/>
                  </a:cubicBezTo>
                  <a:cubicBezTo>
                    <a:pt x="150523" y="424563"/>
                    <a:pt x="166110" y="441637"/>
                    <a:pt x="182784" y="448344"/>
                  </a:cubicBezTo>
                  <a:cubicBezTo>
                    <a:pt x="186952" y="449930"/>
                    <a:pt x="189400" y="450364"/>
                    <a:pt x="197738" y="450364"/>
                  </a:cubicBezTo>
                  <a:cubicBezTo>
                    <a:pt x="206074" y="450364"/>
                    <a:pt x="208522" y="449966"/>
                    <a:pt x="212781" y="448344"/>
                  </a:cubicBezTo>
                  <a:cubicBezTo>
                    <a:pt x="228913" y="441828"/>
                    <a:pt x="244138" y="425569"/>
                    <a:pt x="256644" y="401400"/>
                  </a:cubicBezTo>
                  <a:cubicBezTo>
                    <a:pt x="261266" y="392473"/>
                    <a:pt x="269242" y="372798"/>
                    <a:pt x="271778" y="363880"/>
                  </a:cubicBezTo>
                  <a:cubicBezTo>
                    <a:pt x="272956" y="359621"/>
                    <a:pt x="273681" y="358461"/>
                    <a:pt x="274768" y="358796"/>
                  </a:cubicBezTo>
                  <a:cubicBezTo>
                    <a:pt x="278031" y="359866"/>
                    <a:pt x="288997" y="361905"/>
                    <a:pt x="298152" y="363210"/>
                  </a:cubicBezTo>
                  <a:cubicBezTo>
                    <a:pt x="350534" y="370660"/>
                    <a:pt x="386059" y="357311"/>
                    <a:pt x="393941" y="327241"/>
                  </a:cubicBezTo>
                  <a:cubicBezTo>
                    <a:pt x="395481" y="321069"/>
                    <a:pt x="395301" y="307684"/>
                    <a:pt x="393852" y="299999"/>
                  </a:cubicBezTo>
                  <a:cubicBezTo>
                    <a:pt x="389228" y="279490"/>
                    <a:pt x="375726" y="256027"/>
                    <a:pt x="354248" y="231322"/>
                  </a:cubicBezTo>
                  <a:lnTo>
                    <a:pt x="349173" y="225395"/>
                  </a:lnTo>
                  <a:lnTo>
                    <a:pt x="354339" y="219469"/>
                  </a:lnTo>
                  <a:cubicBezTo>
                    <a:pt x="381072" y="188801"/>
                    <a:pt x="395301" y="159946"/>
                    <a:pt x="395301" y="136546"/>
                  </a:cubicBezTo>
                  <a:cubicBezTo>
                    <a:pt x="395210" y="121919"/>
                    <a:pt x="391222" y="112014"/>
                    <a:pt x="381526" y="102824"/>
                  </a:cubicBezTo>
                  <a:cubicBezTo>
                    <a:pt x="365122" y="87146"/>
                    <a:pt x="335488" y="81999"/>
                    <a:pt x="296066" y="87980"/>
                  </a:cubicBezTo>
                  <a:cubicBezTo>
                    <a:pt x="285554" y="89566"/>
                    <a:pt x="278302" y="90944"/>
                    <a:pt x="274859" y="92003"/>
                  </a:cubicBezTo>
                  <a:cubicBezTo>
                    <a:pt x="273863" y="92402"/>
                    <a:pt x="273048" y="91206"/>
                    <a:pt x="271869" y="86910"/>
                  </a:cubicBezTo>
                  <a:cubicBezTo>
                    <a:pt x="269331" y="77993"/>
                    <a:pt x="261357" y="58327"/>
                    <a:pt x="256736" y="49382"/>
                  </a:cubicBezTo>
                  <a:cubicBezTo>
                    <a:pt x="244229" y="25167"/>
                    <a:pt x="228822" y="8710"/>
                    <a:pt x="212872" y="2520"/>
                  </a:cubicBezTo>
                  <a:cubicBezTo>
                    <a:pt x="207252" y="345"/>
                    <a:pt x="193750" y="-616"/>
                    <a:pt x="188313" y="925"/>
                  </a:cubicBezTo>
                  <a:close/>
                  <a:moveTo>
                    <a:pt x="206528" y="15751"/>
                  </a:moveTo>
                  <a:cubicBezTo>
                    <a:pt x="224563" y="21470"/>
                    <a:pt x="241782" y="44643"/>
                    <a:pt x="254650" y="80531"/>
                  </a:cubicBezTo>
                  <a:cubicBezTo>
                    <a:pt x="256553" y="85851"/>
                    <a:pt x="258365" y="91469"/>
                    <a:pt x="258730" y="93018"/>
                  </a:cubicBezTo>
                  <a:lnTo>
                    <a:pt x="259272" y="95810"/>
                  </a:lnTo>
                  <a:lnTo>
                    <a:pt x="249122" y="99037"/>
                  </a:lnTo>
                  <a:cubicBezTo>
                    <a:pt x="235620" y="103314"/>
                    <a:pt x="220574" y="108969"/>
                    <a:pt x="208068" y="114497"/>
                  </a:cubicBezTo>
                  <a:lnTo>
                    <a:pt x="197738" y="119001"/>
                  </a:lnTo>
                  <a:lnTo>
                    <a:pt x="186681" y="114180"/>
                  </a:lnTo>
                  <a:cubicBezTo>
                    <a:pt x="173992" y="108651"/>
                    <a:pt x="157954" y="102652"/>
                    <a:pt x="145083" y="98611"/>
                  </a:cubicBezTo>
                  <a:lnTo>
                    <a:pt x="136111" y="95819"/>
                  </a:lnTo>
                  <a:lnTo>
                    <a:pt x="136656" y="93000"/>
                  </a:lnTo>
                  <a:cubicBezTo>
                    <a:pt x="137018" y="91587"/>
                    <a:pt x="138829" y="85832"/>
                    <a:pt x="140735" y="80513"/>
                  </a:cubicBezTo>
                  <a:cubicBezTo>
                    <a:pt x="153512" y="44914"/>
                    <a:pt x="170731" y="21560"/>
                    <a:pt x="188675" y="15742"/>
                  </a:cubicBezTo>
                  <a:cubicBezTo>
                    <a:pt x="195291" y="13603"/>
                    <a:pt x="199641" y="13603"/>
                    <a:pt x="206436" y="15742"/>
                  </a:cubicBezTo>
                  <a:close/>
                  <a:moveTo>
                    <a:pt x="87628" y="100405"/>
                  </a:moveTo>
                  <a:cubicBezTo>
                    <a:pt x="95693" y="101202"/>
                    <a:pt x="117171" y="105226"/>
                    <a:pt x="117805" y="105906"/>
                  </a:cubicBezTo>
                  <a:cubicBezTo>
                    <a:pt x="118078" y="106169"/>
                    <a:pt x="117171" y="110401"/>
                    <a:pt x="115993" y="115512"/>
                  </a:cubicBezTo>
                  <a:cubicBezTo>
                    <a:pt x="113454" y="126369"/>
                    <a:pt x="110011" y="146579"/>
                    <a:pt x="108653" y="158487"/>
                  </a:cubicBezTo>
                  <a:cubicBezTo>
                    <a:pt x="107021" y="173386"/>
                    <a:pt x="107837" y="171808"/>
                    <a:pt x="98320" y="178923"/>
                  </a:cubicBezTo>
                  <a:cubicBezTo>
                    <a:pt x="87537" y="187179"/>
                    <a:pt x="71950" y="200446"/>
                    <a:pt x="63158" y="208757"/>
                  </a:cubicBezTo>
                  <a:lnTo>
                    <a:pt x="56362" y="215273"/>
                  </a:lnTo>
                  <a:lnTo>
                    <a:pt x="51196" y="209554"/>
                  </a:lnTo>
                  <a:cubicBezTo>
                    <a:pt x="37149" y="194003"/>
                    <a:pt x="23556" y="172624"/>
                    <a:pt x="17845" y="157000"/>
                  </a:cubicBezTo>
                  <a:cubicBezTo>
                    <a:pt x="14855" y="148799"/>
                    <a:pt x="14764" y="147766"/>
                    <a:pt x="14673" y="137335"/>
                  </a:cubicBezTo>
                  <a:cubicBezTo>
                    <a:pt x="14673" y="127049"/>
                    <a:pt x="14764" y="126007"/>
                    <a:pt x="17029" y="121349"/>
                  </a:cubicBezTo>
                  <a:cubicBezTo>
                    <a:pt x="20837" y="113455"/>
                    <a:pt x="29627" y="106559"/>
                    <a:pt x="40230" y="103106"/>
                  </a:cubicBezTo>
                  <a:cubicBezTo>
                    <a:pt x="50651" y="99716"/>
                    <a:pt x="71043" y="98556"/>
                    <a:pt x="87628" y="100387"/>
                  </a:cubicBezTo>
                  <a:close/>
                  <a:moveTo>
                    <a:pt x="349718" y="101610"/>
                  </a:moveTo>
                  <a:cubicBezTo>
                    <a:pt x="363220" y="104746"/>
                    <a:pt x="374003" y="112141"/>
                    <a:pt x="378445" y="121312"/>
                  </a:cubicBezTo>
                  <a:cubicBezTo>
                    <a:pt x="381526" y="127719"/>
                    <a:pt x="382162" y="140090"/>
                    <a:pt x="379985" y="148790"/>
                  </a:cubicBezTo>
                  <a:cubicBezTo>
                    <a:pt x="375544" y="166607"/>
                    <a:pt x="361408" y="190505"/>
                    <a:pt x="344189" y="209536"/>
                  </a:cubicBezTo>
                  <a:lnTo>
                    <a:pt x="339114" y="215236"/>
                  </a:lnTo>
                  <a:lnTo>
                    <a:pt x="330504" y="207171"/>
                  </a:lnTo>
                  <a:cubicBezTo>
                    <a:pt x="319901" y="197220"/>
                    <a:pt x="310929" y="189608"/>
                    <a:pt x="298331" y="179857"/>
                  </a:cubicBezTo>
                  <a:cubicBezTo>
                    <a:pt x="287639" y="171546"/>
                    <a:pt x="288544" y="173231"/>
                    <a:pt x="286912" y="158904"/>
                  </a:cubicBezTo>
                  <a:cubicBezTo>
                    <a:pt x="285554" y="146724"/>
                    <a:pt x="282653" y="130148"/>
                    <a:pt x="279934" y="117560"/>
                  </a:cubicBezTo>
                  <a:cubicBezTo>
                    <a:pt x="278485" y="111307"/>
                    <a:pt x="277489" y="106032"/>
                    <a:pt x="277669" y="105860"/>
                  </a:cubicBezTo>
                  <a:cubicBezTo>
                    <a:pt x="278214" y="105326"/>
                    <a:pt x="299418" y="101293"/>
                    <a:pt x="306399" y="100396"/>
                  </a:cubicBezTo>
                  <a:cubicBezTo>
                    <a:pt x="316366" y="99200"/>
                    <a:pt x="342286" y="99861"/>
                    <a:pt x="349626" y="101465"/>
                  </a:cubicBezTo>
                  <a:close/>
                  <a:moveTo>
                    <a:pt x="144087" y="113156"/>
                  </a:moveTo>
                  <a:cubicBezTo>
                    <a:pt x="155233" y="116753"/>
                    <a:pt x="178705" y="125680"/>
                    <a:pt x="179883" y="126777"/>
                  </a:cubicBezTo>
                  <a:cubicBezTo>
                    <a:pt x="180245" y="127175"/>
                    <a:pt x="176711" y="129514"/>
                    <a:pt x="171910" y="131961"/>
                  </a:cubicBezTo>
                  <a:cubicBezTo>
                    <a:pt x="161939" y="137027"/>
                    <a:pt x="141097" y="149306"/>
                    <a:pt x="130311" y="156402"/>
                  </a:cubicBezTo>
                  <a:cubicBezTo>
                    <a:pt x="126323" y="159039"/>
                    <a:pt x="122971" y="161051"/>
                    <a:pt x="122791" y="160861"/>
                  </a:cubicBezTo>
                  <a:cubicBezTo>
                    <a:pt x="122426" y="160462"/>
                    <a:pt x="126143" y="137108"/>
                    <a:pt x="128408" y="125807"/>
                  </a:cubicBezTo>
                  <a:cubicBezTo>
                    <a:pt x="131127" y="112395"/>
                    <a:pt x="132034" y="109214"/>
                    <a:pt x="133121" y="109585"/>
                  </a:cubicBezTo>
                  <a:cubicBezTo>
                    <a:pt x="133666" y="109703"/>
                    <a:pt x="138558" y="111443"/>
                    <a:pt x="144087" y="113128"/>
                  </a:cubicBezTo>
                  <a:close/>
                  <a:moveTo>
                    <a:pt x="267428" y="128082"/>
                  </a:moveTo>
                  <a:cubicBezTo>
                    <a:pt x="268244" y="132586"/>
                    <a:pt x="269242" y="137226"/>
                    <a:pt x="269967" y="141549"/>
                  </a:cubicBezTo>
                  <a:cubicBezTo>
                    <a:pt x="271778" y="152007"/>
                    <a:pt x="272956" y="160616"/>
                    <a:pt x="272594" y="160997"/>
                  </a:cubicBezTo>
                  <a:cubicBezTo>
                    <a:pt x="272503" y="161115"/>
                    <a:pt x="270600" y="160199"/>
                    <a:pt x="268606" y="158704"/>
                  </a:cubicBezTo>
                  <a:cubicBezTo>
                    <a:pt x="258547" y="151753"/>
                    <a:pt x="235437" y="138033"/>
                    <a:pt x="222931" y="131671"/>
                  </a:cubicBezTo>
                  <a:cubicBezTo>
                    <a:pt x="218492" y="129387"/>
                    <a:pt x="215228" y="127194"/>
                    <a:pt x="215591" y="126822"/>
                  </a:cubicBezTo>
                  <a:cubicBezTo>
                    <a:pt x="216769" y="125626"/>
                    <a:pt x="234804" y="118748"/>
                    <a:pt x="249213" y="113944"/>
                  </a:cubicBezTo>
                  <a:cubicBezTo>
                    <a:pt x="262989" y="109368"/>
                    <a:pt x="263077" y="109368"/>
                    <a:pt x="263805" y="111226"/>
                  </a:cubicBezTo>
                  <a:cubicBezTo>
                    <a:pt x="264167" y="112286"/>
                    <a:pt x="265796" y="119853"/>
                    <a:pt x="267428" y="128109"/>
                  </a:cubicBezTo>
                  <a:close/>
                  <a:moveTo>
                    <a:pt x="207706" y="139319"/>
                  </a:moveTo>
                  <a:cubicBezTo>
                    <a:pt x="226194" y="148736"/>
                    <a:pt x="249304" y="162348"/>
                    <a:pt x="265887" y="173585"/>
                  </a:cubicBezTo>
                  <a:lnTo>
                    <a:pt x="274679" y="179584"/>
                  </a:lnTo>
                  <a:lnTo>
                    <a:pt x="275313" y="184687"/>
                  </a:lnTo>
                  <a:cubicBezTo>
                    <a:pt x="276129" y="191320"/>
                    <a:pt x="276129" y="259607"/>
                    <a:pt x="275313" y="266277"/>
                  </a:cubicBezTo>
                  <a:lnTo>
                    <a:pt x="274679" y="271416"/>
                  </a:lnTo>
                  <a:lnTo>
                    <a:pt x="262353" y="279617"/>
                  </a:lnTo>
                  <a:cubicBezTo>
                    <a:pt x="247490" y="289595"/>
                    <a:pt x="226828" y="301667"/>
                    <a:pt x="210245" y="310194"/>
                  </a:cubicBezTo>
                  <a:lnTo>
                    <a:pt x="197827" y="316547"/>
                  </a:lnTo>
                  <a:lnTo>
                    <a:pt x="185503" y="310239"/>
                  </a:lnTo>
                  <a:cubicBezTo>
                    <a:pt x="168555" y="301603"/>
                    <a:pt x="148800" y="290021"/>
                    <a:pt x="133575" y="279898"/>
                  </a:cubicBezTo>
                  <a:lnTo>
                    <a:pt x="120886" y="271434"/>
                  </a:lnTo>
                  <a:lnTo>
                    <a:pt x="120252" y="266295"/>
                  </a:lnTo>
                  <a:cubicBezTo>
                    <a:pt x="119436" y="259580"/>
                    <a:pt x="119436" y="191338"/>
                    <a:pt x="120252" y="184650"/>
                  </a:cubicBezTo>
                  <a:lnTo>
                    <a:pt x="120886" y="179503"/>
                  </a:lnTo>
                  <a:lnTo>
                    <a:pt x="133121" y="171356"/>
                  </a:lnTo>
                  <a:cubicBezTo>
                    <a:pt x="158767" y="154318"/>
                    <a:pt x="195470" y="134163"/>
                    <a:pt x="198916" y="135250"/>
                  </a:cubicBezTo>
                  <a:cubicBezTo>
                    <a:pt x="199912" y="135649"/>
                    <a:pt x="203900" y="137426"/>
                    <a:pt x="207706" y="139383"/>
                  </a:cubicBezTo>
                  <a:close/>
                  <a:moveTo>
                    <a:pt x="187588" y="177428"/>
                  </a:moveTo>
                  <a:cubicBezTo>
                    <a:pt x="174175" y="180418"/>
                    <a:pt x="160219" y="191429"/>
                    <a:pt x="154599" y="203628"/>
                  </a:cubicBezTo>
                  <a:cubicBezTo>
                    <a:pt x="145265" y="223547"/>
                    <a:pt x="148708" y="244427"/>
                    <a:pt x="163933" y="259870"/>
                  </a:cubicBezTo>
                  <a:cubicBezTo>
                    <a:pt x="183329" y="279644"/>
                    <a:pt x="212147" y="279644"/>
                    <a:pt x="231632" y="259870"/>
                  </a:cubicBezTo>
                  <a:cubicBezTo>
                    <a:pt x="251024" y="240068"/>
                    <a:pt x="251024" y="210959"/>
                    <a:pt x="231540" y="190985"/>
                  </a:cubicBezTo>
                  <a:cubicBezTo>
                    <a:pt x="219487" y="178615"/>
                    <a:pt x="203900" y="173829"/>
                    <a:pt x="187588" y="177428"/>
                  </a:cubicBezTo>
                  <a:close/>
                  <a:moveTo>
                    <a:pt x="204896" y="191185"/>
                  </a:moveTo>
                  <a:cubicBezTo>
                    <a:pt x="218763" y="194193"/>
                    <a:pt x="229004" y="205177"/>
                    <a:pt x="231723" y="220103"/>
                  </a:cubicBezTo>
                  <a:cubicBezTo>
                    <a:pt x="234259" y="233996"/>
                    <a:pt x="226286" y="250037"/>
                    <a:pt x="213597" y="256580"/>
                  </a:cubicBezTo>
                  <a:cubicBezTo>
                    <a:pt x="200366" y="263404"/>
                    <a:pt x="183962" y="260785"/>
                    <a:pt x="173630" y="250245"/>
                  </a:cubicBezTo>
                  <a:cubicBezTo>
                    <a:pt x="160037" y="236388"/>
                    <a:pt x="159945" y="214484"/>
                    <a:pt x="173541" y="200709"/>
                  </a:cubicBezTo>
                  <a:cubicBezTo>
                    <a:pt x="181877" y="192163"/>
                    <a:pt x="193388" y="188665"/>
                    <a:pt x="204896" y="191166"/>
                  </a:cubicBezTo>
                  <a:close/>
                  <a:moveTo>
                    <a:pt x="104756" y="225423"/>
                  </a:moveTo>
                  <a:cubicBezTo>
                    <a:pt x="104756" y="243838"/>
                    <a:pt x="104665" y="258900"/>
                    <a:pt x="104394" y="258900"/>
                  </a:cubicBezTo>
                  <a:cubicBezTo>
                    <a:pt x="103033" y="258900"/>
                    <a:pt x="66150" y="226746"/>
                    <a:pt x="66150" y="225432"/>
                  </a:cubicBezTo>
                  <a:cubicBezTo>
                    <a:pt x="66150" y="224236"/>
                    <a:pt x="102762" y="192046"/>
                    <a:pt x="104303" y="191973"/>
                  </a:cubicBezTo>
                  <a:cubicBezTo>
                    <a:pt x="104394" y="191964"/>
                    <a:pt x="104665" y="207008"/>
                    <a:pt x="104665" y="225423"/>
                  </a:cubicBezTo>
                  <a:close/>
                  <a:moveTo>
                    <a:pt x="300779" y="199522"/>
                  </a:moveTo>
                  <a:cubicBezTo>
                    <a:pt x="311654" y="208521"/>
                    <a:pt x="329326" y="224580"/>
                    <a:pt x="329326" y="225423"/>
                  </a:cubicBezTo>
                  <a:cubicBezTo>
                    <a:pt x="329326" y="226628"/>
                    <a:pt x="292803" y="258810"/>
                    <a:pt x="291171" y="258882"/>
                  </a:cubicBezTo>
                  <a:cubicBezTo>
                    <a:pt x="291083" y="258891"/>
                    <a:pt x="290629" y="243838"/>
                    <a:pt x="290629" y="225423"/>
                  </a:cubicBezTo>
                  <a:cubicBezTo>
                    <a:pt x="290629" y="207017"/>
                    <a:pt x="290720" y="191964"/>
                    <a:pt x="291171" y="191973"/>
                  </a:cubicBezTo>
                  <a:cubicBezTo>
                    <a:pt x="291262" y="191982"/>
                    <a:pt x="295795" y="195380"/>
                    <a:pt x="300779" y="199531"/>
                  </a:cubicBezTo>
                  <a:close/>
                  <a:moveTo>
                    <a:pt x="63158" y="242071"/>
                  </a:moveTo>
                  <a:cubicBezTo>
                    <a:pt x="71043" y="249665"/>
                    <a:pt x="87355" y="263504"/>
                    <a:pt x="98412" y="271968"/>
                  </a:cubicBezTo>
                  <a:cubicBezTo>
                    <a:pt x="103124" y="275503"/>
                    <a:pt x="106839" y="278530"/>
                    <a:pt x="106839" y="278675"/>
                  </a:cubicBezTo>
                  <a:cubicBezTo>
                    <a:pt x="106839" y="278792"/>
                    <a:pt x="107475" y="285046"/>
                    <a:pt x="108653" y="292477"/>
                  </a:cubicBezTo>
                  <a:cubicBezTo>
                    <a:pt x="110827" y="308953"/>
                    <a:pt x="113274" y="323244"/>
                    <a:pt x="116084" y="335442"/>
                  </a:cubicBezTo>
                  <a:cubicBezTo>
                    <a:pt x="117171" y="340490"/>
                    <a:pt x="118078" y="344750"/>
                    <a:pt x="117896" y="344949"/>
                  </a:cubicBezTo>
                  <a:cubicBezTo>
                    <a:pt x="117263" y="345619"/>
                    <a:pt x="95422" y="349553"/>
                    <a:pt x="86359" y="350550"/>
                  </a:cubicBezTo>
                  <a:cubicBezTo>
                    <a:pt x="72674" y="351963"/>
                    <a:pt x="53279" y="351084"/>
                    <a:pt x="44218" y="348701"/>
                  </a:cubicBezTo>
                  <a:cubicBezTo>
                    <a:pt x="29718" y="344732"/>
                    <a:pt x="19839" y="337082"/>
                    <a:pt x="16033" y="326860"/>
                  </a:cubicBezTo>
                  <a:cubicBezTo>
                    <a:pt x="14493" y="322492"/>
                    <a:pt x="14219" y="320544"/>
                    <a:pt x="14673" y="312152"/>
                  </a:cubicBezTo>
                  <a:cubicBezTo>
                    <a:pt x="15035" y="303869"/>
                    <a:pt x="15489" y="301222"/>
                    <a:pt x="18116" y="293800"/>
                  </a:cubicBezTo>
                  <a:cubicBezTo>
                    <a:pt x="22195" y="282553"/>
                    <a:pt x="29264" y="269829"/>
                    <a:pt x="38690" y="257151"/>
                  </a:cubicBezTo>
                  <a:cubicBezTo>
                    <a:pt x="45939" y="247354"/>
                    <a:pt x="55635" y="235944"/>
                    <a:pt x="56633" y="235944"/>
                  </a:cubicBezTo>
                  <a:cubicBezTo>
                    <a:pt x="56725" y="235944"/>
                    <a:pt x="59897" y="238681"/>
                    <a:pt x="63340" y="242016"/>
                  </a:cubicBezTo>
                  <a:close/>
                  <a:moveTo>
                    <a:pt x="344460" y="241536"/>
                  </a:moveTo>
                  <a:cubicBezTo>
                    <a:pt x="361862" y="260975"/>
                    <a:pt x="375544" y="284384"/>
                    <a:pt x="380076" y="302083"/>
                  </a:cubicBezTo>
                  <a:cubicBezTo>
                    <a:pt x="382250" y="310783"/>
                    <a:pt x="381434" y="323154"/>
                    <a:pt x="378445" y="329560"/>
                  </a:cubicBezTo>
                  <a:cubicBezTo>
                    <a:pt x="374186" y="338560"/>
                    <a:pt x="364580" y="345321"/>
                    <a:pt x="351167" y="348909"/>
                  </a:cubicBezTo>
                  <a:cubicBezTo>
                    <a:pt x="342466" y="351265"/>
                    <a:pt x="322620" y="352054"/>
                    <a:pt x="309389" y="350504"/>
                  </a:cubicBezTo>
                  <a:cubicBezTo>
                    <a:pt x="300417" y="349707"/>
                    <a:pt x="278485" y="345647"/>
                    <a:pt x="277760" y="344913"/>
                  </a:cubicBezTo>
                  <a:cubicBezTo>
                    <a:pt x="277669" y="344795"/>
                    <a:pt x="278394" y="340264"/>
                    <a:pt x="279663" y="334980"/>
                  </a:cubicBezTo>
                  <a:cubicBezTo>
                    <a:pt x="282744" y="321051"/>
                    <a:pt x="285009" y="307865"/>
                    <a:pt x="287003" y="292314"/>
                  </a:cubicBezTo>
                  <a:cubicBezTo>
                    <a:pt x="288364" y="281294"/>
                    <a:pt x="288997" y="278411"/>
                    <a:pt x="290358" y="277333"/>
                  </a:cubicBezTo>
                  <a:cubicBezTo>
                    <a:pt x="291171" y="276663"/>
                    <a:pt x="296700" y="272285"/>
                    <a:pt x="302499" y="267745"/>
                  </a:cubicBezTo>
                  <a:cubicBezTo>
                    <a:pt x="313014" y="259498"/>
                    <a:pt x="332316" y="242678"/>
                    <a:pt x="336304" y="238265"/>
                  </a:cubicBezTo>
                  <a:cubicBezTo>
                    <a:pt x="337391" y="237068"/>
                    <a:pt x="338660" y="235944"/>
                    <a:pt x="339023" y="235944"/>
                  </a:cubicBezTo>
                  <a:cubicBezTo>
                    <a:pt x="339385" y="235944"/>
                    <a:pt x="341924" y="238409"/>
                    <a:pt x="344643" y="241445"/>
                  </a:cubicBezTo>
                  <a:close/>
                  <a:moveTo>
                    <a:pt x="130402" y="294498"/>
                  </a:moveTo>
                  <a:cubicBezTo>
                    <a:pt x="141097" y="301557"/>
                    <a:pt x="162031" y="313828"/>
                    <a:pt x="171910" y="318903"/>
                  </a:cubicBezTo>
                  <a:cubicBezTo>
                    <a:pt x="176893" y="321431"/>
                    <a:pt x="180337" y="323688"/>
                    <a:pt x="179883" y="324114"/>
                  </a:cubicBezTo>
                  <a:cubicBezTo>
                    <a:pt x="178887" y="325184"/>
                    <a:pt x="164387" y="330748"/>
                    <a:pt x="147530" y="336475"/>
                  </a:cubicBezTo>
                  <a:cubicBezTo>
                    <a:pt x="133304" y="341297"/>
                    <a:pt x="132396" y="341505"/>
                    <a:pt x="131763" y="339937"/>
                  </a:cubicBezTo>
                  <a:cubicBezTo>
                    <a:pt x="130947" y="337201"/>
                    <a:pt x="127050" y="318324"/>
                    <a:pt x="125056" y="306488"/>
                  </a:cubicBezTo>
                  <a:cubicBezTo>
                    <a:pt x="124240" y="300434"/>
                    <a:pt x="123062" y="294181"/>
                    <a:pt x="122880" y="292612"/>
                  </a:cubicBezTo>
                  <a:cubicBezTo>
                    <a:pt x="122791" y="291199"/>
                    <a:pt x="122791" y="289758"/>
                    <a:pt x="122791" y="289758"/>
                  </a:cubicBezTo>
                  <a:cubicBezTo>
                    <a:pt x="122880" y="289758"/>
                    <a:pt x="126505" y="291879"/>
                    <a:pt x="130402" y="294498"/>
                  </a:cubicBezTo>
                  <a:close/>
                  <a:moveTo>
                    <a:pt x="272503" y="293084"/>
                  </a:moveTo>
                  <a:cubicBezTo>
                    <a:pt x="270329" y="308427"/>
                    <a:pt x="265163" y="336031"/>
                    <a:pt x="263713" y="339910"/>
                  </a:cubicBezTo>
                  <a:cubicBezTo>
                    <a:pt x="263169" y="341324"/>
                    <a:pt x="262173" y="341115"/>
                    <a:pt x="249304" y="336947"/>
                  </a:cubicBezTo>
                  <a:cubicBezTo>
                    <a:pt x="235257" y="332280"/>
                    <a:pt x="216949" y="325338"/>
                    <a:pt x="215682" y="324132"/>
                  </a:cubicBezTo>
                  <a:cubicBezTo>
                    <a:pt x="215320" y="323734"/>
                    <a:pt x="220574" y="320489"/>
                    <a:pt x="227372" y="316892"/>
                  </a:cubicBezTo>
                  <a:cubicBezTo>
                    <a:pt x="240150" y="310149"/>
                    <a:pt x="259725" y="298440"/>
                    <a:pt x="267428" y="292948"/>
                  </a:cubicBezTo>
                  <a:cubicBezTo>
                    <a:pt x="269784" y="291362"/>
                    <a:pt x="272049" y="289867"/>
                    <a:pt x="272323" y="289840"/>
                  </a:cubicBezTo>
                  <a:cubicBezTo>
                    <a:pt x="272685" y="289812"/>
                    <a:pt x="272685" y="291253"/>
                    <a:pt x="272414" y="293093"/>
                  </a:cubicBezTo>
                  <a:close/>
                  <a:moveTo>
                    <a:pt x="204354" y="334799"/>
                  </a:moveTo>
                  <a:cubicBezTo>
                    <a:pt x="214866" y="339657"/>
                    <a:pt x="233352" y="346744"/>
                    <a:pt x="246494" y="350985"/>
                  </a:cubicBezTo>
                  <a:lnTo>
                    <a:pt x="259272" y="355135"/>
                  </a:lnTo>
                  <a:lnTo>
                    <a:pt x="258730" y="357918"/>
                  </a:lnTo>
                  <a:cubicBezTo>
                    <a:pt x="258365" y="359313"/>
                    <a:pt x="256644" y="365041"/>
                    <a:pt x="254742" y="370397"/>
                  </a:cubicBezTo>
                  <a:cubicBezTo>
                    <a:pt x="244409" y="399025"/>
                    <a:pt x="230724" y="420585"/>
                    <a:pt x="216586" y="430327"/>
                  </a:cubicBezTo>
                  <a:cubicBezTo>
                    <a:pt x="211511" y="433826"/>
                    <a:pt x="202722" y="436889"/>
                    <a:pt x="197827" y="436889"/>
                  </a:cubicBezTo>
                  <a:cubicBezTo>
                    <a:pt x="192934" y="436889"/>
                    <a:pt x="184054" y="433826"/>
                    <a:pt x="179158" y="430391"/>
                  </a:cubicBezTo>
                  <a:cubicBezTo>
                    <a:pt x="164658" y="420395"/>
                    <a:pt x="150885" y="398617"/>
                    <a:pt x="140281" y="368811"/>
                  </a:cubicBezTo>
                  <a:cubicBezTo>
                    <a:pt x="138105" y="362603"/>
                    <a:pt x="136384" y="356984"/>
                    <a:pt x="136384" y="356323"/>
                  </a:cubicBezTo>
                  <a:cubicBezTo>
                    <a:pt x="136384" y="355652"/>
                    <a:pt x="140735" y="353676"/>
                    <a:pt x="149071" y="350994"/>
                  </a:cubicBezTo>
                  <a:cubicBezTo>
                    <a:pt x="161851" y="346888"/>
                    <a:pt x="187768" y="336820"/>
                    <a:pt x="193479" y="333748"/>
                  </a:cubicBezTo>
                  <a:cubicBezTo>
                    <a:pt x="197464" y="331618"/>
                    <a:pt x="197556" y="331618"/>
                    <a:pt x="204445" y="334817"/>
                  </a:cubicBezTo>
                  <a:close/>
                </a:path>
              </a:pathLst>
            </a:custGeom>
            <a:solidFill>
              <a:srgbClr val="FFFFFF"/>
            </a:solidFill>
            <a:ln w="6282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4F275BCD-8731-0934-9F0A-5925840340B3}"/>
                </a:ext>
              </a:extLst>
            </p:cNvPr>
            <p:cNvSpPr/>
            <p:nvPr/>
          </p:nvSpPr>
          <p:spPr>
            <a:xfrm flipV="1">
              <a:off x="3479174" y="3651261"/>
              <a:ext cx="763428" cy="763394"/>
            </a:xfrm>
            <a:custGeom>
              <a:avLst/>
              <a:gdLst>
                <a:gd name="csX0" fmla="*/ 763874 w 763428"/>
                <a:gd name="csY0" fmla="*/ 381695 h 763394"/>
                <a:gd name="csX1" fmla="*/ 382159 w 763428"/>
                <a:gd name="csY1" fmla="*/ 763393 h 763394"/>
                <a:gd name="csX2" fmla="*/ 446 w 763428"/>
                <a:gd name="csY2" fmla="*/ 381695 h 763394"/>
                <a:gd name="csX3" fmla="*/ 382159 w 763428"/>
                <a:gd name="csY3" fmla="*/ -2 h 763394"/>
                <a:gd name="csX4" fmla="*/ 763874 w 763428"/>
                <a:gd name="csY4" fmla="*/ 381695 h 763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3428" h="763394">
                  <a:moveTo>
                    <a:pt x="763874" y="381695"/>
                  </a:moveTo>
                  <a:cubicBezTo>
                    <a:pt x="763874" y="592500"/>
                    <a:pt x="592956" y="763393"/>
                    <a:pt x="382159" y="763393"/>
                  </a:cubicBezTo>
                  <a:cubicBezTo>
                    <a:pt x="171364" y="763393"/>
                    <a:pt x="446" y="592500"/>
                    <a:pt x="446" y="381695"/>
                  </a:cubicBezTo>
                  <a:cubicBezTo>
                    <a:pt x="446" y="170892"/>
                    <a:pt x="171364" y="-2"/>
                    <a:pt x="382159" y="-2"/>
                  </a:cubicBezTo>
                  <a:cubicBezTo>
                    <a:pt x="592956" y="-2"/>
                    <a:pt x="763874" y="170892"/>
                    <a:pt x="763874" y="381695"/>
                  </a:cubicBezTo>
                  <a:close/>
                </a:path>
              </a:pathLst>
            </a:custGeom>
            <a:noFill/>
            <a:ln w="24011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A92BAD1B-F8F4-5867-C0F2-5402AF4867F2}"/>
                </a:ext>
              </a:extLst>
            </p:cNvPr>
            <p:cNvSpPr/>
            <p:nvPr/>
          </p:nvSpPr>
          <p:spPr>
            <a:xfrm>
              <a:off x="3860886" y="4388147"/>
              <a:ext cx="23978" cy="26508"/>
            </a:xfrm>
            <a:custGeom>
              <a:avLst/>
              <a:gdLst>
                <a:gd name="csX0" fmla="*/ 446 w 23978"/>
                <a:gd name="csY0" fmla="*/ 26690 h 26508"/>
                <a:gd name="csX1" fmla="*/ 446 w 23978"/>
                <a:gd name="csY1" fmla="*/ 182 h 265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08">
                  <a:moveTo>
                    <a:pt x="446" y="26690"/>
                  </a:moveTo>
                  <a:lnTo>
                    <a:pt x="446" y="18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336FB96-8D69-61D0-73F4-18F3E97ED721}"/>
                </a:ext>
              </a:extLst>
            </p:cNvPr>
            <p:cNvSpPr/>
            <p:nvPr/>
          </p:nvSpPr>
          <p:spPr>
            <a:xfrm>
              <a:off x="3860886" y="3651261"/>
              <a:ext cx="23978" cy="26516"/>
            </a:xfrm>
            <a:custGeom>
              <a:avLst/>
              <a:gdLst>
                <a:gd name="csX0" fmla="*/ 446 w 23978"/>
                <a:gd name="csY0" fmla="*/ 26676 h 26516"/>
                <a:gd name="csX1" fmla="*/ 446 w 23978"/>
                <a:gd name="csY1" fmla="*/ 159 h 26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16">
                  <a:moveTo>
                    <a:pt x="446" y="26676"/>
                  </a:moveTo>
                  <a:lnTo>
                    <a:pt x="446" y="159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B422312F-75FA-FB68-61E9-4E13A0B6CA8A}"/>
                </a:ext>
              </a:extLst>
            </p:cNvPr>
            <p:cNvSpPr/>
            <p:nvPr/>
          </p:nvSpPr>
          <p:spPr>
            <a:xfrm>
              <a:off x="4216049" y="4032958"/>
              <a:ext cx="26553" cy="23978"/>
            </a:xfrm>
            <a:custGeom>
              <a:avLst/>
              <a:gdLst>
                <a:gd name="csX0" fmla="*/ 457 w 26553"/>
                <a:gd name="csY0" fmla="*/ 170 h 23978"/>
                <a:gd name="csX1" fmla="*/ 27010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457" y="170"/>
                  </a:moveTo>
                  <a:lnTo>
                    <a:pt x="27010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369B6B95-605A-A164-72DF-8E110F62735D}"/>
                </a:ext>
              </a:extLst>
            </p:cNvPr>
            <p:cNvSpPr/>
            <p:nvPr/>
          </p:nvSpPr>
          <p:spPr>
            <a:xfrm>
              <a:off x="3479174" y="4032958"/>
              <a:ext cx="26553" cy="23978"/>
            </a:xfrm>
            <a:custGeom>
              <a:avLst/>
              <a:gdLst>
                <a:gd name="csX0" fmla="*/ 434 w 26553"/>
                <a:gd name="csY0" fmla="*/ 170 h 23978"/>
                <a:gd name="csX1" fmla="*/ 26988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434" y="170"/>
                  </a:moveTo>
                  <a:lnTo>
                    <a:pt x="26988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0C6753B5-4A2C-CB19-6D10-94B4C42304DE}"/>
                </a:ext>
              </a:extLst>
            </p:cNvPr>
            <p:cNvSpPr/>
            <p:nvPr/>
          </p:nvSpPr>
          <p:spPr>
            <a:xfrm>
              <a:off x="3591095" y="4283946"/>
              <a:ext cx="18759" cy="18740"/>
            </a:xfrm>
            <a:custGeom>
              <a:avLst/>
              <a:gdLst>
                <a:gd name="csX0" fmla="*/ 438 w 18759"/>
                <a:gd name="csY0" fmla="*/ 18919 h 18740"/>
                <a:gd name="csX1" fmla="*/ 19197 w 18759"/>
                <a:gd name="csY1" fmla="*/ 178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0">
                  <a:moveTo>
                    <a:pt x="438" y="18919"/>
                  </a:moveTo>
                  <a:lnTo>
                    <a:pt x="19197" y="17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28645177-4B34-8D51-23A8-90A741082DE2}"/>
                </a:ext>
              </a:extLst>
            </p:cNvPr>
            <p:cNvSpPr/>
            <p:nvPr/>
          </p:nvSpPr>
          <p:spPr>
            <a:xfrm>
              <a:off x="4111376" y="3763719"/>
              <a:ext cx="18759" cy="18740"/>
            </a:xfrm>
            <a:custGeom>
              <a:avLst/>
              <a:gdLst>
                <a:gd name="csX0" fmla="*/ 454 w 18759"/>
                <a:gd name="csY0" fmla="*/ 18903 h 18740"/>
                <a:gd name="csX1" fmla="*/ 19213 w 18759"/>
                <a:gd name="csY1" fmla="*/ 162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0">
                  <a:moveTo>
                    <a:pt x="454" y="18903"/>
                  </a:moveTo>
                  <a:lnTo>
                    <a:pt x="19213" y="16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BE8FF13-FA31-8B11-84BA-839E4B85158D}"/>
                </a:ext>
              </a:extLst>
            </p:cNvPr>
            <p:cNvSpPr/>
            <p:nvPr/>
          </p:nvSpPr>
          <p:spPr>
            <a:xfrm>
              <a:off x="3591004" y="3763120"/>
              <a:ext cx="18759" cy="18750"/>
            </a:xfrm>
            <a:custGeom>
              <a:avLst/>
              <a:gdLst>
                <a:gd name="csX0" fmla="*/ 438 w 18759"/>
                <a:gd name="csY0" fmla="*/ 162 h 18750"/>
                <a:gd name="csX1" fmla="*/ 19197 w 18759"/>
                <a:gd name="csY1" fmla="*/ 18913 h 18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50">
                  <a:moveTo>
                    <a:pt x="438" y="162"/>
                  </a:moveTo>
                  <a:lnTo>
                    <a:pt x="19197" y="18913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DDFD0922-C749-4E50-63B1-EA8CB50D2198}"/>
                </a:ext>
              </a:extLst>
            </p:cNvPr>
            <p:cNvSpPr/>
            <p:nvPr/>
          </p:nvSpPr>
          <p:spPr>
            <a:xfrm>
              <a:off x="4112013" y="4284127"/>
              <a:ext cx="18759" cy="18749"/>
            </a:xfrm>
            <a:custGeom>
              <a:avLst/>
              <a:gdLst>
                <a:gd name="csX0" fmla="*/ 454 w 18759"/>
                <a:gd name="csY0" fmla="*/ 178 h 18749"/>
                <a:gd name="csX1" fmla="*/ 19213 w 18759"/>
                <a:gd name="csY1" fmla="*/ 18928 h 18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9">
                  <a:moveTo>
                    <a:pt x="454" y="178"/>
                  </a:moveTo>
                  <a:lnTo>
                    <a:pt x="19213" y="1892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FC2B8062-C71F-DDBF-A246-9953F545ED42}"/>
              </a:ext>
            </a:extLst>
          </p:cNvPr>
          <p:cNvSpPr/>
          <p:nvPr/>
        </p:nvSpPr>
        <p:spPr>
          <a:xfrm>
            <a:off x="3726042" y="2142575"/>
            <a:ext cx="23978" cy="864251"/>
          </a:xfrm>
          <a:custGeom>
            <a:avLst/>
            <a:gdLst>
              <a:gd name="csX0" fmla="*/ 445 w 23978"/>
              <a:gd name="csY0" fmla="*/ 126 h 864251"/>
              <a:gd name="csX1" fmla="*/ 445 w 23978"/>
              <a:gd name="csY1" fmla="*/ 864377 h 864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978" h="864251">
                <a:moveTo>
                  <a:pt x="445" y="126"/>
                </a:moveTo>
                <a:lnTo>
                  <a:pt x="445" y="864377"/>
                </a:lnTo>
              </a:path>
            </a:pathLst>
          </a:custGeom>
          <a:noFill/>
          <a:ln w="1341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C86D23BF-3F43-29C3-6B78-E90EB4A0E45B}"/>
              </a:ext>
            </a:extLst>
          </p:cNvPr>
          <p:cNvSpPr/>
          <p:nvPr/>
        </p:nvSpPr>
        <p:spPr>
          <a:xfrm>
            <a:off x="3452986" y="2366238"/>
            <a:ext cx="1297486" cy="311933"/>
          </a:xfrm>
          <a:custGeom>
            <a:avLst/>
            <a:gdLst>
              <a:gd name="csX0" fmla="*/ 456 w 1297486"/>
              <a:gd name="csY0" fmla="*/ 312058 h 311933"/>
              <a:gd name="csX1" fmla="*/ 261638 w 1297486"/>
              <a:gd name="csY1" fmla="*/ 312058 h 311933"/>
              <a:gd name="csX2" fmla="*/ 289732 w 1297486"/>
              <a:gd name="csY2" fmla="*/ 124 h 311933"/>
              <a:gd name="csX3" fmla="*/ 1297942 w 1297486"/>
              <a:gd name="csY3" fmla="*/ 124 h 311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97486" h="311933">
                <a:moveTo>
                  <a:pt x="456" y="312058"/>
                </a:moveTo>
                <a:lnTo>
                  <a:pt x="261638" y="312058"/>
                </a:lnTo>
                <a:lnTo>
                  <a:pt x="289732" y="124"/>
                </a:lnTo>
                <a:lnTo>
                  <a:pt x="1297942" y="124"/>
                </a:lnTo>
              </a:path>
            </a:pathLst>
          </a:custGeom>
          <a:noFill/>
          <a:ln w="26820" cap="rnd">
            <a:solidFill>
              <a:srgbClr val="89A02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1" name="Freeform: Shape 230">
            <a:extLst>
              <a:ext uri="{FF2B5EF4-FFF2-40B4-BE49-F238E27FC236}">
                <a16:creationId xmlns:a16="http://schemas.microsoft.com/office/drawing/2014/main" id="{C9772574-7A8F-2CEB-CDB3-971A98DE752F}"/>
              </a:ext>
            </a:extLst>
          </p:cNvPr>
          <p:cNvSpPr/>
          <p:nvPr/>
        </p:nvSpPr>
        <p:spPr>
          <a:xfrm>
            <a:off x="4483400" y="2143571"/>
            <a:ext cx="23978" cy="864179"/>
          </a:xfrm>
          <a:custGeom>
            <a:avLst/>
            <a:gdLst>
              <a:gd name="csX0" fmla="*/ 468 w 23978"/>
              <a:gd name="csY0" fmla="*/ 126 h 864179"/>
              <a:gd name="csX1" fmla="*/ 468 w 23978"/>
              <a:gd name="csY1" fmla="*/ 864305 h 864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978" h="864179">
                <a:moveTo>
                  <a:pt x="468" y="126"/>
                </a:moveTo>
                <a:lnTo>
                  <a:pt x="468" y="864305"/>
                </a:lnTo>
              </a:path>
            </a:pathLst>
          </a:custGeom>
          <a:noFill/>
          <a:ln w="1341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2" name="Freeform: Shape 231">
            <a:extLst>
              <a:ext uri="{FF2B5EF4-FFF2-40B4-BE49-F238E27FC236}">
                <a16:creationId xmlns:a16="http://schemas.microsoft.com/office/drawing/2014/main" id="{7788F392-427A-C3B2-D222-0240F52FEB2C}"/>
              </a:ext>
            </a:extLst>
          </p:cNvPr>
          <p:cNvSpPr/>
          <p:nvPr/>
        </p:nvSpPr>
        <p:spPr>
          <a:xfrm>
            <a:off x="3452986" y="2474536"/>
            <a:ext cx="1281082" cy="311897"/>
          </a:xfrm>
          <a:custGeom>
            <a:avLst/>
            <a:gdLst>
              <a:gd name="csX0" fmla="*/ 456 w 1281082"/>
              <a:gd name="csY0" fmla="*/ 312025 h 311897"/>
              <a:gd name="csX1" fmla="*/ 1016186 w 1281082"/>
              <a:gd name="csY1" fmla="*/ 312025 h 311897"/>
              <a:gd name="csX2" fmla="*/ 1044371 w 1281082"/>
              <a:gd name="csY2" fmla="*/ 127 h 311897"/>
              <a:gd name="csX3" fmla="*/ 1281539 w 1281082"/>
              <a:gd name="csY3" fmla="*/ 127 h 3118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81082" h="311897">
                <a:moveTo>
                  <a:pt x="456" y="312025"/>
                </a:moveTo>
                <a:lnTo>
                  <a:pt x="1016186" y="312025"/>
                </a:lnTo>
                <a:lnTo>
                  <a:pt x="1044371" y="127"/>
                </a:lnTo>
                <a:lnTo>
                  <a:pt x="1281539" y="127"/>
                </a:lnTo>
              </a:path>
            </a:pathLst>
          </a:custGeom>
          <a:noFill/>
          <a:ln w="26820" cap="rnd">
            <a:solidFill>
              <a:srgbClr val="FF7F2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3" name="Freeform: Shape 232">
            <a:extLst>
              <a:ext uri="{FF2B5EF4-FFF2-40B4-BE49-F238E27FC236}">
                <a16:creationId xmlns:a16="http://schemas.microsoft.com/office/drawing/2014/main" id="{87322644-7CB0-89F0-96B1-91F5A2F689E4}"/>
              </a:ext>
            </a:extLst>
          </p:cNvPr>
          <p:cNvSpPr/>
          <p:nvPr/>
        </p:nvSpPr>
        <p:spPr>
          <a:xfrm>
            <a:off x="3323027" y="2020048"/>
            <a:ext cx="2071430" cy="1163959"/>
          </a:xfrm>
          <a:custGeom>
            <a:avLst/>
            <a:gdLst>
              <a:gd name="csX0" fmla="*/ 179813 w 2071430"/>
              <a:gd name="csY0" fmla="*/ 127 h 1163959"/>
              <a:gd name="csX1" fmla="*/ 1892548 w 2071430"/>
              <a:gd name="csY1" fmla="*/ 127 h 1163959"/>
              <a:gd name="csX2" fmla="*/ 2071894 w 2071430"/>
              <a:gd name="csY2" fmla="*/ 179475 h 1163959"/>
              <a:gd name="csX3" fmla="*/ 2071894 w 2071430"/>
              <a:gd name="csY3" fmla="*/ 984766 h 1163959"/>
              <a:gd name="csX4" fmla="*/ 1892548 w 2071430"/>
              <a:gd name="csY4" fmla="*/ 1164087 h 1163959"/>
              <a:gd name="csX5" fmla="*/ 179813 w 2071430"/>
              <a:gd name="csY5" fmla="*/ 1164087 h 1163959"/>
              <a:gd name="csX6" fmla="*/ 464 w 2071430"/>
              <a:gd name="csY6" fmla="*/ 984766 h 1163959"/>
              <a:gd name="csX7" fmla="*/ 464 w 2071430"/>
              <a:gd name="csY7" fmla="*/ 179475 h 1163959"/>
              <a:gd name="csX8" fmla="*/ 179813 w 2071430"/>
              <a:gd name="csY8" fmla="*/ 127 h 11639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71430" h="1163959">
                <a:moveTo>
                  <a:pt x="179813" y="127"/>
                </a:moveTo>
                <a:lnTo>
                  <a:pt x="1892548" y="127"/>
                </a:lnTo>
                <a:cubicBezTo>
                  <a:pt x="1991963" y="127"/>
                  <a:pt x="2071894" y="80149"/>
                  <a:pt x="2071894" y="179475"/>
                </a:cubicBezTo>
                <a:lnTo>
                  <a:pt x="2071894" y="984766"/>
                </a:lnTo>
                <a:cubicBezTo>
                  <a:pt x="2071894" y="1084110"/>
                  <a:pt x="1991963" y="1164087"/>
                  <a:pt x="1892548" y="1164087"/>
                </a:cubicBezTo>
                <a:lnTo>
                  <a:pt x="179813" y="1164087"/>
                </a:lnTo>
                <a:cubicBezTo>
                  <a:pt x="80398" y="1164087"/>
                  <a:pt x="464" y="1084110"/>
                  <a:pt x="464" y="984766"/>
                </a:cubicBezTo>
                <a:lnTo>
                  <a:pt x="464" y="179475"/>
                </a:lnTo>
                <a:cubicBezTo>
                  <a:pt x="464" y="80149"/>
                  <a:pt x="80398" y="127"/>
                  <a:pt x="179813" y="127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4" name="Freeform: Shape 233">
            <a:extLst>
              <a:ext uri="{FF2B5EF4-FFF2-40B4-BE49-F238E27FC236}">
                <a16:creationId xmlns:a16="http://schemas.microsoft.com/office/drawing/2014/main" id="{40847530-49CE-E0CE-516D-5E1EB01768CD}"/>
              </a:ext>
            </a:extLst>
          </p:cNvPr>
          <p:cNvSpPr/>
          <p:nvPr/>
        </p:nvSpPr>
        <p:spPr>
          <a:xfrm>
            <a:off x="3452986" y="2141668"/>
            <a:ext cx="1297486" cy="866082"/>
          </a:xfrm>
          <a:custGeom>
            <a:avLst/>
            <a:gdLst>
              <a:gd name="csX0" fmla="*/ 101774 w 1297486"/>
              <a:gd name="csY0" fmla="*/ 126 h 866082"/>
              <a:gd name="csX1" fmla="*/ 1196622 w 1297486"/>
              <a:gd name="csY1" fmla="*/ 126 h 866082"/>
              <a:gd name="csX2" fmla="*/ 1297942 w 1297486"/>
              <a:gd name="csY2" fmla="*/ 101445 h 866082"/>
              <a:gd name="csX3" fmla="*/ 1297942 w 1297486"/>
              <a:gd name="csY3" fmla="*/ 764925 h 866082"/>
              <a:gd name="csX4" fmla="*/ 1196622 w 1297486"/>
              <a:gd name="csY4" fmla="*/ 866208 h 866082"/>
              <a:gd name="csX5" fmla="*/ 101774 w 1297486"/>
              <a:gd name="csY5" fmla="*/ 866208 h 866082"/>
              <a:gd name="csX6" fmla="*/ 456 w 1297486"/>
              <a:gd name="csY6" fmla="*/ 764925 h 866082"/>
              <a:gd name="csX7" fmla="*/ 456 w 1297486"/>
              <a:gd name="csY7" fmla="*/ 101445 h 866082"/>
              <a:gd name="csX8" fmla="*/ 101774 w 1297486"/>
              <a:gd name="csY8" fmla="*/ 126 h 8660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7486" h="866082">
                <a:moveTo>
                  <a:pt x="101774" y="126"/>
                </a:moveTo>
                <a:lnTo>
                  <a:pt x="1196622" y="126"/>
                </a:lnTo>
                <a:cubicBezTo>
                  <a:pt x="1252721" y="126"/>
                  <a:pt x="1297942" y="45348"/>
                  <a:pt x="1297942" y="101445"/>
                </a:cubicBezTo>
                <a:lnTo>
                  <a:pt x="1297942" y="764925"/>
                </a:lnTo>
                <a:cubicBezTo>
                  <a:pt x="1297942" y="821040"/>
                  <a:pt x="1252721" y="866208"/>
                  <a:pt x="1196622" y="866208"/>
                </a:cubicBezTo>
                <a:lnTo>
                  <a:pt x="101774" y="866208"/>
                </a:lnTo>
                <a:cubicBezTo>
                  <a:pt x="45678" y="866208"/>
                  <a:pt x="456" y="821040"/>
                  <a:pt x="456" y="764925"/>
                </a:cubicBezTo>
                <a:lnTo>
                  <a:pt x="456" y="101445"/>
                </a:lnTo>
                <a:cubicBezTo>
                  <a:pt x="456" y="45348"/>
                  <a:pt x="45678" y="126"/>
                  <a:pt x="101774" y="126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5" name="Freeform: Shape 234">
            <a:extLst>
              <a:ext uri="{FF2B5EF4-FFF2-40B4-BE49-F238E27FC236}">
                <a16:creationId xmlns:a16="http://schemas.microsoft.com/office/drawing/2014/main" id="{2905E1D5-7C01-7364-0AD1-C4E8D8D29010}"/>
              </a:ext>
            </a:extLst>
          </p:cNvPr>
          <p:cNvSpPr/>
          <p:nvPr/>
        </p:nvSpPr>
        <p:spPr>
          <a:xfrm>
            <a:off x="4832942" y="2385995"/>
            <a:ext cx="101320" cy="101863"/>
          </a:xfrm>
          <a:custGeom>
            <a:avLst/>
            <a:gdLst>
              <a:gd name="csX0" fmla="*/ 101801 w 101320"/>
              <a:gd name="csY0" fmla="*/ 51053 h 101863"/>
              <a:gd name="csX1" fmla="*/ 51139 w 101320"/>
              <a:gd name="csY1" fmla="*/ 101985 h 101863"/>
              <a:gd name="csX2" fmla="*/ 51139 w 101320"/>
              <a:gd name="csY2" fmla="*/ 101985 h 101863"/>
              <a:gd name="csX3" fmla="*/ 480 w 101320"/>
              <a:gd name="csY3" fmla="*/ 51053 h 101863"/>
              <a:gd name="csX4" fmla="*/ 51139 w 101320"/>
              <a:gd name="csY4" fmla="*/ 122 h 101863"/>
              <a:gd name="csX5" fmla="*/ 101801 w 101320"/>
              <a:gd name="csY5" fmla="*/ 51053 h 101863"/>
              <a:gd name="csX6" fmla="*/ 101801 w 101320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20" h="101863">
                <a:moveTo>
                  <a:pt x="101801" y="51053"/>
                </a:moveTo>
                <a:cubicBezTo>
                  <a:pt x="101801" y="79238"/>
                  <a:pt x="79144" y="101985"/>
                  <a:pt x="51139" y="101985"/>
                </a:cubicBezTo>
                <a:cubicBezTo>
                  <a:pt x="51139" y="101985"/>
                  <a:pt x="51139" y="101985"/>
                  <a:pt x="51139" y="101985"/>
                </a:cubicBezTo>
                <a:cubicBezTo>
                  <a:pt x="23137" y="101985"/>
                  <a:pt x="480" y="79238"/>
                  <a:pt x="480" y="51053"/>
                </a:cubicBezTo>
                <a:cubicBezTo>
                  <a:pt x="480" y="22868"/>
                  <a:pt x="23137" y="122"/>
                  <a:pt x="51139" y="122"/>
                </a:cubicBezTo>
                <a:cubicBezTo>
                  <a:pt x="79144" y="122"/>
                  <a:pt x="101801" y="22868"/>
                  <a:pt x="101801" y="51053"/>
                </a:cubicBezTo>
                <a:cubicBezTo>
                  <a:pt x="101801" y="51053"/>
                  <a:pt x="101801" y="51053"/>
                  <a:pt x="101801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6" name="Freeform: Shape 235">
            <a:extLst>
              <a:ext uri="{FF2B5EF4-FFF2-40B4-BE49-F238E27FC236}">
                <a16:creationId xmlns:a16="http://schemas.microsoft.com/office/drawing/2014/main" id="{AAF065CF-36FF-C668-DAC3-43A08924CF0A}"/>
              </a:ext>
            </a:extLst>
          </p:cNvPr>
          <p:cNvSpPr/>
          <p:nvPr/>
        </p:nvSpPr>
        <p:spPr>
          <a:xfrm>
            <a:off x="5018453" y="2385995"/>
            <a:ext cx="101320" cy="101863"/>
          </a:xfrm>
          <a:custGeom>
            <a:avLst/>
            <a:gdLst>
              <a:gd name="csX0" fmla="*/ 101806 w 101320"/>
              <a:gd name="csY0" fmla="*/ 51053 h 101863"/>
              <a:gd name="csX1" fmla="*/ 51145 w 101320"/>
              <a:gd name="csY1" fmla="*/ 101985 h 101863"/>
              <a:gd name="csX2" fmla="*/ 486 w 101320"/>
              <a:gd name="csY2" fmla="*/ 51053 h 101863"/>
              <a:gd name="csX3" fmla="*/ 51145 w 101320"/>
              <a:gd name="csY3" fmla="*/ 122 h 101863"/>
              <a:gd name="csX4" fmla="*/ 101806 w 101320"/>
              <a:gd name="csY4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320" h="101863">
                <a:moveTo>
                  <a:pt x="101806" y="51053"/>
                </a:moveTo>
                <a:cubicBezTo>
                  <a:pt x="101806" y="79238"/>
                  <a:pt x="79150" y="101985"/>
                  <a:pt x="51145" y="101985"/>
                </a:cubicBezTo>
                <a:cubicBezTo>
                  <a:pt x="23142" y="101985"/>
                  <a:pt x="486" y="79238"/>
                  <a:pt x="486" y="51053"/>
                </a:cubicBezTo>
                <a:cubicBezTo>
                  <a:pt x="486" y="22868"/>
                  <a:pt x="23142" y="122"/>
                  <a:pt x="51145" y="122"/>
                </a:cubicBezTo>
                <a:cubicBezTo>
                  <a:pt x="79150" y="122"/>
                  <a:pt x="101806" y="22868"/>
                  <a:pt x="101806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7" name="Freeform: Shape 236">
            <a:extLst>
              <a:ext uri="{FF2B5EF4-FFF2-40B4-BE49-F238E27FC236}">
                <a16:creationId xmlns:a16="http://schemas.microsoft.com/office/drawing/2014/main" id="{C6A26887-677C-D7BA-F6DC-B7F5A48BD714}"/>
              </a:ext>
            </a:extLst>
          </p:cNvPr>
          <p:cNvSpPr/>
          <p:nvPr/>
        </p:nvSpPr>
        <p:spPr>
          <a:xfrm>
            <a:off x="4832942" y="2385995"/>
            <a:ext cx="101320" cy="101863"/>
          </a:xfrm>
          <a:custGeom>
            <a:avLst/>
            <a:gdLst>
              <a:gd name="csX0" fmla="*/ 101801 w 101320"/>
              <a:gd name="csY0" fmla="*/ 51053 h 101863"/>
              <a:gd name="csX1" fmla="*/ 51139 w 101320"/>
              <a:gd name="csY1" fmla="*/ 101985 h 101863"/>
              <a:gd name="csX2" fmla="*/ 51139 w 101320"/>
              <a:gd name="csY2" fmla="*/ 101985 h 101863"/>
              <a:gd name="csX3" fmla="*/ 480 w 101320"/>
              <a:gd name="csY3" fmla="*/ 51053 h 101863"/>
              <a:gd name="csX4" fmla="*/ 51139 w 101320"/>
              <a:gd name="csY4" fmla="*/ 122 h 101863"/>
              <a:gd name="csX5" fmla="*/ 101801 w 101320"/>
              <a:gd name="csY5" fmla="*/ 51053 h 101863"/>
              <a:gd name="csX6" fmla="*/ 101801 w 101320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20" h="101863">
                <a:moveTo>
                  <a:pt x="101801" y="51053"/>
                </a:moveTo>
                <a:cubicBezTo>
                  <a:pt x="101801" y="79238"/>
                  <a:pt x="79144" y="101985"/>
                  <a:pt x="51139" y="101985"/>
                </a:cubicBezTo>
                <a:cubicBezTo>
                  <a:pt x="51139" y="101985"/>
                  <a:pt x="51139" y="101985"/>
                  <a:pt x="51139" y="101985"/>
                </a:cubicBezTo>
                <a:cubicBezTo>
                  <a:pt x="23137" y="101985"/>
                  <a:pt x="480" y="79238"/>
                  <a:pt x="480" y="51053"/>
                </a:cubicBezTo>
                <a:cubicBezTo>
                  <a:pt x="480" y="22868"/>
                  <a:pt x="23137" y="122"/>
                  <a:pt x="51139" y="122"/>
                </a:cubicBezTo>
                <a:cubicBezTo>
                  <a:pt x="79144" y="122"/>
                  <a:pt x="101801" y="22868"/>
                  <a:pt x="101801" y="51053"/>
                </a:cubicBezTo>
                <a:cubicBezTo>
                  <a:pt x="101801" y="51053"/>
                  <a:pt x="101801" y="51053"/>
                  <a:pt x="101801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8" name="Freeform: Shape 237">
            <a:extLst>
              <a:ext uri="{FF2B5EF4-FFF2-40B4-BE49-F238E27FC236}">
                <a16:creationId xmlns:a16="http://schemas.microsoft.com/office/drawing/2014/main" id="{78DBF78B-BB91-CB7E-C2B1-7B35FE904E67}"/>
              </a:ext>
            </a:extLst>
          </p:cNvPr>
          <p:cNvSpPr/>
          <p:nvPr/>
        </p:nvSpPr>
        <p:spPr>
          <a:xfrm>
            <a:off x="5019993" y="2385995"/>
            <a:ext cx="101320" cy="101863"/>
          </a:xfrm>
          <a:custGeom>
            <a:avLst/>
            <a:gdLst>
              <a:gd name="csX0" fmla="*/ 101806 w 101320"/>
              <a:gd name="csY0" fmla="*/ 51053 h 101863"/>
              <a:gd name="csX1" fmla="*/ 51145 w 101320"/>
              <a:gd name="csY1" fmla="*/ 101985 h 101863"/>
              <a:gd name="csX2" fmla="*/ 486 w 101320"/>
              <a:gd name="csY2" fmla="*/ 51053 h 101863"/>
              <a:gd name="csX3" fmla="*/ 486 w 101320"/>
              <a:gd name="csY3" fmla="*/ 51053 h 101863"/>
              <a:gd name="csX4" fmla="*/ 51145 w 101320"/>
              <a:gd name="csY4" fmla="*/ 122 h 101863"/>
              <a:gd name="csX5" fmla="*/ 51145 w 101320"/>
              <a:gd name="csY5" fmla="*/ 122 h 101863"/>
              <a:gd name="csX6" fmla="*/ 101806 w 101320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20" h="101863">
                <a:moveTo>
                  <a:pt x="101806" y="51053"/>
                </a:moveTo>
                <a:cubicBezTo>
                  <a:pt x="101806" y="79238"/>
                  <a:pt x="79150" y="101985"/>
                  <a:pt x="51145" y="101985"/>
                </a:cubicBezTo>
                <a:cubicBezTo>
                  <a:pt x="23142" y="101985"/>
                  <a:pt x="486" y="79238"/>
                  <a:pt x="486" y="51053"/>
                </a:cubicBezTo>
                <a:cubicBezTo>
                  <a:pt x="486" y="51053"/>
                  <a:pt x="486" y="51053"/>
                  <a:pt x="486" y="51053"/>
                </a:cubicBezTo>
                <a:cubicBezTo>
                  <a:pt x="486" y="22868"/>
                  <a:pt x="23142" y="122"/>
                  <a:pt x="51145" y="122"/>
                </a:cubicBezTo>
                <a:cubicBezTo>
                  <a:pt x="51145" y="122"/>
                  <a:pt x="51145" y="122"/>
                  <a:pt x="51145" y="122"/>
                </a:cubicBezTo>
                <a:cubicBezTo>
                  <a:pt x="79150" y="122"/>
                  <a:pt x="101806" y="22868"/>
                  <a:pt x="101806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70CDD587-C2EB-A4E0-26BD-CF8692F9C7D4}"/>
              </a:ext>
            </a:extLst>
          </p:cNvPr>
          <p:cNvSpPr/>
          <p:nvPr/>
        </p:nvSpPr>
        <p:spPr>
          <a:xfrm>
            <a:off x="4832942" y="2563983"/>
            <a:ext cx="101320" cy="101953"/>
          </a:xfrm>
          <a:custGeom>
            <a:avLst/>
            <a:gdLst>
              <a:gd name="csX0" fmla="*/ 101801 w 101320"/>
              <a:gd name="csY0" fmla="*/ 51059 h 101953"/>
              <a:gd name="csX1" fmla="*/ 51139 w 101320"/>
              <a:gd name="csY1" fmla="*/ 102081 h 101953"/>
              <a:gd name="csX2" fmla="*/ 51139 w 101320"/>
              <a:gd name="csY2" fmla="*/ 102081 h 101953"/>
              <a:gd name="csX3" fmla="*/ 480 w 101320"/>
              <a:gd name="csY3" fmla="*/ 51059 h 101953"/>
              <a:gd name="csX4" fmla="*/ 51139 w 101320"/>
              <a:gd name="csY4" fmla="*/ 127 h 101953"/>
              <a:gd name="csX5" fmla="*/ 101801 w 101320"/>
              <a:gd name="csY5" fmla="*/ 51059 h 101953"/>
              <a:gd name="csX6" fmla="*/ 101801 w 101320"/>
              <a:gd name="csY6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20" h="101953">
                <a:moveTo>
                  <a:pt x="101801" y="51059"/>
                </a:moveTo>
                <a:cubicBezTo>
                  <a:pt x="101801" y="79243"/>
                  <a:pt x="79144" y="102081"/>
                  <a:pt x="51139" y="102081"/>
                </a:cubicBezTo>
                <a:cubicBezTo>
                  <a:pt x="51139" y="102081"/>
                  <a:pt x="51139" y="102081"/>
                  <a:pt x="51139" y="102081"/>
                </a:cubicBezTo>
                <a:cubicBezTo>
                  <a:pt x="23137" y="102081"/>
                  <a:pt x="480" y="79243"/>
                  <a:pt x="480" y="51059"/>
                </a:cubicBezTo>
                <a:cubicBezTo>
                  <a:pt x="480" y="22965"/>
                  <a:pt x="23137" y="127"/>
                  <a:pt x="51139" y="127"/>
                </a:cubicBezTo>
                <a:cubicBezTo>
                  <a:pt x="79144" y="127"/>
                  <a:pt x="101801" y="22965"/>
                  <a:pt x="101801" y="51059"/>
                </a:cubicBezTo>
                <a:cubicBezTo>
                  <a:pt x="101801" y="51059"/>
                  <a:pt x="101801" y="51059"/>
                  <a:pt x="101801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190BE0EA-BB4F-A02E-6046-641CABC789A6}"/>
              </a:ext>
            </a:extLst>
          </p:cNvPr>
          <p:cNvSpPr/>
          <p:nvPr/>
        </p:nvSpPr>
        <p:spPr>
          <a:xfrm>
            <a:off x="5019993" y="2563983"/>
            <a:ext cx="101320" cy="101953"/>
          </a:xfrm>
          <a:custGeom>
            <a:avLst/>
            <a:gdLst>
              <a:gd name="csX0" fmla="*/ 101806 w 101320"/>
              <a:gd name="csY0" fmla="*/ 51059 h 101953"/>
              <a:gd name="csX1" fmla="*/ 51145 w 101320"/>
              <a:gd name="csY1" fmla="*/ 102081 h 101953"/>
              <a:gd name="csX2" fmla="*/ 486 w 101320"/>
              <a:gd name="csY2" fmla="*/ 51059 h 101953"/>
              <a:gd name="csX3" fmla="*/ 486 w 101320"/>
              <a:gd name="csY3" fmla="*/ 51059 h 101953"/>
              <a:gd name="csX4" fmla="*/ 51145 w 101320"/>
              <a:gd name="csY4" fmla="*/ 127 h 101953"/>
              <a:gd name="csX5" fmla="*/ 51145 w 101320"/>
              <a:gd name="csY5" fmla="*/ 127 h 101953"/>
              <a:gd name="csX6" fmla="*/ 101806 w 101320"/>
              <a:gd name="csY6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20" h="101953">
                <a:moveTo>
                  <a:pt x="101806" y="51059"/>
                </a:moveTo>
                <a:cubicBezTo>
                  <a:pt x="101806" y="79243"/>
                  <a:pt x="79150" y="102081"/>
                  <a:pt x="51145" y="102081"/>
                </a:cubicBezTo>
                <a:cubicBezTo>
                  <a:pt x="23142" y="102081"/>
                  <a:pt x="486" y="79243"/>
                  <a:pt x="486" y="51059"/>
                </a:cubicBezTo>
                <a:cubicBezTo>
                  <a:pt x="486" y="51059"/>
                  <a:pt x="486" y="51059"/>
                  <a:pt x="486" y="51059"/>
                </a:cubicBezTo>
                <a:cubicBezTo>
                  <a:pt x="486" y="22965"/>
                  <a:pt x="23142" y="127"/>
                  <a:pt x="51145" y="127"/>
                </a:cubicBezTo>
                <a:cubicBezTo>
                  <a:pt x="51145" y="127"/>
                  <a:pt x="51145" y="127"/>
                  <a:pt x="51145" y="127"/>
                </a:cubicBezTo>
                <a:cubicBezTo>
                  <a:pt x="79150" y="127"/>
                  <a:pt x="101806" y="22965"/>
                  <a:pt x="101806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Freeform: Shape 240">
            <a:extLst>
              <a:ext uri="{FF2B5EF4-FFF2-40B4-BE49-F238E27FC236}">
                <a16:creationId xmlns:a16="http://schemas.microsoft.com/office/drawing/2014/main" id="{DB58CE32-9FA4-4AC0-A375-80DFB52A21B7}"/>
              </a:ext>
            </a:extLst>
          </p:cNvPr>
          <p:cNvSpPr/>
          <p:nvPr/>
        </p:nvSpPr>
        <p:spPr>
          <a:xfrm>
            <a:off x="4848801" y="2293194"/>
            <a:ext cx="69600" cy="23978"/>
          </a:xfrm>
          <a:custGeom>
            <a:avLst/>
            <a:gdLst>
              <a:gd name="csX0" fmla="*/ 480 w 69600"/>
              <a:gd name="csY0" fmla="*/ 117 h 23978"/>
              <a:gd name="csX1" fmla="*/ 70081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480" y="117"/>
                </a:moveTo>
                <a:lnTo>
                  <a:pt x="70081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5BAE68E6-2E8B-B692-1F8B-EE15D2E313C8}"/>
              </a:ext>
            </a:extLst>
          </p:cNvPr>
          <p:cNvSpPr/>
          <p:nvPr/>
        </p:nvSpPr>
        <p:spPr>
          <a:xfrm>
            <a:off x="5035852" y="2293194"/>
            <a:ext cx="69600" cy="23978"/>
          </a:xfrm>
          <a:custGeom>
            <a:avLst/>
            <a:gdLst>
              <a:gd name="csX0" fmla="*/ 486 w 69600"/>
              <a:gd name="csY0" fmla="*/ 117 h 23978"/>
              <a:gd name="csX1" fmla="*/ 70087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486" y="117"/>
                </a:moveTo>
                <a:lnTo>
                  <a:pt x="70087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3" name="Freeform: Shape 242">
            <a:extLst>
              <a:ext uri="{FF2B5EF4-FFF2-40B4-BE49-F238E27FC236}">
                <a16:creationId xmlns:a16="http://schemas.microsoft.com/office/drawing/2014/main" id="{FCE2DCDB-B4A7-CE28-1563-5E9F9ACED987}"/>
              </a:ext>
            </a:extLst>
          </p:cNvPr>
          <p:cNvSpPr/>
          <p:nvPr/>
        </p:nvSpPr>
        <p:spPr>
          <a:xfrm>
            <a:off x="4848801" y="2217069"/>
            <a:ext cx="69600" cy="23978"/>
          </a:xfrm>
          <a:custGeom>
            <a:avLst/>
            <a:gdLst>
              <a:gd name="csX0" fmla="*/ 480 w 69600"/>
              <a:gd name="csY0" fmla="*/ 115 h 23978"/>
              <a:gd name="csX1" fmla="*/ 70081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480" y="115"/>
                </a:moveTo>
                <a:lnTo>
                  <a:pt x="70081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4" name="Freeform: Shape 243">
            <a:extLst>
              <a:ext uri="{FF2B5EF4-FFF2-40B4-BE49-F238E27FC236}">
                <a16:creationId xmlns:a16="http://schemas.microsoft.com/office/drawing/2014/main" id="{F3EC5889-E463-590C-74F8-FEBDDF6295B0}"/>
              </a:ext>
            </a:extLst>
          </p:cNvPr>
          <p:cNvSpPr/>
          <p:nvPr/>
        </p:nvSpPr>
        <p:spPr>
          <a:xfrm>
            <a:off x="5035852" y="2217069"/>
            <a:ext cx="69600" cy="23978"/>
          </a:xfrm>
          <a:custGeom>
            <a:avLst/>
            <a:gdLst>
              <a:gd name="csX0" fmla="*/ 486 w 69600"/>
              <a:gd name="csY0" fmla="*/ 115 h 23978"/>
              <a:gd name="csX1" fmla="*/ 70087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486" y="115"/>
                </a:moveTo>
                <a:lnTo>
                  <a:pt x="70087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5" name="Freeform: Shape 244">
            <a:extLst>
              <a:ext uri="{FF2B5EF4-FFF2-40B4-BE49-F238E27FC236}">
                <a16:creationId xmlns:a16="http://schemas.microsoft.com/office/drawing/2014/main" id="{8D77C45B-5424-E630-7CAD-1105740355E2}"/>
              </a:ext>
            </a:extLst>
          </p:cNvPr>
          <p:cNvSpPr/>
          <p:nvPr/>
        </p:nvSpPr>
        <p:spPr>
          <a:xfrm>
            <a:off x="3737279" y="3112867"/>
            <a:ext cx="51657" cy="23978"/>
          </a:xfrm>
          <a:custGeom>
            <a:avLst/>
            <a:gdLst>
              <a:gd name="csX0" fmla="*/ 446 w 51657"/>
              <a:gd name="csY0" fmla="*/ 142 h 23978"/>
              <a:gd name="csX1" fmla="*/ 52103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446" y="142"/>
                </a:moveTo>
                <a:lnTo>
                  <a:pt x="52103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6" name="Freeform: Shape 245">
            <a:extLst>
              <a:ext uri="{FF2B5EF4-FFF2-40B4-BE49-F238E27FC236}">
                <a16:creationId xmlns:a16="http://schemas.microsoft.com/office/drawing/2014/main" id="{CBC757B6-8948-762C-847C-BB2B5DAE4C6D}"/>
              </a:ext>
            </a:extLst>
          </p:cNvPr>
          <p:cNvSpPr/>
          <p:nvPr/>
        </p:nvSpPr>
        <p:spPr>
          <a:xfrm>
            <a:off x="3906566" y="3112867"/>
            <a:ext cx="51657" cy="23978"/>
          </a:xfrm>
          <a:custGeom>
            <a:avLst/>
            <a:gdLst>
              <a:gd name="csX0" fmla="*/ 451 w 51657"/>
              <a:gd name="csY0" fmla="*/ 142 h 23978"/>
              <a:gd name="csX1" fmla="*/ 52108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451" y="142"/>
                </a:moveTo>
                <a:lnTo>
                  <a:pt x="52108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7" name="Freeform: Shape 246">
            <a:extLst>
              <a:ext uri="{FF2B5EF4-FFF2-40B4-BE49-F238E27FC236}">
                <a16:creationId xmlns:a16="http://schemas.microsoft.com/office/drawing/2014/main" id="{D7A31172-B6CA-D364-DD93-BE67DC63F0AC}"/>
              </a:ext>
            </a:extLst>
          </p:cNvPr>
          <p:cNvSpPr/>
          <p:nvPr/>
        </p:nvSpPr>
        <p:spPr>
          <a:xfrm>
            <a:off x="4075855" y="3112867"/>
            <a:ext cx="51748" cy="23978"/>
          </a:xfrm>
          <a:custGeom>
            <a:avLst/>
            <a:gdLst>
              <a:gd name="csX0" fmla="*/ 456 w 51748"/>
              <a:gd name="csY0" fmla="*/ 142 h 23978"/>
              <a:gd name="csX1" fmla="*/ 52205 w 51748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748" h="23978">
                <a:moveTo>
                  <a:pt x="456" y="142"/>
                </a:moveTo>
                <a:lnTo>
                  <a:pt x="52205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096AE197-AB43-0DEC-A739-7F600941D978}"/>
              </a:ext>
            </a:extLst>
          </p:cNvPr>
          <p:cNvSpPr/>
          <p:nvPr/>
        </p:nvSpPr>
        <p:spPr>
          <a:xfrm>
            <a:off x="4245145" y="3112867"/>
            <a:ext cx="51745" cy="23978"/>
          </a:xfrm>
          <a:custGeom>
            <a:avLst/>
            <a:gdLst>
              <a:gd name="csX0" fmla="*/ 461 w 51745"/>
              <a:gd name="csY0" fmla="*/ 142 h 23978"/>
              <a:gd name="csX1" fmla="*/ 52207 w 51745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745" h="23978">
                <a:moveTo>
                  <a:pt x="461" y="142"/>
                </a:moveTo>
                <a:lnTo>
                  <a:pt x="52207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5556F6CF-C582-2B35-17A6-5B8C805F0677}"/>
              </a:ext>
            </a:extLst>
          </p:cNvPr>
          <p:cNvSpPr/>
          <p:nvPr/>
        </p:nvSpPr>
        <p:spPr>
          <a:xfrm>
            <a:off x="4414523" y="3112867"/>
            <a:ext cx="51657" cy="23978"/>
          </a:xfrm>
          <a:custGeom>
            <a:avLst/>
            <a:gdLst>
              <a:gd name="csX0" fmla="*/ 467 w 51657"/>
              <a:gd name="csY0" fmla="*/ 142 h 23978"/>
              <a:gd name="csX1" fmla="*/ 52124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467" y="142"/>
                </a:moveTo>
                <a:lnTo>
                  <a:pt x="52124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00F5FBA9-33A4-53F1-0B6F-D7D5A80A1B28}"/>
              </a:ext>
            </a:extLst>
          </p:cNvPr>
          <p:cNvSpPr/>
          <p:nvPr/>
        </p:nvSpPr>
        <p:spPr>
          <a:xfrm>
            <a:off x="4832942" y="2945055"/>
            <a:ext cx="61262" cy="61616"/>
          </a:xfrm>
          <a:custGeom>
            <a:avLst/>
            <a:gdLst>
              <a:gd name="csX0" fmla="*/ 61742 w 61262"/>
              <a:gd name="csY0" fmla="*/ 30942 h 61616"/>
              <a:gd name="csX1" fmla="*/ 31109 w 61262"/>
              <a:gd name="csY1" fmla="*/ 61755 h 61616"/>
              <a:gd name="csX2" fmla="*/ 479 w 61262"/>
              <a:gd name="csY2" fmla="*/ 30942 h 61616"/>
              <a:gd name="csX3" fmla="*/ 31109 w 61262"/>
              <a:gd name="csY3" fmla="*/ 138 h 61616"/>
              <a:gd name="csX4" fmla="*/ 61742 w 61262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2" h="61616">
                <a:moveTo>
                  <a:pt x="61742" y="30942"/>
                </a:moveTo>
                <a:cubicBezTo>
                  <a:pt x="61742" y="47961"/>
                  <a:pt x="48057" y="61755"/>
                  <a:pt x="31109" y="61755"/>
                </a:cubicBezTo>
                <a:cubicBezTo>
                  <a:pt x="14164" y="61755"/>
                  <a:pt x="479" y="47961"/>
                  <a:pt x="479" y="30942"/>
                </a:cubicBezTo>
                <a:cubicBezTo>
                  <a:pt x="479" y="13931"/>
                  <a:pt x="14164" y="138"/>
                  <a:pt x="31109" y="138"/>
                </a:cubicBezTo>
                <a:cubicBezTo>
                  <a:pt x="48057" y="138"/>
                  <a:pt x="61742" y="13931"/>
                  <a:pt x="61742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BD3FE395-D051-2A7D-4789-F26A39C64668}"/>
              </a:ext>
            </a:extLst>
          </p:cNvPr>
          <p:cNvSpPr/>
          <p:nvPr/>
        </p:nvSpPr>
        <p:spPr>
          <a:xfrm>
            <a:off x="4973231" y="2945055"/>
            <a:ext cx="61262" cy="61616"/>
          </a:xfrm>
          <a:custGeom>
            <a:avLst/>
            <a:gdLst>
              <a:gd name="csX0" fmla="*/ 61746 w 61262"/>
              <a:gd name="csY0" fmla="*/ 30942 h 61616"/>
              <a:gd name="csX1" fmla="*/ 31114 w 61262"/>
              <a:gd name="csY1" fmla="*/ 61755 h 61616"/>
              <a:gd name="csX2" fmla="*/ 31114 w 61262"/>
              <a:gd name="csY2" fmla="*/ 61755 h 61616"/>
              <a:gd name="csX3" fmla="*/ 484 w 61262"/>
              <a:gd name="csY3" fmla="*/ 30942 h 61616"/>
              <a:gd name="csX4" fmla="*/ 31114 w 61262"/>
              <a:gd name="csY4" fmla="*/ 138 h 61616"/>
              <a:gd name="csX5" fmla="*/ 61746 w 61262"/>
              <a:gd name="csY5" fmla="*/ 30942 h 61616"/>
              <a:gd name="csX6" fmla="*/ 61746 w 61262"/>
              <a:gd name="csY6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1262" h="61616">
                <a:moveTo>
                  <a:pt x="61746" y="30942"/>
                </a:moveTo>
                <a:cubicBezTo>
                  <a:pt x="61746" y="47961"/>
                  <a:pt x="48062" y="61755"/>
                  <a:pt x="31114" y="61755"/>
                </a:cubicBezTo>
                <a:cubicBezTo>
                  <a:pt x="31114" y="61755"/>
                  <a:pt x="31114" y="61755"/>
                  <a:pt x="31114" y="61755"/>
                </a:cubicBezTo>
                <a:cubicBezTo>
                  <a:pt x="14260" y="61755"/>
                  <a:pt x="484" y="47961"/>
                  <a:pt x="484" y="30942"/>
                </a:cubicBezTo>
                <a:cubicBezTo>
                  <a:pt x="484" y="13931"/>
                  <a:pt x="14260" y="138"/>
                  <a:pt x="31114" y="138"/>
                </a:cubicBezTo>
                <a:cubicBezTo>
                  <a:pt x="48062" y="138"/>
                  <a:pt x="61746" y="13931"/>
                  <a:pt x="61746" y="30942"/>
                </a:cubicBezTo>
                <a:cubicBezTo>
                  <a:pt x="61746" y="30942"/>
                  <a:pt x="61746" y="30942"/>
                  <a:pt x="61746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ADE496A5-AA23-13E1-AA93-37D64D95B897}"/>
              </a:ext>
            </a:extLst>
          </p:cNvPr>
          <p:cNvSpPr/>
          <p:nvPr/>
        </p:nvSpPr>
        <p:spPr>
          <a:xfrm>
            <a:off x="5113609" y="2945055"/>
            <a:ext cx="61265" cy="61616"/>
          </a:xfrm>
          <a:custGeom>
            <a:avLst/>
            <a:gdLst>
              <a:gd name="csX0" fmla="*/ 61753 w 61265"/>
              <a:gd name="csY0" fmla="*/ 30942 h 61616"/>
              <a:gd name="csX1" fmla="*/ 31121 w 61265"/>
              <a:gd name="csY1" fmla="*/ 61755 h 61616"/>
              <a:gd name="csX2" fmla="*/ 488 w 61265"/>
              <a:gd name="csY2" fmla="*/ 30942 h 61616"/>
              <a:gd name="csX3" fmla="*/ 31121 w 61265"/>
              <a:gd name="csY3" fmla="*/ 138 h 61616"/>
              <a:gd name="csX4" fmla="*/ 61753 w 61265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5" h="61616">
                <a:moveTo>
                  <a:pt x="61753" y="30942"/>
                </a:moveTo>
                <a:cubicBezTo>
                  <a:pt x="61753" y="47961"/>
                  <a:pt x="47978" y="61755"/>
                  <a:pt x="31121" y="61755"/>
                </a:cubicBezTo>
                <a:cubicBezTo>
                  <a:pt x="14173" y="61755"/>
                  <a:pt x="488" y="47961"/>
                  <a:pt x="488" y="30942"/>
                </a:cubicBezTo>
                <a:cubicBezTo>
                  <a:pt x="488" y="13931"/>
                  <a:pt x="14173" y="138"/>
                  <a:pt x="31121" y="138"/>
                </a:cubicBezTo>
                <a:cubicBezTo>
                  <a:pt x="47978" y="138"/>
                  <a:pt x="61753" y="13931"/>
                  <a:pt x="61753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A4659CD2-601E-73E3-4A9A-51CB37E83660}"/>
              </a:ext>
            </a:extLst>
          </p:cNvPr>
          <p:cNvSpPr/>
          <p:nvPr/>
        </p:nvSpPr>
        <p:spPr>
          <a:xfrm>
            <a:off x="5253898" y="2945055"/>
            <a:ext cx="61262" cy="61616"/>
          </a:xfrm>
          <a:custGeom>
            <a:avLst/>
            <a:gdLst>
              <a:gd name="csX0" fmla="*/ 61755 w 61262"/>
              <a:gd name="csY0" fmla="*/ 30942 h 61616"/>
              <a:gd name="csX1" fmla="*/ 31125 w 61262"/>
              <a:gd name="csY1" fmla="*/ 61755 h 61616"/>
              <a:gd name="csX2" fmla="*/ 492 w 61262"/>
              <a:gd name="csY2" fmla="*/ 30942 h 61616"/>
              <a:gd name="csX3" fmla="*/ 31125 w 61262"/>
              <a:gd name="csY3" fmla="*/ 138 h 61616"/>
              <a:gd name="csX4" fmla="*/ 61755 w 61262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2" h="61616">
                <a:moveTo>
                  <a:pt x="61755" y="30942"/>
                </a:moveTo>
                <a:cubicBezTo>
                  <a:pt x="61755" y="47961"/>
                  <a:pt x="48070" y="61755"/>
                  <a:pt x="31125" y="61755"/>
                </a:cubicBezTo>
                <a:cubicBezTo>
                  <a:pt x="14177" y="61755"/>
                  <a:pt x="492" y="47961"/>
                  <a:pt x="492" y="30942"/>
                </a:cubicBezTo>
                <a:cubicBezTo>
                  <a:pt x="492" y="13931"/>
                  <a:pt x="14177" y="138"/>
                  <a:pt x="31125" y="138"/>
                </a:cubicBezTo>
                <a:cubicBezTo>
                  <a:pt x="48070" y="138"/>
                  <a:pt x="61755" y="13931"/>
                  <a:pt x="61755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A995F7C2-788E-6375-6640-D2C36D5AFBBB}"/>
              </a:ext>
            </a:extLst>
          </p:cNvPr>
          <p:cNvSpPr/>
          <p:nvPr/>
        </p:nvSpPr>
        <p:spPr>
          <a:xfrm>
            <a:off x="5199613" y="2385995"/>
            <a:ext cx="101411" cy="101863"/>
          </a:xfrm>
          <a:custGeom>
            <a:avLst/>
            <a:gdLst>
              <a:gd name="csX0" fmla="*/ 101903 w 101411"/>
              <a:gd name="csY0" fmla="*/ 51053 h 101863"/>
              <a:gd name="csX1" fmla="*/ 51242 w 101411"/>
              <a:gd name="csY1" fmla="*/ 101985 h 101863"/>
              <a:gd name="csX2" fmla="*/ 51242 w 101411"/>
              <a:gd name="csY2" fmla="*/ 101985 h 101863"/>
              <a:gd name="csX3" fmla="*/ 491 w 101411"/>
              <a:gd name="csY3" fmla="*/ 51053 h 101863"/>
              <a:gd name="csX4" fmla="*/ 51242 w 101411"/>
              <a:gd name="csY4" fmla="*/ 122 h 101863"/>
              <a:gd name="csX5" fmla="*/ 101903 w 101411"/>
              <a:gd name="csY5" fmla="*/ 51053 h 101863"/>
              <a:gd name="csX6" fmla="*/ 101903 w 101411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411" h="101863">
                <a:moveTo>
                  <a:pt x="101903" y="51053"/>
                </a:moveTo>
                <a:cubicBezTo>
                  <a:pt x="101903" y="79238"/>
                  <a:pt x="79247" y="101985"/>
                  <a:pt x="51242" y="101985"/>
                </a:cubicBezTo>
                <a:cubicBezTo>
                  <a:pt x="51242" y="101985"/>
                  <a:pt x="51242" y="101985"/>
                  <a:pt x="51242" y="101985"/>
                </a:cubicBezTo>
                <a:cubicBezTo>
                  <a:pt x="23239" y="101985"/>
                  <a:pt x="491" y="79238"/>
                  <a:pt x="491" y="51053"/>
                </a:cubicBezTo>
                <a:cubicBezTo>
                  <a:pt x="491" y="22868"/>
                  <a:pt x="23239" y="122"/>
                  <a:pt x="51242" y="122"/>
                </a:cubicBezTo>
                <a:cubicBezTo>
                  <a:pt x="79247" y="122"/>
                  <a:pt x="101903" y="22868"/>
                  <a:pt x="101903" y="51053"/>
                </a:cubicBezTo>
                <a:cubicBezTo>
                  <a:pt x="101903" y="51053"/>
                  <a:pt x="101903" y="51053"/>
                  <a:pt x="101903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C6C800D5-735B-1701-B48C-2343410E2ED0}"/>
              </a:ext>
            </a:extLst>
          </p:cNvPr>
          <p:cNvSpPr/>
          <p:nvPr/>
        </p:nvSpPr>
        <p:spPr>
          <a:xfrm>
            <a:off x="5201153" y="2385995"/>
            <a:ext cx="101411" cy="101863"/>
          </a:xfrm>
          <a:custGeom>
            <a:avLst/>
            <a:gdLst>
              <a:gd name="csX0" fmla="*/ 101903 w 101411"/>
              <a:gd name="csY0" fmla="*/ 51053 h 101863"/>
              <a:gd name="csX1" fmla="*/ 51153 w 101411"/>
              <a:gd name="csY1" fmla="*/ 101985 h 101863"/>
              <a:gd name="csX2" fmla="*/ 491 w 101411"/>
              <a:gd name="csY2" fmla="*/ 51053 h 101863"/>
              <a:gd name="csX3" fmla="*/ 51153 w 101411"/>
              <a:gd name="csY3" fmla="*/ 122 h 101863"/>
              <a:gd name="csX4" fmla="*/ 101903 w 101411"/>
              <a:gd name="csY4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411" h="101863">
                <a:moveTo>
                  <a:pt x="101903" y="51053"/>
                </a:moveTo>
                <a:cubicBezTo>
                  <a:pt x="101903" y="79238"/>
                  <a:pt x="79156" y="101985"/>
                  <a:pt x="51153" y="101985"/>
                </a:cubicBezTo>
                <a:cubicBezTo>
                  <a:pt x="23148" y="101985"/>
                  <a:pt x="491" y="79238"/>
                  <a:pt x="491" y="51053"/>
                </a:cubicBezTo>
                <a:cubicBezTo>
                  <a:pt x="491" y="22868"/>
                  <a:pt x="23148" y="122"/>
                  <a:pt x="51153" y="122"/>
                </a:cubicBezTo>
                <a:cubicBezTo>
                  <a:pt x="79156" y="122"/>
                  <a:pt x="101903" y="22868"/>
                  <a:pt x="101903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87F54387-8C8C-6B85-FC6B-9F30609F729A}"/>
              </a:ext>
            </a:extLst>
          </p:cNvPr>
          <p:cNvSpPr/>
          <p:nvPr/>
        </p:nvSpPr>
        <p:spPr>
          <a:xfrm>
            <a:off x="5201153" y="2563983"/>
            <a:ext cx="101411" cy="101953"/>
          </a:xfrm>
          <a:custGeom>
            <a:avLst/>
            <a:gdLst>
              <a:gd name="csX0" fmla="*/ 101903 w 101411"/>
              <a:gd name="csY0" fmla="*/ 51059 h 101953"/>
              <a:gd name="csX1" fmla="*/ 51153 w 101411"/>
              <a:gd name="csY1" fmla="*/ 102081 h 101953"/>
              <a:gd name="csX2" fmla="*/ 491 w 101411"/>
              <a:gd name="csY2" fmla="*/ 51059 h 101953"/>
              <a:gd name="csX3" fmla="*/ 51153 w 101411"/>
              <a:gd name="csY3" fmla="*/ 127 h 101953"/>
              <a:gd name="csX4" fmla="*/ 101903 w 101411"/>
              <a:gd name="csY4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411" h="101953">
                <a:moveTo>
                  <a:pt x="101903" y="51059"/>
                </a:moveTo>
                <a:cubicBezTo>
                  <a:pt x="101903" y="79243"/>
                  <a:pt x="79156" y="102081"/>
                  <a:pt x="51153" y="102081"/>
                </a:cubicBezTo>
                <a:cubicBezTo>
                  <a:pt x="23148" y="102081"/>
                  <a:pt x="491" y="79243"/>
                  <a:pt x="491" y="51059"/>
                </a:cubicBezTo>
                <a:cubicBezTo>
                  <a:pt x="491" y="22965"/>
                  <a:pt x="23148" y="127"/>
                  <a:pt x="51153" y="127"/>
                </a:cubicBezTo>
                <a:cubicBezTo>
                  <a:pt x="79156" y="127"/>
                  <a:pt x="101903" y="22965"/>
                  <a:pt x="101903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7" name="Freeform: Shape 256">
            <a:extLst>
              <a:ext uri="{FF2B5EF4-FFF2-40B4-BE49-F238E27FC236}">
                <a16:creationId xmlns:a16="http://schemas.microsoft.com/office/drawing/2014/main" id="{7C1C6680-7309-ADA7-6740-A60D492F2F97}"/>
              </a:ext>
            </a:extLst>
          </p:cNvPr>
          <p:cNvSpPr/>
          <p:nvPr/>
        </p:nvSpPr>
        <p:spPr>
          <a:xfrm>
            <a:off x="5217014" y="2293194"/>
            <a:ext cx="69600" cy="23978"/>
          </a:xfrm>
          <a:custGeom>
            <a:avLst/>
            <a:gdLst>
              <a:gd name="csX0" fmla="*/ 491 w 69600"/>
              <a:gd name="csY0" fmla="*/ 117 h 23978"/>
              <a:gd name="csX1" fmla="*/ 70092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491" y="117"/>
                </a:moveTo>
                <a:lnTo>
                  <a:pt x="70092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40B618F2-77D9-4912-2503-A31661C232BC}"/>
              </a:ext>
            </a:extLst>
          </p:cNvPr>
          <p:cNvSpPr/>
          <p:nvPr/>
        </p:nvSpPr>
        <p:spPr>
          <a:xfrm>
            <a:off x="5217014" y="2217069"/>
            <a:ext cx="69600" cy="23978"/>
          </a:xfrm>
          <a:custGeom>
            <a:avLst/>
            <a:gdLst>
              <a:gd name="csX0" fmla="*/ 491 w 69600"/>
              <a:gd name="csY0" fmla="*/ 115 h 23978"/>
              <a:gd name="csX1" fmla="*/ 70092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491" y="115"/>
                </a:moveTo>
                <a:lnTo>
                  <a:pt x="70092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259" name="Graphic 43">
            <a:extLst>
              <a:ext uri="{FF2B5EF4-FFF2-40B4-BE49-F238E27FC236}">
                <a16:creationId xmlns:a16="http://schemas.microsoft.com/office/drawing/2014/main" id="{04CE2E03-DF11-5873-45A1-22E2F7258B73}"/>
              </a:ext>
            </a:extLst>
          </p:cNvPr>
          <p:cNvGrpSpPr/>
          <p:nvPr/>
        </p:nvGrpSpPr>
        <p:grpSpPr>
          <a:xfrm>
            <a:off x="4623689" y="3513994"/>
            <a:ext cx="897284" cy="1031301"/>
            <a:chOff x="4727633" y="3517307"/>
            <a:chExt cx="897284" cy="1031301"/>
          </a:xfrm>
        </p:grpSpPr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7DD8FDA-3E1B-EB4C-0251-745294275DB5}"/>
                </a:ext>
              </a:extLst>
            </p:cNvPr>
            <p:cNvSpPr/>
            <p:nvPr/>
          </p:nvSpPr>
          <p:spPr>
            <a:xfrm>
              <a:off x="5033132" y="3517307"/>
              <a:ext cx="154969" cy="142681"/>
            </a:xfrm>
            <a:custGeom>
              <a:avLst/>
              <a:gdLst>
                <a:gd name="csX0" fmla="*/ 155362 w 154969"/>
                <a:gd name="csY0" fmla="*/ 142838 h 142681"/>
                <a:gd name="csX1" fmla="*/ 134155 w 154969"/>
                <a:gd name="csY1" fmla="*/ 138189 h 142681"/>
                <a:gd name="csX2" fmla="*/ 76698 w 154969"/>
                <a:gd name="csY2" fmla="*/ 134111 h 142681"/>
                <a:gd name="csX3" fmla="*/ 19332 w 154969"/>
                <a:gd name="csY3" fmla="*/ 138189 h 142681"/>
                <a:gd name="csX4" fmla="*/ 484 w 154969"/>
                <a:gd name="csY4" fmla="*/ 142276 h 142681"/>
                <a:gd name="csX5" fmla="*/ 484 w 154969"/>
                <a:gd name="csY5" fmla="*/ 57894 h 142681"/>
                <a:gd name="csX6" fmla="*/ 846 w 154969"/>
                <a:gd name="csY6" fmla="*/ 51950 h 142681"/>
                <a:gd name="csX7" fmla="*/ 1751 w 154969"/>
                <a:gd name="csY7" fmla="*/ 46195 h 142681"/>
                <a:gd name="csX8" fmla="*/ 3382 w 154969"/>
                <a:gd name="csY8" fmla="*/ 40630 h 142681"/>
                <a:gd name="csX9" fmla="*/ 5468 w 154969"/>
                <a:gd name="csY9" fmla="*/ 35338 h 142681"/>
                <a:gd name="csX10" fmla="*/ 11447 w 154969"/>
                <a:gd name="csY10" fmla="*/ 25586 h 142681"/>
                <a:gd name="csX11" fmla="*/ 19241 w 154969"/>
                <a:gd name="csY11" fmla="*/ 17049 h 142681"/>
                <a:gd name="csX12" fmla="*/ 28757 w 154969"/>
                <a:gd name="csY12" fmla="*/ 9989 h 142681"/>
                <a:gd name="csX13" fmla="*/ 39632 w 154969"/>
                <a:gd name="csY13" fmla="*/ 4706 h 142681"/>
                <a:gd name="csX14" fmla="*/ 51685 w 154969"/>
                <a:gd name="csY14" fmla="*/ 1271 h 142681"/>
                <a:gd name="csX15" fmla="*/ 64736 w 154969"/>
                <a:gd name="csY15" fmla="*/ 157 h 142681"/>
                <a:gd name="csX16" fmla="*/ 91198 w 154969"/>
                <a:gd name="csY16" fmla="*/ 157 h 142681"/>
                <a:gd name="csX17" fmla="*/ 104158 w 154969"/>
                <a:gd name="csY17" fmla="*/ 1271 h 142681"/>
                <a:gd name="csX18" fmla="*/ 116211 w 154969"/>
                <a:gd name="csY18" fmla="*/ 4706 h 142681"/>
                <a:gd name="csX19" fmla="*/ 127085 w 154969"/>
                <a:gd name="csY19" fmla="*/ 9989 h 142681"/>
                <a:gd name="csX20" fmla="*/ 136693 w 154969"/>
                <a:gd name="csY20" fmla="*/ 17049 h 142681"/>
                <a:gd name="csX21" fmla="*/ 144487 w 154969"/>
                <a:gd name="csY21" fmla="*/ 25586 h 142681"/>
                <a:gd name="csX22" fmla="*/ 150378 w 154969"/>
                <a:gd name="csY22" fmla="*/ 35338 h 142681"/>
                <a:gd name="csX23" fmla="*/ 152552 w 154969"/>
                <a:gd name="csY23" fmla="*/ 40630 h 142681"/>
                <a:gd name="csX24" fmla="*/ 154184 w 154969"/>
                <a:gd name="csY24" fmla="*/ 46195 h 142681"/>
                <a:gd name="csX25" fmla="*/ 155091 w 154969"/>
                <a:gd name="csY25" fmla="*/ 51950 h 142681"/>
                <a:gd name="csX26" fmla="*/ 155453 w 154969"/>
                <a:gd name="csY26" fmla="*/ 57894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69" h="142681">
                  <a:moveTo>
                    <a:pt x="155362" y="142838"/>
                  </a:moveTo>
                  <a:cubicBezTo>
                    <a:pt x="148384" y="141098"/>
                    <a:pt x="141315" y="139548"/>
                    <a:pt x="134155" y="138189"/>
                  </a:cubicBezTo>
                  <a:cubicBezTo>
                    <a:pt x="115124" y="135461"/>
                    <a:pt x="95911" y="134101"/>
                    <a:pt x="76698" y="134111"/>
                  </a:cubicBezTo>
                  <a:cubicBezTo>
                    <a:pt x="57487" y="134101"/>
                    <a:pt x="38274" y="135470"/>
                    <a:pt x="19332" y="138189"/>
                  </a:cubicBezTo>
                  <a:cubicBezTo>
                    <a:pt x="12990" y="139403"/>
                    <a:pt x="6737" y="140762"/>
                    <a:pt x="484" y="142276"/>
                  </a:cubicBezTo>
                  <a:lnTo>
                    <a:pt x="484" y="57894"/>
                  </a:lnTo>
                  <a:cubicBezTo>
                    <a:pt x="484" y="55891"/>
                    <a:pt x="664" y="53898"/>
                    <a:pt x="846" y="51950"/>
                  </a:cubicBezTo>
                  <a:cubicBezTo>
                    <a:pt x="1026" y="50010"/>
                    <a:pt x="1388" y="48080"/>
                    <a:pt x="1751" y="46195"/>
                  </a:cubicBezTo>
                  <a:cubicBezTo>
                    <a:pt x="2113" y="44318"/>
                    <a:pt x="2658" y="42434"/>
                    <a:pt x="3382" y="40630"/>
                  </a:cubicBezTo>
                  <a:cubicBezTo>
                    <a:pt x="3927" y="38817"/>
                    <a:pt x="4652" y="37060"/>
                    <a:pt x="5468" y="35338"/>
                  </a:cubicBezTo>
                  <a:cubicBezTo>
                    <a:pt x="7099" y="31885"/>
                    <a:pt x="9091" y="28658"/>
                    <a:pt x="11447" y="25586"/>
                  </a:cubicBezTo>
                  <a:cubicBezTo>
                    <a:pt x="13715" y="22514"/>
                    <a:pt x="16342" y="19660"/>
                    <a:pt x="19241" y="17049"/>
                  </a:cubicBezTo>
                  <a:cubicBezTo>
                    <a:pt x="22142" y="14439"/>
                    <a:pt x="25405" y="12065"/>
                    <a:pt x="28757" y="9989"/>
                  </a:cubicBezTo>
                  <a:cubicBezTo>
                    <a:pt x="32201" y="7923"/>
                    <a:pt x="35826" y="6156"/>
                    <a:pt x="39632" y="4706"/>
                  </a:cubicBezTo>
                  <a:cubicBezTo>
                    <a:pt x="43529" y="3247"/>
                    <a:pt x="47517" y="2033"/>
                    <a:pt x="51685" y="1271"/>
                  </a:cubicBezTo>
                  <a:cubicBezTo>
                    <a:pt x="55947" y="501"/>
                    <a:pt x="60294" y="157"/>
                    <a:pt x="64736" y="157"/>
                  </a:cubicBezTo>
                  <a:lnTo>
                    <a:pt x="91198" y="157"/>
                  </a:lnTo>
                  <a:cubicBezTo>
                    <a:pt x="95640" y="157"/>
                    <a:pt x="99990" y="501"/>
                    <a:pt x="104158" y="1271"/>
                  </a:cubicBezTo>
                  <a:cubicBezTo>
                    <a:pt x="108326" y="2042"/>
                    <a:pt x="112405" y="3247"/>
                    <a:pt x="116211" y="4706"/>
                  </a:cubicBezTo>
                  <a:cubicBezTo>
                    <a:pt x="120108" y="6156"/>
                    <a:pt x="123733" y="7923"/>
                    <a:pt x="127085" y="9989"/>
                  </a:cubicBezTo>
                  <a:cubicBezTo>
                    <a:pt x="130531" y="12065"/>
                    <a:pt x="133792" y="14439"/>
                    <a:pt x="136693" y="17049"/>
                  </a:cubicBezTo>
                  <a:cubicBezTo>
                    <a:pt x="139592" y="19660"/>
                    <a:pt x="142222" y="22514"/>
                    <a:pt x="144487" y="25586"/>
                  </a:cubicBezTo>
                  <a:cubicBezTo>
                    <a:pt x="146752" y="28658"/>
                    <a:pt x="148837" y="31885"/>
                    <a:pt x="150378" y="35338"/>
                  </a:cubicBezTo>
                  <a:cubicBezTo>
                    <a:pt x="151282" y="37060"/>
                    <a:pt x="151827" y="38817"/>
                    <a:pt x="152552" y="40630"/>
                  </a:cubicBezTo>
                  <a:cubicBezTo>
                    <a:pt x="153097" y="42434"/>
                    <a:pt x="153639" y="44318"/>
                    <a:pt x="154184" y="46195"/>
                  </a:cubicBezTo>
                  <a:cubicBezTo>
                    <a:pt x="154546" y="48080"/>
                    <a:pt x="154908" y="50010"/>
                    <a:pt x="155091" y="51950"/>
                  </a:cubicBezTo>
                  <a:cubicBezTo>
                    <a:pt x="155270" y="53898"/>
                    <a:pt x="155453" y="55891"/>
                    <a:pt x="155453" y="57894"/>
                  </a:cubicBezTo>
                  <a:close/>
                </a:path>
              </a:pathLst>
            </a:custGeom>
            <a:solidFill>
              <a:srgbClr val="0000FF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97CDC18D-4590-9856-7FA8-B6F931A87C8D}"/>
                </a:ext>
              </a:extLst>
            </p:cNvPr>
            <p:cNvSpPr/>
            <p:nvPr/>
          </p:nvSpPr>
          <p:spPr>
            <a:xfrm>
              <a:off x="5482361" y="3956742"/>
              <a:ext cx="142556" cy="154960"/>
            </a:xfrm>
            <a:custGeom>
              <a:avLst/>
              <a:gdLst>
                <a:gd name="csX0" fmla="*/ 497 w 142556"/>
                <a:gd name="csY0" fmla="*/ 155113 h 154960"/>
                <a:gd name="csX1" fmla="*/ 5122 w 142556"/>
                <a:gd name="csY1" fmla="*/ 133852 h 154960"/>
                <a:gd name="csX2" fmla="*/ 9198 w 142556"/>
                <a:gd name="csY2" fmla="*/ 76387 h 154960"/>
                <a:gd name="csX3" fmla="*/ 5122 w 142556"/>
                <a:gd name="csY3" fmla="*/ 19012 h 154960"/>
                <a:gd name="csX4" fmla="*/ 1042 w 142556"/>
                <a:gd name="csY4" fmla="*/ 170 h 154960"/>
                <a:gd name="csX5" fmla="*/ 85415 w 142556"/>
                <a:gd name="csY5" fmla="*/ 170 h 154960"/>
                <a:gd name="csX6" fmla="*/ 91306 w 142556"/>
                <a:gd name="csY6" fmla="*/ 533 h 154960"/>
                <a:gd name="csX7" fmla="*/ 97105 w 142556"/>
                <a:gd name="csY7" fmla="*/ 1430 h 154960"/>
                <a:gd name="csX8" fmla="*/ 102634 w 142556"/>
                <a:gd name="csY8" fmla="*/ 3043 h 154960"/>
                <a:gd name="csX9" fmla="*/ 107980 w 142556"/>
                <a:gd name="csY9" fmla="*/ 5182 h 154960"/>
                <a:gd name="csX10" fmla="*/ 117679 w 142556"/>
                <a:gd name="csY10" fmla="*/ 11127 h 154960"/>
                <a:gd name="csX11" fmla="*/ 126197 w 142556"/>
                <a:gd name="csY11" fmla="*/ 18930 h 154960"/>
                <a:gd name="csX12" fmla="*/ 133266 w 142556"/>
                <a:gd name="csY12" fmla="*/ 28482 h 154960"/>
                <a:gd name="csX13" fmla="*/ 138613 w 142556"/>
                <a:gd name="csY13" fmla="*/ 39357 h 154960"/>
                <a:gd name="csX14" fmla="*/ 141965 w 142556"/>
                <a:gd name="csY14" fmla="*/ 51428 h 154960"/>
                <a:gd name="csX15" fmla="*/ 143054 w 142556"/>
                <a:gd name="csY15" fmla="*/ 64415 h 154960"/>
                <a:gd name="csX16" fmla="*/ 143054 w 142556"/>
                <a:gd name="csY16" fmla="*/ 90869 h 154960"/>
                <a:gd name="csX17" fmla="*/ 141965 w 142556"/>
                <a:gd name="csY17" fmla="*/ 103874 h 154960"/>
                <a:gd name="csX18" fmla="*/ 138613 w 142556"/>
                <a:gd name="csY18" fmla="*/ 115945 h 154960"/>
                <a:gd name="csX19" fmla="*/ 133266 w 142556"/>
                <a:gd name="csY19" fmla="*/ 126820 h 154960"/>
                <a:gd name="csX20" fmla="*/ 126197 w 142556"/>
                <a:gd name="csY20" fmla="*/ 136372 h 154960"/>
                <a:gd name="csX21" fmla="*/ 117679 w 142556"/>
                <a:gd name="csY21" fmla="*/ 144174 h 154960"/>
                <a:gd name="csX22" fmla="*/ 107980 w 142556"/>
                <a:gd name="csY22" fmla="*/ 150120 h 154960"/>
                <a:gd name="csX23" fmla="*/ 102634 w 142556"/>
                <a:gd name="csY23" fmla="*/ 152258 h 154960"/>
                <a:gd name="csX24" fmla="*/ 97105 w 142556"/>
                <a:gd name="csY24" fmla="*/ 153871 h 154960"/>
                <a:gd name="csX25" fmla="*/ 91306 w 142556"/>
                <a:gd name="csY25" fmla="*/ 154769 h 154960"/>
                <a:gd name="csX26" fmla="*/ 85415 w 142556"/>
                <a:gd name="csY26" fmla="*/ 155131 h 154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42556" h="154960">
                  <a:moveTo>
                    <a:pt x="497" y="155113"/>
                  </a:moveTo>
                  <a:cubicBezTo>
                    <a:pt x="2220" y="148062"/>
                    <a:pt x="3761" y="140976"/>
                    <a:pt x="5122" y="133852"/>
                  </a:cubicBezTo>
                  <a:cubicBezTo>
                    <a:pt x="7840" y="114821"/>
                    <a:pt x="9198" y="95617"/>
                    <a:pt x="9198" y="76387"/>
                  </a:cubicBezTo>
                  <a:cubicBezTo>
                    <a:pt x="9198" y="57192"/>
                    <a:pt x="7840" y="38016"/>
                    <a:pt x="5122" y="19012"/>
                  </a:cubicBezTo>
                  <a:cubicBezTo>
                    <a:pt x="3852" y="12704"/>
                    <a:pt x="2492" y="6424"/>
                    <a:pt x="1042" y="170"/>
                  </a:cubicBezTo>
                  <a:lnTo>
                    <a:pt x="85415" y="170"/>
                  </a:lnTo>
                  <a:cubicBezTo>
                    <a:pt x="87409" y="170"/>
                    <a:pt x="89403" y="325"/>
                    <a:pt x="91306" y="533"/>
                  </a:cubicBezTo>
                  <a:cubicBezTo>
                    <a:pt x="93300" y="714"/>
                    <a:pt x="95203" y="1068"/>
                    <a:pt x="97105" y="1430"/>
                  </a:cubicBezTo>
                  <a:cubicBezTo>
                    <a:pt x="99008" y="1792"/>
                    <a:pt x="100822" y="2328"/>
                    <a:pt x="102634" y="3043"/>
                  </a:cubicBezTo>
                  <a:cubicBezTo>
                    <a:pt x="104445" y="3587"/>
                    <a:pt x="106168" y="4303"/>
                    <a:pt x="107980" y="5182"/>
                  </a:cubicBezTo>
                  <a:cubicBezTo>
                    <a:pt x="111426" y="6805"/>
                    <a:pt x="114595" y="8816"/>
                    <a:pt x="117679" y="11127"/>
                  </a:cubicBezTo>
                  <a:cubicBezTo>
                    <a:pt x="120760" y="13429"/>
                    <a:pt x="123659" y="16039"/>
                    <a:pt x="126197" y="18930"/>
                  </a:cubicBezTo>
                  <a:cubicBezTo>
                    <a:pt x="128825" y="21821"/>
                    <a:pt x="131181" y="25075"/>
                    <a:pt x="133266" y="28482"/>
                  </a:cubicBezTo>
                  <a:cubicBezTo>
                    <a:pt x="135349" y="31898"/>
                    <a:pt x="137072" y="35505"/>
                    <a:pt x="138613" y="39357"/>
                  </a:cubicBezTo>
                  <a:cubicBezTo>
                    <a:pt x="139970" y="43199"/>
                    <a:pt x="141240" y="47241"/>
                    <a:pt x="141965" y="51428"/>
                  </a:cubicBezTo>
                  <a:cubicBezTo>
                    <a:pt x="142689" y="55615"/>
                    <a:pt x="143054" y="59974"/>
                    <a:pt x="143054" y="64415"/>
                  </a:cubicBezTo>
                  <a:lnTo>
                    <a:pt x="143054" y="90869"/>
                  </a:lnTo>
                  <a:cubicBezTo>
                    <a:pt x="143054" y="95328"/>
                    <a:pt x="142689" y="99677"/>
                    <a:pt x="141965" y="103874"/>
                  </a:cubicBezTo>
                  <a:cubicBezTo>
                    <a:pt x="141240" y="108060"/>
                    <a:pt x="140062" y="112102"/>
                    <a:pt x="138613" y="115945"/>
                  </a:cubicBezTo>
                  <a:cubicBezTo>
                    <a:pt x="137163" y="119796"/>
                    <a:pt x="135349" y="123385"/>
                    <a:pt x="133266" y="126820"/>
                  </a:cubicBezTo>
                  <a:cubicBezTo>
                    <a:pt x="131181" y="130227"/>
                    <a:pt x="128825" y="133481"/>
                    <a:pt x="126197" y="136372"/>
                  </a:cubicBezTo>
                  <a:cubicBezTo>
                    <a:pt x="123659" y="139281"/>
                    <a:pt x="120760" y="141873"/>
                    <a:pt x="117679" y="144174"/>
                  </a:cubicBezTo>
                  <a:cubicBezTo>
                    <a:pt x="114595" y="146468"/>
                    <a:pt x="111426" y="148498"/>
                    <a:pt x="107980" y="150120"/>
                  </a:cubicBezTo>
                  <a:cubicBezTo>
                    <a:pt x="106168" y="151017"/>
                    <a:pt x="104445" y="151552"/>
                    <a:pt x="102634" y="152258"/>
                  </a:cubicBezTo>
                  <a:cubicBezTo>
                    <a:pt x="100822" y="152793"/>
                    <a:pt x="99008" y="153337"/>
                    <a:pt x="97105" y="153871"/>
                  </a:cubicBezTo>
                  <a:cubicBezTo>
                    <a:pt x="95203" y="154234"/>
                    <a:pt x="93300" y="154588"/>
                    <a:pt x="91306" y="154769"/>
                  </a:cubicBezTo>
                  <a:cubicBezTo>
                    <a:pt x="89403" y="154950"/>
                    <a:pt x="87409" y="155131"/>
                    <a:pt x="85415" y="155131"/>
                  </a:cubicBezTo>
                  <a:close/>
                </a:path>
              </a:pathLst>
            </a:custGeom>
            <a:solidFill>
              <a:srgbClr val="FF0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05A9169C-2EF0-2CEF-37E6-99AC218855AF}"/>
                </a:ext>
              </a:extLst>
            </p:cNvPr>
            <p:cNvSpPr/>
            <p:nvPr/>
          </p:nvSpPr>
          <p:spPr>
            <a:xfrm>
              <a:off x="5031318" y="4405928"/>
              <a:ext cx="154969" cy="142681"/>
            </a:xfrm>
            <a:custGeom>
              <a:avLst/>
              <a:gdLst>
                <a:gd name="csX0" fmla="*/ 155453 w 154969"/>
                <a:gd name="csY0" fmla="*/ 184 h 142681"/>
                <a:gd name="csX1" fmla="*/ 134157 w 154969"/>
                <a:gd name="csY1" fmla="*/ 4824 h 142681"/>
                <a:gd name="csX2" fmla="*/ 76700 w 154969"/>
                <a:gd name="csY2" fmla="*/ 8912 h 142681"/>
                <a:gd name="csX3" fmla="*/ 19335 w 154969"/>
                <a:gd name="csY3" fmla="*/ 4824 h 142681"/>
                <a:gd name="csX4" fmla="*/ 484 w 154969"/>
                <a:gd name="csY4" fmla="*/ 746 h 142681"/>
                <a:gd name="csX5" fmla="*/ 484 w 154969"/>
                <a:gd name="csY5" fmla="*/ 85128 h 142681"/>
                <a:gd name="csX6" fmla="*/ 846 w 154969"/>
                <a:gd name="csY6" fmla="*/ 91063 h 142681"/>
                <a:gd name="csX7" fmla="*/ 1753 w 154969"/>
                <a:gd name="csY7" fmla="*/ 96819 h 142681"/>
                <a:gd name="csX8" fmla="*/ 3385 w 154969"/>
                <a:gd name="csY8" fmla="*/ 102392 h 142681"/>
                <a:gd name="csX9" fmla="*/ 5559 w 154969"/>
                <a:gd name="csY9" fmla="*/ 107684 h 142681"/>
                <a:gd name="csX10" fmla="*/ 11450 w 154969"/>
                <a:gd name="csY10" fmla="*/ 117435 h 142681"/>
                <a:gd name="csX11" fmla="*/ 19243 w 154969"/>
                <a:gd name="csY11" fmla="*/ 125972 h 142681"/>
                <a:gd name="csX12" fmla="*/ 28851 w 154969"/>
                <a:gd name="csY12" fmla="*/ 133024 h 142681"/>
                <a:gd name="csX13" fmla="*/ 39726 w 154969"/>
                <a:gd name="csY13" fmla="*/ 138316 h 142681"/>
                <a:gd name="csX14" fmla="*/ 51779 w 154969"/>
                <a:gd name="csY14" fmla="*/ 141751 h 142681"/>
                <a:gd name="csX15" fmla="*/ 64739 w 154969"/>
                <a:gd name="csY15" fmla="*/ 142865 h 142681"/>
                <a:gd name="csX16" fmla="*/ 91201 w 154969"/>
                <a:gd name="csY16" fmla="*/ 142865 h 142681"/>
                <a:gd name="csX17" fmla="*/ 104252 w 154969"/>
                <a:gd name="csY17" fmla="*/ 141751 h 142681"/>
                <a:gd name="csX18" fmla="*/ 116305 w 154969"/>
                <a:gd name="csY18" fmla="*/ 138316 h 142681"/>
                <a:gd name="csX19" fmla="*/ 127179 w 154969"/>
                <a:gd name="csY19" fmla="*/ 133024 h 142681"/>
                <a:gd name="csX20" fmla="*/ 136693 w 154969"/>
                <a:gd name="csY20" fmla="*/ 125972 h 142681"/>
                <a:gd name="csX21" fmla="*/ 144490 w 154969"/>
                <a:gd name="csY21" fmla="*/ 117435 h 142681"/>
                <a:gd name="csX22" fmla="*/ 150469 w 154969"/>
                <a:gd name="csY22" fmla="*/ 107684 h 142681"/>
                <a:gd name="csX23" fmla="*/ 152646 w 154969"/>
                <a:gd name="csY23" fmla="*/ 102392 h 142681"/>
                <a:gd name="csX24" fmla="*/ 154186 w 154969"/>
                <a:gd name="csY24" fmla="*/ 96819 h 142681"/>
                <a:gd name="csX25" fmla="*/ 155091 w 154969"/>
                <a:gd name="csY25" fmla="*/ 91063 h 142681"/>
                <a:gd name="csX26" fmla="*/ 155453 w 154969"/>
                <a:gd name="csY26" fmla="*/ 85128 h 142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154969" h="142681">
                  <a:moveTo>
                    <a:pt x="155453" y="184"/>
                  </a:moveTo>
                  <a:cubicBezTo>
                    <a:pt x="148387" y="1924"/>
                    <a:pt x="141318" y="3474"/>
                    <a:pt x="134157" y="4824"/>
                  </a:cubicBezTo>
                  <a:cubicBezTo>
                    <a:pt x="115127" y="7561"/>
                    <a:pt x="96005" y="8921"/>
                    <a:pt x="76700" y="8912"/>
                  </a:cubicBezTo>
                  <a:cubicBezTo>
                    <a:pt x="57578" y="8921"/>
                    <a:pt x="38365" y="7552"/>
                    <a:pt x="19335" y="4824"/>
                  </a:cubicBezTo>
                  <a:cubicBezTo>
                    <a:pt x="13081" y="3619"/>
                    <a:pt x="6737" y="2251"/>
                    <a:pt x="484" y="746"/>
                  </a:cubicBezTo>
                  <a:lnTo>
                    <a:pt x="484" y="85128"/>
                  </a:lnTo>
                  <a:cubicBezTo>
                    <a:pt x="484" y="87122"/>
                    <a:pt x="666" y="89124"/>
                    <a:pt x="846" y="91063"/>
                  </a:cubicBezTo>
                  <a:cubicBezTo>
                    <a:pt x="1029" y="93012"/>
                    <a:pt x="1391" y="94942"/>
                    <a:pt x="1753" y="96819"/>
                  </a:cubicBezTo>
                  <a:cubicBezTo>
                    <a:pt x="2116" y="98704"/>
                    <a:pt x="2660" y="100579"/>
                    <a:pt x="3385" y="102392"/>
                  </a:cubicBezTo>
                  <a:cubicBezTo>
                    <a:pt x="3927" y="104204"/>
                    <a:pt x="4652" y="105963"/>
                    <a:pt x="5559" y="107684"/>
                  </a:cubicBezTo>
                  <a:cubicBezTo>
                    <a:pt x="7191" y="111137"/>
                    <a:pt x="9185" y="114364"/>
                    <a:pt x="11450" y="117435"/>
                  </a:cubicBezTo>
                  <a:cubicBezTo>
                    <a:pt x="13806" y="120499"/>
                    <a:pt x="16345" y="123362"/>
                    <a:pt x="19243" y="125972"/>
                  </a:cubicBezTo>
                  <a:cubicBezTo>
                    <a:pt x="22145" y="128583"/>
                    <a:pt x="25405" y="130957"/>
                    <a:pt x="28851" y="133024"/>
                  </a:cubicBezTo>
                  <a:cubicBezTo>
                    <a:pt x="32295" y="135098"/>
                    <a:pt x="35829" y="136866"/>
                    <a:pt x="39726" y="138316"/>
                  </a:cubicBezTo>
                  <a:cubicBezTo>
                    <a:pt x="43532" y="139775"/>
                    <a:pt x="47611" y="140989"/>
                    <a:pt x="51779" y="141751"/>
                  </a:cubicBezTo>
                  <a:cubicBezTo>
                    <a:pt x="55947" y="142521"/>
                    <a:pt x="60297" y="142865"/>
                    <a:pt x="64739" y="142865"/>
                  </a:cubicBezTo>
                  <a:lnTo>
                    <a:pt x="91201" y="142865"/>
                  </a:lnTo>
                  <a:cubicBezTo>
                    <a:pt x="95642" y="142865"/>
                    <a:pt x="99990" y="142521"/>
                    <a:pt x="104252" y="141751"/>
                  </a:cubicBezTo>
                  <a:cubicBezTo>
                    <a:pt x="108420" y="140980"/>
                    <a:pt x="112496" y="139775"/>
                    <a:pt x="116305" y="138316"/>
                  </a:cubicBezTo>
                  <a:cubicBezTo>
                    <a:pt x="120110" y="136866"/>
                    <a:pt x="123736" y="135098"/>
                    <a:pt x="127179" y="133024"/>
                  </a:cubicBezTo>
                  <a:cubicBezTo>
                    <a:pt x="130623" y="130957"/>
                    <a:pt x="133795" y="128583"/>
                    <a:pt x="136693" y="125972"/>
                  </a:cubicBezTo>
                  <a:cubicBezTo>
                    <a:pt x="139595" y="123362"/>
                    <a:pt x="142222" y="120499"/>
                    <a:pt x="144490" y="117435"/>
                  </a:cubicBezTo>
                  <a:cubicBezTo>
                    <a:pt x="146843" y="114364"/>
                    <a:pt x="148837" y="111137"/>
                    <a:pt x="150469" y="107684"/>
                  </a:cubicBezTo>
                  <a:cubicBezTo>
                    <a:pt x="151376" y="105963"/>
                    <a:pt x="151918" y="104204"/>
                    <a:pt x="152646" y="102392"/>
                  </a:cubicBezTo>
                  <a:cubicBezTo>
                    <a:pt x="153188" y="100588"/>
                    <a:pt x="153641" y="98704"/>
                    <a:pt x="154186" y="96819"/>
                  </a:cubicBezTo>
                  <a:cubicBezTo>
                    <a:pt x="154549" y="94942"/>
                    <a:pt x="154911" y="93012"/>
                    <a:pt x="155091" y="91063"/>
                  </a:cubicBezTo>
                  <a:cubicBezTo>
                    <a:pt x="155273" y="89124"/>
                    <a:pt x="155453" y="87122"/>
                    <a:pt x="155453" y="85128"/>
                  </a:cubicBezTo>
                  <a:close/>
                </a:path>
              </a:pathLst>
            </a:custGeom>
            <a:solidFill>
              <a:srgbClr val="008000"/>
            </a:solidFill>
            <a:ln w="4720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714516E-E223-ED61-2DBB-B61CE674AE70}"/>
                </a:ext>
              </a:extLst>
            </p:cNvPr>
            <p:cNvSpPr/>
            <p:nvPr/>
          </p:nvSpPr>
          <p:spPr>
            <a:xfrm flipV="1">
              <a:off x="4825507" y="3744143"/>
              <a:ext cx="567588" cy="577629"/>
            </a:xfrm>
            <a:custGeom>
              <a:avLst/>
              <a:gdLst>
                <a:gd name="csX0" fmla="*/ 568072 w 567588"/>
                <a:gd name="csY0" fmla="*/ 288813 h 577629"/>
                <a:gd name="csX1" fmla="*/ 284322 w 567588"/>
                <a:gd name="csY1" fmla="*/ 577628 h 577629"/>
                <a:gd name="csX2" fmla="*/ 484 w 567588"/>
                <a:gd name="csY2" fmla="*/ 288813 h 577629"/>
                <a:gd name="csX3" fmla="*/ 284322 w 567588"/>
                <a:gd name="csY3" fmla="*/ -2 h 577629"/>
                <a:gd name="csX4" fmla="*/ 568072 w 567588"/>
                <a:gd name="csY4" fmla="*/ 288813 h 577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67588" h="577629">
                  <a:moveTo>
                    <a:pt x="568072" y="288813"/>
                  </a:moveTo>
                  <a:cubicBezTo>
                    <a:pt x="568072" y="448323"/>
                    <a:pt x="441014" y="577628"/>
                    <a:pt x="284322" y="577628"/>
                  </a:cubicBezTo>
                  <a:cubicBezTo>
                    <a:pt x="127542" y="577628"/>
                    <a:pt x="484" y="448323"/>
                    <a:pt x="484" y="288813"/>
                  </a:cubicBezTo>
                  <a:cubicBezTo>
                    <a:pt x="484" y="129303"/>
                    <a:pt x="127542" y="-2"/>
                    <a:pt x="284322" y="-2"/>
                  </a:cubicBezTo>
                  <a:cubicBezTo>
                    <a:pt x="441014" y="-2"/>
                    <a:pt x="568072" y="129303"/>
                    <a:pt x="568072" y="288813"/>
                  </a:cubicBezTo>
                  <a:close/>
                </a:path>
              </a:pathLst>
            </a:custGeom>
            <a:solidFill>
              <a:srgbClr val="000000"/>
            </a:solidFill>
            <a:ln w="6280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1E7D4479-0687-642F-B287-33DD31401D39}"/>
                </a:ext>
              </a:extLst>
            </p:cNvPr>
            <p:cNvSpPr/>
            <p:nvPr/>
          </p:nvSpPr>
          <p:spPr>
            <a:xfrm>
              <a:off x="4911964" y="3807878"/>
              <a:ext cx="394855" cy="450194"/>
            </a:xfrm>
            <a:custGeom>
              <a:avLst/>
              <a:gdLst>
                <a:gd name="csX0" fmla="*/ 188169 w 394855"/>
                <a:gd name="csY0" fmla="*/ 807 h 450194"/>
                <a:gd name="csX1" fmla="*/ 139412 w 394855"/>
                <a:gd name="csY1" fmla="*/ 48431 h 450194"/>
                <a:gd name="csX2" fmla="*/ 123734 w 394855"/>
                <a:gd name="csY2" fmla="*/ 87019 h 450194"/>
                <a:gd name="csX3" fmla="*/ 120835 w 394855"/>
                <a:gd name="csY3" fmla="*/ 92022 h 450194"/>
                <a:gd name="csX4" fmla="*/ 97634 w 394855"/>
                <a:gd name="csY4" fmla="*/ 87645 h 450194"/>
                <a:gd name="csX5" fmla="*/ 13986 w 394855"/>
                <a:gd name="csY5" fmla="*/ 103024 h 450194"/>
                <a:gd name="csX6" fmla="*/ 484 w 394855"/>
                <a:gd name="csY6" fmla="*/ 136574 h 450194"/>
                <a:gd name="csX7" fmla="*/ 41355 w 394855"/>
                <a:gd name="csY7" fmla="*/ 219496 h 450194"/>
                <a:gd name="csX8" fmla="*/ 46613 w 394855"/>
                <a:gd name="csY8" fmla="*/ 225423 h 450194"/>
                <a:gd name="csX9" fmla="*/ 41355 w 394855"/>
                <a:gd name="csY9" fmla="*/ 231350 h 450194"/>
                <a:gd name="csX10" fmla="*/ 484 w 394855"/>
                <a:gd name="csY10" fmla="*/ 314272 h 450194"/>
                <a:gd name="csX11" fmla="*/ 1662 w 394855"/>
                <a:gd name="csY11" fmla="*/ 327259 h 450194"/>
                <a:gd name="csX12" fmla="*/ 76610 w 394855"/>
                <a:gd name="csY12" fmla="*/ 365168 h 450194"/>
                <a:gd name="csX13" fmla="*/ 120924 w 394855"/>
                <a:gd name="csY13" fmla="*/ 358787 h 450194"/>
                <a:gd name="csX14" fmla="*/ 122918 w 394855"/>
                <a:gd name="csY14" fmla="*/ 361216 h 450194"/>
                <a:gd name="csX15" fmla="*/ 137963 w 394855"/>
                <a:gd name="csY15" fmla="*/ 399352 h 450194"/>
                <a:gd name="csX16" fmla="*/ 182823 w 394855"/>
                <a:gd name="csY16" fmla="*/ 448344 h 450194"/>
                <a:gd name="csX17" fmla="*/ 197777 w 394855"/>
                <a:gd name="csY17" fmla="*/ 450364 h 450194"/>
                <a:gd name="csX18" fmla="*/ 212819 w 394855"/>
                <a:gd name="csY18" fmla="*/ 448344 h 450194"/>
                <a:gd name="csX19" fmla="*/ 256683 w 394855"/>
                <a:gd name="csY19" fmla="*/ 401400 h 450194"/>
                <a:gd name="csX20" fmla="*/ 271816 w 394855"/>
                <a:gd name="csY20" fmla="*/ 363880 h 450194"/>
                <a:gd name="csX21" fmla="*/ 274806 w 394855"/>
                <a:gd name="csY21" fmla="*/ 358796 h 450194"/>
                <a:gd name="csX22" fmla="*/ 298190 w 394855"/>
                <a:gd name="csY22" fmla="*/ 363210 h 450194"/>
                <a:gd name="csX23" fmla="*/ 393979 w 394855"/>
                <a:gd name="csY23" fmla="*/ 327241 h 450194"/>
                <a:gd name="csX24" fmla="*/ 393891 w 394855"/>
                <a:gd name="csY24" fmla="*/ 299999 h 450194"/>
                <a:gd name="csX25" fmla="*/ 354286 w 394855"/>
                <a:gd name="csY25" fmla="*/ 231322 h 450194"/>
                <a:gd name="csX26" fmla="*/ 349211 w 394855"/>
                <a:gd name="csY26" fmla="*/ 225395 h 450194"/>
                <a:gd name="csX27" fmla="*/ 354377 w 394855"/>
                <a:gd name="csY27" fmla="*/ 219469 h 450194"/>
                <a:gd name="csX28" fmla="*/ 395340 w 394855"/>
                <a:gd name="csY28" fmla="*/ 136546 h 450194"/>
                <a:gd name="csX29" fmla="*/ 381564 w 394855"/>
                <a:gd name="csY29" fmla="*/ 102824 h 450194"/>
                <a:gd name="csX30" fmla="*/ 296105 w 394855"/>
                <a:gd name="csY30" fmla="*/ 87980 h 450194"/>
                <a:gd name="csX31" fmla="*/ 274897 w 394855"/>
                <a:gd name="csY31" fmla="*/ 92003 h 450194"/>
                <a:gd name="csX32" fmla="*/ 271908 w 394855"/>
                <a:gd name="csY32" fmla="*/ 86910 h 450194"/>
                <a:gd name="csX33" fmla="*/ 256774 w 394855"/>
                <a:gd name="csY33" fmla="*/ 49382 h 450194"/>
                <a:gd name="csX34" fmla="*/ 212910 w 394855"/>
                <a:gd name="csY34" fmla="*/ 2520 h 450194"/>
                <a:gd name="csX35" fmla="*/ 188351 w 394855"/>
                <a:gd name="csY35" fmla="*/ 925 h 450194"/>
                <a:gd name="csX36" fmla="*/ 206566 w 394855"/>
                <a:gd name="csY36" fmla="*/ 15751 h 450194"/>
                <a:gd name="csX37" fmla="*/ 254689 w 394855"/>
                <a:gd name="csY37" fmla="*/ 80531 h 450194"/>
                <a:gd name="csX38" fmla="*/ 258768 w 394855"/>
                <a:gd name="csY38" fmla="*/ 93018 h 450194"/>
                <a:gd name="csX39" fmla="*/ 259310 w 394855"/>
                <a:gd name="csY39" fmla="*/ 95810 h 450194"/>
                <a:gd name="csX40" fmla="*/ 249160 w 394855"/>
                <a:gd name="csY40" fmla="*/ 99037 h 450194"/>
                <a:gd name="csX41" fmla="*/ 208015 w 394855"/>
                <a:gd name="csY41" fmla="*/ 114497 h 450194"/>
                <a:gd name="csX42" fmla="*/ 197777 w 394855"/>
                <a:gd name="csY42" fmla="*/ 119001 h 450194"/>
                <a:gd name="csX43" fmla="*/ 186719 w 394855"/>
                <a:gd name="csY43" fmla="*/ 114180 h 450194"/>
                <a:gd name="csX44" fmla="*/ 145121 w 394855"/>
                <a:gd name="csY44" fmla="*/ 98611 h 450194"/>
                <a:gd name="csX45" fmla="*/ 136149 w 394855"/>
                <a:gd name="csY45" fmla="*/ 95819 h 450194"/>
                <a:gd name="csX46" fmla="*/ 136694 w 394855"/>
                <a:gd name="csY46" fmla="*/ 93000 h 450194"/>
                <a:gd name="csX47" fmla="*/ 140773 w 394855"/>
                <a:gd name="csY47" fmla="*/ 80513 h 450194"/>
                <a:gd name="csX48" fmla="*/ 188713 w 394855"/>
                <a:gd name="csY48" fmla="*/ 15742 h 450194"/>
                <a:gd name="csX49" fmla="*/ 206475 w 394855"/>
                <a:gd name="csY49" fmla="*/ 15742 h 450194"/>
                <a:gd name="csX50" fmla="*/ 87667 w 394855"/>
                <a:gd name="csY50" fmla="*/ 100405 h 450194"/>
                <a:gd name="csX51" fmla="*/ 117843 w 394855"/>
                <a:gd name="csY51" fmla="*/ 105906 h 450194"/>
                <a:gd name="csX52" fmla="*/ 116031 w 394855"/>
                <a:gd name="csY52" fmla="*/ 115512 h 450194"/>
                <a:gd name="csX53" fmla="*/ 108600 w 394855"/>
                <a:gd name="csY53" fmla="*/ 158487 h 450194"/>
                <a:gd name="csX54" fmla="*/ 98359 w 394855"/>
                <a:gd name="csY54" fmla="*/ 178923 h 450194"/>
                <a:gd name="csX55" fmla="*/ 63196 w 394855"/>
                <a:gd name="csY55" fmla="*/ 208757 h 450194"/>
                <a:gd name="csX56" fmla="*/ 56401 w 394855"/>
                <a:gd name="csY56" fmla="*/ 215273 h 450194"/>
                <a:gd name="csX57" fmla="*/ 51234 w 394855"/>
                <a:gd name="csY57" fmla="*/ 209554 h 450194"/>
                <a:gd name="csX58" fmla="*/ 17883 w 394855"/>
                <a:gd name="csY58" fmla="*/ 157000 h 450194"/>
                <a:gd name="csX59" fmla="*/ 14711 w 394855"/>
                <a:gd name="csY59" fmla="*/ 137335 h 450194"/>
                <a:gd name="csX60" fmla="*/ 17067 w 394855"/>
                <a:gd name="csY60" fmla="*/ 121349 h 450194"/>
                <a:gd name="csX61" fmla="*/ 40177 w 394855"/>
                <a:gd name="csY61" fmla="*/ 103106 h 450194"/>
                <a:gd name="csX62" fmla="*/ 87667 w 394855"/>
                <a:gd name="csY62" fmla="*/ 100387 h 450194"/>
                <a:gd name="csX63" fmla="*/ 349665 w 394855"/>
                <a:gd name="csY63" fmla="*/ 101610 h 450194"/>
                <a:gd name="csX64" fmla="*/ 378483 w 394855"/>
                <a:gd name="csY64" fmla="*/ 121312 h 450194"/>
                <a:gd name="csX65" fmla="*/ 380023 w 394855"/>
                <a:gd name="csY65" fmla="*/ 148790 h 450194"/>
                <a:gd name="csX66" fmla="*/ 344227 w 394855"/>
                <a:gd name="csY66" fmla="*/ 209536 h 450194"/>
                <a:gd name="csX67" fmla="*/ 339061 w 394855"/>
                <a:gd name="csY67" fmla="*/ 215236 h 450194"/>
                <a:gd name="csX68" fmla="*/ 330543 w 394855"/>
                <a:gd name="csY68" fmla="*/ 207171 h 450194"/>
                <a:gd name="csX69" fmla="*/ 298370 w 394855"/>
                <a:gd name="csY69" fmla="*/ 179857 h 450194"/>
                <a:gd name="csX70" fmla="*/ 286950 w 394855"/>
                <a:gd name="csY70" fmla="*/ 158904 h 450194"/>
                <a:gd name="csX71" fmla="*/ 279972 w 394855"/>
                <a:gd name="csY71" fmla="*/ 117560 h 450194"/>
                <a:gd name="csX72" fmla="*/ 277707 w 394855"/>
                <a:gd name="csY72" fmla="*/ 105860 h 450194"/>
                <a:gd name="csX73" fmla="*/ 306434 w 394855"/>
                <a:gd name="csY73" fmla="*/ 100396 h 450194"/>
                <a:gd name="csX74" fmla="*/ 349665 w 394855"/>
                <a:gd name="csY74" fmla="*/ 101465 h 450194"/>
                <a:gd name="csX75" fmla="*/ 144125 w 394855"/>
                <a:gd name="csY75" fmla="*/ 113156 h 450194"/>
                <a:gd name="csX76" fmla="*/ 179921 w 394855"/>
                <a:gd name="csY76" fmla="*/ 126777 h 450194"/>
                <a:gd name="csX77" fmla="*/ 171948 w 394855"/>
                <a:gd name="csY77" fmla="*/ 131961 h 450194"/>
                <a:gd name="csX78" fmla="*/ 130349 w 394855"/>
                <a:gd name="csY78" fmla="*/ 156402 h 450194"/>
                <a:gd name="csX79" fmla="*/ 122829 w 394855"/>
                <a:gd name="csY79" fmla="*/ 160861 h 450194"/>
                <a:gd name="csX80" fmla="*/ 128447 w 394855"/>
                <a:gd name="csY80" fmla="*/ 125807 h 450194"/>
                <a:gd name="csX81" fmla="*/ 133159 w 394855"/>
                <a:gd name="csY81" fmla="*/ 109585 h 450194"/>
                <a:gd name="csX82" fmla="*/ 144125 w 394855"/>
                <a:gd name="csY82" fmla="*/ 113128 h 450194"/>
                <a:gd name="csX83" fmla="*/ 267466 w 394855"/>
                <a:gd name="csY83" fmla="*/ 128082 h 450194"/>
                <a:gd name="csX84" fmla="*/ 269914 w 394855"/>
                <a:gd name="csY84" fmla="*/ 141549 h 450194"/>
                <a:gd name="csX85" fmla="*/ 272632 w 394855"/>
                <a:gd name="csY85" fmla="*/ 160997 h 450194"/>
                <a:gd name="csX86" fmla="*/ 268644 w 394855"/>
                <a:gd name="csY86" fmla="*/ 158704 h 450194"/>
                <a:gd name="csX87" fmla="*/ 222969 w 394855"/>
                <a:gd name="csY87" fmla="*/ 131671 h 450194"/>
                <a:gd name="csX88" fmla="*/ 215629 w 394855"/>
                <a:gd name="csY88" fmla="*/ 126822 h 450194"/>
                <a:gd name="csX89" fmla="*/ 249251 w 394855"/>
                <a:gd name="csY89" fmla="*/ 113944 h 450194"/>
                <a:gd name="csX90" fmla="*/ 263843 w 394855"/>
                <a:gd name="csY90" fmla="*/ 111226 h 450194"/>
                <a:gd name="csX91" fmla="*/ 267466 w 394855"/>
                <a:gd name="csY91" fmla="*/ 128109 h 450194"/>
                <a:gd name="csX92" fmla="*/ 207744 w 394855"/>
                <a:gd name="csY92" fmla="*/ 139319 h 450194"/>
                <a:gd name="csX93" fmla="*/ 265926 w 394855"/>
                <a:gd name="csY93" fmla="*/ 173585 h 450194"/>
                <a:gd name="csX94" fmla="*/ 274718 w 394855"/>
                <a:gd name="csY94" fmla="*/ 179584 h 450194"/>
                <a:gd name="csX95" fmla="*/ 275351 w 394855"/>
                <a:gd name="csY95" fmla="*/ 184687 h 450194"/>
                <a:gd name="csX96" fmla="*/ 275351 w 394855"/>
                <a:gd name="csY96" fmla="*/ 266277 h 450194"/>
                <a:gd name="csX97" fmla="*/ 274718 w 394855"/>
                <a:gd name="csY97" fmla="*/ 271416 h 450194"/>
                <a:gd name="csX98" fmla="*/ 262391 w 394855"/>
                <a:gd name="csY98" fmla="*/ 279617 h 450194"/>
                <a:gd name="csX99" fmla="*/ 210283 w 394855"/>
                <a:gd name="csY99" fmla="*/ 310194 h 450194"/>
                <a:gd name="csX100" fmla="*/ 197865 w 394855"/>
                <a:gd name="csY100" fmla="*/ 316547 h 450194"/>
                <a:gd name="csX101" fmla="*/ 185450 w 394855"/>
                <a:gd name="csY101" fmla="*/ 310239 h 450194"/>
                <a:gd name="csX102" fmla="*/ 133613 w 394855"/>
                <a:gd name="csY102" fmla="*/ 279898 h 450194"/>
                <a:gd name="csX103" fmla="*/ 120924 w 394855"/>
                <a:gd name="csY103" fmla="*/ 271434 h 450194"/>
                <a:gd name="csX104" fmla="*/ 120291 w 394855"/>
                <a:gd name="csY104" fmla="*/ 266295 h 450194"/>
                <a:gd name="csX105" fmla="*/ 120291 w 394855"/>
                <a:gd name="csY105" fmla="*/ 184650 h 450194"/>
                <a:gd name="csX106" fmla="*/ 120924 w 394855"/>
                <a:gd name="csY106" fmla="*/ 179503 h 450194"/>
                <a:gd name="csX107" fmla="*/ 133159 w 394855"/>
                <a:gd name="csY107" fmla="*/ 171356 h 450194"/>
                <a:gd name="csX108" fmla="*/ 198955 w 394855"/>
                <a:gd name="csY108" fmla="*/ 135250 h 450194"/>
                <a:gd name="csX109" fmla="*/ 207744 w 394855"/>
                <a:gd name="csY109" fmla="*/ 139383 h 450194"/>
                <a:gd name="csX110" fmla="*/ 187626 w 394855"/>
                <a:gd name="csY110" fmla="*/ 177428 h 450194"/>
                <a:gd name="csX111" fmla="*/ 154546 w 394855"/>
                <a:gd name="csY111" fmla="*/ 203628 h 450194"/>
                <a:gd name="csX112" fmla="*/ 163972 w 394855"/>
                <a:gd name="csY112" fmla="*/ 259870 h 450194"/>
                <a:gd name="csX113" fmla="*/ 231579 w 394855"/>
                <a:gd name="csY113" fmla="*/ 259870 h 450194"/>
                <a:gd name="csX114" fmla="*/ 231579 w 394855"/>
                <a:gd name="csY114" fmla="*/ 190985 h 450194"/>
                <a:gd name="csX115" fmla="*/ 187626 w 394855"/>
                <a:gd name="csY115" fmla="*/ 177428 h 450194"/>
                <a:gd name="csX116" fmla="*/ 204846 w 394855"/>
                <a:gd name="csY116" fmla="*/ 191185 h 450194"/>
                <a:gd name="csX117" fmla="*/ 231761 w 394855"/>
                <a:gd name="csY117" fmla="*/ 220103 h 450194"/>
                <a:gd name="csX118" fmla="*/ 213635 w 394855"/>
                <a:gd name="csY118" fmla="*/ 256580 h 450194"/>
                <a:gd name="csX119" fmla="*/ 173668 w 394855"/>
                <a:gd name="csY119" fmla="*/ 250245 h 450194"/>
                <a:gd name="csX120" fmla="*/ 173580 w 394855"/>
                <a:gd name="csY120" fmla="*/ 200709 h 450194"/>
                <a:gd name="csX121" fmla="*/ 204934 w 394855"/>
                <a:gd name="csY121" fmla="*/ 191166 h 450194"/>
                <a:gd name="csX122" fmla="*/ 104795 w 394855"/>
                <a:gd name="csY122" fmla="*/ 225423 h 450194"/>
                <a:gd name="csX123" fmla="*/ 104432 w 394855"/>
                <a:gd name="csY123" fmla="*/ 258900 h 450194"/>
                <a:gd name="csX124" fmla="*/ 66188 w 394855"/>
                <a:gd name="csY124" fmla="*/ 225432 h 450194"/>
                <a:gd name="csX125" fmla="*/ 104341 w 394855"/>
                <a:gd name="csY125" fmla="*/ 191973 h 450194"/>
                <a:gd name="csX126" fmla="*/ 104703 w 394855"/>
                <a:gd name="csY126" fmla="*/ 225423 h 450194"/>
                <a:gd name="csX127" fmla="*/ 300817 w 394855"/>
                <a:gd name="csY127" fmla="*/ 199522 h 450194"/>
                <a:gd name="csX128" fmla="*/ 329365 w 394855"/>
                <a:gd name="csY128" fmla="*/ 225423 h 450194"/>
                <a:gd name="csX129" fmla="*/ 291209 w 394855"/>
                <a:gd name="csY129" fmla="*/ 258882 h 450194"/>
                <a:gd name="csX130" fmla="*/ 290667 w 394855"/>
                <a:gd name="csY130" fmla="*/ 225423 h 450194"/>
                <a:gd name="csX131" fmla="*/ 291209 w 394855"/>
                <a:gd name="csY131" fmla="*/ 191973 h 450194"/>
                <a:gd name="csX132" fmla="*/ 300817 w 394855"/>
                <a:gd name="csY132" fmla="*/ 199531 h 450194"/>
                <a:gd name="csX133" fmla="*/ 63196 w 394855"/>
                <a:gd name="csY133" fmla="*/ 242071 h 450194"/>
                <a:gd name="csX134" fmla="*/ 98450 w 394855"/>
                <a:gd name="csY134" fmla="*/ 271968 h 450194"/>
                <a:gd name="csX135" fmla="*/ 106877 w 394855"/>
                <a:gd name="csY135" fmla="*/ 278675 h 450194"/>
                <a:gd name="csX136" fmla="*/ 108691 w 394855"/>
                <a:gd name="csY136" fmla="*/ 292477 h 450194"/>
                <a:gd name="csX137" fmla="*/ 116123 w 394855"/>
                <a:gd name="csY137" fmla="*/ 335442 h 450194"/>
                <a:gd name="csX138" fmla="*/ 117934 w 394855"/>
                <a:gd name="csY138" fmla="*/ 344949 h 450194"/>
                <a:gd name="csX139" fmla="*/ 86306 w 394855"/>
                <a:gd name="csY139" fmla="*/ 350550 h 450194"/>
                <a:gd name="csX140" fmla="*/ 44257 w 394855"/>
                <a:gd name="csY140" fmla="*/ 348701 h 450194"/>
                <a:gd name="csX141" fmla="*/ 16072 w 394855"/>
                <a:gd name="csY141" fmla="*/ 326860 h 450194"/>
                <a:gd name="csX142" fmla="*/ 14711 w 394855"/>
                <a:gd name="csY142" fmla="*/ 312152 h 450194"/>
                <a:gd name="csX143" fmla="*/ 18154 w 394855"/>
                <a:gd name="csY143" fmla="*/ 293800 h 450194"/>
                <a:gd name="csX144" fmla="*/ 38728 w 394855"/>
                <a:gd name="csY144" fmla="*/ 257151 h 450194"/>
                <a:gd name="csX145" fmla="*/ 56580 w 394855"/>
                <a:gd name="csY145" fmla="*/ 235944 h 450194"/>
                <a:gd name="csX146" fmla="*/ 63379 w 394855"/>
                <a:gd name="csY146" fmla="*/ 242016 h 450194"/>
                <a:gd name="csX147" fmla="*/ 344498 w 394855"/>
                <a:gd name="csY147" fmla="*/ 241536 h 450194"/>
                <a:gd name="csX148" fmla="*/ 380023 w 394855"/>
                <a:gd name="csY148" fmla="*/ 302083 h 450194"/>
                <a:gd name="csX149" fmla="*/ 378483 w 394855"/>
                <a:gd name="csY149" fmla="*/ 329560 h 450194"/>
                <a:gd name="csX150" fmla="*/ 351205 w 394855"/>
                <a:gd name="csY150" fmla="*/ 348909 h 450194"/>
                <a:gd name="csX151" fmla="*/ 309427 w 394855"/>
                <a:gd name="csY151" fmla="*/ 350504 h 450194"/>
                <a:gd name="csX152" fmla="*/ 277799 w 394855"/>
                <a:gd name="csY152" fmla="*/ 344913 h 450194"/>
                <a:gd name="csX153" fmla="*/ 279701 w 394855"/>
                <a:gd name="csY153" fmla="*/ 334980 h 450194"/>
                <a:gd name="csX154" fmla="*/ 286950 w 394855"/>
                <a:gd name="csY154" fmla="*/ 292314 h 450194"/>
                <a:gd name="csX155" fmla="*/ 290396 w 394855"/>
                <a:gd name="csY155" fmla="*/ 277333 h 450194"/>
                <a:gd name="csX156" fmla="*/ 302538 w 394855"/>
                <a:gd name="csY156" fmla="*/ 267745 h 450194"/>
                <a:gd name="csX157" fmla="*/ 336342 w 394855"/>
                <a:gd name="csY157" fmla="*/ 238265 h 450194"/>
                <a:gd name="csX158" fmla="*/ 339061 w 394855"/>
                <a:gd name="csY158" fmla="*/ 235944 h 450194"/>
                <a:gd name="csX159" fmla="*/ 344681 w 394855"/>
                <a:gd name="csY159" fmla="*/ 241445 h 450194"/>
                <a:gd name="csX160" fmla="*/ 130441 w 394855"/>
                <a:gd name="csY160" fmla="*/ 294498 h 450194"/>
                <a:gd name="csX161" fmla="*/ 171948 w 394855"/>
                <a:gd name="csY161" fmla="*/ 318903 h 450194"/>
                <a:gd name="csX162" fmla="*/ 179921 w 394855"/>
                <a:gd name="csY162" fmla="*/ 324114 h 450194"/>
                <a:gd name="csX163" fmla="*/ 147568 w 394855"/>
                <a:gd name="csY163" fmla="*/ 336475 h 450194"/>
                <a:gd name="csX164" fmla="*/ 131801 w 394855"/>
                <a:gd name="csY164" fmla="*/ 339937 h 450194"/>
                <a:gd name="csX165" fmla="*/ 125095 w 394855"/>
                <a:gd name="csY165" fmla="*/ 306488 h 450194"/>
                <a:gd name="csX166" fmla="*/ 122829 w 394855"/>
                <a:gd name="csY166" fmla="*/ 292612 h 450194"/>
                <a:gd name="csX167" fmla="*/ 122829 w 394855"/>
                <a:gd name="csY167" fmla="*/ 289758 h 450194"/>
                <a:gd name="csX168" fmla="*/ 130441 w 394855"/>
                <a:gd name="csY168" fmla="*/ 294498 h 450194"/>
                <a:gd name="csX169" fmla="*/ 272541 w 394855"/>
                <a:gd name="csY169" fmla="*/ 293084 h 450194"/>
                <a:gd name="csX170" fmla="*/ 263752 w 394855"/>
                <a:gd name="csY170" fmla="*/ 339910 h 450194"/>
                <a:gd name="csX171" fmla="*/ 249251 w 394855"/>
                <a:gd name="csY171" fmla="*/ 336947 h 450194"/>
                <a:gd name="csX172" fmla="*/ 215720 w 394855"/>
                <a:gd name="csY172" fmla="*/ 324132 h 450194"/>
                <a:gd name="csX173" fmla="*/ 227411 w 394855"/>
                <a:gd name="csY173" fmla="*/ 316892 h 450194"/>
                <a:gd name="csX174" fmla="*/ 267466 w 394855"/>
                <a:gd name="csY174" fmla="*/ 292948 h 450194"/>
                <a:gd name="csX175" fmla="*/ 272361 w 394855"/>
                <a:gd name="csY175" fmla="*/ 289840 h 450194"/>
                <a:gd name="csX176" fmla="*/ 272450 w 394855"/>
                <a:gd name="csY176" fmla="*/ 293093 h 450194"/>
                <a:gd name="csX177" fmla="*/ 204392 w 394855"/>
                <a:gd name="csY177" fmla="*/ 334799 h 450194"/>
                <a:gd name="csX178" fmla="*/ 246533 w 394855"/>
                <a:gd name="csY178" fmla="*/ 350985 h 450194"/>
                <a:gd name="csX179" fmla="*/ 259310 w 394855"/>
                <a:gd name="csY179" fmla="*/ 355135 h 450194"/>
                <a:gd name="csX180" fmla="*/ 258768 w 394855"/>
                <a:gd name="csY180" fmla="*/ 357918 h 450194"/>
                <a:gd name="csX181" fmla="*/ 254689 w 394855"/>
                <a:gd name="csY181" fmla="*/ 370397 h 450194"/>
                <a:gd name="csX182" fmla="*/ 216625 w 394855"/>
                <a:gd name="csY182" fmla="*/ 430327 h 450194"/>
                <a:gd name="csX183" fmla="*/ 197865 w 394855"/>
                <a:gd name="csY183" fmla="*/ 436889 h 450194"/>
                <a:gd name="csX184" fmla="*/ 179105 w 394855"/>
                <a:gd name="csY184" fmla="*/ 430391 h 450194"/>
                <a:gd name="csX185" fmla="*/ 140320 w 394855"/>
                <a:gd name="csY185" fmla="*/ 368811 h 450194"/>
                <a:gd name="csX186" fmla="*/ 136332 w 394855"/>
                <a:gd name="csY186" fmla="*/ 356323 h 450194"/>
                <a:gd name="csX187" fmla="*/ 149109 w 394855"/>
                <a:gd name="csY187" fmla="*/ 350994 h 450194"/>
                <a:gd name="csX188" fmla="*/ 193517 w 394855"/>
                <a:gd name="csY188" fmla="*/ 333748 h 450194"/>
                <a:gd name="csX189" fmla="*/ 204481 w 394855"/>
                <a:gd name="csY189" fmla="*/ 334817 h 4501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</a:cxnLst>
              <a:rect l="l" t="t" r="r" b="b"/>
              <a:pathLst>
                <a:path w="394855" h="450194">
                  <a:moveTo>
                    <a:pt x="188169" y="807"/>
                  </a:moveTo>
                  <a:cubicBezTo>
                    <a:pt x="170225" y="5448"/>
                    <a:pt x="153097" y="22149"/>
                    <a:pt x="139412" y="48431"/>
                  </a:cubicBezTo>
                  <a:cubicBezTo>
                    <a:pt x="134246" y="58508"/>
                    <a:pt x="126090" y="78419"/>
                    <a:pt x="123734" y="87019"/>
                  </a:cubicBezTo>
                  <a:cubicBezTo>
                    <a:pt x="122647" y="91233"/>
                    <a:pt x="121922" y="92366"/>
                    <a:pt x="120835" y="92022"/>
                  </a:cubicBezTo>
                  <a:cubicBezTo>
                    <a:pt x="117481" y="90953"/>
                    <a:pt x="106606" y="88914"/>
                    <a:pt x="97634" y="87645"/>
                  </a:cubicBezTo>
                  <a:cubicBezTo>
                    <a:pt x="59119" y="82216"/>
                    <a:pt x="30210" y="87527"/>
                    <a:pt x="13986" y="103024"/>
                  </a:cubicBezTo>
                  <a:cubicBezTo>
                    <a:pt x="4561" y="112014"/>
                    <a:pt x="484" y="122046"/>
                    <a:pt x="484" y="136574"/>
                  </a:cubicBezTo>
                  <a:cubicBezTo>
                    <a:pt x="393" y="159982"/>
                    <a:pt x="14622" y="188828"/>
                    <a:pt x="41355" y="219496"/>
                  </a:cubicBezTo>
                  <a:lnTo>
                    <a:pt x="46613" y="225423"/>
                  </a:lnTo>
                  <a:lnTo>
                    <a:pt x="41355" y="231350"/>
                  </a:lnTo>
                  <a:cubicBezTo>
                    <a:pt x="14711" y="262008"/>
                    <a:pt x="393" y="290864"/>
                    <a:pt x="484" y="314272"/>
                  </a:cubicBezTo>
                  <a:cubicBezTo>
                    <a:pt x="484" y="318958"/>
                    <a:pt x="1026" y="324785"/>
                    <a:pt x="1662" y="327259"/>
                  </a:cubicBezTo>
                  <a:cubicBezTo>
                    <a:pt x="8369" y="352806"/>
                    <a:pt x="36551" y="367098"/>
                    <a:pt x="76610" y="365168"/>
                  </a:cubicBezTo>
                  <a:cubicBezTo>
                    <a:pt x="90656" y="364497"/>
                    <a:pt x="112950" y="361280"/>
                    <a:pt x="120924" y="358787"/>
                  </a:cubicBezTo>
                  <a:cubicBezTo>
                    <a:pt x="121922" y="358388"/>
                    <a:pt x="122464" y="359186"/>
                    <a:pt x="122918" y="361216"/>
                  </a:cubicBezTo>
                  <a:cubicBezTo>
                    <a:pt x="124005" y="366699"/>
                    <a:pt x="133068" y="389691"/>
                    <a:pt x="137963" y="399352"/>
                  </a:cubicBezTo>
                  <a:cubicBezTo>
                    <a:pt x="150561" y="424563"/>
                    <a:pt x="166148" y="441637"/>
                    <a:pt x="182823" y="448344"/>
                  </a:cubicBezTo>
                  <a:cubicBezTo>
                    <a:pt x="186990" y="449930"/>
                    <a:pt x="189438" y="450364"/>
                    <a:pt x="197777" y="450364"/>
                  </a:cubicBezTo>
                  <a:cubicBezTo>
                    <a:pt x="206112" y="450364"/>
                    <a:pt x="208560" y="449966"/>
                    <a:pt x="212819" y="448344"/>
                  </a:cubicBezTo>
                  <a:cubicBezTo>
                    <a:pt x="228951" y="441828"/>
                    <a:pt x="244176" y="425569"/>
                    <a:pt x="256683" y="401400"/>
                  </a:cubicBezTo>
                  <a:cubicBezTo>
                    <a:pt x="261304" y="392473"/>
                    <a:pt x="269189" y="372798"/>
                    <a:pt x="271816" y="363880"/>
                  </a:cubicBezTo>
                  <a:cubicBezTo>
                    <a:pt x="272995" y="359621"/>
                    <a:pt x="273719" y="358461"/>
                    <a:pt x="274806" y="358796"/>
                  </a:cubicBezTo>
                  <a:cubicBezTo>
                    <a:pt x="278070" y="359866"/>
                    <a:pt x="289036" y="361905"/>
                    <a:pt x="298190" y="363210"/>
                  </a:cubicBezTo>
                  <a:cubicBezTo>
                    <a:pt x="350569" y="370660"/>
                    <a:pt x="386097" y="357311"/>
                    <a:pt x="393979" y="327241"/>
                  </a:cubicBezTo>
                  <a:cubicBezTo>
                    <a:pt x="395520" y="321069"/>
                    <a:pt x="395340" y="307684"/>
                    <a:pt x="393891" y="299999"/>
                  </a:cubicBezTo>
                  <a:cubicBezTo>
                    <a:pt x="389266" y="279490"/>
                    <a:pt x="375764" y="256027"/>
                    <a:pt x="354286" y="231322"/>
                  </a:cubicBezTo>
                  <a:lnTo>
                    <a:pt x="349211" y="225395"/>
                  </a:lnTo>
                  <a:lnTo>
                    <a:pt x="354377" y="219469"/>
                  </a:lnTo>
                  <a:cubicBezTo>
                    <a:pt x="381110" y="188801"/>
                    <a:pt x="395340" y="159946"/>
                    <a:pt x="395340" y="136546"/>
                  </a:cubicBezTo>
                  <a:cubicBezTo>
                    <a:pt x="395249" y="121919"/>
                    <a:pt x="391260" y="112014"/>
                    <a:pt x="381564" y="102824"/>
                  </a:cubicBezTo>
                  <a:cubicBezTo>
                    <a:pt x="365161" y="87146"/>
                    <a:pt x="335527" y="81999"/>
                    <a:pt x="296105" y="87980"/>
                  </a:cubicBezTo>
                  <a:cubicBezTo>
                    <a:pt x="285592" y="89566"/>
                    <a:pt x="278341" y="90944"/>
                    <a:pt x="274897" y="92003"/>
                  </a:cubicBezTo>
                  <a:cubicBezTo>
                    <a:pt x="273810" y="92402"/>
                    <a:pt x="273086" y="91206"/>
                    <a:pt x="271908" y="86910"/>
                  </a:cubicBezTo>
                  <a:cubicBezTo>
                    <a:pt x="269369" y="77993"/>
                    <a:pt x="261395" y="58327"/>
                    <a:pt x="256774" y="49382"/>
                  </a:cubicBezTo>
                  <a:cubicBezTo>
                    <a:pt x="244268" y="25167"/>
                    <a:pt x="228860" y="8710"/>
                    <a:pt x="212910" y="2520"/>
                  </a:cubicBezTo>
                  <a:cubicBezTo>
                    <a:pt x="207290" y="345"/>
                    <a:pt x="193788" y="-616"/>
                    <a:pt x="188351" y="925"/>
                  </a:cubicBezTo>
                  <a:close/>
                  <a:moveTo>
                    <a:pt x="206566" y="15751"/>
                  </a:moveTo>
                  <a:cubicBezTo>
                    <a:pt x="224601" y="21470"/>
                    <a:pt x="241820" y="44643"/>
                    <a:pt x="254689" y="80531"/>
                  </a:cubicBezTo>
                  <a:cubicBezTo>
                    <a:pt x="256591" y="85851"/>
                    <a:pt x="258403" y="91469"/>
                    <a:pt x="258768" y="93018"/>
                  </a:cubicBezTo>
                  <a:lnTo>
                    <a:pt x="259310" y="95810"/>
                  </a:lnTo>
                  <a:lnTo>
                    <a:pt x="249160" y="99037"/>
                  </a:lnTo>
                  <a:cubicBezTo>
                    <a:pt x="235658" y="103314"/>
                    <a:pt x="220613" y="108969"/>
                    <a:pt x="208015" y="114497"/>
                  </a:cubicBezTo>
                  <a:lnTo>
                    <a:pt x="197777" y="119001"/>
                  </a:lnTo>
                  <a:lnTo>
                    <a:pt x="186719" y="114180"/>
                  </a:lnTo>
                  <a:cubicBezTo>
                    <a:pt x="174030" y="108651"/>
                    <a:pt x="157990" y="102652"/>
                    <a:pt x="145121" y="98611"/>
                  </a:cubicBezTo>
                  <a:lnTo>
                    <a:pt x="136149" y="95819"/>
                  </a:lnTo>
                  <a:lnTo>
                    <a:pt x="136694" y="93000"/>
                  </a:lnTo>
                  <a:cubicBezTo>
                    <a:pt x="137056" y="91587"/>
                    <a:pt x="138868" y="85832"/>
                    <a:pt x="140773" y="80513"/>
                  </a:cubicBezTo>
                  <a:cubicBezTo>
                    <a:pt x="153551" y="44914"/>
                    <a:pt x="170770" y="21560"/>
                    <a:pt x="188713" y="15742"/>
                  </a:cubicBezTo>
                  <a:cubicBezTo>
                    <a:pt x="195238" y="13603"/>
                    <a:pt x="199679" y="13603"/>
                    <a:pt x="206475" y="15742"/>
                  </a:cubicBezTo>
                  <a:close/>
                  <a:moveTo>
                    <a:pt x="87667" y="100405"/>
                  </a:moveTo>
                  <a:cubicBezTo>
                    <a:pt x="95731" y="101202"/>
                    <a:pt x="117118" y="105226"/>
                    <a:pt x="117843" y="105906"/>
                  </a:cubicBezTo>
                  <a:cubicBezTo>
                    <a:pt x="118117" y="106169"/>
                    <a:pt x="117210" y="110401"/>
                    <a:pt x="116031" y="115512"/>
                  </a:cubicBezTo>
                  <a:cubicBezTo>
                    <a:pt x="113493" y="126369"/>
                    <a:pt x="110049" y="146579"/>
                    <a:pt x="108600" y="158487"/>
                  </a:cubicBezTo>
                  <a:cubicBezTo>
                    <a:pt x="107060" y="173386"/>
                    <a:pt x="107784" y="171808"/>
                    <a:pt x="98359" y="178923"/>
                  </a:cubicBezTo>
                  <a:cubicBezTo>
                    <a:pt x="87575" y="187179"/>
                    <a:pt x="71897" y="200446"/>
                    <a:pt x="63196" y="208757"/>
                  </a:cubicBezTo>
                  <a:lnTo>
                    <a:pt x="56401" y="215273"/>
                  </a:lnTo>
                  <a:lnTo>
                    <a:pt x="51234" y="209554"/>
                  </a:lnTo>
                  <a:cubicBezTo>
                    <a:pt x="37096" y="194003"/>
                    <a:pt x="23594" y="172624"/>
                    <a:pt x="17883" y="157000"/>
                  </a:cubicBezTo>
                  <a:cubicBezTo>
                    <a:pt x="14893" y="148799"/>
                    <a:pt x="14802" y="147766"/>
                    <a:pt x="14711" y="137335"/>
                  </a:cubicBezTo>
                  <a:cubicBezTo>
                    <a:pt x="14711" y="127049"/>
                    <a:pt x="14802" y="126007"/>
                    <a:pt x="17067" y="121349"/>
                  </a:cubicBezTo>
                  <a:cubicBezTo>
                    <a:pt x="20876" y="113455"/>
                    <a:pt x="29665" y="106559"/>
                    <a:pt x="40177" y="103106"/>
                  </a:cubicBezTo>
                  <a:cubicBezTo>
                    <a:pt x="50690" y="99716"/>
                    <a:pt x="71081" y="98556"/>
                    <a:pt x="87667" y="100387"/>
                  </a:cubicBezTo>
                  <a:close/>
                  <a:moveTo>
                    <a:pt x="349665" y="101610"/>
                  </a:moveTo>
                  <a:cubicBezTo>
                    <a:pt x="363258" y="104746"/>
                    <a:pt x="374041" y="112141"/>
                    <a:pt x="378483" y="121312"/>
                  </a:cubicBezTo>
                  <a:cubicBezTo>
                    <a:pt x="381564" y="127719"/>
                    <a:pt x="382200" y="140090"/>
                    <a:pt x="380023" y="148790"/>
                  </a:cubicBezTo>
                  <a:cubicBezTo>
                    <a:pt x="375493" y="166607"/>
                    <a:pt x="361446" y="190505"/>
                    <a:pt x="344227" y="209536"/>
                  </a:cubicBezTo>
                  <a:lnTo>
                    <a:pt x="339061" y="215236"/>
                  </a:lnTo>
                  <a:lnTo>
                    <a:pt x="330543" y="207171"/>
                  </a:lnTo>
                  <a:cubicBezTo>
                    <a:pt x="319939" y="197220"/>
                    <a:pt x="310967" y="189608"/>
                    <a:pt x="298370" y="179857"/>
                  </a:cubicBezTo>
                  <a:cubicBezTo>
                    <a:pt x="287675" y="171546"/>
                    <a:pt x="288582" y="173231"/>
                    <a:pt x="286950" y="158904"/>
                  </a:cubicBezTo>
                  <a:cubicBezTo>
                    <a:pt x="285501" y="146724"/>
                    <a:pt x="282691" y="130148"/>
                    <a:pt x="279972" y="117560"/>
                  </a:cubicBezTo>
                  <a:cubicBezTo>
                    <a:pt x="278523" y="111307"/>
                    <a:pt x="277525" y="106032"/>
                    <a:pt x="277707" y="105860"/>
                  </a:cubicBezTo>
                  <a:cubicBezTo>
                    <a:pt x="278252" y="105326"/>
                    <a:pt x="299457" y="101293"/>
                    <a:pt x="306434" y="100396"/>
                  </a:cubicBezTo>
                  <a:cubicBezTo>
                    <a:pt x="316405" y="99200"/>
                    <a:pt x="342325" y="99861"/>
                    <a:pt x="349665" y="101465"/>
                  </a:cubicBezTo>
                  <a:close/>
                  <a:moveTo>
                    <a:pt x="144125" y="113156"/>
                  </a:moveTo>
                  <a:cubicBezTo>
                    <a:pt x="155271" y="116753"/>
                    <a:pt x="178743" y="125680"/>
                    <a:pt x="179921" y="126777"/>
                  </a:cubicBezTo>
                  <a:cubicBezTo>
                    <a:pt x="180284" y="127175"/>
                    <a:pt x="176749" y="129514"/>
                    <a:pt x="171948" y="131961"/>
                  </a:cubicBezTo>
                  <a:cubicBezTo>
                    <a:pt x="161978" y="137027"/>
                    <a:pt x="141135" y="149306"/>
                    <a:pt x="130349" y="156402"/>
                  </a:cubicBezTo>
                  <a:cubicBezTo>
                    <a:pt x="126361" y="159039"/>
                    <a:pt x="123009" y="161051"/>
                    <a:pt x="122829" y="160861"/>
                  </a:cubicBezTo>
                  <a:cubicBezTo>
                    <a:pt x="122464" y="160462"/>
                    <a:pt x="126181" y="137108"/>
                    <a:pt x="128447" y="125807"/>
                  </a:cubicBezTo>
                  <a:cubicBezTo>
                    <a:pt x="131165" y="112395"/>
                    <a:pt x="132072" y="109214"/>
                    <a:pt x="133159" y="109585"/>
                  </a:cubicBezTo>
                  <a:cubicBezTo>
                    <a:pt x="133704" y="109703"/>
                    <a:pt x="138597" y="111443"/>
                    <a:pt x="144125" y="113128"/>
                  </a:cubicBezTo>
                  <a:close/>
                  <a:moveTo>
                    <a:pt x="267466" y="128082"/>
                  </a:moveTo>
                  <a:cubicBezTo>
                    <a:pt x="268282" y="132586"/>
                    <a:pt x="269280" y="137226"/>
                    <a:pt x="269914" y="141549"/>
                  </a:cubicBezTo>
                  <a:cubicBezTo>
                    <a:pt x="271816" y="152007"/>
                    <a:pt x="272995" y="160616"/>
                    <a:pt x="272632" y="160997"/>
                  </a:cubicBezTo>
                  <a:cubicBezTo>
                    <a:pt x="272541" y="161115"/>
                    <a:pt x="270638" y="160199"/>
                    <a:pt x="268644" y="158704"/>
                  </a:cubicBezTo>
                  <a:cubicBezTo>
                    <a:pt x="258585" y="151753"/>
                    <a:pt x="235475" y="138033"/>
                    <a:pt x="222969" y="131671"/>
                  </a:cubicBezTo>
                  <a:cubicBezTo>
                    <a:pt x="218530" y="129387"/>
                    <a:pt x="215175" y="127194"/>
                    <a:pt x="215629" y="126822"/>
                  </a:cubicBezTo>
                  <a:cubicBezTo>
                    <a:pt x="216807" y="125626"/>
                    <a:pt x="234842" y="118748"/>
                    <a:pt x="249251" y="113944"/>
                  </a:cubicBezTo>
                  <a:cubicBezTo>
                    <a:pt x="263027" y="109368"/>
                    <a:pt x="263116" y="109368"/>
                    <a:pt x="263843" y="111226"/>
                  </a:cubicBezTo>
                  <a:cubicBezTo>
                    <a:pt x="264205" y="112286"/>
                    <a:pt x="265834" y="119853"/>
                    <a:pt x="267466" y="128109"/>
                  </a:cubicBezTo>
                  <a:close/>
                  <a:moveTo>
                    <a:pt x="207744" y="139319"/>
                  </a:moveTo>
                  <a:cubicBezTo>
                    <a:pt x="226233" y="148736"/>
                    <a:pt x="249343" y="162348"/>
                    <a:pt x="265926" y="173585"/>
                  </a:cubicBezTo>
                  <a:lnTo>
                    <a:pt x="274718" y="179584"/>
                  </a:lnTo>
                  <a:lnTo>
                    <a:pt x="275351" y="184687"/>
                  </a:lnTo>
                  <a:cubicBezTo>
                    <a:pt x="276167" y="191320"/>
                    <a:pt x="276167" y="259607"/>
                    <a:pt x="275351" y="266277"/>
                  </a:cubicBezTo>
                  <a:lnTo>
                    <a:pt x="274718" y="271416"/>
                  </a:lnTo>
                  <a:lnTo>
                    <a:pt x="262391" y="279617"/>
                  </a:lnTo>
                  <a:cubicBezTo>
                    <a:pt x="247440" y="289595"/>
                    <a:pt x="226866" y="301667"/>
                    <a:pt x="210283" y="310194"/>
                  </a:cubicBezTo>
                  <a:lnTo>
                    <a:pt x="197865" y="316547"/>
                  </a:lnTo>
                  <a:lnTo>
                    <a:pt x="185450" y="310239"/>
                  </a:lnTo>
                  <a:cubicBezTo>
                    <a:pt x="168593" y="301603"/>
                    <a:pt x="148838" y="290021"/>
                    <a:pt x="133613" y="279898"/>
                  </a:cubicBezTo>
                  <a:lnTo>
                    <a:pt x="120924" y="271434"/>
                  </a:lnTo>
                  <a:lnTo>
                    <a:pt x="120291" y="266295"/>
                  </a:lnTo>
                  <a:cubicBezTo>
                    <a:pt x="119475" y="259580"/>
                    <a:pt x="119475" y="191338"/>
                    <a:pt x="120291" y="184650"/>
                  </a:cubicBezTo>
                  <a:lnTo>
                    <a:pt x="120924" y="179503"/>
                  </a:lnTo>
                  <a:lnTo>
                    <a:pt x="133159" y="171356"/>
                  </a:lnTo>
                  <a:cubicBezTo>
                    <a:pt x="158805" y="154318"/>
                    <a:pt x="195509" y="134163"/>
                    <a:pt x="198955" y="135250"/>
                  </a:cubicBezTo>
                  <a:cubicBezTo>
                    <a:pt x="199950" y="135649"/>
                    <a:pt x="203938" y="137426"/>
                    <a:pt x="207744" y="139383"/>
                  </a:cubicBezTo>
                  <a:close/>
                  <a:moveTo>
                    <a:pt x="187626" y="177428"/>
                  </a:moveTo>
                  <a:cubicBezTo>
                    <a:pt x="174213" y="180418"/>
                    <a:pt x="160257" y="191429"/>
                    <a:pt x="154546" y="203628"/>
                  </a:cubicBezTo>
                  <a:cubicBezTo>
                    <a:pt x="145303" y="223547"/>
                    <a:pt x="148747" y="244427"/>
                    <a:pt x="163972" y="259870"/>
                  </a:cubicBezTo>
                  <a:cubicBezTo>
                    <a:pt x="183367" y="279644"/>
                    <a:pt x="212186" y="279644"/>
                    <a:pt x="231579" y="259870"/>
                  </a:cubicBezTo>
                  <a:cubicBezTo>
                    <a:pt x="251063" y="240068"/>
                    <a:pt x="251063" y="210959"/>
                    <a:pt x="231579" y="190985"/>
                  </a:cubicBezTo>
                  <a:cubicBezTo>
                    <a:pt x="219526" y="178615"/>
                    <a:pt x="203938" y="173829"/>
                    <a:pt x="187626" y="177428"/>
                  </a:cubicBezTo>
                  <a:close/>
                  <a:moveTo>
                    <a:pt x="204846" y="191185"/>
                  </a:moveTo>
                  <a:cubicBezTo>
                    <a:pt x="218801" y="194193"/>
                    <a:pt x="229042" y="205177"/>
                    <a:pt x="231761" y="220103"/>
                  </a:cubicBezTo>
                  <a:cubicBezTo>
                    <a:pt x="234297" y="233996"/>
                    <a:pt x="226324" y="250037"/>
                    <a:pt x="213635" y="256580"/>
                  </a:cubicBezTo>
                  <a:cubicBezTo>
                    <a:pt x="200404" y="263404"/>
                    <a:pt x="184001" y="260785"/>
                    <a:pt x="173668" y="250245"/>
                  </a:cubicBezTo>
                  <a:cubicBezTo>
                    <a:pt x="159984" y="236388"/>
                    <a:pt x="159984" y="214484"/>
                    <a:pt x="173580" y="200709"/>
                  </a:cubicBezTo>
                  <a:cubicBezTo>
                    <a:pt x="181915" y="192163"/>
                    <a:pt x="193426" y="188665"/>
                    <a:pt x="204934" y="191166"/>
                  </a:cubicBezTo>
                  <a:close/>
                  <a:moveTo>
                    <a:pt x="104795" y="225423"/>
                  </a:moveTo>
                  <a:cubicBezTo>
                    <a:pt x="104795" y="243838"/>
                    <a:pt x="104703" y="258900"/>
                    <a:pt x="104432" y="258900"/>
                  </a:cubicBezTo>
                  <a:cubicBezTo>
                    <a:pt x="103071" y="258900"/>
                    <a:pt x="66188" y="226746"/>
                    <a:pt x="66188" y="225432"/>
                  </a:cubicBezTo>
                  <a:cubicBezTo>
                    <a:pt x="66188" y="224236"/>
                    <a:pt x="102800" y="192046"/>
                    <a:pt x="104341" y="191973"/>
                  </a:cubicBezTo>
                  <a:cubicBezTo>
                    <a:pt x="104432" y="191964"/>
                    <a:pt x="104703" y="207008"/>
                    <a:pt x="104703" y="225423"/>
                  </a:cubicBezTo>
                  <a:close/>
                  <a:moveTo>
                    <a:pt x="300817" y="199522"/>
                  </a:moveTo>
                  <a:cubicBezTo>
                    <a:pt x="311601" y="208521"/>
                    <a:pt x="329365" y="224580"/>
                    <a:pt x="329365" y="225423"/>
                  </a:cubicBezTo>
                  <a:cubicBezTo>
                    <a:pt x="329365" y="226628"/>
                    <a:pt x="292841" y="258810"/>
                    <a:pt x="291209" y="258882"/>
                  </a:cubicBezTo>
                  <a:cubicBezTo>
                    <a:pt x="291121" y="258891"/>
                    <a:pt x="290667" y="243838"/>
                    <a:pt x="290667" y="225423"/>
                  </a:cubicBezTo>
                  <a:cubicBezTo>
                    <a:pt x="290667" y="207017"/>
                    <a:pt x="290759" y="191964"/>
                    <a:pt x="291209" y="191973"/>
                  </a:cubicBezTo>
                  <a:cubicBezTo>
                    <a:pt x="291301" y="191982"/>
                    <a:pt x="295834" y="195380"/>
                    <a:pt x="300817" y="199531"/>
                  </a:cubicBezTo>
                  <a:close/>
                  <a:moveTo>
                    <a:pt x="63196" y="242071"/>
                  </a:moveTo>
                  <a:cubicBezTo>
                    <a:pt x="71081" y="249665"/>
                    <a:pt x="87393" y="263504"/>
                    <a:pt x="98450" y="271968"/>
                  </a:cubicBezTo>
                  <a:cubicBezTo>
                    <a:pt x="103071" y="275503"/>
                    <a:pt x="106877" y="278530"/>
                    <a:pt x="106877" y="278675"/>
                  </a:cubicBezTo>
                  <a:cubicBezTo>
                    <a:pt x="106877" y="278792"/>
                    <a:pt x="107513" y="285046"/>
                    <a:pt x="108691" y="292477"/>
                  </a:cubicBezTo>
                  <a:cubicBezTo>
                    <a:pt x="110865" y="308953"/>
                    <a:pt x="113313" y="323244"/>
                    <a:pt x="116123" y="335442"/>
                  </a:cubicBezTo>
                  <a:cubicBezTo>
                    <a:pt x="117210" y="340490"/>
                    <a:pt x="118117" y="344750"/>
                    <a:pt x="117934" y="344949"/>
                  </a:cubicBezTo>
                  <a:cubicBezTo>
                    <a:pt x="117301" y="345619"/>
                    <a:pt x="95460" y="349553"/>
                    <a:pt x="86306" y="350550"/>
                  </a:cubicBezTo>
                  <a:cubicBezTo>
                    <a:pt x="72713" y="351963"/>
                    <a:pt x="53228" y="351084"/>
                    <a:pt x="44257" y="348701"/>
                  </a:cubicBezTo>
                  <a:cubicBezTo>
                    <a:pt x="29756" y="344732"/>
                    <a:pt x="19877" y="337082"/>
                    <a:pt x="16072" y="326860"/>
                  </a:cubicBezTo>
                  <a:cubicBezTo>
                    <a:pt x="14531" y="322492"/>
                    <a:pt x="14257" y="320544"/>
                    <a:pt x="14711" y="312152"/>
                  </a:cubicBezTo>
                  <a:cubicBezTo>
                    <a:pt x="15073" y="303869"/>
                    <a:pt x="15527" y="301222"/>
                    <a:pt x="18154" y="293800"/>
                  </a:cubicBezTo>
                  <a:cubicBezTo>
                    <a:pt x="22234" y="282553"/>
                    <a:pt x="29303" y="269829"/>
                    <a:pt x="38728" y="257151"/>
                  </a:cubicBezTo>
                  <a:cubicBezTo>
                    <a:pt x="45977" y="247354"/>
                    <a:pt x="55585" y="235944"/>
                    <a:pt x="56580" y="235944"/>
                  </a:cubicBezTo>
                  <a:cubicBezTo>
                    <a:pt x="56672" y="235944"/>
                    <a:pt x="59935" y="238681"/>
                    <a:pt x="63379" y="242016"/>
                  </a:cubicBezTo>
                  <a:close/>
                  <a:moveTo>
                    <a:pt x="344498" y="241536"/>
                  </a:moveTo>
                  <a:cubicBezTo>
                    <a:pt x="361897" y="260975"/>
                    <a:pt x="375582" y="284384"/>
                    <a:pt x="380023" y="302083"/>
                  </a:cubicBezTo>
                  <a:cubicBezTo>
                    <a:pt x="382289" y="310783"/>
                    <a:pt x="381473" y="323154"/>
                    <a:pt x="378483" y="329560"/>
                  </a:cubicBezTo>
                  <a:cubicBezTo>
                    <a:pt x="374224" y="338560"/>
                    <a:pt x="364619" y="345321"/>
                    <a:pt x="351205" y="348909"/>
                  </a:cubicBezTo>
                  <a:cubicBezTo>
                    <a:pt x="342413" y="351265"/>
                    <a:pt x="322658" y="352054"/>
                    <a:pt x="309427" y="350504"/>
                  </a:cubicBezTo>
                  <a:cubicBezTo>
                    <a:pt x="300364" y="349707"/>
                    <a:pt x="278523" y="345647"/>
                    <a:pt x="277799" y="344913"/>
                  </a:cubicBezTo>
                  <a:cubicBezTo>
                    <a:pt x="277707" y="344795"/>
                    <a:pt x="278432" y="340264"/>
                    <a:pt x="279701" y="334980"/>
                  </a:cubicBezTo>
                  <a:cubicBezTo>
                    <a:pt x="282782" y="321051"/>
                    <a:pt x="285047" y="307865"/>
                    <a:pt x="286950" y="292314"/>
                  </a:cubicBezTo>
                  <a:cubicBezTo>
                    <a:pt x="288402" y="281294"/>
                    <a:pt x="289036" y="278411"/>
                    <a:pt x="290396" y="277333"/>
                  </a:cubicBezTo>
                  <a:cubicBezTo>
                    <a:pt x="291209" y="276663"/>
                    <a:pt x="296738" y="272285"/>
                    <a:pt x="302538" y="267745"/>
                  </a:cubicBezTo>
                  <a:cubicBezTo>
                    <a:pt x="313053" y="259498"/>
                    <a:pt x="332354" y="242678"/>
                    <a:pt x="336342" y="238265"/>
                  </a:cubicBezTo>
                  <a:cubicBezTo>
                    <a:pt x="337338" y="237068"/>
                    <a:pt x="338699" y="235944"/>
                    <a:pt x="339061" y="235944"/>
                  </a:cubicBezTo>
                  <a:cubicBezTo>
                    <a:pt x="339423" y="235944"/>
                    <a:pt x="341871" y="238409"/>
                    <a:pt x="344681" y="241445"/>
                  </a:cubicBezTo>
                  <a:close/>
                  <a:moveTo>
                    <a:pt x="130441" y="294498"/>
                  </a:moveTo>
                  <a:cubicBezTo>
                    <a:pt x="141135" y="301557"/>
                    <a:pt x="161978" y="313828"/>
                    <a:pt x="171948" y="318903"/>
                  </a:cubicBezTo>
                  <a:cubicBezTo>
                    <a:pt x="176932" y="321431"/>
                    <a:pt x="180375" y="323688"/>
                    <a:pt x="179921" y="324114"/>
                  </a:cubicBezTo>
                  <a:cubicBezTo>
                    <a:pt x="178926" y="325184"/>
                    <a:pt x="164425" y="330748"/>
                    <a:pt x="147568" y="336475"/>
                  </a:cubicBezTo>
                  <a:cubicBezTo>
                    <a:pt x="133342" y="341297"/>
                    <a:pt x="132435" y="341505"/>
                    <a:pt x="131801" y="339937"/>
                  </a:cubicBezTo>
                  <a:cubicBezTo>
                    <a:pt x="130985" y="337201"/>
                    <a:pt x="127089" y="318324"/>
                    <a:pt x="125095" y="306488"/>
                  </a:cubicBezTo>
                  <a:cubicBezTo>
                    <a:pt x="124279" y="300434"/>
                    <a:pt x="123101" y="294181"/>
                    <a:pt x="122829" y="292612"/>
                  </a:cubicBezTo>
                  <a:cubicBezTo>
                    <a:pt x="122738" y="291199"/>
                    <a:pt x="122738" y="289758"/>
                    <a:pt x="122829" y="289758"/>
                  </a:cubicBezTo>
                  <a:cubicBezTo>
                    <a:pt x="122918" y="289758"/>
                    <a:pt x="126453" y="291879"/>
                    <a:pt x="130441" y="294498"/>
                  </a:cubicBezTo>
                  <a:close/>
                  <a:moveTo>
                    <a:pt x="272541" y="293084"/>
                  </a:moveTo>
                  <a:cubicBezTo>
                    <a:pt x="270367" y="308427"/>
                    <a:pt x="265201" y="336031"/>
                    <a:pt x="263752" y="339910"/>
                  </a:cubicBezTo>
                  <a:cubicBezTo>
                    <a:pt x="263207" y="341324"/>
                    <a:pt x="262211" y="341115"/>
                    <a:pt x="249251" y="336947"/>
                  </a:cubicBezTo>
                  <a:cubicBezTo>
                    <a:pt x="235204" y="332280"/>
                    <a:pt x="216987" y="325338"/>
                    <a:pt x="215720" y="324132"/>
                  </a:cubicBezTo>
                  <a:cubicBezTo>
                    <a:pt x="215358" y="323734"/>
                    <a:pt x="220521" y="320489"/>
                    <a:pt x="227411" y="316892"/>
                  </a:cubicBezTo>
                  <a:cubicBezTo>
                    <a:pt x="240188" y="310149"/>
                    <a:pt x="259764" y="298440"/>
                    <a:pt x="267466" y="292948"/>
                  </a:cubicBezTo>
                  <a:cubicBezTo>
                    <a:pt x="269822" y="291362"/>
                    <a:pt x="272087" y="289867"/>
                    <a:pt x="272361" y="289840"/>
                  </a:cubicBezTo>
                  <a:cubicBezTo>
                    <a:pt x="272724" y="289812"/>
                    <a:pt x="272724" y="291253"/>
                    <a:pt x="272450" y="293093"/>
                  </a:cubicBezTo>
                  <a:close/>
                  <a:moveTo>
                    <a:pt x="204392" y="334799"/>
                  </a:moveTo>
                  <a:cubicBezTo>
                    <a:pt x="214904" y="339657"/>
                    <a:pt x="233390" y="346744"/>
                    <a:pt x="246533" y="350985"/>
                  </a:cubicBezTo>
                  <a:lnTo>
                    <a:pt x="259310" y="355135"/>
                  </a:lnTo>
                  <a:lnTo>
                    <a:pt x="258768" y="357918"/>
                  </a:lnTo>
                  <a:cubicBezTo>
                    <a:pt x="258403" y="359313"/>
                    <a:pt x="256683" y="365041"/>
                    <a:pt x="254689" y="370397"/>
                  </a:cubicBezTo>
                  <a:cubicBezTo>
                    <a:pt x="244447" y="399025"/>
                    <a:pt x="230763" y="420585"/>
                    <a:pt x="216625" y="430327"/>
                  </a:cubicBezTo>
                  <a:cubicBezTo>
                    <a:pt x="211550" y="433826"/>
                    <a:pt x="202760" y="436889"/>
                    <a:pt x="197865" y="436889"/>
                  </a:cubicBezTo>
                  <a:cubicBezTo>
                    <a:pt x="192973" y="436889"/>
                    <a:pt x="184092" y="433826"/>
                    <a:pt x="179105" y="430391"/>
                  </a:cubicBezTo>
                  <a:cubicBezTo>
                    <a:pt x="164608" y="420395"/>
                    <a:pt x="150923" y="398617"/>
                    <a:pt x="140320" y="368811"/>
                  </a:cubicBezTo>
                  <a:cubicBezTo>
                    <a:pt x="138143" y="362603"/>
                    <a:pt x="136332" y="356984"/>
                    <a:pt x="136332" y="356323"/>
                  </a:cubicBezTo>
                  <a:cubicBezTo>
                    <a:pt x="136332" y="355652"/>
                    <a:pt x="140773" y="353676"/>
                    <a:pt x="149109" y="350994"/>
                  </a:cubicBezTo>
                  <a:cubicBezTo>
                    <a:pt x="161889" y="346888"/>
                    <a:pt x="187806" y="336820"/>
                    <a:pt x="193517" y="333748"/>
                  </a:cubicBezTo>
                  <a:cubicBezTo>
                    <a:pt x="197503" y="331618"/>
                    <a:pt x="197594" y="331618"/>
                    <a:pt x="204481" y="334817"/>
                  </a:cubicBezTo>
                  <a:close/>
                </a:path>
              </a:pathLst>
            </a:custGeom>
            <a:solidFill>
              <a:srgbClr val="FFFFFF"/>
            </a:solidFill>
            <a:ln w="6282" cap="flat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077227DC-2EE7-21EC-FFEE-A6BBE13E7E81}"/>
                </a:ext>
              </a:extLst>
            </p:cNvPr>
            <p:cNvSpPr/>
            <p:nvPr/>
          </p:nvSpPr>
          <p:spPr>
            <a:xfrm flipV="1">
              <a:off x="4727633" y="3651261"/>
              <a:ext cx="763428" cy="763394"/>
            </a:xfrm>
            <a:custGeom>
              <a:avLst/>
              <a:gdLst>
                <a:gd name="csX0" fmla="*/ 763913 w 763428"/>
                <a:gd name="csY0" fmla="*/ 381695 h 763394"/>
                <a:gd name="csX1" fmla="*/ 382197 w 763428"/>
                <a:gd name="csY1" fmla="*/ 763393 h 763394"/>
                <a:gd name="csX2" fmla="*/ 484 w 763428"/>
                <a:gd name="csY2" fmla="*/ 381695 h 763394"/>
                <a:gd name="csX3" fmla="*/ 382197 w 763428"/>
                <a:gd name="csY3" fmla="*/ -2 h 763394"/>
                <a:gd name="csX4" fmla="*/ 763913 w 763428"/>
                <a:gd name="csY4" fmla="*/ 381695 h 763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63428" h="763394">
                  <a:moveTo>
                    <a:pt x="763913" y="381695"/>
                  </a:moveTo>
                  <a:cubicBezTo>
                    <a:pt x="763913" y="592500"/>
                    <a:pt x="592994" y="763393"/>
                    <a:pt x="382197" y="763393"/>
                  </a:cubicBezTo>
                  <a:cubicBezTo>
                    <a:pt x="171403" y="763393"/>
                    <a:pt x="484" y="592500"/>
                    <a:pt x="484" y="381695"/>
                  </a:cubicBezTo>
                  <a:cubicBezTo>
                    <a:pt x="484" y="170892"/>
                    <a:pt x="171403" y="-2"/>
                    <a:pt x="382197" y="-2"/>
                  </a:cubicBezTo>
                  <a:cubicBezTo>
                    <a:pt x="592994" y="-2"/>
                    <a:pt x="763913" y="170892"/>
                    <a:pt x="763913" y="381695"/>
                  </a:cubicBezTo>
                  <a:close/>
                </a:path>
              </a:pathLst>
            </a:custGeom>
            <a:noFill/>
            <a:ln w="24011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8378652E-B02D-C4B1-8AB3-95CC441B7EFE}"/>
                </a:ext>
              </a:extLst>
            </p:cNvPr>
            <p:cNvSpPr/>
            <p:nvPr/>
          </p:nvSpPr>
          <p:spPr>
            <a:xfrm>
              <a:off x="5109346" y="4388147"/>
              <a:ext cx="23978" cy="26508"/>
            </a:xfrm>
            <a:custGeom>
              <a:avLst/>
              <a:gdLst>
                <a:gd name="csX0" fmla="*/ 484 w 23978"/>
                <a:gd name="csY0" fmla="*/ 26690 h 26508"/>
                <a:gd name="csX1" fmla="*/ 484 w 23978"/>
                <a:gd name="csY1" fmla="*/ 182 h 265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08">
                  <a:moveTo>
                    <a:pt x="484" y="26690"/>
                  </a:moveTo>
                  <a:lnTo>
                    <a:pt x="484" y="18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48453B6A-70BD-9CDA-9BE3-62CF50BD1D9D}"/>
                </a:ext>
              </a:extLst>
            </p:cNvPr>
            <p:cNvSpPr/>
            <p:nvPr/>
          </p:nvSpPr>
          <p:spPr>
            <a:xfrm>
              <a:off x="5109346" y="3651261"/>
              <a:ext cx="23978" cy="26516"/>
            </a:xfrm>
            <a:custGeom>
              <a:avLst/>
              <a:gdLst>
                <a:gd name="csX0" fmla="*/ 484 w 23978"/>
                <a:gd name="csY0" fmla="*/ 26676 h 26516"/>
                <a:gd name="csX1" fmla="*/ 484 w 23978"/>
                <a:gd name="csY1" fmla="*/ 159 h 265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3978" h="26516">
                  <a:moveTo>
                    <a:pt x="484" y="26676"/>
                  </a:moveTo>
                  <a:lnTo>
                    <a:pt x="484" y="159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4178CABD-3ECF-C9E4-EB7D-8E635E3AB4BD}"/>
                </a:ext>
              </a:extLst>
            </p:cNvPr>
            <p:cNvSpPr/>
            <p:nvPr/>
          </p:nvSpPr>
          <p:spPr>
            <a:xfrm>
              <a:off x="5464508" y="4032958"/>
              <a:ext cx="26553" cy="23978"/>
            </a:xfrm>
            <a:custGeom>
              <a:avLst/>
              <a:gdLst>
                <a:gd name="csX0" fmla="*/ 495 w 26553"/>
                <a:gd name="csY0" fmla="*/ 170 h 23978"/>
                <a:gd name="csX1" fmla="*/ 27048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495" y="170"/>
                  </a:moveTo>
                  <a:lnTo>
                    <a:pt x="27048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C2B306F-3E97-7967-2B04-211718AAAC57}"/>
                </a:ext>
              </a:extLst>
            </p:cNvPr>
            <p:cNvSpPr/>
            <p:nvPr/>
          </p:nvSpPr>
          <p:spPr>
            <a:xfrm>
              <a:off x="4727633" y="4032958"/>
              <a:ext cx="26553" cy="23978"/>
            </a:xfrm>
            <a:custGeom>
              <a:avLst/>
              <a:gdLst>
                <a:gd name="csX0" fmla="*/ 473 w 26553"/>
                <a:gd name="csY0" fmla="*/ 170 h 23978"/>
                <a:gd name="csX1" fmla="*/ 27026 w 26553"/>
                <a:gd name="csY1" fmla="*/ 170 h 239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553" h="23978">
                  <a:moveTo>
                    <a:pt x="473" y="170"/>
                  </a:moveTo>
                  <a:lnTo>
                    <a:pt x="27026" y="170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56DFC6D4-C140-F09B-E591-D08773D9653E}"/>
                </a:ext>
              </a:extLst>
            </p:cNvPr>
            <p:cNvSpPr/>
            <p:nvPr/>
          </p:nvSpPr>
          <p:spPr>
            <a:xfrm>
              <a:off x="4839554" y="4283946"/>
              <a:ext cx="18759" cy="18740"/>
            </a:xfrm>
            <a:custGeom>
              <a:avLst/>
              <a:gdLst>
                <a:gd name="csX0" fmla="*/ 476 w 18759"/>
                <a:gd name="csY0" fmla="*/ 18919 h 18740"/>
                <a:gd name="csX1" fmla="*/ 19235 w 18759"/>
                <a:gd name="csY1" fmla="*/ 178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0">
                  <a:moveTo>
                    <a:pt x="476" y="18919"/>
                  </a:moveTo>
                  <a:lnTo>
                    <a:pt x="19235" y="17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6E42E0B9-2113-606D-5429-02525282B722}"/>
                </a:ext>
              </a:extLst>
            </p:cNvPr>
            <p:cNvSpPr/>
            <p:nvPr/>
          </p:nvSpPr>
          <p:spPr>
            <a:xfrm>
              <a:off x="5359836" y="3763719"/>
              <a:ext cx="18668" cy="18740"/>
            </a:xfrm>
            <a:custGeom>
              <a:avLst/>
              <a:gdLst>
                <a:gd name="csX0" fmla="*/ 492 w 18668"/>
                <a:gd name="csY0" fmla="*/ 18903 h 18740"/>
                <a:gd name="csX1" fmla="*/ 19160 w 18668"/>
                <a:gd name="csY1" fmla="*/ 162 h 187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668" h="18740">
                  <a:moveTo>
                    <a:pt x="492" y="18903"/>
                  </a:moveTo>
                  <a:lnTo>
                    <a:pt x="19160" y="162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567021FE-1A05-3F3F-1717-FDFFC6186DDC}"/>
                </a:ext>
              </a:extLst>
            </p:cNvPr>
            <p:cNvSpPr/>
            <p:nvPr/>
          </p:nvSpPr>
          <p:spPr>
            <a:xfrm>
              <a:off x="4839463" y="3763120"/>
              <a:ext cx="18759" cy="18750"/>
            </a:xfrm>
            <a:custGeom>
              <a:avLst/>
              <a:gdLst>
                <a:gd name="csX0" fmla="*/ 476 w 18759"/>
                <a:gd name="csY0" fmla="*/ 162 h 18750"/>
                <a:gd name="csX1" fmla="*/ 19235 w 18759"/>
                <a:gd name="csY1" fmla="*/ 18913 h 18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50">
                  <a:moveTo>
                    <a:pt x="476" y="162"/>
                  </a:moveTo>
                  <a:lnTo>
                    <a:pt x="19235" y="18913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0CF3EF5-5509-DE34-D7FB-3927040B022F}"/>
                </a:ext>
              </a:extLst>
            </p:cNvPr>
            <p:cNvSpPr/>
            <p:nvPr/>
          </p:nvSpPr>
          <p:spPr>
            <a:xfrm>
              <a:off x="5360472" y="4284127"/>
              <a:ext cx="18759" cy="18749"/>
            </a:xfrm>
            <a:custGeom>
              <a:avLst/>
              <a:gdLst>
                <a:gd name="csX0" fmla="*/ 492 w 18759"/>
                <a:gd name="csY0" fmla="*/ 178 h 18749"/>
                <a:gd name="csX1" fmla="*/ 19251 w 18759"/>
                <a:gd name="csY1" fmla="*/ 18928 h 187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759" h="18749">
                  <a:moveTo>
                    <a:pt x="492" y="178"/>
                  </a:moveTo>
                  <a:lnTo>
                    <a:pt x="19251" y="18928"/>
                  </a:lnTo>
                </a:path>
              </a:pathLst>
            </a:custGeom>
            <a:noFill/>
            <a:ln w="24011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4" name="Freeform: Shape 273">
            <a:extLst>
              <a:ext uri="{FF2B5EF4-FFF2-40B4-BE49-F238E27FC236}">
                <a16:creationId xmlns:a16="http://schemas.microsoft.com/office/drawing/2014/main" id="{D4C70C48-DF0C-F431-7000-D453DD105B89}"/>
              </a:ext>
            </a:extLst>
          </p:cNvPr>
          <p:cNvSpPr/>
          <p:nvPr/>
        </p:nvSpPr>
        <p:spPr>
          <a:xfrm>
            <a:off x="4968156" y="2965293"/>
            <a:ext cx="71503" cy="548701"/>
          </a:xfrm>
          <a:custGeom>
            <a:avLst/>
            <a:gdLst>
              <a:gd name="csX0" fmla="*/ 36189 w 71503"/>
              <a:gd name="csY0" fmla="*/ 548848 h 548701"/>
              <a:gd name="csX1" fmla="*/ 36189 w 71503"/>
              <a:gd name="csY1" fmla="*/ 376224 h 548701"/>
              <a:gd name="csX2" fmla="*/ 484 w 71503"/>
              <a:gd name="csY2" fmla="*/ 358833 h 548701"/>
              <a:gd name="csX3" fmla="*/ 71988 w 71503"/>
              <a:gd name="csY3" fmla="*/ 341442 h 548701"/>
              <a:gd name="csX4" fmla="*/ 36189 w 71503"/>
              <a:gd name="csY4" fmla="*/ 324051 h 548701"/>
              <a:gd name="csX5" fmla="*/ 36189 w 71503"/>
              <a:gd name="csY5" fmla="*/ 146 h 5487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503" h="548701">
                <a:moveTo>
                  <a:pt x="36189" y="548848"/>
                </a:moveTo>
                <a:lnTo>
                  <a:pt x="36189" y="376224"/>
                </a:lnTo>
                <a:lnTo>
                  <a:pt x="484" y="358833"/>
                </a:lnTo>
                <a:lnTo>
                  <a:pt x="71988" y="341442"/>
                </a:lnTo>
                <a:lnTo>
                  <a:pt x="36189" y="324051"/>
                </a:lnTo>
                <a:lnTo>
                  <a:pt x="36189" y="146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A5DAEDAF-FB73-6ED9-9042-3C3B605A53CD}"/>
              </a:ext>
            </a:extLst>
          </p:cNvPr>
          <p:cNvSpPr/>
          <p:nvPr/>
        </p:nvSpPr>
        <p:spPr>
          <a:xfrm>
            <a:off x="3758212" y="2971917"/>
            <a:ext cx="1138802" cy="542077"/>
          </a:xfrm>
          <a:custGeom>
            <a:avLst/>
            <a:gdLst>
              <a:gd name="csX0" fmla="*/ 463 w 1138802"/>
              <a:gd name="csY0" fmla="*/ 542223 h 542077"/>
              <a:gd name="csX1" fmla="*/ 554 w 1138802"/>
              <a:gd name="csY1" fmla="*/ 444738 h 542077"/>
              <a:gd name="csX2" fmla="*/ 1103470 w 1138802"/>
              <a:gd name="csY2" fmla="*/ 444738 h 542077"/>
              <a:gd name="csX3" fmla="*/ 1103470 w 1138802"/>
              <a:gd name="csY3" fmla="*/ 324386 h 542077"/>
              <a:gd name="csX4" fmla="*/ 1067671 w 1138802"/>
              <a:gd name="csY4" fmla="*/ 306996 h 542077"/>
              <a:gd name="csX5" fmla="*/ 1139266 w 1138802"/>
              <a:gd name="csY5" fmla="*/ 289605 h 542077"/>
              <a:gd name="csX6" fmla="*/ 1103470 w 1138802"/>
              <a:gd name="csY6" fmla="*/ 272213 h 542077"/>
              <a:gd name="csX7" fmla="*/ 1103470 w 1138802"/>
              <a:gd name="csY7" fmla="*/ 146 h 542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38802" h="542077">
                <a:moveTo>
                  <a:pt x="463" y="542223"/>
                </a:moveTo>
                <a:lnTo>
                  <a:pt x="554" y="444738"/>
                </a:lnTo>
                <a:lnTo>
                  <a:pt x="1103470" y="444738"/>
                </a:lnTo>
                <a:lnTo>
                  <a:pt x="1103470" y="324386"/>
                </a:lnTo>
                <a:lnTo>
                  <a:pt x="1067671" y="306996"/>
                </a:lnTo>
                <a:lnTo>
                  <a:pt x="1139266" y="289605"/>
                </a:lnTo>
                <a:lnTo>
                  <a:pt x="1103470" y="272213"/>
                </a:lnTo>
                <a:lnTo>
                  <a:pt x="1103470" y="146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78C08B77-4E61-AFFB-3C0C-4B7CC0470D5B}"/>
              </a:ext>
            </a:extLst>
          </p:cNvPr>
          <p:cNvSpPr/>
          <p:nvPr/>
        </p:nvSpPr>
        <p:spPr>
          <a:xfrm>
            <a:off x="3756309" y="4029527"/>
            <a:ext cx="1824023" cy="825427"/>
          </a:xfrm>
          <a:custGeom>
            <a:avLst/>
            <a:gdLst>
              <a:gd name="csX0" fmla="*/ 474 w 1824023"/>
              <a:gd name="csY0" fmla="*/ 515952 h 825427"/>
              <a:gd name="csX1" fmla="*/ 836 w 1824023"/>
              <a:gd name="csY1" fmla="*/ 789850 h 825427"/>
              <a:gd name="csX2" fmla="*/ 933104 w 1824023"/>
              <a:gd name="csY2" fmla="*/ 789850 h 825427"/>
              <a:gd name="csX3" fmla="*/ 950502 w 1824023"/>
              <a:gd name="csY3" fmla="*/ 754089 h 825427"/>
              <a:gd name="csX4" fmla="*/ 967901 w 1824023"/>
              <a:gd name="csY4" fmla="*/ 825611 h 825427"/>
              <a:gd name="csX5" fmla="*/ 985303 w 1824023"/>
              <a:gd name="csY5" fmla="*/ 789850 h 825427"/>
              <a:gd name="csX6" fmla="*/ 1823770 w 1824023"/>
              <a:gd name="csY6" fmla="*/ 789850 h 825427"/>
              <a:gd name="csX7" fmla="*/ 1824497 w 1824023"/>
              <a:gd name="csY7" fmla="*/ 183 h 825427"/>
              <a:gd name="csX8" fmla="*/ 1765226 w 1824023"/>
              <a:gd name="csY8" fmla="*/ 301 h 8254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824023" h="825427">
                <a:moveTo>
                  <a:pt x="474" y="515952"/>
                </a:moveTo>
                <a:lnTo>
                  <a:pt x="836" y="789850"/>
                </a:lnTo>
                <a:lnTo>
                  <a:pt x="933104" y="789850"/>
                </a:lnTo>
                <a:lnTo>
                  <a:pt x="950502" y="754089"/>
                </a:lnTo>
                <a:lnTo>
                  <a:pt x="967901" y="825611"/>
                </a:lnTo>
                <a:lnTo>
                  <a:pt x="985303" y="789850"/>
                </a:lnTo>
                <a:lnTo>
                  <a:pt x="1823770" y="789850"/>
                </a:lnTo>
                <a:lnTo>
                  <a:pt x="1824497" y="183"/>
                </a:lnTo>
                <a:lnTo>
                  <a:pt x="1765226" y="301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78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F3CBBF-F93A-01FE-E1A4-A20BCCCB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1D23795F-796C-E5E6-4C67-B78E45BD696E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8B57678-D632-D7C5-4D25-44D08E8868B8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9244E-31DD-7E76-10D0-832B9FED911F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E788C4E-80B7-CBC3-317C-619023EC973E}"/>
              </a:ext>
            </a:extLst>
          </p:cNvPr>
          <p:cNvSpPr/>
          <p:nvPr/>
        </p:nvSpPr>
        <p:spPr>
          <a:xfrm>
            <a:off x="6040256" y="3409411"/>
            <a:ext cx="3999995" cy="744929"/>
          </a:xfrm>
          <a:custGeom>
            <a:avLst/>
            <a:gdLst>
              <a:gd name="csX0" fmla="*/ 549 w 1281085"/>
              <a:gd name="csY0" fmla="*/ 312025 h 311897"/>
              <a:gd name="csX1" fmla="*/ 1016282 w 1281085"/>
              <a:gd name="csY1" fmla="*/ 312025 h 311897"/>
              <a:gd name="csX2" fmla="*/ 1044467 w 1281085"/>
              <a:gd name="csY2" fmla="*/ 127 h 311897"/>
              <a:gd name="csX3" fmla="*/ 1281635 w 1281085"/>
              <a:gd name="csY3" fmla="*/ 127 h 311897"/>
              <a:gd name="csX0" fmla="*/ 0 w 1676252"/>
              <a:gd name="csY0" fmla="*/ 311898 h 311898"/>
              <a:gd name="csX1" fmla="*/ 1410899 w 1676252"/>
              <a:gd name="csY1" fmla="*/ 311898 h 311898"/>
              <a:gd name="csX2" fmla="*/ 1439084 w 1676252"/>
              <a:gd name="csY2" fmla="*/ 0 h 311898"/>
              <a:gd name="csX3" fmla="*/ 1676252 w 1676252"/>
              <a:gd name="csY3" fmla="*/ 0 h 311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76252" h="311898">
                <a:moveTo>
                  <a:pt x="0" y="311898"/>
                </a:moveTo>
                <a:lnTo>
                  <a:pt x="1410899" y="311898"/>
                </a:lnTo>
                <a:lnTo>
                  <a:pt x="1439084" y="0"/>
                </a:lnTo>
                <a:lnTo>
                  <a:pt x="1676252" y="0"/>
                </a:lnTo>
              </a:path>
            </a:pathLst>
          </a:custGeom>
          <a:noFill/>
          <a:ln w="26820" cap="rnd">
            <a:solidFill>
              <a:srgbClr val="FF7F2A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E8EE3E-C330-9D0B-D0FF-677FECDCBF40}"/>
              </a:ext>
            </a:extLst>
          </p:cNvPr>
          <p:cNvSpPr/>
          <p:nvPr/>
        </p:nvSpPr>
        <p:spPr>
          <a:xfrm>
            <a:off x="10065889" y="3284080"/>
            <a:ext cx="1731433" cy="988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6C8BB5-155A-EB93-E21D-7D7C7929EFB5}"/>
              </a:ext>
            </a:extLst>
          </p:cNvPr>
          <p:cNvSpPr/>
          <p:nvPr/>
        </p:nvSpPr>
        <p:spPr>
          <a:xfrm>
            <a:off x="5225498" y="3517900"/>
            <a:ext cx="1731433" cy="9884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737DB-4CB9-6665-81C7-C78C197F53A9}"/>
              </a:ext>
            </a:extLst>
          </p:cNvPr>
          <p:cNvSpPr/>
          <p:nvPr/>
        </p:nvSpPr>
        <p:spPr>
          <a:xfrm>
            <a:off x="7609088" y="2616568"/>
            <a:ext cx="57268" cy="2064152"/>
          </a:xfrm>
          <a:custGeom>
            <a:avLst/>
            <a:gdLst>
              <a:gd name="csX0" fmla="*/ 538 w 23978"/>
              <a:gd name="csY0" fmla="*/ 126 h 864251"/>
              <a:gd name="csX1" fmla="*/ 538 w 23978"/>
              <a:gd name="csY1" fmla="*/ 864377 h 8642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978" h="864251">
                <a:moveTo>
                  <a:pt x="538" y="126"/>
                </a:moveTo>
                <a:lnTo>
                  <a:pt x="538" y="864377"/>
                </a:lnTo>
              </a:path>
            </a:pathLst>
          </a:custGeom>
          <a:noFill/>
          <a:ln w="1341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90C46914-673F-4E1F-2A2F-C7E6E655F03B}"/>
              </a:ext>
            </a:extLst>
          </p:cNvPr>
          <p:cNvSpPr/>
          <p:nvPr/>
        </p:nvSpPr>
        <p:spPr>
          <a:xfrm>
            <a:off x="6956931" y="3150758"/>
            <a:ext cx="3098883" cy="745012"/>
          </a:xfrm>
          <a:custGeom>
            <a:avLst/>
            <a:gdLst>
              <a:gd name="csX0" fmla="*/ 549 w 1297488"/>
              <a:gd name="csY0" fmla="*/ 312058 h 311933"/>
              <a:gd name="csX1" fmla="*/ 261734 w 1297488"/>
              <a:gd name="csY1" fmla="*/ 312058 h 311933"/>
              <a:gd name="csX2" fmla="*/ 289828 w 1297488"/>
              <a:gd name="csY2" fmla="*/ 124 h 311933"/>
              <a:gd name="csX3" fmla="*/ 1298038 w 1297488"/>
              <a:gd name="csY3" fmla="*/ 124 h 3119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97488" h="311933">
                <a:moveTo>
                  <a:pt x="549" y="312058"/>
                </a:moveTo>
                <a:lnTo>
                  <a:pt x="261734" y="312058"/>
                </a:lnTo>
                <a:lnTo>
                  <a:pt x="289828" y="124"/>
                </a:lnTo>
                <a:lnTo>
                  <a:pt x="1298038" y="124"/>
                </a:lnTo>
              </a:path>
            </a:pathLst>
          </a:custGeom>
          <a:noFill/>
          <a:ln w="26820" cap="rnd">
            <a:solidFill>
              <a:srgbClr val="89A02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3" name="Freeform: Shape 142">
            <a:extLst>
              <a:ext uri="{FF2B5EF4-FFF2-40B4-BE49-F238E27FC236}">
                <a16:creationId xmlns:a16="http://schemas.microsoft.com/office/drawing/2014/main" id="{F8D9911B-4DB9-C363-F88F-080B1200D9B0}"/>
              </a:ext>
            </a:extLst>
          </p:cNvPr>
          <p:cNvSpPr/>
          <p:nvPr/>
        </p:nvSpPr>
        <p:spPr>
          <a:xfrm>
            <a:off x="9417940" y="2618947"/>
            <a:ext cx="57268" cy="2063981"/>
          </a:xfrm>
          <a:custGeom>
            <a:avLst/>
            <a:gdLst>
              <a:gd name="csX0" fmla="*/ 561 w 23978"/>
              <a:gd name="csY0" fmla="*/ 126 h 864179"/>
              <a:gd name="csX1" fmla="*/ 561 w 23978"/>
              <a:gd name="csY1" fmla="*/ 864305 h 8641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978" h="864179">
                <a:moveTo>
                  <a:pt x="561" y="126"/>
                </a:moveTo>
                <a:lnTo>
                  <a:pt x="561" y="864305"/>
                </a:lnTo>
              </a:path>
            </a:pathLst>
          </a:custGeom>
          <a:noFill/>
          <a:ln w="13410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4" name="Freeform: Shape 143">
            <a:extLst>
              <a:ext uri="{FF2B5EF4-FFF2-40B4-BE49-F238E27FC236}">
                <a16:creationId xmlns:a16="http://schemas.microsoft.com/office/drawing/2014/main" id="{49AD4713-555B-C46C-878D-79B846630107}"/>
              </a:ext>
            </a:extLst>
          </p:cNvPr>
          <p:cNvSpPr/>
          <p:nvPr/>
        </p:nvSpPr>
        <p:spPr>
          <a:xfrm>
            <a:off x="6646548" y="2323928"/>
            <a:ext cx="4947344" cy="2779967"/>
          </a:xfrm>
          <a:custGeom>
            <a:avLst/>
            <a:gdLst>
              <a:gd name="csX0" fmla="*/ 179905 w 2071430"/>
              <a:gd name="csY0" fmla="*/ 127 h 1163959"/>
              <a:gd name="csX1" fmla="*/ 1892639 w 2071430"/>
              <a:gd name="csY1" fmla="*/ 127 h 1163959"/>
              <a:gd name="csX2" fmla="*/ 2071987 w 2071430"/>
              <a:gd name="csY2" fmla="*/ 179475 h 1163959"/>
              <a:gd name="csX3" fmla="*/ 2071987 w 2071430"/>
              <a:gd name="csY3" fmla="*/ 984766 h 1163959"/>
              <a:gd name="csX4" fmla="*/ 1892639 w 2071430"/>
              <a:gd name="csY4" fmla="*/ 1164087 h 1163959"/>
              <a:gd name="csX5" fmla="*/ 179905 w 2071430"/>
              <a:gd name="csY5" fmla="*/ 1164087 h 1163959"/>
              <a:gd name="csX6" fmla="*/ 557 w 2071430"/>
              <a:gd name="csY6" fmla="*/ 984766 h 1163959"/>
              <a:gd name="csX7" fmla="*/ 557 w 2071430"/>
              <a:gd name="csY7" fmla="*/ 179475 h 1163959"/>
              <a:gd name="csX8" fmla="*/ 179905 w 2071430"/>
              <a:gd name="csY8" fmla="*/ 127 h 11639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71430" h="1163959">
                <a:moveTo>
                  <a:pt x="179905" y="127"/>
                </a:moveTo>
                <a:lnTo>
                  <a:pt x="1892639" y="127"/>
                </a:lnTo>
                <a:cubicBezTo>
                  <a:pt x="1992056" y="127"/>
                  <a:pt x="2071987" y="80149"/>
                  <a:pt x="2071987" y="179475"/>
                </a:cubicBezTo>
                <a:lnTo>
                  <a:pt x="2071987" y="984766"/>
                </a:lnTo>
                <a:cubicBezTo>
                  <a:pt x="2071987" y="1084110"/>
                  <a:pt x="1992056" y="1164087"/>
                  <a:pt x="1892639" y="1164087"/>
                </a:cubicBezTo>
                <a:lnTo>
                  <a:pt x="179905" y="1164087"/>
                </a:lnTo>
                <a:cubicBezTo>
                  <a:pt x="80579" y="1164087"/>
                  <a:pt x="557" y="1084110"/>
                  <a:pt x="557" y="984766"/>
                </a:cubicBezTo>
                <a:lnTo>
                  <a:pt x="557" y="179475"/>
                </a:lnTo>
                <a:cubicBezTo>
                  <a:pt x="557" y="80149"/>
                  <a:pt x="80579" y="127"/>
                  <a:pt x="179905" y="127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64858F9-3EE3-D116-18AF-DC7E0179F260}"/>
              </a:ext>
            </a:extLst>
          </p:cNvPr>
          <p:cNvSpPr/>
          <p:nvPr/>
        </p:nvSpPr>
        <p:spPr>
          <a:xfrm>
            <a:off x="6956931" y="2614402"/>
            <a:ext cx="3098883" cy="2068526"/>
          </a:xfrm>
          <a:custGeom>
            <a:avLst/>
            <a:gdLst>
              <a:gd name="csX0" fmla="*/ 101870 w 1297488"/>
              <a:gd name="csY0" fmla="*/ 126 h 866082"/>
              <a:gd name="csX1" fmla="*/ 1196718 w 1297488"/>
              <a:gd name="csY1" fmla="*/ 126 h 866082"/>
              <a:gd name="csX2" fmla="*/ 1298038 w 1297488"/>
              <a:gd name="csY2" fmla="*/ 101445 h 866082"/>
              <a:gd name="csX3" fmla="*/ 1298038 w 1297488"/>
              <a:gd name="csY3" fmla="*/ 764925 h 866082"/>
              <a:gd name="csX4" fmla="*/ 1196718 w 1297488"/>
              <a:gd name="csY4" fmla="*/ 866208 h 866082"/>
              <a:gd name="csX5" fmla="*/ 101870 w 1297488"/>
              <a:gd name="csY5" fmla="*/ 866208 h 866082"/>
              <a:gd name="csX6" fmla="*/ 549 w 1297488"/>
              <a:gd name="csY6" fmla="*/ 764925 h 866082"/>
              <a:gd name="csX7" fmla="*/ 549 w 1297488"/>
              <a:gd name="csY7" fmla="*/ 101445 h 866082"/>
              <a:gd name="csX8" fmla="*/ 101870 w 1297488"/>
              <a:gd name="csY8" fmla="*/ 126 h 8660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297488" h="866082">
                <a:moveTo>
                  <a:pt x="101870" y="126"/>
                </a:moveTo>
                <a:lnTo>
                  <a:pt x="1196718" y="126"/>
                </a:lnTo>
                <a:cubicBezTo>
                  <a:pt x="1252814" y="126"/>
                  <a:pt x="1298038" y="45348"/>
                  <a:pt x="1298038" y="101445"/>
                </a:cubicBezTo>
                <a:lnTo>
                  <a:pt x="1298038" y="764925"/>
                </a:lnTo>
                <a:cubicBezTo>
                  <a:pt x="1298038" y="821040"/>
                  <a:pt x="1252814" y="866208"/>
                  <a:pt x="1196718" y="866208"/>
                </a:cubicBezTo>
                <a:lnTo>
                  <a:pt x="101870" y="866208"/>
                </a:lnTo>
                <a:cubicBezTo>
                  <a:pt x="45771" y="866208"/>
                  <a:pt x="549" y="821040"/>
                  <a:pt x="549" y="764925"/>
                </a:cubicBezTo>
                <a:lnTo>
                  <a:pt x="549" y="101445"/>
                </a:lnTo>
                <a:cubicBezTo>
                  <a:pt x="549" y="45348"/>
                  <a:pt x="45771" y="126"/>
                  <a:pt x="101870" y="126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EE92A0E8-6ADD-643C-995D-DA2B0D15873C}"/>
              </a:ext>
            </a:extLst>
          </p:cNvPr>
          <p:cNvSpPr/>
          <p:nvPr/>
        </p:nvSpPr>
        <p:spPr>
          <a:xfrm>
            <a:off x="10252786" y="3197945"/>
            <a:ext cx="241983" cy="243287"/>
          </a:xfrm>
          <a:custGeom>
            <a:avLst/>
            <a:gdLst>
              <a:gd name="csX0" fmla="*/ 101891 w 101317"/>
              <a:gd name="csY0" fmla="*/ 51053 h 101863"/>
              <a:gd name="csX1" fmla="*/ 51232 w 101317"/>
              <a:gd name="csY1" fmla="*/ 101985 h 101863"/>
              <a:gd name="csX2" fmla="*/ 51232 w 101317"/>
              <a:gd name="csY2" fmla="*/ 101985 h 101863"/>
              <a:gd name="csX3" fmla="*/ 573 w 101317"/>
              <a:gd name="csY3" fmla="*/ 51053 h 101863"/>
              <a:gd name="csX4" fmla="*/ 51232 w 101317"/>
              <a:gd name="csY4" fmla="*/ 122 h 101863"/>
              <a:gd name="csX5" fmla="*/ 51232 w 101317"/>
              <a:gd name="csY5" fmla="*/ 122 h 101863"/>
              <a:gd name="csX6" fmla="*/ 101891 w 101317"/>
              <a:gd name="csY6" fmla="*/ 51053 h 101863"/>
              <a:gd name="csX7" fmla="*/ 101891 w 101317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317" h="101863">
                <a:moveTo>
                  <a:pt x="101891" y="51053"/>
                </a:moveTo>
                <a:cubicBezTo>
                  <a:pt x="101891" y="79238"/>
                  <a:pt x="79234" y="101985"/>
                  <a:pt x="51232" y="101985"/>
                </a:cubicBezTo>
                <a:cubicBezTo>
                  <a:pt x="51232" y="101985"/>
                  <a:pt x="51232" y="101985"/>
                  <a:pt x="51232" y="101985"/>
                </a:cubicBezTo>
                <a:cubicBezTo>
                  <a:pt x="23229" y="101985"/>
                  <a:pt x="573" y="79238"/>
                  <a:pt x="573" y="51053"/>
                </a:cubicBezTo>
                <a:cubicBezTo>
                  <a:pt x="573" y="22868"/>
                  <a:pt x="23229" y="122"/>
                  <a:pt x="51232" y="122"/>
                </a:cubicBezTo>
                <a:cubicBezTo>
                  <a:pt x="51232" y="122"/>
                  <a:pt x="51232" y="122"/>
                  <a:pt x="51232" y="122"/>
                </a:cubicBezTo>
                <a:cubicBezTo>
                  <a:pt x="79234" y="122"/>
                  <a:pt x="101891" y="22868"/>
                  <a:pt x="101891" y="51053"/>
                </a:cubicBezTo>
                <a:cubicBezTo>
                  <a:pt x="101891" y="51053"/>
                  <a:pt x="101891" y="51053"/>
                  <a:pt x="101891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F3517DE1-BD6D-9D9F-B14B-B692A2659821}"/>
              </a:ext>
            </a:extLst>
          </p:cNvPr>
          <p:cNvSpPr/>
          <p:nvPr/>
        </p:nvSpPr>
        <p:spPr>
          <a:xfrm>
            <a:off x="10695853" y="3197945"/>
            <a:ext cx="241983" cy="243287"/>
          </a:xfrm>
          <a:custGeom>
            <a:avLst/>
            <a:gdLst>
              <a:gd name="csX0" fmla="*/ 101897 w 101317"/>
              <a:gd name="csY0" fmla="*/ 51053 h 101863"/>
              <a:gd name="csX1" fmla="*/ 51238 w 101317"/>
              <a:gd name="csY1" fmla="*/ 101985 h 101863"/>
              <a:gd name="csX2" fmla="*/ 579 w 101317"/>
              <a:gd name="csY2" fmla="*/ 51053 h 101863"/>
              <a:gd name="csX3" fmla="*/ 51238 w 101317"/>
              <a:gd name="csY3" fmla="*/ 122 h 101863"/>
              <a:gd name="csX4" fmla="*/ 51238 w 101317"/>
              <a:gd name="csY4" fmla="*/ 122 h 101863"/>
              <a:gd name="csX5" fmla="*/ 101897 w 101317"/>
              <a:gd name="csY5" fmla="*/ 51053 h 101863"/>
              <a:gd name="csX6" fmla="*/ 101897 w 101317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17" h="101863">
                <a:moveTo>
                  <a:pt x="101897" y="51053"/>
                </a:moveTo>
                <a:cubicBezTo>
                  <a:pt x="101897" y="79238"/>
                  <a:pt x="79240" y="101985"/>
                  <a:pt x="51238" y="101985"/>
                </a:cubicBezTo>
                <a:cubicBezTo>
                  <a:pt x="23235" y="101985"/>
                  <a:pt x="579" y="79238"/>
                  <a:pt x="579" y="51053"/>
                </a:cubicBezTo>
                <a:cubicBezTo>
                  <a:pt x="579" y="22868"/>
                  <a:pt x="23235" y="122"/>
                  <a:pt x="51238" y="122"/>
                </a:cubicBezTo>
                <a:cubicBezTo>
                  <a:pt x="51238" y="122"/>
                  <a:pt x="51238" y="122"/>
                  <a:pt x="51238" y="122"/>
                </a:cubicBezTo>
                <a:cubicBezTo>
                  <a:pt x="79240" y="122"/>
                  <a:pt x="101897" y="22868"/>
                  <a:pt x="101897" y="51053"/>
                </a:cubicBezTo>
                <a:cubicBezTo>
                  <a:pt x="101897" y="51053"/>
                  <a:pt x="101897" y="51053"/>
                  <a:pt x="101897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503DD9EF-B938-43E6-F4D1-0D060D679823}"/>
              </a:ext>
            </a:extLst>
          </p:cNvPr>
          <p:cNvSpPr/>
          <p:nvPr/>
        </p:nvSpPr>
        <p:spPr>
          <a:xfrm>
            <a:off x="10252786" y="3197945"/>
            <a:ext cx="241983" cy="243287"/>
          </a:xfrm>
          <a:custGeom>
            <a:avLst/>
            <a:gdLst>
              <a:gd name="csX0" fmla="*/ 101891 w 101317"/>
              <a:gd name="csY0" fmla="*/ 51053 h 101863"/>
              <a:gd name="csX1" fmla="*/ 51232 w 101317"/>
              <a:gd name="csY1" fmla="*/ 101985 h 101863"/>
              <a:gd name="csX2" fmla="*/ 51232 w 101317"/>
              <a:gd name="csY2" fmla="*/ 101985 h 101863"/>
              <a:gd name="csX3" fmla="*/ 573 w 101317"/>
              <a:gd name="csY3" fmla="*/ 51053 h 101863"/>
              <a:gd name="csX4" fmla="*/ 51232 w 101317"/>
              <a:gd name="csY4" fmla="*/ 122 h 101863"/>
              <a:gd name="csX5" fmla="*/ 51232 w 101317"/>
              <a:gd name="csY5" fmla="*/ 122 h 101863"/>
              <a:gd name="csX6" fmla="*/ 101891 w 101317"/>
              <a:gd name="csY6" fmla="*/ 51053 h 101863"/>
              <a:gd name="csX7" fmla="*/ 101891 w 101317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317" h="101863">
                <a:moveTo>
                  <a:pt x="101891" y="51053"/>
                </a:moveTo>
                <a:cubicBezTo>
                  <a:pt x="101891" y="79238"/>
                  <a:pt x="79234" y="101985"/>
                  <a:pt x="51232" y="101985"/>
                </a:cubicBezTo>
                <a:cubicBezTo>
                  <a:pt x="51232" y="101985"/>
                  <a:pt x="51232" y="101985"/>
                  <a:pt x="51232" y="101985"/>
                </a:cubicBezTo>
                <a:cubicBezTo>
                  <a:pt x="23229" y="101985"/>
                  <a:pt x="573" y="79238"/>
                  <a:pt x="573" y="51053"/>
                </a:cubicBezTo>
                <a:cubicBezTo>
                  <a:pt x="573" y="22868"/>
                  <a:pt x="23229" y="122"/>
                  <a:pt x="51232" y="122"/>
                </a:cubicBezTo>
                <a:cubicBezTo>
                  <a:pt x="51232" y="122"/>
                  <a:pt x="51232" y="122"/>
                  <a:pt x="51232" y="122"/>
                </a:cubicBezTo>
                <a:cubicBezTo>
                  <a:pt x="79234" y="122"/>
                  <a:pt x="101891" y="22868"/>
                  <a:pt x="101891" y="51053"/>
                </a:cubicBezTo>
                <a:cubicBezTo>
                  <a:pt x="101891" y="51053"/>
                  <a:pt x="101891" y="51053"/>
                  <a:pt x="101891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5F58498F-A269-C6A5-2FBA-028476FAED6B}"/>
              </a:ext>
            </a:extLst>
          </p:cNvPr>
          <p:cNvSpPr/>
          <p:nvPr/>
        </p:nvSpPr>
        <p:spPr>
          <a:xfrm>
            <a:off x="10699533" y="3197945"/>
            <a:ext cx="241983" cy="243287"/>
          </a:xfrm>
          <a:custGeom>
            <a:avLst/>
            <a:gdLst>
              <a:gd name="csX0" fmla="*/ 101897 w 101317"/>
              <a:gd name="csY0" fmla="*/ 51053 h 101863"/>
              <a:gd name="csX1" fmla="*/ 51238 w 101317"/>
              <a:gd name="csY1" fmla="*/ 101985 h 101863"/>
              <a:gd name="csX2" fmla="*/ 579 w 101317"/>
              <a:gd name="csY2" fmla="*/ 51053 h 101863"/>
              <a:gd name="csX3" fmla="*/ 579 w 101317"/>
              <a:gd name="csY3" fmla="*/ 51053 h 101863"/>
              <a:gd name="csX4" fmla="*/ 51238 w 101317"/>
              <a:gd name="csY4" fmla="*/ 122 h 101863"/>
              <a:gd name="csX5" fmla="*/ 51238 w 101317"/>
              <a:gd name="csY5" fmla="*/ 122 h 101863"/>
              <a:gd name="csX6" fmla="*/ 101897 w 101317"/>
              <a:gd name="csY6" fmla="*/ 51053 h 101863"/>
              <a:gd name="csX7" fmla="*/ 101897 w 101317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317" h="101863">
                <a:moveTo>
                  <a:pt x="101897" y="51053"/>
                </a:moveTo>
                <a:cubicBezTo>
                  <a:pt x="101897" y="79238"/>
                  <a:pt x="79240" y="101985"/>
                  <a:pt x="51238" y="101985"/>
                </a:cubicBezTo>
                <a:cubicBezTo>
                  <a:pt x="23235" y="101985"/>
                  <a:pt x="579" y="79238"/>
                  <a:pt x="579" y="51053"/>
                </a:cubicBezTo>
                <a:cubicBezTo>
                  <a:pt x="579" y="51053"/>
                  <a:pt x="579" y="51053"/>
                  <a:pt x="579" y="51053"/>
                </a:cubicBezTo>
                <a:cubicBezTo>
                  <a:pt x="579" y="22868"/>
                  <a:pt x="23235" y="122"/>
                  <a:pt x="51238" y="122"/>
                </a:cubicBezTo>
                <a:cubicBezTo>
                  <a:pt x="51238" y="122"/>
                  <a:pt x="51238" y="122"/>
                  <a:pt x="51238" y="122"/>
                </a:cubicBezTo>
                <a:cubicBezTo>
                  <a:pt x="79240" y="122"/>
                  <a:pt x="101897" y="22868"/>
                  <a:pt x="101897" y="51053"/>
                </a:cubicBezTo>
                <a:cubicBezTo>
                  <a:pt x="101897" y="51053"/>
                  <a:pt x="101897" y="51053"/>
                  <a:pt x="101897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A49ED17B-4AC4-0F71-1290-AB35046177BD}"/>
              </a:ext>
            </a:extLst>
          </p:cNvPr>
          <p:cNvSpPr/>
          <p:nvPr/>
        </p:nvSpPr>
        <p:spPr>
          <a:xfrm>
            <a:off x="10252786" y="3623047"/>
            <a:ext cx="241983" cy="243502"/>
          </a:xfrm>
          <a:custGeom>
            <a:avLst/>
            <a:gdLst>
              <a:gd name="csX0" fmla="*/ 101891 w 101317"/>
              <a:gd name="csY0" fmla="*/ 51059 h 101953"/>
              <a:gd name="csX1" fmla="*/ 51232 w 101317"/>
              <a:gd name="csY1" fmla="*/ 102081 h 101953"/>
              <a:gd name="csX2" fmla="*/ 51232 w 101317"/>
              <a:gd name="csY2" fmla="*/ 102081 h 101953"/>
              <a:gd name="csX3" fmla="*/ 573 w 101317"/>
              <a:gd name="csY3" fmla="*/ 51059 h 101953"/>
              <a:gd name="csX4" fmla="*/ 51232 w 101317"/>
              <a:gd name="csY4" fmla="*/ 127 h 101953"/>
              <a:gd name="csX5" fmla="*/ 101891 w 101317"/>
              <a:gd name="csY5" fmla="*/ 51059 h 101953"/>
              <a:gd name="csX6" fmla="*/ 101891 w 101317"/>
              <a:gd name="csY6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17" h="101953">
                <a:moveTo>
                  <a:pt x="101891" y="51059"/>
                </a:moveTo>
                <a:cubicBezTo>
                  <a:pt x="101891" y="79243"/>
                  <a:pt x="79234" y="102081"/>
                  <a:pt x="51232" y="102081"/>
                </a:cubicBezTo>
                <a:cubicBezTo>
                  <a:pt x="51232" y="102081"/>
                  <a:pt x="51232" y="102081"/>
                  <a:pt x="51232" y="102081"/>
                </a:cubicBezTo>
                <a:cubicBezTo>
                  <a:pt x="23229" y="102081"/>
                  <a:pt x="573" y="79243"/>
                  <a:pt x="573" y="51059"/>
                </a:cubicBezTo>
                <a:cubicBezTo>
                  <a:pt x="573" y="22965"/>
                  <a:pt x="23229" y="127"/>
                  <a:pt x="51232" y="127"/>
                </a:cubicBezTo>
                <a:cubicBezTo>
                  <a:pt x="79234" y="127"/>
                  <a:pt x="101891" y="22965"/>
                  <a:pt x="101891" y="51059"/>
                </a:cubicBezTo>
                <a:cubicBezTo>
                  <a:pt x="101891" y="51059"/>
                  <a:pt x="101891" y="51059"/>
                  <a:pt x="101891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22E9BE94-93A1-1781-1CC1-F889CC140737}"/>
              </a:ext>
            </a:extLst>
          </p:cNvPr>
          <p:cNvSpPr/>
          <p:nvPr/>
        </p:nvSpPr>
        <p:spPr>
          <a:xfrm>
            <a:off x="10699533" y="3623047"/>
            <a:ext cx="241983" cy="243502"/>
          </a:xfrm>
          <a:custGeom>
            <a:avLst/>
            <a:gdLst>
              <a:gd name="csX0" fmla="*/ 101897 w 101317"/>
              <a:gd name="csY0" fmla="*/ 51059 h 101953"/>
              <a:gd name="csX1" fmla="*/ 51238 w 101317"/>
              <a:gd name="csY1" fmla="*/ 102081 h 101953"/>
              <a:gd name="csX2" fmla="*/ 579 w 101317"/>
              <a:gd name="csY2" fmla="*/ 51059 h 101953"/>
              <a:gd name="csX3" fmla="*/ 579 w 101317"/>
              <a:gd name="csY3" fmla="*/ 51059 h 101953"/>
              <a:gd name="csX4" fmla="*/ 51238 w 101317"/>
              <a:gd name="csY4" fmla="*/ 127 h 101953"/>
              <a:gd name="csX5" fmla="*/ 51238 w 101317"/>
              <a:gd name="csY5" fmla="*/ 127 h 101953"/>
              <a:gd name="csX6" fmla="*/ 101897 w 101317"/>
              <a:gd name="csY6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317" h="101953">
                <a:moveTo>
                  <a:pt x="101897" y="51059"/>
                </a:moveTo>
                <a:cubicBezTo>
                  <a:pt x="101897" y="79243"/>
                  <a:pt x="79240" y="102081"/>
                  <a:pt x="51238" y="102081"/>
                </a:cubicBezTo>
                <a:cubicBezTo>
                  <a:pt x="23235" y="102081"/>
                  <a:pt x="579" y="79243"/>
                  <a:pt x="579" y="51059"/>
                </a:cubicBezTo>
                <a:cubicBezTo>
                  <a:pt x="579" y="51059"/>
                  <a:pt x="579" y="51059"/>
                  <a:pt x="579" y="51059"/>
                </a:cubicBezTo>
                <a:cubicBezTo>
                  <a:pt x="579" y="22965"/>
                  <a:pt x="23235" y="127"/>
                  <a:pt x="51238" y="127"/>
                </a:cubicBezTo>
                <a:cubicBezTo>
                  <a:pt x="51238" y="127"/>
                  <a:pt x="51238" y="127"/>
                  <a:pt x="51238" y="127"/>
                </a:cubicBezTo>
                <a:cubicBezTo>
                  <a:pt x="79240" y="127"/>
                  <a:pt x="101897" y="22965"/>
                  <a:pt x="101897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D4BDBCB9-B6AE-F144-5F57-1D9FDDA95D83}"/>
              </a:ext>
            </a:extLst>
          </p:cNvPr>
          <p:cNvSpPr/>
          <p:nvPr/>
        </p:nvSpPr>
        <p:spPr>
          <a:xfrm>
            <a:off x="10290661" y="2976302"/>
            <a:ext cx="166231" cy="57268"/>
          </a:xfrm>
          <a:custGeom>
            <a:avLst/>
            <a:gdLst>
              <a:gd name="csX0" fmla="*/ 573 w 69600"/>
              <a:gd name="csY0" fmla="*/ 117 h 23978"/>
              <a:gd name="csX1" fmla="*/ 70174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3" y="117"/>
                </a:moveTo>
                <a:lnTo>
                  <a:pt x="70174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1ED6B325-269C-31F7-67CC-C7B3F8DE53BA}"/>
              </a:ext>
            </a:extLst>
          </p:cNvPr>
          <p:cNvSpPr/>
          <p:nvPr/>
        </p:nvSpPr>
        <p:spPr>
          <a:xfrm>
            <a:off x="10737408" y="2976302"/>
            <a:ext cx="166231" cy="57268"/>
          </a:xfrm>
          <a:custGeom>
            <a:avLst/>
            <a:gdLst>
              <a:gd name="csX0" fmla="*/ 579 w 69600"/>
              <a:gd name="csY0" fmla="*/ 117 h 23978"/>
              <a:gd name="csX1" fmla="*/ 70180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9" y="117"/>
                </a:moveTo>
                <a:lnTo>
                  <a:pt x="70180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53A49347-05BE-FBE9-CC80-0EB058739707}"/>
              </a:ext>
            </a:extLst>
          </p:cNvPr>
          <p:cNvSpPr/>
          <p:nvPr/>
        </p:nvSpPr>
        <p:spPr>
          <a:xfrm>
            <a:off x="10290661" y="2794487"/>
            <a:ext cx="166231" cy="57268"/>
          </a:xfrm>
          <a:custGeom>
            <a:avLst/>
            <a:gdLst>
              <a:gd name="csX0" fmla="*/ 573 w 69600"/>
              <a:gd name="csY0" fmla="*/ 115 h 23978"/>
              <a:gd name="csX1" fmla="*/ 70174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3" y="115"/>
                </a:moveTo>
                <a:lnTo>
                  <a:pt x="70174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7B68A8D4-AE6B-0FF9-905D-1D3A8055DF01}"/>
              </a:ext>
            </a:extLst>
          </p:cNvPr>
          <p:cNvSpPr/>
          <p:nvPr/>
        </p:nvSpPr>
        <p:spPr>
          <a:xfrm>
            <a:off x="10737408" y="2794487"/>
            <a:ext cx="166231" cy="57268"/>
          </a:xfrm>
          <a:custGeom>
            <a:avLst/>
            <a:gdLst>
              <a:gd name="csX0" fmla="*/ 579 w 69600"/>
              <a:gd name="csY0" fmla="*/ 115 h 23978"/>
              <a:gd name="csX1" fmla="*/ 70180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79" y="115"/>
                </a:moveTo>
                <a:lnTo>
                  <a:pt x="70180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FF45DCD5-73EF-F124-7519-3DCF190B654E}"/>
              </a:ext>
            </a:extLst>
          </p:cNvPr>
          <p:cNvSpPr/>
          <p:nvPr/>
        </p:nvSpPr>
        <p:spPr>
          <a:xfrm>
            <a:off x="7635926" y="4933986"/>
            <a:ext cx="123376" cy="57268"/>
          </a:xfrm>
          <a:custGeom>
            <a:avLst/>
            <a:gdLst>
              <a:gd name="csX0" fmla="*/ 539 w 51657"/>
              <a:gd name="csY0" fmla="*/ 142 h 23978"/>
              <a:gd name="csX1" fmla="*/ 52196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539" y="142"/>
                </a:moveTo>
                <a:lnTo>
                  <a:pt x="52196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7A9F0B99-74E8-C02C-6F36-E9B48BBCAEAA}"/>
              </a:ext>
            </a:extLst>
          </p:cNvPr>
          <p:cNvSpPr/>
          <p:nvPr/>
        </p:nvSpPr>
        <p:spPr>
          <a:xfrm>
            <a:off x="8040254" y="4933986"/>
            <a:ext cx="123376" cy="57268"/>
          </a:xfrm>
          <a:custGeom>
            <a:avLst/>
            <a:gdLst>
              <a:gd name="csX0" fmla="*/ 544 w 51657"/>
              <a:gd name="csY0" fmla="*/ 142 h 23978"/>
              <a:gd name="csX1" fmla="*/ 52201 w 51657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7" h="23978">
                <a:moveTo>
                  <a:pt x="544" y="142"/>
                </a:moveTo>
                <a:lnTo>
                  <a:pt x="52201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A044F847-C81F-9CF3-F060-748FA6205F76}"/>
              </a:ext>
            </a:extLst>
          </p:cNvPr>
          <p:cNvSpPr/>
          <p:nvPr/>
        </p:nvSpPr>
        <p:spPr>
          <a:xfrm>
            <a:off x="8444581" y="4933986"/>
            <a:ext cx="123586" cy="57268"/>
          </a:xfrm>
          <a:custGeom>
            <a:avLst/>
            <a:gdLst>
              <a:gd name="csX0" fmla="*/ 549 w 51745"/>
              <a:gd name="csY0" fmla="*/ 142 h 23978"/>
              <a:gd name="csX1" fmla="*/ 52295 w 51745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745" h="23978">
                <a:moveTo>
                  <a:pt x="549" y="142"/>
                </a:moveTo>
                <a:lnTo>
                  <a:pt x="52295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9" name="Freeform: Shape 158">
            <a:extLst>
              <a:ext uri="{FF2B5EF4-FFF2-40B4-BE49-F238E27FC236}">
                <a16:creationId xmlns:a16="http://schemas.microsoft.com/office/drawing/2014/main" id="{D0D36F40-3376-F5C5-3021-33245C8EA21E}"/>
              </a:ext>
            </a:extLst>
          </p:cNvPr>
          <p:cNvSpPr/>
          <p:nvPr/>
        </p:nvSpPr>
        <p:spPr>
          <a:xfrm>
            <a:off x="8848901" y="4933986"/>
            <a:ext cx="123593" cy="57268"/>
          </a:xfrm>
          <a:custGeom>
            <a:avLst/>
            <a:gdLst>
              <a:gd name="csX0" fmla="*/ 554 w 51748"/>
              <a:gd name="csY0" fmla="*/ 142 h 23978"/>
              <a:gd name="csX1" fmla="*/ 52303 w 51748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748" h="23978">
                <a:moveTo>
                  <a:pt x="554" y="142"/>
                </a:moveTo>
                <a:lnTo>
                  <a:pt x="52303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0" name="Freeform: Shape 159">
            <a:extLst>
              <a:ext uri="{FF2B5EF4-FFF2-40B4-BE49-F238E27FC236}">
                <a16:creationId xmlns:a16="http://schemas.microsoft.com/office/drawing/2014/main" id="{357EF891-38C6-DB8A-0DF3-FC6C9C153ED7}"/>
              </a:ext>
            </a:extLst>
          </p:cNvPr>
          <p:cNvSpPr/>
          <p:nvPr/>
        </p:nvSpPr>
        <p:spPr>
          <a:xfrm>
            <a:off x="9253446" y="4933986"/>
            <a:ext cx="123369" cy="57268"/>
          </a:xfrm>
          <a:custGeom>
            <a:avLst/>
            <a:gdLst>
              <a:gd name="csX0" fmla="*/ 559 w 51654"/>
              <a:gd name="csY0" fmla="*/ 142 h 23978"/>
              <a:gd name="csX1" fmla="*/ 52214 w 51654"/>
              <a:gd name="csY1" fmla="*/ 142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1654" h="23978">
                <a:moveTo>
                  <a:pt x="559" y="142"/>
                </a:moveTo>
                <a:lnTo>
                  <a:pt x="52214" y="142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428FE570-6479-7ED3-BD66-973909CD7B35}"/>
              </a:ext>
            </a:extLst>
          </p:cNvPr>
          <p:cNvSpPr/>
          <p:nvPr/>
        </p:nvSpPr>
        <p:spPr>
          <a:xfrm>
            <a:off x="10252786" y="4533188"/>
            <a:ext cx="146316" cy="147162"/>
          </a:xfrm>
          <a:custGeom>
            <a:avLst/>
            <a:gdLst>
              <a:gd name="csX0" fmla="*/ 61835 w 61262"/>
              <a:gd name="csY0" fmla="*/ 30942 h 61616"/>
              <a:gd name="csX1" fmla="*/ 31202 w 61262"/>
              <a:gd name="csY1" fmla="*/ 61755 h 61616"/>
              <a:gd name="csX2" fmla="*/ 572 w 61262"/>
              <a:gd name="csY2" fmla="*/ 30942 h 61616"/>
              <a:gd name="csX3" fmla="*/ 31202 w 61262"/>
              <a:gd name="csY3" fmla="*/ 138 h 61616"/>
              <a:gd name="csX4" fmla="*/ 61835 w 61262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2" h="61616">
                <a:moveTo>
                  <a:pt x="61835" y="30942"/>
                </a:moveTo>
                <a:cubicBezTo>
                  <a:pt x="61835" y="47961"/>
                  <a:pt x="48150" y="61755"/>
                  <a:pt x="31202" y="61755"/>
                </a:cubicBezTo>
                <a:cubicBezTo>
                  <a:pt x="14257" y="61755"/>
                  <a:pt x="572" y="47961"/>
                  <a:pt x="572" y="30942"/>
                </a:cubicBezTo>
                <a:cubicBezTo>
                  <a:pt x="572" y="13931"/>
                  <a:pt x="14257" y="138"/>
                  <a:pt x="31202" y="138"/>
                </a:cubicBezTo>
                <a:cubicBezTo>
                  <a:pt x="48150" y="138"/>
                  <a:pt x="61835" y="13931"/>
                  <a:pt x="61835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2" name="Freeform: Shape 161">
            <a:extLst>
              <a:ext uri="{FF2B5EF4-FFF2-40B4-BE49-F238E27FC236}">
                <a16:creationId xmlns:a16="http://schemas.microsoft.com/office/drawing/2014/main" id="{1F18E454-EA1A-F3A3-9AF8-C6EA58D984AA}"/>
              </a:ext>
            </a:extLst>
          </p:cNvPr>
          <p:cNvSpPr/>
          <p:nvPr/>
        </p:nvSpPr>
        <p:spPr>
          <a:xfrm>
            <a:off x="10587841" y="4533188"/>
            <a:ext cx="146324" cy="147162"/>
          </a:xfrm>
          <a:custGeom>
            <a:avLst/>
            <a:gdLst>
              <a:gd name="csX0" fmla="*/ 61842 w 61265"/>
              <a:gd name="csY0" fmla="*/ 30942 h 61616"/>
              <a:gd name="csX1" fmla="*/ 31209 w 61265"/>
              <a:gd name="csY1" fmla="*/ 61755 h 61616"/>
              <a:gd name="csX2" fmla="*/ 31209 w 61265"/>
              <a:gd name="csY2" fmla="*/ 61755 h 61616"/>
              <a:gd name="csX3" fmla="*/ 577 w 61265"/>
              <a:gd name="csY3" fmla="*/ 30942 h 61616"/>
              <a:gd name="csX4" fmla="*/ 31209 w 61265"/>
              <a:gd name="csY4" fmla="*/ 138 h 61616"/>
              <a:gd name="csX5" fmla="*/ 61842 w 61265"/>
              <a:gd name="csY5" fmla="*/ 30942 h 61616"/>
              <a:gd name="csX6" fmla="*/ 61842 w 61265"/>
              <a:gd name="csY6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1265" h="61616">
                <a:moveTo>
                  <a:pt x="61842" y="30942"/>
                </a:moveTo>
                <a:cubicBezTo>
                  <a:pt x="61842" y="47961"/>
                  <a:pt x="48157" y="61755"/>
                  <a:pt x="31209" y="61755"/>
                </a:cubicBezTo>
                <a:cubicBezTo>
                  <a:pt x="31209" y="61755"/>
                  <a:pt x="31209" y="61755"/>
                  <a:pt x="31209" y="61755"/>
                </a:cubicBezTo>
                <a:cubicBezTo>
                  <a:pt x="14353" y="61755"/>
                  <a:pt x="577" y="47961"/>
                  <a:pt x="577" y="30942"/>
                </a:cubicBezTo>
                <a:cubicBezTo>
                  <a:pt x="577" y="13931"/>
                  <a:pt x="14353" y="138"/>
                  <a:pt x="31209" y="138"/>
                </a:cubicBezTo>
                <a:cubicBezTo>
                  <a:pt x="48157" y="138"/>
                  <a:pt x="61842" y="13931"/>
                  <a:pt x="61842" y="30942"/>
                </a:cubicBezTo>
                <a:cubicBezTo>
                  <a:pt x="61842" y="30942"/>
                  <a:pt x="61842" y="30942"/>
                  <a:pt x="61842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98680D01-922F-24D0-8EAB-017CD6CA476E}"/>
              </a:ext>
            </a:extLst>
          </p:cNvPr>
          <p:cNvSpPr/>
          <p:nvPr/>
        </p:nvSpPr>
        <p:spPr>
          <a:xfrm>
            <a:off x="10923121" y="4533188"/>
            <a:ext cx="146316" cy="147162"/>
          </a:xfrm>
          <a:custGeom>
            <a:avLst/>
            <a:gdLst>
              <a:gd name="csX0" fmla="*/ 61844 w 61262"/>
              <a:gd name="csY0" fmla="*/ 30942 h 61616"/>
              <a:gd name="csX1" fmla="*/ 31214 w 61262"/>
              <a:gd name="csY1" fmla="*/ 61755 h 61616"/>
              <a:gd name="csX2" fmla="*/ 581 w 61262"/>
              <a:gd name="csY2" fmla="*/ 30942 h 61616"/>
              <a:gd name="csX3" fmla="*/ 581 w 61262"/>
              <a:gd name="csY3" fmla="*/ 30942 h 61616"/>
              <a:gd name="csX4" fmla="*/ 31214 w 61262"/>
              <a:gd name="csY4" fmla="*/ 138 h 61616"/>
              <a:gd name="csX5" fmla="*/ 31214 w 61262"/>
              <a:gd name="csY5" fmla="*/ 138 h 61616"/>
              <a:gd name="csX6" fmla="*/ 61844 w 61262"/>
              <a:gd name="csY6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1262" h="61616">
                <a:moveTo>
                  <a:pt x="61844" y="30942"/>
                </a:moveTo>
                <a:cubicBezTo>
                  <a:pt x="61844" y="47961"/>
                  <a:pt x="48159" y="61755"/>
                  <a:pt x="31214" y="61755"/>
                </a:cubicBezTo>
                <a:cubicBezTo>
                  <a:pt x="14266" y="61755"/>
                  <a:pt x="581" y="47961"/>
                  <a:pt x="581" y="30942"/>
                </a:cubicBezTo>
                <a:cubicBezTo>
                  <a:pt x="581" y="30942"/>
                  <a:pt x="581" y="30942"/>
                  <a:pt x="581" y="30942"/>
                </a:cubicBezTo>
                <a:cubicBezTo>
                  <a:pt x="581" y="13931"/>
                  <a:pt x="14266" y="138"/>
                  <a:pt x="31214" y="138"/>
                </a:cubicBezTo>
                <a:cubicBezTo>
                  <a:pt x="31214" y="138"/>
                  <a:pt x="31214" y="138"/>
                  <a:pt x="31214" y="138"/>
                </a:cubicBezTo>
                <a:cubicBezTo>
                  <a:pt x="48159" y="138"/>
                  <a:pt x="61844" y="13931"/>
                  <a:pt x="61844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2278D32F-088A-86B1-96A6-0BE54BBE939D}"/>
              </a:ext>
            </a:extLst>
          </p:cNvPr>
          <p:cNvSpPr/>
          <p:nvPr/>
        </p:nvSpPr>
        <p:spPr>
          <a:xfrm>
            <a:off x="11258183" y="4533188"/>
            <a:ext cx="146316" cy="147162"/>
          </a:xfrm>
          <a:custGeom>
            <a:avLst/>
            <a:gdLst>
              <a:gd name="csX0" fmla="*/ 61848 w 61262"/>
              <a:gd name="csY0" fmla="*/ 30942 h 61616"/>
              <a:gd name="csX1" fmla="*/ 31218 w 61262"/>
              <a:gd name="csY1" fmla="*/ 61755 h 61616"/>
              <a:gd name="csX2" fmla="*/ 585 w 61262"/>
              <a:gd name="csY2" fmla="*/ 30942 h 61616"/>
              <a:gd name="csX3" fmla="*/ 31218 w 61262"/>
              <a:gd name="csY3" fmla="*/ 138 h 61616"/>
              <a:gd name="csX4" fmla="*/ 61848 w 61262"/>
              <a:gd name="csY4" fmla="*/ 30942 h 61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1262" h="61616">
                <a:moveTo>
                  <a:pt x="61848" y="30942"/>
                </a:moveTo>
                <a:cubicBezTo>
                  <a:pt x="61848" y="47961"/>
                  <a:pt x="48163" y="61755"/>
                  <a:pt x="31218" y="61755"/>
                </a:cubicBezTo>
                <a:cubicBezTo>
                  <a:pt x="14270" y="61755"/>
                  <a:pt x="585" y="47961"/>
                  <a:pt x="585" y="30942"/>
                </a:cubicBezTo>
                <a:cubicBezTo>
                  <a:pt x="585" y="13931"/>
                  <a:pt x="14270" y="138"/>
                  <a:pt x="31218" y="138"/>
                </a:cubicBezTo>
                <a:cubicBezTo>
                  <a:pt x="48163" y="138"/>
                  <a:pt x="61848" y="13931"/>
                  <a:pt x="61848" y="30942"/>
                </a:cubicBezTo>
                <a:close/>
              </a:path>
            </a:pathLst>
          </a:custGeom>
          <a:solidFill>
            <a:srgbClr val="000000"/>
          </a:solidFill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5" name="Freeform: Shape 164">
            <a:extLst>
              <a:ext uri="{FF2B5EF4-FFF2-40B4-BE49-F238E27FC236}">
                <a16:creationId xmlns:a16="http://schemas.microsoft.com/office/drawing/2014/main" id="{A58F10B8-CBED-C90A-4505-ECC4B8BA53F9}"/>
              </a:ext>
            </a:extLst>
          </p:cNvPr>
          <p:cNvSpPr/>
          <p:nvPr/>
        </p:nvSpPr>
        <p:spPr>
          <a:xfrm>
            <a:off x="11128530" y="3197945"/>
            <a:ext cx="242202" cy="243287"/>
          </a:xfrm>
          <a:custGeom>
            <a:avLst/>
            <a:gdLst>
              <a:gd name="csX0" fmla="*/ 101993 w 101409"/>
              <a:gd name="csY0" fmla="*/ 51053 h 101863"/>
              <a:gd name="csX1" fmla="*/ 51334 w 101409"/>
              <a:gd name="csY1" fmla="*/ 101985 h 101863"/>
              <a:gd name="csX2" fmla="*/ 51334 w 101409"/>
              <a:gd name="csY2" fmla="*/ 101985 h 101863"/>
              <a:gd name="csX3" fmla="*/ 584 w 101409"/>
              <a:gd name="csY3" fmla="*/ 51053 h 101863"/>
              <a:gd name="csX4" fmla="*/ 51334 w 101409"/>
              <a:gd name="csY4" fmla="*/ 122 h 101863"/>
              <a:gd name="csX5" fmla="*/ 51334 w 101409"/>
              <a:gd name="csY5" fmla="*/ 122 h 101863"/>
              <a:gd name="csX6" fmla="*/ 101993 w 101409"/>
              <a:gd name="csY6" fmla="*/ 51053 h 101863"/>
              <a:gd name="csX7" fmla="*/ 101993 w 101409"/>
              <a:gd name="csY7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1409" h="101863">
                <a:moveTo>
                  <a:pt x="101993" y="51053"/>
                </a:moveTo>
                <a:cubicBezTo>
                  <a:pt x="101993" y="79238"/>
                  <a:pt x="79337" y="101985"/>
                  <a:pt x="51334" y="101985"/>
                </a:cubicBezTo>
                <a:cubicBezTo>
                  <a:pt x="51334" y="101985"/>
                  <a:pt x="51334" y="101985"/>
                  <a:pt x="51334" y="101985"/>
                </a:cubicBezTo>
                <a:cubicBezTo>
                  <a:pt x="23332" y="101985"/>
                  <a:pt x="584" y="79238"/>
                  <a:pt x="584" y="51053"/>
                </a:cubicBezTo>
                <a:cubicBezTo>
                  <a:pt x="584" y="22868"/>
                  <a:pt x="23332" y="122"/>
                  <a:pt x="51334" y="122"/>
                </a:cubicBezTo>
                <a:cubicBezTo>
                  <a:pt x="51334" y="122"/>
                  <a:pt x="51334" y="122"/>
                  <a:pt x="51334" y="122"/>
                </a:cubicBezTo>
                <a:cubicBezTo>
                  <a:pt x="79337" y="122"/>
                  <a:pt x="101993" y="22868"/>
                  <a:pt x="101993" y="51053"/>
                </a:cubicBezTo>
                <a:cubicBezTo>
                  <a:pt x="101993" y="51053"/>
                  <a:pt x="101993" y="51053"/>
                  <a:pt x="101993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0AA088B-D9F1-B615-1BDB-643952BEF352}"/>
              </a:ext>
            </a:extLst>
          </p:cNvPr>
          <p:cNvSpPr/>
          <p:nvPr/>
        </p:nvSpPr>
        <p:spPr>
          <a:xfrm>
            <a:off x="11132211" y="3197945"/>
            <a:ext cx="242202" cy="243287"/>
          </a:xfrm>
          <a:custGeom>
            <a:avLst/>
            <a:gdLst>
              <a:gd name="csX0" fmla="*/ 101993 w 101409"/>
              <a:gd name="csY0" fmla="*/ 51053 h 101863"/>
              <a:gd name="csX1" fmla="*/ 51243 w 101409"/>
              <a:gd name="csY1" fmla="*/ 101985 h 101863"/>
              <a:gd name="csX2" fmla="*/ 584 w 101409"/>
              <a:gd name="csY2" fmla="*/ 51053 h 101863"/>
              <a:gd name="csX3" fmla="*/ 51243 w 101409"/>
              <a:gd name="csY3" fmla="*/ 122 h 101863"/>
              <a:gd name="csX4" fmla="*/ 51243 w 101409"/>
              <a:gd name="csY4" fmla="*/ 122 h 101863"/>
              <a:gd name="csX5" fmla="*/ 101993 w 101409"/>
              <a:gd name="csY5" fmla="*/ 51053 h 101863"/>
              <a:gd name="csX6" fmla="*/ 101993 w 101409"/>
              <a:gd name="csY6" fmla="*/ 51053 h 101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1409" h="101863">
                <a:moveTo>
                  <a:pt x="101993" y="51053"/>
                </a:moveTo>
                <a:cubicBezTo>
                  <a:pt x="101993" y="79238"/>
                  <a:pt x="79248" y="101985"/>
                  <a:pt x="51243" y="101985"/>
                </a:cubicBezTo>
                <a:cubicBezTo>
                  <a:pt x="23241" y="101985"/>
                  <a:pt x="584" y="79238"/>
                  <a:pt x="584" y="51053"/>
                </a:cubicBezTo>
                <a:cubicBezTo>
                  <a:pt x="584" y="22868"/>
                  <a:pt x="23241" y="122"/>
                  <a:pt x="51243" y="122"/>
                </a:cubicBezTo>
                <a:cubicBezTo>
                  <a:pt x="51243" y="122"/>
                  <a:pt x="51243" y="122"/>
                  <a:pt x="51243" y="122"/>
                </a:cubicBezTo>
                <a:cubicBezTo>
                  <a:pt x="79248" y="122"/>
                  <a:pt x="101993" y="22868"/>
                  <a:pt x="101993" y="51053"/>
                </a:cubicBezTo>
                <a:cubicBezTo>
                  <a:pt x="101993" y="51053"/>
                  <a:pt x="101993" y="51053"/>
                  <a:pt x="101993" y="51053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7" name="Freeform: Shape 166">
            <a:extLst>
              <a:ext uri="{FF2B5EF4-FFF2-40B4-BE49-F238E27FC236}">
                <a16:creationId xmlns:a16="http://schemas.microsoft.com/office/drawing/2014/main" id="{998739E2-38C4-076A-2FFE-BDC3875501EB}"/>
              </a:ext>
            </a:extLst>
          </p:cNvPr>
          <p:cNvSpPr/>
          <p:nvPr/>
        </p:nvSpPr>
        <p:spPr>
          <a:xfrm>
            <a:off x="11132211" y="3623047"/>
            <a:ext cx="242202" cy="243502"/>
          </a:xfrm>
          <a:custGeom>
            <a:avLst/>
            <a:gdLst>
              <a:gd name="csX0" fmla="*/ 101993 w 101409"/>
              <a:gd name="csY0" fmla="*/ 51059 h 101953"/>
              <a:gd name="csX1" fmla="*/ 51243 w 101409"/>
              <a:gd name="csY1" fmla="*/ 102081 h 101953"/>
              <a:gd name="csX2" fmla="*/ 584 w 101409"/>
              <a:gd name="csY2" fmla="*/ 51059 h 101953"/>
              <a:gd name="csX3" fmla="*/ 51243 w 101409"/>
              <a:gd name="csY3" fmla="*/ 127 h 101953"/>
              <a:gd name="csX4" fmla="*/ 101993 w 101409"/>
              <a:gd name="csY4" fmla="*/ 51059 h 101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409" h="101953">
                <a:moveTo>
                  <a:pt x="101993" y="51059"/>
                </a:moveTo>
                <a:cubicBezTo>
                  <a:pt x="101993" y="79243"/>
                  <a:pt x="79248" y="102081"/>
                  <a:pt x="51243" y="102081"/>
                </a:cubicBezTo>
                <a:cubicBezTo>
                  <a:pt x="23241" y="102081"/>
                  <a:pt x="584" y="79243"/>
                  <a:pt x="584" y="51059"/>
                </a:cubicBezTo>
                <a:cubicBezTo>
                  <a:pt x="584" y="22965"/>
                  <a:pt x="23241" y="127"/>
                  <a:pt x="51243" y="127"/>
                </a:cubicBezTo>
                <a:cubicBezTo>
                  <a:pt x="79248" y="127"/>
                  <a:pt x="101993" y="22965"/>
                  <a:pt x="101993" y="51059"/>
                </a:cubicBezTo>
                <a:close/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8" name="Freeform: Shape 167">
            <a:extLst>
              <a:ext uri="{FF2B5EF4-FFF2-40B4-BE49-F238E27FC236}">
                <a16:creationId xmlns:a16="http://schemas.microsoft.com/office/drawing/2014/main" id="{BACC94E9-D029-3100-7F9F-7E0C92513CBD}"/>
              </a:ext>
            </a:extLst>
          </p:cNvPr>
          <p:cNvSpPr/>
          <p:nvPr/>
        </p:nvSpPr>
        <p:spPr>
          <a:xfrm>
            <a:off x="11170085" y="2976302"/>
            <a:ext cx="166231" cy="57268"/>
          </a:xfrm>
          <a:custGeom>
            <a:avLst/>
            <a:gdLst>
              <a:gd name="csX0" fmla="*/ 584 w 69600"/>
              <a:gd name="csY0" fmla="*/ 117 h 23978"/>
              <a:gd name="csX1" fmla="*/ 70185 w 69600"/>
              <a:gd name="csY1" fmla="*/ 117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84" y="117"/>
                </a:moveTo>
                <a:lnTo>
                  <a:pt x="70185" y="117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4373DBC9-F6F9-72D1-BFC1-55C233CCAF63}"/>
              </a:ext>
            </a:extLst>
          </p:cNvPr>
          <p:cNvSpPr/>
          <p:nvPr/>
        </p:nvSpPr>
        <p:spPr>
          <a:xfrm>
            <a:off x="11170085" y="2794487"/>
            <a:ext cx="166231" cy="57268"/>
          </a:xfrm>
          <a:custGeom>
            <a:avLst/>
            <a:gdLst>
              <a:gd name="csX0" fmla="*/ 584 w 69600"/>
              <a:gd name="csY0" fmla="*/ 115 h 23978"/>
              <a:gd name="csX1" fmla="*/ 70185 w 69600"/>
              <a:gd name="csY1" fmla="*/ 115 h 2397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9600" h="23978">
                <a:moveTo>
                  <a:pt x="584" y="115"/>
                </a:moveTo>
                <a:lnTo>
                  <a:pt x="70185" y="115"/>
                </a:lnTo>
              </a:path>
            </a:pathLst>
          </a:custGeom>
          <a:noFill/>
          <a:ln w="26820" cap="rnd">
            <a:solidFill>
              <a:srgbClr val="999999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0" name="Freeform: Shape 169">
            <a:extLst>
              <a:ext uri="{FF2B5EF4-FFF2-40B4-BE49-F238E27FC236}">
                <a16:creationId xmlns:a16="http://schemas.microsoft.com/office/drawing/2014/main" id="{CF28A898-D4BC-DE2D-5E03-7B668091730B}"/>
              </a:ext>
            </a:extLst>
          </p:cNvPr>
          <p:cNvSpPr/>
          <p:nvPr/>
        </p:nvSpPr>
        <p:spPr>
          <a:xfrm>
            <a:off x="10575720" y="4581524"/>
            <a:ext cx="170776" cy="1310502"/>
          </a:xfrm>
          <a:custGeom>
            <a:avLst/>
            <a:gdLst>
              <a:gd name="csX0" fmla="*/ 36284 w 71503"/>
              <a:gd name="csY0" fmla="*/ 548848 h 548701"/>
              <a:gd name="csX1" fmla="*/ 36284 w 71503"/>
              <a:gd name="csY1" fmla="*/ 376224 h 548701"/>
              <a:gd name="csX2" fmla="*/ 577 w 71503"/>
              <a:gd name="csY2" fmla="*/ 358833 h 548701"/>
              <a:gd name="csX3" fmla="*/ 72081 w 71503"/>
              <a:gd name="csY3" fmla="*/ 341442 h 548701"/>
              <a:gd name="csX4" fmla="*/ 36284 w 71503"/>
              <a:gd name="csY4" fmla="*/ 324051 h 548701"/>
              <a:gd name="csX5" fmla="*/ 36284 w 71503"/>
              <a:gd name="csY5" fmla="*/ 146 h 5487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503" h="548701">
                <a:moveTo>
                  <a:pt x="36284" y="548848"/>
                </a:moveTo>
                <a:lnTo>
                  <a:pt x="36284" y="376224"/>
                </a:lnTo>
                <a:lnTo>
                  <a:pt x="577" y="358833"/>
                </a:lnTo>
                <a:lnTo>
                  <a:pt x="72081" y="341442"/>
                </a:lnTo>
                <a:lnTo>
                  <a:pt x="36284" y="324051"/>
                </a:lnTo>
                <a:lnTo>
                  <a:pt x="36284" y="146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1" name="Freeform: Shape 170">
            <a:extLst>
              <a:ext uri="{FF2B5EF4-FFF2-40B4-BE49-F238E27FC236}">
                <a16:creationId xmlns:a16="http://schemas.microsoft.com/office/drawing/2014/main" id="{E8B97F73-3F87-2E2A-051D-DD376E37A1C0}"/>
              </a:ext>
            </a:extLst>
          </p:cNvPr>
          <p:cNvSpPr/>
          <p:nvPr/>
        </p:nvSpPr>
        <p:spPr>
          <a:xfrm>
            <a:off x="7685929" y="4597345"/>
            <a:ext cx="2719882" cy="1294681"/>
          </a:xfrm>
          <a:custGeom>
            <a:avLst/>
            <a:gdLst>
              <a:gd name="csX0" fmla="*/ 556 w 1138802"/>
              <a:gd name="csY0" fmla="*/ 542223 h 542077"/>
              <a:gd name="csX1" fmla="*/ 647 w 1138802"/>
              <a:gd name="csY1" fmla="*/ 444738 h 542077"/>
              <a:gd name="csX2" fmla="*/ 1103560 w 1138802"/>
              <a:gd name="csY2" fmla="*/ 444738 h 542077"/>
              <a:gd name="csX3" fmla="*/ 1103560 w 1138802"/>
              <a:gd name="csY3" fmla="*/ 324386 h 542077"/>
              <a:gd name="csX4" fmla="*/ 1067764 w 1138802"/>
              <a:gd name="csY4" fmla="*/ 306996 h 542077"/>
              <a:gd name="csX5" fmla="*/ 1139359 w 1138802"/>
              <a:gd name="csY5" fmla="*/ 289605 h 542077"/>
              <a:gd name="csX6" fmla="*/ 1103560 w 1138802"/>
              <a:gd name="csY6" fmla="*/ 272213 h 542077"/>
              <a:gd name="csX7" fmla="*/ 1103560 w 1138802"/>
              <a:gd name="csY7" fmla="*/ 146 h 542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38802" h="542077">
                <a:moveTo>
                  <a:pt x="556" y="542223"/>
                </a:moveTo>
                <a:lnTo>
                  <a:pt x="647" y="444738"/>
                </a:lnTo>
                <a:lnTo>
                  <a:pt x="1103560" y="444738"/>
                </a:lnTo>
                <a:lnTo>
                  <a:pt x="1103560" y="324386"/>
                </a:lnTo>
                <a:lnTo>
                  <a:pt x="1067764" y="306996"/>
                </a:lnTo>
                <a:lnTo>
                  <a:pt x="1139359" y="289605"/>
                </a:lnTo>
                <a:lnTo>
                  <a:pt x="1103560" y="272213"/>
                </a:lnTo>
                <a:lnTo>
                  <a:pt x="1103560" y="146"/>
                </a:lnTo>
              </a:path>
            </a:pathLst>
          </a:custGeom>
          <a:noFill/>
          <a:ln w="11906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72" name="Picture 171">
            <a:extLst>
              <a:ext uri="{FF2B5EF4-FFF2-40B4-BE49-F238E27FC236}">
                <a16:creationId xmlns:a16="http://schemas.microsoft.com/office/drawing/2014/main" id="{81FAE71C-17C7-1099-F069-FFC356FB0F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49" y="2134085"/>
            <a:ext cx="3724461" cy="372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20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11111E-6 L 0.04635 -0.00023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8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AC05A0-5492-759E-1660-A69B5902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6D2087CB-EF84-67C7-28D1-721D05D1B314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638420C0-1215-0E6E-40A3-EE14D53A329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59241-B502-E768-79A3-18CA1D0A0B03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05116C-E43D-3D5C-9D72-364D8FE2D0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591" y="953079"/>
            <a:ext cx="5348817" cy="1686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5D9E04-245A-55AF-282F-333E29A300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60" y="3036452"/>
            <a:ext cx="3724461" cy="3724461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1C99D13-9B2B-FB87-0CA6-76FA9D5CA183}"/>
              </a:ext>
            </a:extLst>
          </p:cNvPr>
          <p:cNvSpPr/>
          <p:nvPr/>
        </p:nvSpPr>
        <p:spPr>
          <a:xfrm>
            <a:off x="6672566" y="3726574"/>
            <a:ext cx="15023" cy="527271"/>
          </a:xfrm>
          <a:custGeom>
            <a:avLst/>
            <a:gdLst>
              <a:gd name="csX0" fmla="*/ 357 w 15023"/>
              <a:gd name="csY0" fmla="*/ 339 h 527271"/>
              <a:gd name="csX1" fmla="*/ 357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357" y="339"/>
                </a:moveTo>
                <a:lnTo>
                  <a:pt x="357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9DE45-269A-CB1E-F3AB-0AE5977EC43D}"/>
              </a:ext>
            </a:extLst>
          </p:cNvPr>
          <p:cNvSpPr/>
          <p:nvPr/>
        </p:nvSpPr>
        <p:spPr>
          <a:xfrm>
            <a:off x="8236839" y="3726574"/>
            <a:ext cx="15023" cy="527271"/>
          </a:xfrm>
          <a:custGeom>
            <a:avLst/>
            <a:gdLst>
              <a:gd name="csX0" fmla="*/ 433 w 15023"/>
              <a:gd name="csY0" fmla="*/ 339 h 527271"/>
              <a:gd name="csX1" fmla="*/ 433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433" y="339"/>
                </a:moveTo>
                <a:lnTo>
                  <a:pt x="433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86A1EE4-9A0E-51EE-E400-17174DA51765}"/>
              </a:ext>
            </a:extLst>
          </p:cNvPr>
          <p:cNvSpPr/>
          <p:nvPr/>
        </p:nvSpPr>
        <p:spPr>
          <a:xfrm>
            <a:off x="10773950" y="3726574"/>
            <a:ext cx="15023" cy="527271"/>
          </a:xfrm>
          <a:custGeom>
            <a:avLst/>
            <a:gdLst>
              <a:gd name="csX0" fmla="*/ 558 w 15023"/>
              <a:gd name="csY0" fmla="*/ 339 h 527271"/>
              <a:gd name="csX1" fmla="*/ 558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58" y="339"/>
                </a:moveTo>
                <a:lnTo>
                  <a:pt x="558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29A1A50-77D9-58D6-5EEE-C8AF675E0F4C}"/>
              </a:ext>
            </a:extLst>
          </p:cNvPr>
          <p:cNvSpPr/>
          <p:nvPr/>
        </p:nvSpPr>
        <p:spPr>
          <a:xfrm>
            <a:off x="9977704" y="3726574"/>
            <a:ext cx="15023" cy="527271"/>
          </a:xfrm>
          <a:custGeom>
            <a:avLst/>
            <a:gdLst>
              <a:gd name="csX0" fmla="*/ 519 w 15023"/>
              <a:gd name="csY0" fmla="*/ 339 h 527271"/>
              <a:gd name="csX1" fmla="*/ 519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19" y="339"/>
                </a:moveTo>
                <a:lnTo>
                  <a:pt x="519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F0B8AE-06FA-34F9-3F02-2DC33C54D702}"/>
              </a:ext>
            </a:extLst>
          </p:cNvPr>
          <p:cNvSpPr/>
          <p:nvPr/>
        </p:nvSpPr>
        <p:spPr>
          <a:xfrm>
            <a:off x="6877888" y="5116245"/>
            <a:ext cx="15023" cy="527271"/>
          </a:xfrm>
          <a:custGeom>
            <a:avLst/>
            <a:gdLst>
              <a:gd name="csX0" fmla="*/ 367 w 15023"/>
              <a:gd name="csY0" fmla="*/ 407 h 527271"/>
              <a:gd name="csX1" fmla="*/ 367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367" y="407"/>
                </a:moveTo>
                <a:lnTo>
                  <a:pt x="367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0E351E5-9E47-7481-E719-0E17BD6742E0}"/>
              </a:ext>
            </a:extLst>
          </p:cNvPr>
          <p:cNvSpPr/>
          <p:nvPr/>
        </p:nvSpPr>
        <p:spPr>
          <a:xfrm>
            <a:off x="8442105" y="5116245"/>
            <a:ext cx="15023" cy="527271"/>
          </a:xfrm>
          <a:custGeom>
            <a:avLst/>
            <a:gdLst>
              <a:gd name="csX0" fmla="*/ 444 w 15023"/>
              <a:gd name="csY0" fmla="*/ 407 h 527271"/>
              <a:gd name="csX1" fmla="*/ 444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444" y="407"/>
                </a:moveTo>
                <a:lnTo>
                  <a:pt x="444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6E596C9-9155-3DBA-5EA0-235D34183DA5}"/>
              </a:ext>
            </a:extLst>
          </p:cNvPr>
          <p:cNvSpPr/>
          <p:nvPr/>
        </p:nvSpPr>
        <p:spPr>
          <a:xfrm>
            <a:off x="10979273" y="5116245"/>
            <a:ext cx="15023" cy="527271"/>
          </a:xfrm>
          <a:custGeom>
            <a:avLst/>
            <a:gdLst>
              <a:gd name="csX0" fmla="*/ 568 w 15023"/>
              <a:gd name="csY0" fmla="*/ 407 h 527271"/>
              <a:gd name="csX1" fmla="*/ 568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68" y="407"/>
                </a:moveTo>
                <a:lnTo>
                  <a:pt x="568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D4387D7-FF50-3FD0-FF79-53FEEFE12509}"/>
              </a:ext>
            </a:extLst>
          </p:cNvPr>
          <p:cNvSpPr/>
          <p:nvPr/>
        </p:nvSpPr>
        <p:spPr>
          <a:xfrm>
            <a:off x="10183026" y="5116245"/>
            <a:ext cx="15023" cy="527271"/>
          </a:xfrm>
          <a:custGeom>
            <a:avLst/>
            <a:gdLst>
              <a:gd name="csX0" fmla="*/ 529 w 15023"/>
              <a:gd name="csY0" fmla="*/ 407 h 527271"/>
              <a:gd name="csX1" fmla="*/ 529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29" y="407"/>
                </a:moveTo>
                <a:lnTo>
                  <a:pt x="529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1800398-4441-220F-0303-72F01E96677E}"/>
              </a:ext>
            </a:extLst>
          </p:cNvPr>
          <p:cNvSpPr/>
          <p:nvPr/>
        </p:nvSpPr>
        <p:spPr>
          <a:xfrm>
            <a:off x="6473035" y="4262953"/>
            <a:ext cx="4537069" cy="15023"/>
          </a:xfrm>
          <a:custGeom>
            <a:avLst/>
            <a:gdLst>
              <a:gd name="csX0" fmla="*/ 458 w 4537069"/>
              <a:gd name="csY0" fmla="*/ 352 h 15023"/>
              <a:gd name="csX1" fmla="*/ 4537528 w 4537069"/>
              <a:gd name="csY1" fmla="*/ 352 h 15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37069" h="15023">
                <a:moveTo>
                  <a:pt x="458" y="352"/>
                </a:moveTo>
                <a:lnTo>
                  <a:pt x="4537528" y="352"/>
                </a:lnTo>
              </a:path>
            </a:pathLst>
          </a:custGeom>
          <a:noFill/>
          <a:ln w="40301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EC54F1F-3D11-436C-F651-2D939F5FEBD3}"/>
              </a:ext>
            </a:extLst>
          </p:cNvPr>
          <p:cNvSpPr/>
          <p:nvPr/>
        </p:nvSpPr>
        <p:spPr>
          <a:xfrm>
            <a:off x="6473035" y="5652624"/>
            <a:ext cx="4537069" cy="15023"/>
          </a:xfrm>
          <a:custGeom>
            <a:avLst/>
            <a:gdLst>
              <a:gd name="csX0" fmla="*/ 458 w 4537069"/>
              <a:gd name="csY0" fmla="*/ 420 h 15023"/>
              <a:gd name="csX1" fmla="*/ 4537528 w 4537069"/>
              <a:gd name="csY1" fmla="*/ 420 h 15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37069" h="15023">
                <a:moveTo>
                  <a:pt x="458" y="420"/>
                </a:moveTo>
                <a:lnTo>
                  <a:pt x="4537528" y="420"/>
                </a:lnTo>
              </a:path>
            </a:pathLst>
          </a:custGeom>
          <a:noFill/>
          <a:ln w="40301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F63F03-FF9D-AE64-AE51-FB3F9574B128}"/>
              </a:ext>
            </a:extLst>
          </p:cNvPr>
          <p:cNvSpPr txBox="1"/>
          <p:nvPr/>
        </p:nvSpPr>
        <p:spPr>
          <a:xfrm>
            <a:off x="5882104" y="4365135"/>
            <a:ext cx="6222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spc="0" baseline="0" dirty="0">
                <a:ln/>
                <a:solidFill>
                  <a:srgbClr val="000000"/>
                </a:solidFill>
                <a:latin typeface="Proxima Soft"/>
                <a:sym typeface="Proxima Soft"/>
                <a:rtl val="0"/>
              </a:rPr>
              <a:t>PC1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5E081D-3027-B5D1-ABE6-1FA615894A46}"/>
              </a:ext>
            </a:extLst>
          </p:cNvPr>
          <p:cNvSpPr txBox="1"/>
          <p:nvPr/>
        </p:nvSpPr>
        <p:spPr>
          <a:xfrm>
            <a:off x="5884290" y="5739783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spc="0" baseline="0" dirty="0">
                <a:ln/>
                <a:solidFill>
                  <a:srgbClr val="000000"/>
                </a:solidFill>
                <a:latin typeface="Proxima Soft"/>
                <a:sym typeface="Proxima Soft"/>
                <a:rtl val="0"/>
              </a:rPr>
              <a:t>PC2</a:t>
            </a:r>
          </a:p>
        </p:txBody>
      </p:sp>
    </p:spTree>
    <p:extLst>
      <p:ext uri="{BB962C8B-B14F-4D97-AF65-F5344CB8AC3E}">
        <p14:creationId xmlns:p14="http://schemas.microsoft.com/office/powerpoint/2010/main" val="3836281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41440-AC80-2DD1-0810-9F4E8704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92A8EE13-49DF-4142-816E-55F363CCE0E7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BE85279D-2CB7-81D3-4F20-9B77593ACECA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7A6E4D-4735-3294-CB54-E115F83CA3E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001E9-D1E2-11FB-D943-F32400A4A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591" y="953079"/>
            <a:ext cx="5348817" cy="1686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936972-47AE-F92E-8650-334EB78DEE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960" y="3036452"/>
            <a:ext cx="3724461" cy="372446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B82C6A8-94B1-6BD1-7661-B59356219A67}"/>
              </a:ext>
            </a:extLst>
          </p:cNvPr>
          <p:cNvSpPr/>
          <p:nvPr/>
        </p:nvSpPr>
        <p:spPr>
          <a:xfrm>
            <a:off x="6672566" y="3726574"/>
            <a:ext cx="15023" cy="527271"/>
          </a:xfrm>
          <a:custGeom>
            <a:avLst/>
            <a:gdLst>
              <a:gd name="csX0" fmla="*/ 357 w 15023"/>
              <a:gd name="csY0" fmla="*/ 339 h 527271"/>
              <a:gd name="csX1" fmla="*/ 357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357" y="339"/>
                </a:moveTo>
                <a:lnTo>
                  <a:pt x="357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C77879E-9CF0-0E58-5419-326C1EB9ED49}"/>
              </a:ext>
            </a:extLst>
          </p:cNvPr>
          <p:cNvSpPr/>
          <p:nvPr/>
        </p:nvSpPr>
        <p:spPr>
          <a:xfrm>
            <a:off x="8236839" y="3726574"/>
            <a:ext cx="15023" cy="527271"/>
          </a:xfrm>
          <a:custGeom>
            <a:avLst/>
            <a:gdLst>
              <a:gd name="csX0" fmla="*/ 433 w 15023"/>
              <a:gd name="csY0" fmla="*/ 339 h 527271"/>
              <a:gd name="csX1" fmla="*/ 433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433" y="339"/>
                </a:moveTo>
                <a:lnTo>
                  <a:pt x="433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83B23B3-7C68-2AFB-FC69-08260F690233}"/>
              </a:ext>
            </a:extLst>
          </p:cNvPr>
          <p:cNvSpPr/>
          <p:nvPr/>
        </p:nvSpPr>
        <p:spPr>
          <a:xfrm>
            <a:off x="10773950" y="3726574"/>
            <a:ext cx="15023" cy="527271"/>
          </a:xfrm>
          <a:custGeom>
            <a:avLst/>
            <a:gdLst>
              <a:gd name="csX0" fmla="*/ 558 w 15023"/>
              <a:gd name="csY0" fmla="*/ 339 h 527271"/>
              <a:gd name="csX1" fmla="*/ 558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58" y="339"/>
                </a:moveTo>
                <a:lnTo>
                  <a:pt x="558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F80FBB2-482E-C0C7-2DDC-826FA357781F}"/>
              </a:ext>
            </a:extLst>
          </p:cNvPr>
          <p:cNvSpPr/>
          <p:nvPr/>
        </p:nvSpPr>
        <p:spPr>
          <a:xfrm>
            <a:off x="9977704" y="3726574"/>
            <a:ext cx="15023" cy="527271"/>
          </a:xfrm>
          <a:custGeom>
            <a:avLst/>
            <a:gdLst>
              <a:gd name="csX0" fmla="*/ 519 w 15023"/>
              <a:gd name="csY0" fmla="*/ 339 h 527271"/>
              <a:gd name="csX1" fmla="*/ 519 w 15023"/>
              <a:gd name="csY1" fmla="*/ 527611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19" y="339"/>
                </a:moveTo>
                <a:lnTo>
                  <a:pt x="519" y="527611"/>
                </a:lnTo>
              </a:path>
            </a:pathLst>
          </a:custGeom>
          <a:noFill/>
          <a:ln w="19990" cap="sq">
            <a:solidFill>
              <a:srgbClr val="FF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CF1C2E17-1913-95EC-3978-00198A670249}"/>
              </a:ext>
            </a:extLst>
          </p:cNvPr>
          <p:cNvSpPr/>
          <p:nvPr/>
        </p:nvSpPr>
        <p:spPr>
          <a:xfrm>
            <a:off x="6877888" y="3726574"/>
            <a:ext cx="15023" cy="527271"/>
          </a:xfrm>
          <a:custGeom>
            <a:avLst/>
            <a:gdLst>
              <a:gd name="csX0" fmla="*/ 367 w 15023"/>
              <a:gd name="csY0" fmla="*/ 407 h 527271"/>
              <a:gd name="csX1" fmla="*/ 367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367" y="407"/>
                </a:moveTo>
                <a:lnTo>
                  <a:pt x="367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8054ED3F-A2A7-41F7-058B-C61FBC9CE9BF}"/>
              </a:ext>
            </a:extLst>
          </p:cNvPr>
          <p:cNvSpPr/>
          <p:nvPr/>
        </p:nvSpPr>
        <p:spPr>
          <a:xfrm>
            <a:off x="8442105" y="3726574"/>
            <a:ext cx="15023" cy="527271"/>
          </a:xfrm>
          <a:custGeom>
            <a:avLst/>
            <a:gdLst>
              <a:gd name="csX0" fmla="*/ 444 w 15023"/>
              <a:gd name="csY0" fmla="*/ 407 h 527271"/>
              <a:gd name="csX1" fmla="*/ 444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444" y="407"/>
                </a:moveTo>
                <a:lnTo>
                  <a:pt x="444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BD16C1-8EFB-18B6-39D2-63E847CA0AD2}"/>
              </a:ext>
            </a:extLst>
          </p:cNvPr>
          <p:cNvSpPr/>
          <p:nvPr/>
        </p:nvSpPr>
        <p:spPr>
          <a:xfrm>
            <a:off x="10979273" y="3726574"/>
            <a:ext cx="15023" cy="527271"/>
          </a:xfrm>
          <a:custGeom>
            <a:avLst/>
            <a:gdLst>
              <a:gd name="csX0" fmla="*/ 568 w 15023"/>
              <a:gd name="csY0" fmla="*/ 407 h 527271"/>
              <a:gd name="csX1" fmla="*/ 568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68" y="407"/>
                </a:moveTo>
                <a:lnTo>
                  <a:pt x="568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3D7EC5F-4FEB-2933-41F0-22A1CC9D7562}"/>
              </a:ext>
            </a:extLst>
          </p:cNvPr>
          <p:cNvSpPr/>
          <p:nvPr/>
        </p:nvSpPr>
        <p:spPr>
          <a:xfrm>
            <a:off x="10183026" y="3726574"/>
            <a:ext cx="15023" cy="527271"/>
          </a:xfrm>
          <a:custGeom>
            <a:avLst/>
            <a:gdLst>
              <a:gd name="csX0" fmla="*/ 529 w 15023"/>
              <a:gd name="csY0" fmla="*/ 407 h 527271"/>
              <a:gd name="csX1" fmla="*/ 529 w 15023"/>
              <a:gd name="csY1" fmla="*/ 527679 h 52727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023" h="527271">
                <a:moveTo>
                  <a:pt x="529" y="407"/>
                </a:moveTo>
                <a:lnTo>
                  <a:pt x="529" y="527679"/>
                </a:lnTo>
              </a:path>
            </a:pathLst>
          </a:custGeom>
          <a:noFill/>
          <a:ln w="19990" cap="sq">
            <a:solidFill>
              <a:srgbClr val="0000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26DBEB2-E2EF-785F-4162-E65881F0F26C}"/>
              </a:ext>
            </a:extLst>
          </p:cNvPr>
          <p:cNvSpPr/>
          <p:nvPr/>
        </p:nvSpPr>
        <p:spPr>
          <a:xfrm>
            <a:off x="6473035" y="4262953"/>
            <a:ext cx="4537069" cy="15023"/>
          </a:xfrm>
          <a:custGeom>
            <a:avLst/>
            <a:gdLst>
              <a:gd name="csX0" fmla="*/ 458 w 4537069"/>
              <a:gd name="csY0" fmla="*/ 352 h 15023"/>
              <a:gd name="csX1" fmla="*/ 4537528 w 4537069"/>
              <a:gd name="csY1" fmla="*/ 352 h 15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37069" h="15023">
                <a:moveTo>
                  <a:pt x="458" y="352"/>
                </a:moveTo>
                <a:lnTo>
                  <a:pt x="4537528" y="352"/>
                </a:lnTo>
              </a:path>
            </a:pathLst>
          </a:custGeom>
          <a:noFill/>
          <a:ln w="40301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20FF87A-9EA3-B62A-313D-62E374167BA6}"/>
              </a:ext>
            </a:extLst>
          </p:cNvPr>
          <p:cNvSpPr/>
          <p:nvPr/>
        </p:nvSpPr>
        <p:spPr>
          <a:xfrm>
            <a:off x="6473035" y="4262953"/>
            <a:ext cx="4537069" cy="15023"/>
          </a:xfrm>
          <a:custGeom>
            <a:avLst/>
            <a:gdLst>
              <a:gd name="csX0" fmla="*/ 458 w 4537069"/>
              <a:gd name="csY0" fmla="*/ 420 h 15023"/>
              <a:gd name="csX1" fmla="*/ 4537528 w 4537069"/>
              <a:gd name="csY1" fmla="*/ 420 h 1502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537069" h="15023">
                <a:moveTo>
                  <a:pt x="458" y="420"/>
                </a:moveTo>
                <a:lnTo>
                  <a:pt x="4537528" y="420"/>
                </a:lnTo>
              </a:path>
            </a:pathLst>
          </a:custGeom>
          <a:noFill/>
          <a:ln w="40301" cap="sq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B0A113-32B7-9C45-9D8A-A5F12A566944}"/>
              </a:ext>
            </a:extLst>
          </p:cNvPr>
          <p:cNvSpPr txBox="1"/>
          <p:nvPr/>
        </p:nvSpPr>
        <p:spPr>
          <a:xfrm>
            <a:off x="5882104" y="4365135"/>
            <a:ext cx="518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spc="0" baseline="0" dirty="0">
                <a:ln/>
                <a:solidFill>
                  <a:srgbClr val="000000"/>
                </a:solidFill>
                <a:latin typeface="Proxima Soft"/>
                <a:sym typeface="Proxima Soft"/>
                <a:rtl val="0"/>
              </a:rPr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1510944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2534B-1F06-679E-ED5C-EB6B06002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0E797E72-456A-CC09-3AF0-7AD3A50179D4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0C564A51-7A22-CC07-F03E-C73F9C5CBAB8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2B18F2-CC99-BA92-4B64-0D6F133563D5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61F59D-F755-73EE-EE12-4C04DCE43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3552822"/>
            <a:ext cx="10972822" cy="2743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18DFC9-9B15-C979-985A-8D265ABF5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638" y="1220523"/>
            <a:ext cx="3514723" cy="19522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4472F5-4732-097E-B78B-49F5EA1859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932" y="1220523"/>
            <a:ext cx="3105918" cy="175565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7EA23A-5D9F-2D10-3BD7-45C33E0F0549}"/>
              </a:ext>
            </a:extLst>
          </p:cNvPr>
          <p:cNvCxnSpPr>
            <a:cxnSpLocks/>
          </p:cNvCxnSpPr>
          <p:nvPr/>
        </p:nvCxnSpPr>
        <p:spPr>
          <a:xfrm>
            <a:off x="4276725" y="1124415"/>
            <a:ext cx="0" cy="5390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22A3771-918A-107D-3BD0-69FDD6A2B6CB}"/>
              </a:ext>
            </a:extLst>
          </p:cNvPr>
          <p:cNvCxnSpPr>
            <a:cxnSpLocks/>
          </p:cNvCxnSpPr>
          <p:nvPr/>
        </p:nvCxnSpPr>
        <p:spPr>
          <a:xfrm>
            <a:off x="7853361" y="1124414"/>
            <a:ext cx="0" cy="5390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62F02A-CDA8-12E4-2DCC-85F601ED75D5}"/>
              </a:ext>
            </a:extLst>
          </p:cNvPr>
          <p:cNvGrpSpPr/>
          <p:nvPr/>
        </p:nvGrpSpPr>
        <p:grpSpPr>
          <a:xfrm>
            <a:off x="1101744" y="1152946"/>
            <a:ext cx="3055196" cy="1965487"/>
            <a:chOff x="3008755" y="1818511"/>
            <a:chExt cx="6174490" cy="397221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8896647-5DAE-2DDC-B5B2-6E4C70F175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8755" y="1818511"/>
              <a:ext cx="6174490" cy="3972210"/>
            </a:xfrm>
            <a:prstGeom prst="rect">
              <a:avLst/>
            </a:prstGeom>
          </p:spPr>
        </p:pic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B82A29-9EB9-FFD9-7700-C4A80683AF61}"/>
                </a:ext>
              </a:extLst>
            </p:cNvPr>
            <p:cNvSpPr/>
            <p:nvPr/>
          </p:nvSpPr>
          <p:spPr>
            <a:xfrm>
              <a:off x="7756524" y="3495675"/>
              <a:ext cx="414339" cy="473075"/>
            </a:xfrm>
            <a:prstGeom prst="triangle">
              <a:avLst>
                <a:gd name="adj" fmla="val 100000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CE2B67D-9321-073A-6FE5-3A0657A2AE5D}"/>
                </a:ext>
              </a:extLst>
            </p:cNvPr>
            <p:cNvSpPr/>
            <p:nvPr/>
          </p:nvSpPr>
          <p:spPr>
            <a:xfrm flipV="1">
              <a:off x="8189914" y="3333746"/>
              <a:ext cx="160336" cy="161928"/>
            </a:xfrm>
            <a:prstGeom prst="triangle">
              <a:avLst>
                <a:gd name="adj" fmla="val 219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6965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8A2AC-DA79-4057-25E1-06AB50A0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0F85356E-1617-D6B5-338C-39E8066DCA7C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9AC103CF-3403-E94F-D0CC-99C8F8E5AA0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8C52E-CE72-B723-7894-CE7B6E7178C9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Clock Synchronization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7D368A-1A7C-52A9-9052-BD51ED7F11BA}"/>
              </a:ext>
            </a:extLst>
          </p:cNvPr>
          <p:cNvSpPr>
            <a:spLocks/>
          </p:cNvSpPr>
          <p:nvPr/>
        </p:nvSpPr>
        <p:spPr>
          <a:xfrm>
            <a:off x="167184" y="1047750"/>
            <a:ext cx="8529141" cy="5581650"/>
          </a:xfrm>
          <a:prstGeom prst="roundRect">
            <a:avLst>
              <a:gd name="adj" fmla="val 8647"/>
            </a:avLst>
          </a:prstGeom>
          <a:solidFill>
            <a:schemeClr val="bg2">
              <a:lumMod val="25000"/>
              <a:alpha val="50000"/>
            </a:schemeClr>
          </a:solid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F2AD5-A079-1A9B-720B-0CA076C068D0}"/>
              </a:ext>
            </a:extLst>
          </p:cNvPr>
          <p:cNvSpPr txBox="1"/>
          <p:nvPr/>
        </p:nvSpPr>
        <p:spPr>
          <a:xfrm>
            <a:off x="167184" y="1611562"/>
            <a:ext cx="8051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On-chip Rb atomic clocks </a:t>
            </a:r>
            <a:r>
              <a:rPr lang="en-US" sz="2800" b="1" dirty="0">
                <a:solidFill>
                  <a:srgbClr val="FF0000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can</a:t>
            </a:r>
            <a:r>
              <a:rPr lang="en-US" sz="2800" b="1" dirty="0">
                <a:solidFill>
                  <a:schemeClr val="bg1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retrieve quantum correlation (for more than an hour)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E52F0-2831-4D36-DEC4-5A47BE5B5482}"/>
              </a:ext>
            </a:extLst>
          </p:cNvPr>
          <p:cNvSpPr txBox="1"/>
          <p:nvPr/>
        </p:nvSpPr>
        <p:spPr>
          <a:xfrm>
            <a:off x="167184" y="3034349"/>
            <a:ext cx="8051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 </a:t>
            </a:r>
            <a:r>
              <a:rPr lang="en-US" sz="2800" b="1" dirty="0">
                <a:solidFill>
                  <a:srgbClr val="FF0000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can</a:t>
            </a:r>
            <a:r>
              <a:rPr lang="en-US" sz="2800" b="1" dirty="0">
                <a:solidFill>
                  <a:schemeClr val="bg1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use this for our quantum clock synchronization protocol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83E35-D053-1CB7-2DDD-949C104359A2}"/>
              </a:ext>
            </a:extLst>
          </p:cNvPr>
          <p:cNvSpPr txBox="1"/>
          <p:nvPr/>
        </p:nvSpPr>
        <p:spPr>
          <a:xfrm>
            <a:off x="167184" y="4457136"/>
            <a:ext cx="72718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One </a:t>
            </a:r>
            <a:r>
              <a:rPr lang="en-US" sz="2800" b="1" dirty="0">
                <a:solidFill>
                  <a:srgbClr val="FF0000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can</a:t>
            </a:r>
            <a:r>
              <a:rPr lang="en-US" sz="2800" b="1" dirty="0">
                <a:solidFill>
                  <a:schemeClr val="bg1"/>
                </a:solidFill>
                <a:latin typeface="Proxima Soft" panose="020005060300000200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even further improve the correlation graph by analyzing drift statistics and post-processing</a:t>
            </a:r>
            <a:endParaRPr lang="en-US" sz="2800" b="1" baseline="30000" dirty="0">
              <a:solidFill>
                <a:schemeClr val="bg1"/>
              </a:solidFill>
              <a:latin typeface="Proxima Soft" panose="020005060300000200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0E3ED0-93A6-A030-0ACF-9A5173E53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608" y="1426457"/>
            <a:ext cx="1324315" cy="13243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3F76BE1-5A59-186D-D50B-2A10791B1C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098" y="2849244"/>
            <a:ext cx="1324315" cy="13243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97F855-7F42-07D1-FBCA-C32F2CFE4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588" y="4272031"/>
            <a:ext cx="1324315" cy="13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59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EED42-F09A-5671-11FF-A09DF96F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47B72E0-806D-897E-EE82-3C27689C911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flipV="1">
            <a:off x="5319735" y="3656322"/>
            <a:ext cx="1261246" cy="1275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FE8D33F-0755-8DFF-74BE-26D4D42378F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37440" y="3660616"/>
            <a:ext cx="1261246" cy="1266888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419EDF03-EAC3-E24F-70EC-5E4412B3A83C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A56B995E-D606-1B26-B6BB-10A5177938C1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218F84-FF42-46EC-9093-154F3E53E4A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530E3-0775-838E-ECD4-B503169C0A5D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097283-E7ED-B5CE-EB19-8C46C118E0AA}"/>
              </a:ext>
            </a:extLst>
          </p:cNvPr>
          <p:cNvSpPr txBox="1"/>
          <p:nvPr/>
        </p:nvSpPr>
        <p:spPr>
          <a:xfrm>
            <a:off x="430738" y="3865867"/>
            <a:ext cx="3591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 analogy: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009D81-9716-9B4C-D6DE-D17A1905A94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24733" y="1662033"/>
            <a:ext cx="736927" cy="736927"/>
          </a:xfrm>
          <a:prstGeom prst="rect">
            <a:avLst/>
          </a:prstGeom>
        </p:spPr>
      </p:pic>
      <p:cxnSp>
        <p:nvCxnSpPr>
          <p:cNvPr id="21" name="Straight Connector 2">
            <a:extLst>
              <a:ext uri="{FF2B5EF4-FFF2-40B4-BE49-F238E27FC236}">
                <a16:creationId xmlns:a16="http://schemas.microsoft.com/office/drawing/2014/main" id="{E828A3C6-BAC1-6E25-D84E-0E0220CC48F2}"/>
              </a:ext>
            </a:extLst>
          </p:cNvPr>
          <p:cNvCxnSpPr>
            <a:cxnSpLocks/>
          </p:cNvCxnSpPr>
          <p:nvPr/>
        </p:nvCxnSpPr>
        <p:spPr>
          <a:xfrm rot="5400000">
            <a:off x="6729203" y="3269825"/>
            <a:ext cx="2363146" cy="6482"/>
          </a:xfrm>
          <a:prstGeom prst="curvedConnector3">
            <a:avLst>
              <a:gd name="adj1" fmla="val 50000"/>
            </a:avLst>
          </a:prstGeom>
          <a:ln w="38100">
            <a:bevel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9587304-D4BA-EBF6-52A4-9A0B64FC07F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05810" y="3231091"/>
            <a:ext cx="656308" cy="6563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F53782E-0B64-5956-265F-81E7704D7E6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43586" y="3231091"/>
            <a:ext cx="656308" cy="6563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B48D6C7-B6BA-9DB2-BF08-6F4E8E452DC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58594" y="1657593"/>
            <a:ext cx="736927" cy="736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69924B1-B1A5-CE9B-4128-D3D33DFB7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3" y="1512226"/>
            <a:ext cx="1389067" cy="29073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B5C3C9-F4EA-BB99-CE79-A3D94ADDE44C}"/>
              </a:ext>
            </a:extLst>
          </p:cNvPr>
          <p:cNvCxnSpPr/>
          <p:nvPr/>
        </p:nvCxnSpPr>
        <p:spPr>
          <a:xfrm>
            <a:off x="6732119" y="4606460"/>
            <a:ext cx="245449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561DDD-F763-3A7F-899A-8196EF6F4C97}"/>
              </a:ext>
            </a:extLst>
          </p:cNvPr>
          <p:cNvSpPr txBox="1"/>
          <p:nvPr/>
        </p:nvSpPr>
        <p:spPr>
          <a:xfrm>
            <a:off x="7667988" y="4672647"/>
            <a:ext cx="473105" cy="19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 min*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E54A464-744C-A9E4-5647-AF41FC1BC83F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6521300" y="988248"/>
            <a:ext cx="543792" cy="5809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568B124-0F45-361D-0CA4-AEC336B61208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8748033" y="978756"/>
            <a:ext cx="558048" cy="5904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58E600E-8E2A-7579-0204-E0796A35841C}"/>
              </a:ext>
            </a:extLst>
          </p:cNvPr>
          <p:cNvSpPr txBox="1"/>
          <p:nvPr/>
        </p:nvSpPr>
        <p:spPr>
          <a:xfrm>
            <a:off x="4931693" y="5153495"/>
            <a:ext cx="60163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the same color when at least one player receives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different color when both receives 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6586FC5-537F-4DC6-D983-DD8488AB0D2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14833" y="4957842"/>
            <a:ext cx="6185404" cy="158746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546BC421-5EE0-2D70-1609-8F126E9E3B78}"/>
              </a:ext>
            </a:extLst>
          </p:cNvPr>
          <p:cNvGrpSpPr/>
          <p:nvPr/>
        </p:nvGrpSpPr>
        <p:grpSpPr>
          <a:xfrm>
            <a:off x="4927799" y="2718793"/>
            <a:ext cx="588127" cy="692055"/>
            <a:chOff x="4927799" y="2718793"/>
            <a:chExt cx="588127" cy="69205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2F90D2C-9472-65A0-7AB4-E1D63129A76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E85B201-5EC4-B46C-DAC9-3AE0B414DDF5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43432DE-F587-EA9A-0451-BC12C76D3372}"/>
              </a:ext>
            </a:extLst>
          </p:cNvPr>
          <p:cNvGrpSpPr/>
          <p:nvPr/>
        </p:nvGrpSpPr>
        <p:grpSpPr>
          <a:xfrm>
            <a:off x="10412110" y="2718793"/>
            <a:ext cx="588127" cy="692055"/>
            <a:chOff x="4927799" y="2718793"/>
            <a:chExt cx="588127" cy="69205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29D66B8-E356-7FC0-AE9D-CF26DAAC69D9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C039992-2D29-A0D8-18F1-390FC67991A9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85EE79EC-6EBD-AE24-31B2-88F8D4D7672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79540" y="4977762"/>
            <a:ext cx="6016391" cy="155454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C3BA334-B80F-2BEF-0B87-41CE756F4C0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39328" y="2642509"/>
            <a:ext cx="563938" cy="56393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9ED6C5E-E11F-E865-650E-C53FF1329DC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7105" y="2642509"/>
            <a:ext cx="563938" cy="563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C0BC6-56A5-1E50-87E1-49F48D5B7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6F878A4-74AD-7B91-1F96-D11C9FE1841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flipV="1">
            <a:off x="5319735" y="3656322"/>
            <a:ext cx="1261246" cy="1275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B3F434-B17E-58E4-245F-E7E9ED49DD1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37440" y="3660616"/>
            <a:ext cx="1261246" cy="1266888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F5D59915-862B-5F88-EFDA-9276AFBE735D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38F9C81A-4C11-7790-BC3E-40AAADB3E2B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34BA21-1716-09BF-4AD5-43A3703C54F7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F5402-2836-CBDA-CEDA-33A320293613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813142-B3F7-30D7-1446-0B0A96AB11E3}"/>
              </a:ext>
            </a:extLst>
          </p:cNvPr>
          <p:cNvSpPr txBox="1"/>
          <p:nvPr/>
        </p:nvSpPr>
        <p:spPr>
          <a:xfrm>
            <a:off x="430738" y="3865867"/>
            <a:ext cx="3591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 analogy: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E6FBC6-A544-989C-9652-37833C4967B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39328" y="3269025"/>
            <a:ext cx="563938" cy="5639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7FD4E3-D9C4-A0A4-15CB-71AD911959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7105" y="3269025"/>
            <a:ext cx="563938" cy="5639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9ACB3AD-E445-5D2F-9DE5-6400786720C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24733" y="1662033"/>
            <a:ext cx="736927" cy="736927"/>
          </a:xfrm>
          <a:prstGeom prst="rect">
            <a:avLst/>
          </a:prstGeom>
        </p:spPr>
      </p:pic>
      <p:cxnSp>
        <p:nvCxnSpPr>
          <p:cNvPr id="21" name="Straight Connector 2">
            <a:extLst>
              <a:ext uri="{FF2B5EF4-FFF2-40B4-BE49-F238E27FC236}">
                <a16:creationId xmlns:a16="http://schemas.microsoft.com/office/drawing/2014/main" id="{8F99A786-26F3-D29F-8493-933571B5300A}"/>
              </a:ext>
            </a:extLst>
          </p:cNvPr>
          <p:cNvCxnSpPr>
            <a:cxnSpLocks/>
          </p:cNvCxnSpPr>
          <p:nvPr/>
        </p:nvCxnSpPr>
        <p:spPr>
          <a:xfrm rot="5400000">
            <a:off x="6729203" y="3269825"/>
            <a:ext cx="2363146" cy="6482"/>
          </a:xfrm>
          <a:prstGeom prst="curvedConnector3">
            <a:avLst>
              <a:gd name="adj1" fmla="val 50000"/>
            </a:avLst>
          </a:prstGeom>
          <a:ln w="38100">
            <a:bevel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46669228-A339-C68E-98B8-191BD24670C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05810" y="3231091"/>
            <a:ext cx="656308" cy="65630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3350BFC-FF0E-0385-9A15-F58F85D869F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43586" y="3231091"/>
            <a:ext cx="656308" cy="6563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B34336E-DC20-96A1-0286-D0879D08DA7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58594" y="1657593"/>
            <a:ext cx="736927" cy="736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3D4F53F-9DF0-C5E3-6635-FCE939E608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3" y="1512226"/>
            <a:ext cx="1389067" cy="29073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4A3624E-1463-CCFB-B7A1-DE4D3CC17318}"/>
              </a:ext>
            </a:extLst>
          </p:cNvPr>
          <p:cNvCxnSpPr/>
          <p:nvPr/>
        </p:nvCxnSpPr>
        <p:spPr>
          <a:xfrm>
            <a:off x="6732119" y="4606460"/>
            <a:ext cx="245449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3D5DBF-4F49-453E-61E9-CBAB77E7466B}"/>
              </a:ext>
            </a:extLst>
          </p:cNvPr>
          <p:cNvSpPr txBox="1"/>
          <p:nvPr/>
        </p:nvSpPr>
        <p:spPr>
          <a:xfrm>
            <a:off x="7667988" y="4672647"/>
            <a:ext cx="473105" cy="19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 min*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9591983-2AFB-4392-5DA1-AE571FEECA4A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6521300" y="988248"/>
            <a:ext cx="543792" cy="5809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B6EAB6D-D566-3C0D-A91F-D2C1BB29FC25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8748033" y="978756"/>
            <a:ext cx="558048" cy="5904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D349D93D-78AB-BFF1-35CB-120335A7076C}"/>
              </a:ext>
            </a:extLst>
          </p:cNvPr>
          <p:cNvSpPr txBox="1"/>
          <p:nvPr/>
        </p:nvSpPr>
        <p:spPr>
          <a:xfrm>
            <a:off x="4931693" y="5153495"/>
            <a:ext cx="60163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the same color when at least one player receives 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Minion" pitchFamily="50" charset="0"/>
              </a:rPr>
              <a:t>they choose different color when both receives 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Minion" pitchFamily="50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2D4B30E-7ED9-2A07-6CE7-214C919727C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14833" y="4957842"/>
            <a:ext cx="6185404" cy="1587468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B0CA1EFB-963B-EDE2-51B8-AD8573B68ED8}"/>
              </a:ext>
            </a:extLst>
          </p:cNvPr>
          <p:cNvGrpSpPr/>
          <p:nvPr/>
        </p:nvGrpSpPr>
        <p:grpSpPr>
          <a:xfrm>
            <a:off x="4927799" y="2718793"/>
            <a:ext cx="588127" cy="692055"/>
            <a:chOff x="4927799" y="2718793"/>
            <a:chExt cx="588127" cy="69205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010C82-E586-87D2-0EE3-4CEEB63F10A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DA1F2FC-D16F-99F1-414F-97F8D0F62E29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7AF1FB8-D8A8-1886-4326-C40FF8AC8AE0}"/>
              </a:ext>
            </a:extLst>
          </p:cNvPr>
          <p:cNvGrpSpPr/>
          <p:nvPr/>
        </p:nvGrpSpPr>
        <p:grpSpPr>
          <a:xfrm>
            <a:off x="10412110" y="2718793"/>
            <a:ext cx="588127" cy="692055"/>
            <a:chOff x="4927799" y="2718793"/>
            <a:chExt cx="588127" cy="69205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2B14EAF-2F3B-84B1-132E-AEE6A6D275C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2F208CC3-E9F8-CFE0-859D-AF9E823456F3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F43EF485-7B1E-8B87-EB0C-05D0F88C2A3F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879540" y="4977762"/>
            <a:ext cx="6016391" cy="155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0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9C432-B369-3CA1-B101-710BF0C9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2B79E7AF-6A3C-F04A-587F-4B678D392E83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 flipV="1">
            <a:off x="5319735" y="3656322"/>
            <a:ext cx="1261246" cy="12754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22FB43A-0DBA-70E6-670B-34ED4DEAA4A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37440" y="3660616"/>
            <a:ext cx="1261246" cy="1266888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490E5729-3BD7-B993-ADDA-94B2B5EFDF1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1F2B4E0-E26D-3489-87B5-BD75C4BE397B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68195-44D6-7FE2-384D-1038569D2C29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2DDD2D-157E-B78D-46DE-3853BB8231F5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A8C10-6B88-66C4-8740-80E3AC667956}"/>
              </a:ext>
            </a:extLst>
          </p:cNvPr>
          <p:cNvSpPr txBox="1"/>
          <p:nvPr/>
        </p:nvSpPr>
        <p:spPr>
          <a:xfrm>
            <a:off x="430738" y="3865867"/>
            <a:ext cx="3591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 analogy: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2301BFB-CF41-8167-C44B-C8E8FDAB155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424733" y="1662033"/>
            <a:ext cx="736927" cy="7369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0F1AB39-D186-B81D-F05D-76A3068A49A8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658594" y="1657593"/>
            <a:ext cx="736927" cy="7369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D6BA484-343A-9B19-4FFA-B5C374FD1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3" y="1512226"/>
            <a:ext cx="1389067" cy="29073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9EE33D5-D654-43AB-01F3-1D0BFCB68826}"/>
              </a:ext>
            </a:extLst>
          </p:cNvPr>
          <p:cNvCxnSpPr/>
          <p:nvPr/>
        </p:nvCxnSpPr>
        <p:spPr>
          <a:xfrm>
            <a:off x="6732119" y="4606460"/>
            <a:ext cx="245449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120CA96-3DBA-A76D-EA08-32729E375BBC}"/>
              </a:ext>
            </a:extLst>
          </p:cNvPr>
          <p:cNvSpPr txBox="1"/>
          <p:nvPr/>
        </p:nvSpPr>
        <p:spPr>
          <a:xfrm>
            <a:off x="7667988" y="4672647"/>
            <a:ext cx="473105" cy="1992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3 min*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2025DF7-5079-1ECB-717B-4910FAA5EC7A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6521300" y="988248"/>
            <a:ext cx="543792" cy="58096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1B6458D-F95B-B6DA-74BB-47518158C6BB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8748033" y="978756"/>
            <a:ext cx="558048" cy="590457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61E9EFD-8C2E-B216-B0A2-8678A50EDBC5}"/>
              </a:ext>
            </a:extLst>
          </p:cNvPr>
          <p:cNvGrpSpPr/>
          <p:nvPr/>
        </p:nvGrpSpPr>
        <p:grpSpPr>
          <a:xfrm>
            <a:off x="4927799" y="2718793"/>
            <a:ext cx="588127" cy="692055"/>
            <a:chOff x="4927799" y="2718793"/>
            <a:chExt cx="588127" cy="69205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800BC8F-5C6C-B51F-0CC9-7B3FB1ECA1BE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BEF8EB3-153C-A6FC-AF94-1BE2CE47979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4B9CE5B-46E8-AFA5-455C-684727D49A78}"/>
              </a:ext>
            </a:extLst>
          </p:cNvPr>
          <p:cNvGrpSpPr/>
          <p:nvPr/>
        </p:nvGrpSpPr>
        <p:grpSpPr>
          <a:xfrm>
            <a:off x="10412110" y="2718793"/>
            <a:ext cx="588127" cy="692055"/>
            <a:chOff x="4927799" y="2718793"/>
            <a:chExt cx="588127" cy="69205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B2A0AE22-C11A-8D10-699F-985B3B70B49B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27799" y="2718793"/>
              <a:ext cx="588127" cy="44267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6B3FC98-8A33-5003-A83C-235A1A4D85E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4938985" y="2987632"/>
              <a:ext cx="563938" cy="423216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624D7D0-099C-2382-CED7-861669FE18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05810" y="3231091"/>
            <a:ext cx="656308" cy="656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DC015-4EB0-47DB-12CB-1626E88367D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43586" y="3231091"/>
            <a:ext cx="656308" cy="656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36BCBD-D420-0BCD-53A7-C4564367195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639328" y="2642509"/>
            <a:ext cx="563938" cy="5639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E202516-DB10-7098-8CF2-0816E2FC251C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677105" y="2642509"/>
            <a:ext cx="563938" cy="5639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77C0EF-E82D-9239-4638-77F777F6350E}"/>
              </a:ext>
            </a:extLst>
          </p:cNvPr>
          <p:cNvGrpSpPr/>
          <p:nvPr/>
        </p:nvGrpSpPr>
        <p:grpSpPr>
          <a:xfrm>
            <a:off x="6902335" y="3429000"/>
            <a:ext cx="2023362" cy="310565"/>
            <a:chOff x="4238756" y="3808505"/>
            <a:chExt cx="3774617" cy="5793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E808B00-7643-99C5-15C7-9C38234A71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756" y="4077801"/>
              <a:ext cx="2812548" cy="2495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75EB60A-5D66-4614-276F-265600068A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238756" y="3819433"/>
              <a:ext cx="568437" cy="568437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834BED4-B83E-B3BA-1EF3-444DD8684A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4936" y="3808505"/>
              <a:ext cx="568437" cy="568437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658540D9-CA62-234C-62C4-6AD4E8988803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6943171" y="3712996"/>
            <a:ext cx="1916993" cy="59492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37DDF18-B26B-1928-3BF6-DB70256D8FC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63446" y="5061908"/>
            <a:ext cx="5309196" cy="170537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52CD515-E221-14D1-D1D2-3C49BCD30233}"/>
              </a:ext>
            </a:extLst>
          </p:cNvPr>
          <p:cNvSpPr txBox="1"/>
          <p:nvPr/>
        </p:nvSpPr>
        <p:spPr>
          <a:xfrm>
            <a:off x="737961" y="4502614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Success Probability ≈ 0.8536</a:t>
            </a:r>
          </a:p>
        </p:txBody>
      </p:sp>
    </p:spTree>
    <p:extLst>
      <p:ext uri="{BB962C8B-B14F-4D97-AF65-F5344CB8AC3E}">
        <p14:creationId xmlns:p14="http://schemas.microsoft.com/office/powerpoint/2010/main" val="3103651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AF43F6-7582-38C0-FB1E-315C14D6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4">
            <a:extLst>
              <a:ext uri="{FF2B5EF4-FFF2-40B4-BE49-F238E27FC236}">
                <a16:creationId xmlns:a16="http://schemas.microsoft.com/office/drawing/2014/main" id="{4205F494-8CCF-1B02-C5AD-E52908A16ABE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1D9A37B9-A221-11D7-B8FB-00C9B6609BB8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B8D56-8A41-6B9D-987C-41A0B8F66DAA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0194D0-8CCF-D97B-AF95-625F4ECE5F17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BABE2-23E6-0CB1-3973-8599FE2336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273" y="4158253"/>
            <a:ext cx="1216292" cy="12162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32147-D57B-EE3D-30AE-20E788FBE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516" y="4169665"/>
            <a:ext cx="1193465" cy="1193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446EE4-FAAE-726C-595A-BA530325D129}"/>
              </a:ext>
            </a:extLst>
          </p:cNvPr>
          <p:cNvPicPr>
            <a:picLocks noChangeAspect="1"/>
          </p:cNvPicPr>
          <p:nvPr/>
        </p:nvPicPr>
        <p:blipFill>
          <a:blip/>
          <a:srcRect/>
          <a:stretch>
            <a:fillRect/>
          </a:stretch>
        </p:blipFill>
        <p:spPr>
          <a:xfrm>
            <a:off x="5160162" y="2027567"/>
            <a:ext cx="1870551" cy="18705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5A2C3D1-4C9F-1FAF-407E-8F6C8374E540}"/>
              </a:ext>
            </a:extLst>
          </p:cNvPr>
          <p:cNvGrpSpPr/>
          <p:nvPr/>
        </p:nvGrpSpPr>
        <p:grpSpPr>
          <a:xfrm>
            <a:off x="5087317" y="4505530"/>
            <a:ext cx="2048396" cy="314399"/>
            <a:chOff x="4238756" y="3808505"/>
            <a:chExt cx="3774617" cy="57936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6DC0E29-AE4C-0D0F-0AB8-986D1B3721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96756" y="4077801"/>
              <a:ext cx="2812548" cy="2495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1EEFE4E-F18C-B2D8-6814-A0BF9F106F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238756" y="3819433"/>
              <a:ext cx="568437" cy="56843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73E1CDF-8F2C-F5AF-94F2-A9955343FF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4936" y="3808505"/>
              <a:ext cx="568437" cy="568437"/>
            </a:xfrm>
            <a:prstGeom prst="rect">
              <a:avLst/>
            </a:prstGeom>
          </p:spPr>
        </p:pic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2194D2E-7BEA-9C95-6AAF-BE35067336B7}"/>
              </a:ext>
            </a:extLst>
          </p:cNvPr>
          <p:cNvCxnSpPr/>
          <p:nvPr/>
        </p:nvCxnSpPr>
        <p:spPr>
          <a:xfrm flipH="1">
            <a:off x="4863921" y="3328367"/>
            <a:ext cx="678287" cy="794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C7FEE96-008B-C860-AEAB-08D13F6B0805}"/>
              </a:ext>
            </a:extLst>
          </p:cNvPr>
          <p:cNvSpPr txBox="1"/>
          <p:nvPr/>
        </p:nvSpPr>
        <p:spPr>
          <a:xfrm>
            <a:off x="3078051" y="556754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chemeClr val="tx1"/>
                </a:solidFill>
                <a:effectLst/>
                <a:latin typeface="Minion" pitchFamily="50" charset="0"/>
              </a:rPr>
              <a:t>56.3 km</a:t>
            </a:r>
            <a:endParaRPr lang="en-US" b="0" dirty="0">
              <a:effectLst/>
              <a:latin typeface="Minion" pitchFamily="50" charset="0"/>
            </a:endParaRPr>
          </a:p>
          <a:p>
            <a:pPr algn="ctr" rtl="0">
              <a:buNone/>
            </a:pP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Minion" pitchFamily="50" charset="0"/>
              </a:rPr>
              <a:t>187.8 </a:t>
            </a:r>
            <a:r>
              <a:rPr lang="en-US" sz="1800" b="0" i="0" u="none" strike="noStrike" dirty="0" err="1">
                <a:solidFill>
                  <a:schemeClr val="tx1"/>
                </a:solidFill>
                <a:effectLst/>
                <a:latin typeface="Minion" pitchFamily="50" charset="0"/>
              </a:rPr>
              <a:t>μs</a:t>
            </a:r>
            <a:r>
              <a:rPr lang="en-US" sz="1800" b="0" i="0" u="none" strike="noStrike" dirty="0">
                <a:solidFill>
                  <a:schemeClr val="tx1"/>
                </a:solidFill>
                <a:effectLst/>
                <a:latin typeface="Minion" pitchFamily="50" charset="0"/>
              </a:rPr>
              <a:t> (Physical Limit)</a:t>
            </a:r>
            <a:endParaRPr lang="en-US" b="0" dirty="0">
              <a:effectLst/>
              <a:latin typeface="Minion" pitchFamily="50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4811D92-6D29-2FDF-9D70-514742F02334}"/>
              </a:ext>
            </a:extLst>
          </p:cNvPr>
          <p:cNvCxnSpPr/>
          <p:nvPr/>
        </p:nvCxnSpPr>
        <p:spPr>
          <a:xfrm>
            <a:off x="4043966" y="5544762"/>
            <a:ext cx="4177048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5BAB2B0-1F4A-193A-0D9E-C2EB7CB33EF3}"/>
              </a:ext>
            </a:extLst>
          </p:cNvPr>
          <p:cNvSpPr txBox="1"/>
          <p:nvPr/>
        </p:nvSpPr>
        <p:spPr>
          <a:xfrm>
            <a:off x="7795653" y="923011"/>
            <a:ext cx="41169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800" i="0" u="none" strike="noStrike" dirty="0">
                <a:solidFill>
                  <a:schemeClr val="tx1"/>
                </a:solidFill>
                <a:effectLst/>
                <a:latin typeface="Proxima Soft SemiBold" panose="02000506030000020004" pitchFamily="2" charset="0"/>
              </a:rPr>
              <a:t>THE MARKET REALITY</a:t>
            </a:r>
            <a:endParaRPr lang="en-US" dirty="0">
              <a:effectLst/>
              <a:latin typeface="Proxima Soft SemiBold" panose="02000506030000020004" pitchFamily="2" charset="0"/>
            </a:endParaRPr>
          </a:p>
          <a:p>
            <a:pPr algn="ctr" rtl="0">
              <a:buNone/>
            </a:pPr>
            <a:r>
              <a:rPr lang="en-US" sz="1800" i="0" u="none" strike="noStrike" dirty="0">
                <a:solidFill>
                  <a:schemeClr val="tx1"/>
                </a:solidFill>
                <a:effectLst/>
                <a:latin typeface="Proxima Soft SemiBold" panose="02000506030000020004" pitchFamily="2" charset="0"/>
              </a:rPr>
              <a:t>200 microseconds sounds impressive, but stock prices change even faster.</a:t>
            </a:r>
            <a:endParaRPr lang="en-US" dirty="0">
              <a:effectLst/>
              <a:latin typeface="Proxima Soft SemiBold" panose="02000506030000020004" pitchFamily="2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8C941E1-00CE-FB4E-2202-CE40FA28076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751139" y="1949321"/>
            <a:ext cx="2530637" cy="124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3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BFD4F-A490-DC91-633F-42AE76E2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89EDB5-D842-BEF8-0E45-CE11D65BB0D0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Game- Toy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E5813C-2A2A-E7B9-C645-88E3CB7747A9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473257CD-5036-A1E4-5D8F-8D99ADB158AF}"/>
              </a:ext>
            </a:extLst>
          </p:cNvPr>
          <p:cNvSpPr/>
          <p:nvPr/>
        </p:nvSpPr>
        <p:spPr>
          <a:xfrm>
            <a:off x="609600" y="1377115"/>
            <a:ext cx="10972800" cy="4909383"/>
          </a:xfrm>
          <a:prstGeom prst="roundRect">
            <a:avLst>
              <a:gd name="adj" fmla="val 868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3D5E16-DC2D-44FC-0E96-63805614E6B4}"/>
              </a:ext>
            </a:extLst>
          </p:cNvPr>
          <p:cNvSpPr/>
          <p:nvPr/>
        </p:nvSpPr>
        <p:spPr>
          <a:xfrm rot="13500000">
            <a:off x="7119192" y="4165925"/>
            <a:ext cx="1353914" cy="7939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A62CA4-B708-8AAC-8783-9DEFE0024E76}"/>
              </a:ext>
            </a:extLst>
          </p:cNvPr>
          <p:cNvSpPr/>
          <p:nvPr/>
        </p:nvSpPr>
        <p:spPr>
          <a:xfrm rot="18900000">
            <a:off x="3711330" y="4216536"/>
            <a:ext cx="1353914" cy="79392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06C483-8C75-ADE4-2994-5CD5F40C1DC2}"/>
              </a:ext>
            </a:extLst>
          </p:cNvPr>
          <p:cNvPicPr/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149" y="2484737"/>
            <a:ext cx="5003615" cy="35014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F3D0B5-BF0E-18D8-977D-293643373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72" y="2610975"/>
            <a:ext cx="1503420" cy="15034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113E7F-B547-C5FC-33CC-4D22D6430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123" y="2643428"/>
            <a:ext cx="1475205" cy="147520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F145D35-8982-B68E-67E7-CE1D37EC4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7797626" y="4554857"/>
            <a:ext cx="448566" cy="448566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FB5CF45-5C6E-4FEC-CDE7-0EAA09160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/>
              </a:ext>
            </a:extLst>
          </a:blip>
          <a:stretch>
            <a:fillRect/>
          </a:stretch>
        </p:blipFill>
        <p:spPr>
          <a:xfrm>
            <a:off x="3926503" y="4554857"/>
            <a:ext cx="523301" cy="523301"/>
          </a:xfrm>
          <a:prstGeom prst="rect">
            <a:avLst/>
          </a:prstGeom>
        </p:spPr>
      </p:pic>
      <p:cxnSp>
        <p:nvCxnSpPr>
          <p:cNvPr id="22" name="Straight Connector 2">
            <a:extLst>
              <a:ext uri="{FF2B5EF4-FFF2-40B4-BE49-F238E27FC236}">
                <a16:creationId xmlns:a16="http://schemas.microsoft.com/office/drawing/2014/main" id="{A0F605B2-412F-36FA-A2DF-013C0BB13EC3}"/>
              </a:ext>
            </a:extLst>
          </p:cNvPr>
          <p:cNvCxnSpPr>
            <a:cxnSpLocks/>
          </p:cNvCxnSpPr>
          <p:nvPr/>
        </p:nvCxnSpPr>
        <p:spPr>
          <a:xfrm rot="5400000">
            <a:off x="4845634" y="3195004"/>
            <a:ext cx="2509667" cy="8936"/>
          </a:xfrm>
          <a:prstGeom prst="curvedConnector3">
            <a:avLst>
              <a:gd name="adj1" fmla="val 50000"/>
            </a:avLst>
          </a:prstGeom>
          <a:ln w="38100">
            <a:solidFill>
              <a:schemeClr val="dk1"/>
            </a:solidFill>
            <a:bevel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5A07C34D-6528-1D53-7C19-7DC75EE2298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29688" y="3625671"/>
            <a:ext cx="752965" cy="2061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9BF290-45A1-B00C-0C15-536A3C0085E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065760" y="3635447"/>
            <a:ext cx="845764" cy="20613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9C12951-F956-A50E-D7E2-14008CD18C35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188084" y="3610881"/>
            <a:ext cx="752431" cy="3261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AC972B-6CA0-EF99-E4CD-4618C27223B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312827" y="3610881"/>
            <a:ext cx="793533" cy="32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16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1C958-6662-1869-4C07-127640D6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FA9048-8995-53F1-D0C2-C2A2338C7D7A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Game- Toy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4A5DE-3CF3-9075-0C4A-E67835459A72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80BCA1-6197-D5AD-E8DC-D25C05296398}"/>
              </a:ext>
            </a:extLst>
          </p:cNvPr>
          <p:cNvGrpSpPr/>
          <p:nvPr/>
        </p:nvGrpSpPr>
        <p:grpSpPr>
          <a:xfrm>
            <a:off x="4675478" y="1427915"/>
            <a:ext cx="7453021" cy="3334585"/>
            <a:chOff x="609600" y="1377115"/>
            <a:chExt cx="10972800" cy="4909383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5F87A74E-FC48-F0ED-7C96-B275ACC6ED40}"/>
                </a:ext>
              </a:extLst>
            </p:cNvPr>
            <p:cNvSpPr/>
            <p:nvPr/>
          </p:nvSpPr>
          <p:spPr>
            <a:xfrm>
              <a:off x="609600" y="1377115"/>
              <a:ext cx="10972800" cy="4909383"/>
            </a:xfrm>
            <a:prstGeom prst="roundRect">
              <a:avLst>
                <a:gd name="adj" fmla="val 868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4564BCD-D7B8-4D3D-A49D-FDCD2A62F5FF}"/>
                </a:ext>
              </a:extLst>
            </p:cNvPr>
            <p:cNvSpPr/>
            <p:nvPr/>
          </p:nvSpPr>
          <p:spPr>
            <a:xfrm rot="13500000">
              <a:off x="7119192" y="4165925"/>
              <a:ext cx="1353914" cy="7939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F91B15-40B0-3798-A87F-821AB0B9E8CF}"/>
                </a:ext>
              </a:extLst>
            </p:cNvPr>
            <p:cNvSpPr/>
            <p:nvPr/>
          </p:nvSpPr>
          <p:spPr>
            <a:xfrm rot="18900000">
              <a:off x="3711330" y="4216536"/>
              <a:ext cx="1353914" cy="793925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14B39F9-A49E-83E5-D38B-E3DFAE277E23}"/>
                </a:ext>
              </a:extLst>
            </p:cNvPr>
            <p:cNvPicPr/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1149" y="2484737"/>
              <a:ext cx="5003615" cy="3501426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79002B18-DA19-E479-90B9-FA6FA256BA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0372" y="2610975"/>
              <a:ext cx="1503420" cy="150342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3B9E39E-D253-15DE-ECE4-E009214152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9123" y="2643428"/>
              <a:ext cx="1475205" cy="1475205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DCCD70-D571-3F7B-6EC2-B7E65577D7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7797626" y="4554857"/>
              <a:ext cx="448566" cy="448566"/>
            </a:xfrm>
            <a:prstGeom prst="rect">
              <a:avLst/>
            </a:prstGeom>
          </p:spPr>
        </p:pic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FEC40927-A9E8-81C7-8DC5-CF2F3756EB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/>
                </a:ext>
              </a:extLst>
            </a:blip>
            <a:stretch>
              <a:fillRect/>
            </a:stretch>
          </p:blipFill>
          <p:spPr>
            <a:xfrm>
              <a:off x="3926503" y="4554857"/>
              <a:ext cx="523301" cy="523301"/>
            </a:xfrm>
            <a:prstGeom prst="rect">
              <a:avLst/>
            </a:prstGeom>
          </p:spPr>
        </p:pic>
        <p:cxnSp>
          <p:nvCxnSpPr>
            <p:cNvPr id="22" name="Straight Connector 2">
              <a:extLst>
                <a:ext uri="{FF2B5EF4-FFF2-40B4-BE49-F238E27FC236}">
                  <a16:creationId xmlns:a16="http://schemas.microsoft.com/office/drawing/2014/main" id="{5BE1CB50-DC17-E1BF-196A-2F8988F59D8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45634" y="3195004"/>
              <a:ext cx="2509667" cy="8936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dk1"/>
              </a:solidFill>
              <a:bevel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AFC0A74-7880-C26A-8181-38428252E90A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3229688" y="3625671"/>
              <a:ext cx="752965" cy="20613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C1D87CC-4F21-42C1-6CFA-F2667E02A015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5065760" y="3635447"/>
              <a:ext cx="845764" cy="20613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66510FA6-2DAA-58AC-7AEA-12C2FB73B964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8188084" y="3610881"/>
              <a:ext cx="752431" cy="326119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2C17337-AE13-D238-912A-D26235870BB2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tretch>
              <a:fillRect/>
            </a:stretch>
          </p:blipFill>
          <p:spPr>
            <a:xfrm>
              <a:off x="6312827" y="3610881"/>
              <a:ext cx="793533" cy="325391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097190B-3C61-E1A3-4CB3-59D63F3B9D7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4448" y="4341241"/>
            <a:ext cx="4960070" cy="1996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05A5CF-4DD2-6136-A09D-5E4C3F24C3B8}"/>
              </a:ext>
            </a:extLst>
          </p:cNvPr>
          <p:cNvSpPr txBox="1"/>
          <p:nvPr/>
        </p:nvSpPr>
        <p:spPr>
          <a:xfrm>
            <a:off x="301924" y="3840158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:: Utility Matrix ::</a:t>
            </a:r>
            <a:endParaRPr lang="en-US" dirty="0">
              <a:solidFill>
                <a:srgbClr val="FF0000"/>
              </a:solidFill>
              <a:latin typeface="Minion" pitchFamily="50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69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691B11-A9DC-CFF8-6B9D-491661510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DD1BC-4027-7F0A-1DF8-56CD868DBE9F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CHSH Game- Toy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0F32E7-848E-54F2-6B51-072B4505AEC0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7A394-406D-6A93-AC4D-849B8F7CD85E}"/>
              </a:ext>
            </a:extLst>
          </p:cNvPr>
          <p:cNvSpPr txBox="1"/>
          <p:nvPr/>
        </p:nvSpPr>
        <p:spPr>
          <a:xfrm>
            <a:off x="301924" y="1300158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:: Utility Matrix ::</a:t>
            </a:r>
            <a:endParaRPr lang="en-US" dirty="0">
              <a:solidFill>
                <a:srgbClr val="FF0000"/>
              </a:solidFill>
              <a:latin typeface="Minion" pitchFamily="50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C96E6E-D387-34F0-52BD-FE22B959CAF9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24448" y="1877441"/>
            <a:ext cx="4960070" cy="19960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BC70F1-AF6A-DEB4-5611-E59C9087B114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07484" y="1877440"/>
            <a:ext cx="4585089" cy="199605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288A634-6053-5FB2-F3DE-0A9BE36B1040}"/>
              </a:ext>
            </a:extLst>
          </p:cNvPr>
          <p:cNvCxnSpPr/>
          <p:nvPr/>
        </p:nvCxnSpPr>
        <p:spPr>
          <a:xfrm>
            <a:off x="5461000" y="2875469"/>
            <a:ext cx="1295400" cy="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E2E6CDB-910A-0094-A30F-290C819F4F5B}"/>
              </a:ext>
            </a:extLst>
          </p:cNvPr>
          <p:cNvCxnSpPr>
            <a:cxnSpLocks/>
          </p:cNvCxnSpPr>
          <p:nvPr/>
        </p:nvCxnSpPr>
        <p:spPr>
          <a:xfrm>
            <a:off x="9385300" y="3948619"/>
            <a:ext cx="0" cy="686881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B637AA4B-0BBA-272C-583A-E01420B4293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26534" y="4710620"/>
            <a:ext cx="4585089" cy="196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5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B7E3F-D934-84CC-4205-ED3F95A2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F1EC23-90D5-9E0C-BDAD-1A7331D94292}"/>
              </a:ext>
            </a:extLst>
          </p:cNvPr>
          <p:cNvSpPr txBox="1"/>
          <p:nvPr/>
        </p:nvSpPr>
        <p:spPr>
          <a:xfrm>
            <a:off x="279400" y="203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High-Frequency Trading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59AC0-7330-A29E-9F07-FC36DB322611}"/>
              </a:ext>
            </a:extLst>
          </p:cNvPr>
          <p:cNvSpPr txBox="1"/>
          <p:nvPr/>
        </p:nvSpPr>
        <p:spPr>
          <a:xfrm>
            <a:off x="279400" y="726420"/>
            <a:ext cx="580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inion" pitchFamily="50" charset="0"/>
              </a:rPr>
              <a:t>Overcoming the delay obstacle using quantum technology</a:t>
            </a:r>
            <a:r>
              <a:rPr lang="en-US" dirty="0">
                <a:solidFill>
                  <a:srgbClr val="FF0000"/>
                </a:solidFill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7FD620-1DD9-A89E-A70F-CAC88F9F9041}"/>
              </a:ext>
            </a:extLst>
          </p:cNvPr>
          <p:cNvSpPr txBox="1"/>
          <p:nvPr/>
        </p:nvSpPr>
        <p:spPr>
          <a:xfrm>
            <a:off x="469900" y="3244334"/>
            <a:ext cx="426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</a:t>
            </a:r>
            <a:r>
              <a:rPr lang="en-US" b="1" i="1" dirty="0"/>
              <a:t>p</a:t>
            </a:r>
            <a:r>
              <a:rPr lang="en-US" dirty="0"/>
              <a:t> : the indicator </a:t>
            </a:r>
            <a:r>
              <a:rPr lang="en-US" b="1" i="1" dirty="0"/>
              <a:t>I</a:t>
            </a:r>
            <a:r>
              <a:rPr lang="en-US" dirty="0"/>
              <a:t> is observed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242B3D-4696-C288-CB4C-338DBCAA7EB2}"/>
              </a:ext>
            </a:extLst>
          </p:cNvPr>
          <p:cNvGrpSpPr/>
          <p:nvPr/>
        </p:nvGrpSpPr>
        <p:grpSpPr>
          <a:xfrm>
            <a:off x="4858313" y="1130859"/>
            <a:ext cx="6795762" cy="5000721"/>
            <a:chOff x="5451339" y="1447704"/>
            <a:chExt cx="5289822" cy="3892562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189510B-43A3-7EC8-F1E7-520F0D23B757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>
              <a:fillRect/>
            </a:stretch>
          </p:blipFill>
          <p:spPr>
            <a:xfrm>
              <a:off x="5451339" y="1447704"/>
              <a:ext cx="5289822" cy="370859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13712C8-085F-D7C6-0F4E-E6B70B7BF449}"/>
                </a:ext>
              </a:extLst>
            </p:cNvPr>
            <p:cNvSpPr txBox="1"/>
            <p:nvPr/>
          </p:nvSpPr>
          <p:spPr>
            <a:xfrm>
              <a:off x="6261100" y="5086350"/>
              <a:ext cx="246253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Credit: http://arxiv.org/abs/2407.21723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27489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D7D910-0317-4882-575F-1E3F125B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1ECAD-FB28-1344-2D63-3A2B1DDEB747}"/>
              </a:ext>
            </a:extLst>
          </p:cNvPr>
          <p:cNvSpPr txBox="1"/>
          <p:nvPr/>
        </p:nvSpPr>
        <p:spPr>
          <a:xfrm>
            <a:off x="4763933" y="3827844"/>
            <a:ext cx="6766405" cy="1168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1">
                <a:solidFill>
                  <a:srgbClr val="FFFFFE"/>
                </a:solidFill>
                <a:latin typeface="+mj-lt"/>
                <a:ea typeface="+mj-ea"/>
                <a:cs typeface="+mj-cs"/>
              </a:rPr>
              <a:t>Experimental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F3006-9AA8-1292-7C67-AB65DE58EDBF}"/>
              </a:ext>
            </a:extLst>
          </p:cNvPr>
          <p:cNvSpPr txBox="1"/>
          <p:nvPr/>
        </p:nvSpPr>
        <p:spPr>
          <a:xfrm>
            <a:off x="4763933" y="5088106"/>
            <a:ext cx="6766405" cy="1168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>
                <a:solidFill>
                  <a:srgbClr val="FFFFFE"/>
                </a:solidFill>
              </a:rPr>
              <a:t>CHSH Game -&gt; Bell Test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71DED-0175-E05A-056E-562054203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5" y="2387600"/>
            <a:ext cx="3554944" cy="2204065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43CF6D-7DC7-D2B1-6BBD-39CC50026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872" y="54521"/>
            <a:ext cx="1938255" cy="2567225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8CD102-B69E-2C69-EA69-447B015D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931" y="407063"/>
            <a:ext cx="2200696" cy="261987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E210F6E0-260D-E10E-E88A-B2E464CFDC7F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89038AE4-ADF1-74F3-757F-C5EC15C03E62}"/>
              </a:ext>
            </a:extLst>
          </p:cNvPr>
          <p:cNvSpPr>
            <a:spLocks noEditPoints="1"/>
          </p:cNvSpPr>
          <p:nvPr/>
        </p:nvSpPr>
        <p:spPr bwMode="auto">
          <a:xfrm>
            <a:off x="11427737" y="667999"/>
            <a:ext cx="452677" cy="50557"/>
          </a:xfrm>
          <a:custGeom>
            <a:avLst/>
            <a:gdLst>
              <a:gd name="T0" fmla="*/ 40 w 1623"/>
              <a:gd name="T1" fmla="*/ 5 h 179"/>
              <a:gd name="T2" fmla="*/ 27 w 1623"/>
              <a:gd name="T3" fmla="*/ 33 h 179"/>
              <a:gd name="T4" fmla="*/ 52 w 1623"/>
              <a:gd name="T5" fmla="*/ 174 h 179"/>
              <a:gd name="T6" fmla="*/ 57 w 1623"/>
              <a:gd name="T7" fmla="*/ 110 h 179"/>
              <a:gd name="T8" fmla="*/ 133 w 1623"/>
              <a:gd name="T9" fmla="*/ 169 h 179"/>
              <a:gd name="T10" fmla="*/ 186 w 1623"/>
              <a:gd name="T11" fmla="*/ 168 h 179"/>
              <a:gd name="T12" fmla="*/ 173 w 1623"/>
              <a:gd name="T13" fmla="*/ 10 h 179"/>
              <a:gd name="T14" fmla="*/ 117 w 1623"/>
              <a:gd name="T15" fmla="*/ 10 h 179"/>
              <a:gd name="T16" fmla="*/ 56 w 1623"/>
              <a:gd name="T17" fmla="*/ 40 h 179"/>
              <a:gd name="T18" fmla="*/ 248 w 1623"/>
              <a:gd name="T19" fmla="*/ 3 h 179"/>
              <a:gd name="T20" fmla="*/ 240 w 1623"/>
              <a:gd name="T21" fmla="*/ 135 h 179"/>
              <a:gd name="T22" fmla="*/ 280 w 1623"/>
              <a:gd name="T23" fmla="*/ 176 h 179"/>
              <a:gd name="T24" fmla="*/ 259 w 1623"/>
              <a:gd name="T25" fmla="*/ 46 h 179"/>
              <a:gd name="T26" fmla="*/ 382 w 1623"/>
              <a:gd name="T27" fmla="*/ 44 h 179"/>
              <a:gd name="T28" fmla="*/ 342 w 1623"/>
              <a:gd name="T29" fmla="*/ 3 h 179"/>
              <a:gd name="T30" fmla="*/ 352 w 1623"/>
              <a:gd name="T31" fmla="*/ 107 h 179"/>
              <a:gd name="T32" fmla="*/ 454 w 1623"/>
              <a:gd name="T33" fmla="*/ 155 h 179"/>
              <a:gd name="T34" fmla="*/ 555 w 1623"/>
              <a:gd name="T35" fmla="*/ 26 h 179"/>
              <a:gd name="T36" fmla="*/ 514 w 1623"/>
              <a:gd name="T37" fmla="*/ 10 h 179"/>
              <a:gd name="T38" fmla="*/ 746 w 1623"/>
              <a:gd name="T39" fmla="*/ 45 h 179"/>
              <a:gd name="T40" fmla="*/ 694 w 1623"/>
              <a:gd name="T41" fmla="*/ 13 h 179"/>
              <a:gd name="T42" fmla="*/ 628 w 1623"/>
              <a:gd name="T43" fmla="*/ 3 h 179"/>
              <a:gd name="T44" fmla="*/ 673 w 1623"/>
              <a:gd name="T45" fmla="*/ 131 h 179"/>
              <a:gd name="T46" fmla="*/ 657 w 1623"/>
              <a:gd name="T47" fmla="*/ 174 h 179"/>
              <a:gd name="T48" fmla="*/ 710 w 1623"/>
              <a:gd name="T49" fmla="*/ 104 h 179"/>
              <a:gd name="T50" fmla="*/ 747 w 1623"/>
              <a:gd name="T51" fmla="*/ 175 h 179"/>
              <a:gd name="T52" fmla="*/ 790 w 1623"/>
              <a:gd name="T53" fmla="*/ 159 h 179"/>
              <a:gd name="T54" fmla="*/ 810 w 1623"/>
              <a:gd name="T55" fmla="*/ 5 h 179"/>
              <a:gd name="T56" fmla="*/ 893 w 1623"/>
              <a:gd name="T57" fmla="*/ 21 h 179"/>
              <a:gd name="T58" fmla="*/ 844 w 1623"/>
              <a:gd name="T59" fmla="*/ 2 h 179"/>
              <a:gd name="T60" fmla="*/ 921 w 1623"/>
              <a:gd name="T61" fmla="*/ 169 h 179"/>
              <a:gd name="T62" fmla="*/ 1006 w 1623"/>
              <a:gd name="T63" fmla="*/ 16 h 179"/>
              <a:gd name="T64" fmla="*/ 961 w 1623"/>
              <a:gd name="T65" fmla="*/ 2 h 179"/>
              <a:gd name="T66" fmla="*/ 935 w 1623"/>
              <a:gd name="T67" fmla="*/ 134 h 179"/>
              <a:gd name="T68" fmla="*/ 1123 w 1623"/>
              <a:gd name="T69" fmla="*/ 6 h 179"/>
              <a:gd name="T70" fmla="*/ 1049 w 1623"/>
              <a:gd name="T71" fmla="*/ 10 h 179"/>
              <a:gd name="T72" fmla="*/ 1057 w 1623"/>
              <a:gd name="T73" fmla="*/ 172 h 179"/>
              <a:gd name="T74" fmla="*/ 1128 w 1623"/>
              <a:gd name="T75" fmla="*/ 169 h 179"/>
              <a:gd name="T76" fmla="*/ 1228 w 1623"/>
              <a:gd name="T77" fmla="*/ 10 h 179"/>
              <a:gd name="T78" fmla="*/ 1161 w 1623"/>
              <a:gd name="T79" fmla="*/ 3 h 179"/>
              <a:gd name="T80" fmla="*/ 1169 w 1623"/>
              <a:gd name="T81" fmla="*/ 173 h 179"/>
              <a:gd name="T82" fmla="*/ 1292 w 1623"/>
              <a:gd name="T83" fmla="*/ 165 h 179"/>
              <a:gd name="T84" fmla="*/ 1215 w 1623"/>
              <a:gd name="T85" fmla="*/ 27 h 179"/>
              <a:gd name="T86" fmla="*/ 1335 w 1623"/>
              <a:gd name="T87" fmla="*/ 5 h 179"/>
              <a:gd name="T88" fmla="*/ 1346 w 1623"/>
              <a:gd name="T89" fmla="*/ 140 h 179"/>
              <a:gd name="T90" fmla="*/ 1400 w 1623"/>
              <a:gd name="T91" fmla="*/ 174 h 179"/>
              <a:gd name="T92" fmla="*/ 1381 w 1623"/>
              <a:gd name="T93" fmla="*/ 162 h 179"/>
              <a:gd name="T94" fmla="*/ 1565 w 1623"/>
              <a:gd name="T95" fmla="*/ 14 h 179"/>
              <a:gd name="T96" fmla="*/ 1604 w 1623"/>
              <a:gd name="T97" fmla="*/ 3 h 179"/>
              <a:gd name="T98" fmla="*/ 1502 w 1623"/>
              <a:gd name="T99" fmla="*/ 16 h 179"/>
              <a:gd name="T100" fmla="*/ 1499 w 1623"/>
              <a:gd name="T101" fmla="*/ 176 h 179"/>
              <a:gd name="T102" fmla="*/ 1622 w 1623"/>
              <a:gd name="T103" fmla="*/ 133 h 179"/>
              <a:gd name="T104" fmla="*/ 1536 w 1623"/>
              <a:gd name="T105" fmla="*/ 98 h 179"/>
              <a:gd name="T106" fmla="*/ 1594 w 1623"/>
              <a:gd name="T107" fmla="*/ 114 h 179"/>
              <a:gd name="T108" fmla="*/ 1587 w 1623"/>
              <a:gd name="T109" fmla="*/ 58 h 179"/>
              <a:gd name="T110" fmla="*/ 1535 w 1623"/>
              <a:gd name="T111" fmla="*/ 32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623" h="179">
                <a:moveTo>
                  <a:pt x="56" y="36"/>
                </a:moveTo>
                <a:lnTo>
                  <a:pt x="56" y="36"/>
                </a:lnTo>
                <a:cubicBezTo>
                  <a:pt x="56" y="26"/>
                  <a:pt x="57" y="20"/>
                  <a:pt x="59" y="17"/>
                </a:cubicBezTo>
                <a:cubicBezTo>
                  <a:pt x="61" y="14"/>
                  <a:pt x="65" y="12"/>
                  <a:pt x="72" y="10"/>
                </a:cubicBezTo>
                <a:cubicBezTo>
                  <a:pt x="74" y="9"/>
                  <a:pt x="75" y="8"/>
                  <a:pt x="75" y="7"/>
                </a:cubicBezTo>
                <a:cubicBezTo>
                  <a:pt x="75" y="4"/>
                  <a:pt x="74" y="3"/>
                  <a:pt x="72" y="3"/>
                </a:cubicBezTo>
                <a:cubicBezTo>
                  <a:pt x="70" y="3"/>
                  <a:pt x="68" y="4"/>
                  <a:pt x="66" y="4"/>
                </a:cubicBezTo>
                <a:cubicBezTo>
                  <a:pt x="58" y="5"/>
                  <a:pt x="50" y="5"/>
                  <a:pt x="40" y="5"/>
                </a:cubicBezTo>
                <a:cubicBezTo>
                  <a:pt x="28" y="5"/>
                  <a:pt x="18" y="5"/>
                  <a:pt x="9" y="4"/>
                </a:cubicBezTo>
                <a:cubicBezTo>
                  <a:pt x="7" y="3"/>
                  <a:pt x="5" y="3"/>
                  <a:pt x="3" y="3"/>
                </a:cubicBezTo>
                <a:cubicBezTo>
                  <a:pt x="1" y="3"/>
                  <a:pt x="0" y="4"/>
                  <a:pt x="0" y="6"/>
                </a:cubicBezTo>
                <a:cubicBezTo>
                  <a:pt x="0" y="8"/>
                  <a:pt x="0" y="9"/>
                  <a:pt x="0" y="10"/>
                </a:cubicBezTo>
                <a:cubicBezTo>
                  <a:pt x="1" y="10"/>
                  <a:pt x="2" y="11"/>
                  <a:pt x="4" y="11"/>
                </a:cubicBezTo>
                <a:cubicBezTo>
                  <a:pt x="11" y="12"/>
                  <a:pt x="16" y="13"/>
                  <a:pt x="19" y="16"/>
                </a:cubicBezTo>
                <a:cubicBezTo>
                  <a:pt x="23" y="18"/>
                  <a:pt x="25" y="21"/>
                  <a:pt x="26" y="26"/>
                </a:cubicBezTo>
                <a:lnTo>
                  <a:pt x="27" y="33"/>
                </a:lnTo>
                <a:lnTo>
                  <a:pt x="27" y="38"/>
                </a:lnTo>
                <a:lnTo>
                  <a:pt x="27" y="139"/>
                </a:lnTo>
                <a:cubicBezTo>
                  <a:pt x="27" y="149"/>
                  <a:pt x="26" y="157"/>
                  <a:pt x="24" y="161"/>
                </a:cubicBezTo>
                <a:cubicBezTo>
                  <a:pt x="21" y="165"/>
                  <a:pt x="17" y="168"/>
                  <a:pt x="11" y="169"/>
                </a:cubicBezTo>
                <a:cubicBezTo>
                  <a:pt x="9" y="169"/>
                  <a:pt x="8" y="170"/>
                  <a:pt x="8" y="172"/>
                </a:cubicBezTo>
                <a:cubicBezTo>
                  <a:pt x="8" y="175"/>
                  <a:pt x="10" y="176"/>
                  <a:pt x="13" y="176"/>
                </a:cubicBezTo>
                <a:cubicBezTo>
                  <a:pt x="16" y="176"/>
                  <a:pt x="20" y="175"/>
                  <a:pt x="26" y="175"/>
                </a:cubicBezTo>
                <a:cubicBezTo>
                  <a:pt x="34" y="174"/>
                  <a:pt x="43" y="174"/>
                  <a:pt x="52" y="174"/>
                </a:cubicBezTo>
                <a:cubicBezTo>
                  <a:pt x="59" y="174"/>
                  <a:pt x="65" y="174"/>
                  <a:pt x="70" y="175"/>
                </a:cubicBezTo>
                <a:cubicBezTo>
                  <a:pt x="73" y="176"/>
                  <a:pt x="76" y="176"/>
                  <a:pt x="78" y="176"/>
                </a:cubicBezTo>
                <a:cubicBezTo>
                  <a:pt x="80" y="176"/>
                  <a:pt x="82" y="175"/>
                  <a:pt x="82" y="172"/>
                </a:cubicBezTo>
                <a:cubicBezTo>
                  <a:pt x="82" y="170"/>
                  <a:pt x="79" y="169"/>
                  <a:pt x="75" y="168"/>
                </a:cubicBezTo>
                <a:cubicBezTo>
                  <a:pt x="68" y="168"/>
                  <a:pt x="63" y="165"/>
                  <a:pt x="60" y="159"/>
                </a:cubicBezTo>
                <a:cubicBezTo>
                  <a:pt x="57" y="153"/>
                  <a:pt x="56" y="144"/>
                  <a:pt x="56" y="130"/>
                </a:cubicBezTo>
                <a:lnTo>
                  <a:pt x="56" y="125"/>
                </a:lnTo>
                <a:cubicBezTo>
                  <a:pt x="56" y="117"/>
                  <a:pt x="56" y="113"/>
                  <a:pt x="57" y="110"/>
                </a:cubicBezTo>
                <a:cubicBezTo>
                  <a:pt x="57" y="108"/>
                  <a:pt x="59" y="106"/>
                  <a:pt x="61" y="104"/>
                </a:cubicBezTo>
                <a:lnTo>
                  <a:pt x="66" y="98"/>
                </a:lnTo>
                <a:lnTo>
                  <a:pt x="70" y="95"/>
                </a:lnTo>
                <a:cubicBezTo>
                  <a:pt x="72" y="93"/>
                  <a:pt x="73" y="92"/>
                  <a:pt x="74" y="92"/>
                </a:cubicBezTo>
                <a:cubicBezTo>
                  <a:pt x="75" y="92"/>
                  <a:pt x="77" y="94"/>
                  <a:pt x="80" y="98"/>
                </a:cubicBezTo>
                <a:cubicBezTo>
                  <a:pt x="82" y="103"/>
                  <a:pt x="89" y="113"/>
                  <a:pt x="101" y="128"/>
                </a:cubicBezTo>
                <a:cubicBezTo>
                  <a:pt x="112" y="143"/>
                  <a:pt x="121" y="155"/>
                  <a:pt x="129" y="163"/>
                </a:cubicBezTo>
                <a:cubicBezTo>
                  <a:pt x="131" y="167"/>
                  <a:pt x="133" y="169"/>
                  <a:pt x="133" y="169"/>
                </a:cubicBezTo>
                <a:cubicBezTo>
                  <a:pt x="137" y="174"/>
                  <a:pt x="141" y="176"/>
                  <a:pt x="145" y="176"/>
                </a:cubicBezTo>
                <a:cubicBezTo>
                  <a:pt x="146" y="176"/>
                  <a:pt x="150" y="175"/>
                  <a:pt x="155" y="175"/>
                </a:cubicBezTo>
                <a:cubicBezTo>
                  <a:pt x="158" y="174"/>
                  <a:pt x="161" y="174"/>
                  <a:pt x="164" y="174"/>
                </a:cubicBezTo>
                <a:cubicBezTo>
                  <a:pt x="169" y="174"/>
                  <a:pt x="176" y="175"/>
                  <a:pt x="184" y="175"/>
                </a:cubicBezTo>
                <a:cubicBezTo>
                  <a:pt x="186" y="176"/>
                  <a:pt x="187" y="176"/>
                  <a:pt x="188" y="176"/>
                </a:cubicBezTo>
                <a:cubicBezTo>
                  <a:pt x="190" y="176"/>
                  <a:pt x="192" y="175"/>
                  <a:pt x="192" y="173"/>
                </a:cubicBezTo>
                <a:cubicBezTo>
                  <a:pt x="192" y="171"/>
                  <a:pt x="191" y="169"/>
                  <a:pt x="189" y="169"/>
                </a:cubicBezTo>
                <a:lnTo>
                  <a:pt x="186" y="168"/>
                </a:lnTo>
                <a:cubicBezTo>
                  <a:pt x="174" y="164"/>
                  <a:pt x="165" y="159"/>
                  <a:pt x="158" y="153"/>
                </a:cubicBezTo>
                <a:cubicBezTo>
                  <a:pt x="149" y="143"/>
                  <a:pt x="134" y="124"/>
                  <a:pt x="113" y="95"/>
                </a:cubicBezTo>
                <a:lnTo>
                  <a:pt x="104" y="83"/>
                </a:lnTo>
                <a:cubicBezTo>
                  <a:pt x="100" y="78"/>
                  <a:pt x="98" y="74"/>
                  <a:pt x="98" y="72"/>
                </a:cubicBezTo>
                <a:cubicBezTo>
                  <a:pt x="98" y="69"/>
                  <a:pt x="102" y="65"/>
                  <a:pt x="109" y="59"/>
                </a:cubicBezTo>
                <a:cubicBezTo>
                  <a:pt x="111" y="57"/>
                  <a:pt x="115" y="53"/>
                  <a:pt x="122" y="47"/>
                </a:cubicBezTo>
                <a:cubicBezTo>
                  <a:pt x="135" y="34"/>
                  <a:pt x="146" y="25"/>
                  <a:pt x="153" y="20"/>
                </a:cubicBezTo>
                <a:cubicBezTo>
                  <a:pt x="161" y="14"/>
                  <a:pt x="168" y="11"/>
                  <a:pt x="173" y="10"/>
                </a:cubicBezTo>
                <a:cubicBezTo>
                  <a:pt x="177" y="10"/>
                  <a:pt x="179" y="9"/>
                  <a:pt x="179" y="7"/>
                </a:cubicBezTo>
                <a:cubicBezTo>
                  <a:pt x="179" y="4"/>
                  <a:pt x="177" y="3"/>
                  <a:pt x="175" y="3"/>
                </a:cubicBezTo>
                <a:cubicBezTo>
                  <a:pt x="171" y="3"/>
                  <a:pt x="165" y="4"/>
                  <a:pt x="157" y="5"/>
                </a:cubicBezTo>
                <a:cubicBezTo>
                  <a:pt x="153" y="5"/>
                  <a:pt x="149" y="5"/>
                  <a:pt x="147" y="5"/>
                </a:cubicBezTo>
                <a:cubicBezTo>
                  <a:pt x="143" y="5"/>
                  <a:pt x="137" y="5"/>
                  <a:pt x="128" y="4"/>
                </a:cubicBezTo>
                <a:cubicBezTo>
                  <a:pt x="124" y="3"/>
                  <a:pt x="121" y="3"/>
                  <a:pt x="117" y="3"/>
                </a:cubicBezTo>
                <a:cubicBezTo>
                  <a:pt x="114" y="3"/>
                  <a:pt x="113" y="4"/>
                  <a:pt x="113" y="6"/>
                </a:cubicBezTo>
                <a:cubicBezTo>
                  <a:pt x="113" y="9"/>
                  <a:pt x="114" y="10"/>
                  <a:pt x="117" y="10"/>
                </a:cubicBezTo>
                <a:cubicBezTo>
                  <a:pt x="120" y="10"/>
                  <a:pt x="123" y="10"/>
                  <a:pt x="125" y="12"/>
                </a:cubicBezTo>
                <a:cubicBezTo>
                  <a:pt x="128" y="13"/>
                  <a:pt x="129" y="15"/>
                  <a:pt x="129" y="18"/>
                </a:cubicBezTo>
                <a:cubicBezTo>
                  <a:pt x="129" y="26"/>
                  <a:pt x="117" y="40"/>
                  <a:pt x="94" y="60"/>
                </a:cubicBezTo>
                <a:lnTo>
                  <a:pt x="76" y="76"/>
                </a:lnTo>
                <a:lnTo>
                  <a:pt x="64" y="87"/>
                </a:lnTo>
                <a:cubicBezTo>
                  <a:pt x="61" y="89"/>
                  <a:pt x="59" y="91"/>
                  <a:pt x="58" y="91"/>
                </a:cubicBezTo>
                <a:cubicBezTo>
                  <a:pt x="57" y="91"/>
                  <a:pt x="56" y="89"/>
                  <a:pt x="56" y="86"/>
                </a:cubicBezTo>
                <a:lnTo>
                  <a:pt x="56" y="40"/>
                </a:lnTo>
                <a:lnTo>
                  <a:pt x="56" y="36"/>
                </a:lnTo>
                <a:lnTo>
                  <a:pt x="56" y="36"/>
                </a:lnTo>
                <a:close/>
                <a:moveTo>
                  <a:pt x="279" y="25"/>
                </a:moveTo>
                <a:lnTo>
                  <a:pt x="279" y="25"/>
                </a:lnTo>
                <a:lnTo>
                  <a:pt x="271" y="15"/>
                </a:lnTo>
                <a:cubicBezTo>
                  <a:pt x="266" y="9"/>
                  <a:pt x="263" y="5"/>
                  <a:pt x="261" y="4"/>
                </a:cubicBezTo>
                <a:cubicBezTo>
                  <a:pt x="260" y="3"/>
                  <a:pt x="258" y="3"/>
                  <a:pt x="255" y="3"/>
                </a:cubicBezTo>
                <a:cubicBezTo>
                  <a:pt x="253" y="3"/>
                  <a:pt x="251" y="3"/>
                  <a:pt x="248" y="3"/>
                </a:cubicBezTo>
                <a:cubicBezTo>
                  <a:pt x="241" y="4"/>
                  <a:pt x="234" y="4"/>
                  <a:pt x="227" y="4"/>
                </a:cubicBezTo>
                <a:lnTo>
                  <a:pt x="222" y="4"/>
                </a:lnTo>
                <a:lnTo>
                  <a:pt x="213" y="4"/>
                </a:lnTo>
                <a:cubicBezTo>
                  <a:pt x="210" y="4"/>
                  <a:pt x="209" y="5"/>
                  <a:pt x="209" y="7"/>
                </a:cubicBezTo>
                <a:cubicBezTo>
                  <a:pt x="209" y="9"/>
                  <a:pt x="210" y="10"/>
                  <a:pt x="213" y="11"/>
                </a:cubicBezTo>
                <a:cubicBezTo>
                  <a:pt x="232" y="12"/>
                  <a:pt x="241" y="25"/>
                  <a:pt x="241" y="51"/>
                </a:cubicBezTo>
                <a:lnTo>
                  <a:pt x="241" y="105"/>
                </a:lnTo>
                <a:lnTo>
                  <a:pt x="240" y="135"/>
                </a:lnTo>
                <a:cubicBezTo>
                  <a:pt x="240" y="146"/>
                  <a:pt x="239" y="153"/>
                  <a:pt x="236" y="159"/>
                </a:cubicBezTo>
                <a:cubicBezTo>
                  <a:pt x="233" y="164"/>
                  <a:pt x="229" y="168"/>
                  <a:pt x="223" y="170"/>
                </a:cubicBezTo>
                <a:cubicBezTo>
                  <a:pt x="220" y="170"/>
                  <a:pt x="219" y="172"/>
                  <a:pt x="219" y="173"/>
                </a:cubicBezTo>
                <a:cubicBezTo>
                  <a:pt x="219" y="175"/>
                  <a:pt x="220" y="176"/>
                  <a:pt x="223" y="176"/>
                </a:cubicBezTo>
                <a:cubicBezTo>
                  <a:pt x="224" y="176"/>
                  <a:pt x="226" y="176"/>
                  <a:pt x="229" y="176"/>
                </a:cubicBezTo>
                <a:cubicBezTo>
                  <a:pt x="236" y="174"/>
                  <a:pt x="243" y="174"/>
                  <a:pt x="252" y="174"/>
                </a:cubicBezTo>
                <a:cubicBezTo>
                  <a:pt x="260" y="174"/>
                  <a:pt x="268" y="174"/>
                  <a:pt x="275" y="176"/>
                </a:cubicBezTo>
                <a:cubicBezTo>
                  <a:pt x="277" y="176"/>
                  <a:pt x="279" y="176"/>
                  <a:pt x="280" y="176"/>
                </a:cubicBezTo>
                <a:cubicBezTo>
                  <a:pt x="283" y="176"/>
                  <a:pt x="284" y="175"/>
                  <a:pt x="284" y="172"/>
                </a:cubicBezTo>
                <a:cubicBezTo>
                  <a:pt x="284" y="170"/>
                  <a:pt x="283" y="169"/>
                  <a:pt x="280" y="169"/>
                </a:cubicBezTo>
                <a:cubicBezTo>
                  <a:pt x="267" y="168"/>
                  <a:pt x="258" y="163"/>
                  <a:pt x="256" y="153"/>
                </a:cubicBezTo>
                <a:cubicBezTo>
                  <a:pt x="253" y="144"/>
                  <a:pt x="252" y="127"/>
                  <a:pt x="252" y="101"/>
                </a:cubicBezTo>
                <a:lnTo>
                  <a:pt x="252" y="52"/>
                </a:lnTo>
                <a:lnTo>
                  <a:pt x="252" y="49"/>
                </a:lnTo>
                <a:cubicBezTo>
                  <a:pt x="252" y="45"/>
                  <a:pt x="253" y="43"/>
                  <a:pt x="255" y="43"/>
                </a:cubicBezTo>
                <a:cubicBezTo>
                  <a:pt x="256" y="43"/>
                  <a:pt x="257" y="44"/>
                  <a:pt x="259" y="46"/>
                </a:cubicBezTo>
                <a:lnTo>
                  <a:pt x="373" y="173"/>
                </a:lnTo>
                <a:cubicBezTo>
                  <a:pt x="375" y="175"/>
                  <a:pt x="376" y="176"/>
                  <a:pt x="378" y="176"/>
                </a:cubicBezTo>
                <a:cubicBezTo>
                  <a:pt x="380" y="176"/>
                  <a:pt x="380" y="175"/>
                  <a:pt x="380" y="173"/>
                </a:cubicBezTo>
                <a:lnTo>
                  <a:pt x="380" y="157"/>
                </a:lnTo>
                <a:lnTo>
                  <a:pt x="380" y="147"/>
                </a:lnTo>
                <a:lnTo>
                  <a:pt x="380" y="133"/>
                </a:lnTo>
                <a:lnTo>
                  <a:pt x="380" y="123"/>
                </a:lnTo>
                <a:lnTo>
                  <a:pt x="382" y="44"/>
                </a:lnTo>
                <a:lnTo>
                  <a:pt x="382" y="38"/>
                </a:lnTo>
                <a:cubicBezTo>
                  <a:pt x="382" y="21"/>
                  <a:pt x="388" y="11"/>
                  <a:pt x="398" y="9"/>
                </a:cubicBezTo>
                <a:cubicBezTo>
                  <a:pt x="401" y="9"/>
                  <a:pt x="402" y="8"/>
                  <a:pt x="402" y="6"/>
                </a:cubicBezTo>
                <a:cubicBezTo>
                  <a:pt x="402" y="3"/>
                  <a:pt x="401" y="2"/>
                  <a:pt x="398" y="2"/>
                </a:cubicBezTo>
                <a:cubicBezTo>
                  <a:pt x="398" y="2"/>
                  <a:pt x="396" y="2"/>
                  <a:pt x="395" y="2"/>
                </a:cubicBezTo>
                <a:cubicBezTo>
                  <a:pt x="382" y="4"/>
                  <a:pt x="373" y="5"/>
                  <a:pt x="367" y="5"/>
                </a:cubicBezTo>
                <a:cubicBezTo>
                  <a:pt x="364" y="5"/>
                  <a:pt x="361" y="4"/>
                  <a:pt x="356" y="4"/>
                </a:cubicBezTo>
                <a:cubicBezTo>
                  <a:pt x="350" y="3"/>
                  <a:pt x="345" y="3"/>
                  <a:pt x="342" y="3"/>
                </a:cubicBezTo>
                <a:cubicBezTo>
                  <a:pt x="339" y="3"/>
                  <a:pt x="338" y="4"/>
                  <a:pt x="338" y="6"/>
                </a:cubicBezTo>
                <a:cubicBezTo>
                  <a:pt x="338" y="8"/>
                  <a:pt x="340" y="9"/>
                  <a:pt x="342" y="9"/>
                </a:cubicBezTo>
                <a:cubicBezTo>
                  <a:pt x="354" y="10"/>
                  <a:pt x="362" y="14"/>
                  <a:pt x="366" y="21"/>
                </a:cubicBezTo>
                <a:cubicBezTo>
                  <a:pt x="370" y="28"/>
                  <a:pt x="372" y="41"/>
                  <a:pt x="372" y="60"/>
                </a:cubicBezTo>
                <a:cubicBezTo>
                  <a:pt x="372" y="77"/>
                  <a:pt x="371" y="95"/>
                  <a:pt x="371" y="113"/>
                </a:cubicBezTo>
                <a:cubicBezTo>
                  <a:pt x="370" y="118"/>
                  <a:pt x="369" y="121"/>
                  <a:pt x="368" y="121"/>
                </a:cubicBezTo>
                <a:cubicBezTo>
                  <a:pt x="366" y="121"/>
                  <a:pt x="362" y="118"/>
                  <a:pt x="356" y="111"/>
                </a:cubicBezTo>
                <a:lnTo>
                  <a:pt x="352" y="107"/>
                </a:lnTo>
                <a:lnTo>
                  <a:pt x="286" y="32"/>
                </a:lnTo>
                <a:cubicBezTo>
                  <a:pt x="285" y="31"/>
                  <a:pt x="283" y="29"/>
                  <a:pt x="279" y="25"/>
                </a:cubicBezTo>
                <a:close/>
                <a:moveTo>
                  <a:pt x="484" y="8"/>
                </a:moveTo>
                <a:lnTo>
                  <a:pt x="484" y="8"/>
                </a:lnTo>
                <a:cubicBezTo>
                  <a:pt x="471" y="13"/>
                  <a:pt x="461" y="20"/>
                  <a:pt x="453" y="29"/>
                </a:cubicBezTo>
                <a:cubicBezTo>
                  <a:pt x="446" y="36"/>
                  <a:pt x="440" y="46"/>
                  <a:pt x="436" y="57"/>
                </a:cubicBezTo>
                <a:cubicBezTo>
                  <a:pt x="432" y="68"/>
                  <a:pt x="430" y="80"/>
                  <a:pt x="430" y="91"/>
                </a:cubicBezTo>
                <a:cubicBezTo>
                  <a:pt x="430" y="118"/>
                  <a:pt x="438" y="139"/>
                  <a:pt x="454" y="155"/>
                </a:cubicBezTo>
                <a:cubicBezTo>
                  <a:pt x="470" y="171"/>
                  <a:pt x="492" y="179"/>
                  <a:pt x="519" y="179"/>
                </a:cubicBezTo>
                <a:cubicBezTo>
                  <a:pt x="548" y="179"/>
                  <a:pt x="570" y="169"/>
                  <a:pt x="586" y="151"/>
                </a:cubicBezTo>
                <a:cubicBezTo>
                  <a:pt x="602" y="132"/>
                  <a:pt x="611" y="110"/>
                  <a:pt x="611" y="83"/>
                </a:cubicBezTo>
                <a:cubicBezTo>
                  <a:pt x="611" y="58"/>
                  <a:pt x="603" y="38"/>
                  <a:pt x="587" y="23"/>
                </a:cubicBezTo>
                <a:cubicBezTo>
                  <a:pt x="571" y="8"/>
                  <a:pt x="550" y="0"/>
                  <a:pt x="523" y="0"/>
                </a:cubicBezTo>
                <a:cubicBezTo>
                  <a:pt x="509" y="0"/>
                  <a:pt x="496" y="3"/>
                  <a:pt x="484" y="8"/>
                </a:cubicBezTo>
                <a:close/>
                <a:moveTo>
                  <a:pt x="555" y="26"/>
                </a:moveTo>
                <a:lnTo>
                  <a:pt x="555" y="26"/>
                </a:lnTo>
                <a:cubicBezTo>
                  <a:pt x="563" y="33"/>
                  <a:pt x="570" y="43"/>
                  <a:pt x="574" y="56"/>
                </a:cubicBezTo>
                <a:cubicBezTo>
                  <a:pt x="579" y="68"/>
                  <a:pt x="582" y="81"/>
                  <a:pt x="582" y="94"/>
                </a:cubicBezTo>
                <a:cubicBezTo>
                  <a:pt x="582" y="117"/>
                  <a:pt x="576" y="135"/>
                  <a:pt x="566" y="149"/>
                </a:cubicBezTo>
                <a:cubicBezTo>
                  <a:pt x="556" y="162"/>
                  <a:pt x="542" y="169"/>
                  <a:pt x="525" y="169"/>
                </a:cubicBezTo>
                <a:cubicBezTo>
                  <a:pt x="506" y="169"/>
                  <a:pt x="490" y="161"/>
                  <a:pt x="479" y="144"/>
                </a:cubicBezTo>
                <a:cubicBezTo>
                  <a:pt x="467" y="128"/>
                  <a:pt x="461" y="107"/>
                  <a:pt x="461" y="80"/>
                </a:cubicBezTo>
                <a:cubicBezTo>
                  <a:pt x="461" y="58"/>
                  <a:pt x="466" y="41"/>
                  <a:pt x="475" y="28"/>
                </a:cubicBezTo>
                <a:cubicBezTo>
                  <a:pt x="484" y="16"/>
                  <a:pt x="498" y="10"/>
                  <a:pt x="514" y="10"/>
                </a:cubicBezTo>
                <a:cubicBezTo>
                  <a:pt x="530" y="10"/>
                  <a:pt x="544" y="15"/>
                  <a:pt x="555" y="26"/>
                </a:cubicBezTo>
                <a:close/>
                <a:moveTo>
                  <a:pt x="741" y="6"/>
                </a:moveTo>
                <a:lnTo>
                  <a:pt x="741" y="6"/>
                </a:lnTo>
                <a:cubicBezTo>
                  <a:pt x="741" y="9"/>
                  <a:pt x="742" y="10"/>
                  <a:pt x="745" y="10"/>
                </a:cubicBezTo>
                <a:lnTo>
                  <a:pt x="751" y="11"/>
                </a:lnTo>
                <a:cubicBezTo>
                  <a:pt x="758" y="12"/>
                  <a:pt x="761" y="15"/>
                  <a:pt x="761" y="21"/>
                </a:cubicBezTo>
                <a:cubicBezTo>
                  <a:pt x="761" y="24"/>
                  <a:pt x="761" y="27"/>
                  <a:pt x="759" y="29"/>
                </a:cubicBezTo>
                <a:cubicBezTo>
                  <a:pt x="757" y="32"/>
                  <a:pt x="753" y="37"/>
                  <a:pt x="746" y="45"/>
                </a:cubicBezTo>
                <a:lnTo>
                  <a:pt x="733" y="61"/>
                </a:lnTo>
                <a:lnTo>
                  <a:pt x="727" y="68"/>
                </a:lnTo>
                <a:cubicBezTo>
                  <a:pt x="726" y="69"/>
                  <a:pt x="725" y="70"/>
                  <a:pt x="724" y="70"/>
                </a:cubicBezTo>
                <a:cubicBezTo>
                  <a:pt x="722" y="70"/>
                  <a:pt x="720" y="68"/>
                  <a:pt x="718" y="65"/>
                </a:cubicBezTo>
                <a:lnTo>
                  <a:pt x="709" y="51"/>
                </a:lnTo>
                <a:lnTo>
                  <a:pt x="700" y="40"/>
                </a:lnTo>
                <a:cubicBezTo>
                  <a:pt x="694" y="30"/>
                  <a:pt x="691" y="24"/>
                  <a:pt x="691" y="19"/>
                </a:cubicBezTo>
                <a:cubicBezTo>
                  <a:pt x="691" y="17"/>
                  <a:pt x="692" y="15"/>
                  <a:pt x="694" y="13"/>
                </a:cubicBezTo>
                <a:cubicBezTo>
                  <a:pt x="696" y="11"/>
                  <a:pt x="698" y="10"/>
                  <a:pt x="701" y="9"/>
                </a:cubicBezTo>
                <a:cubicBezTo>
                  <a:pt x="704" y="9"/>
                  <a:pt x="705" y="8"/>
                  <a:pt x="705" y="5"/>
                </a:cubicBezTo>
                <a:cubicBezTo>
                  <a:pt x="705" y="3"/>
                  <a:pt x="704" y="2"/>
                  <a:pt x="702" y="2"/>
                </a:cubicBezTo>
                <a:cubicBezTo>
                  <a:pt x="700" y="2"/>
                  <a:pt x="697" y="2"/>
                  <a:pt x="694" y="3"/>
                </a:cubicBezTo>
                <a:lnTo>
                  <a:pt x="682" y="4"/>
                </a:lnTo>
                <a:cubicBezTo>
                  <a:pt x="677" y="4"/>
                  <a:pt x="672" y="5"/>
                  <a:pt x="666" y="5"/>
                </a:cubicBezTo>
                <a:cubicBezTo>
                  <a:pt x="659" y="5"/>
                  <a:pt x="649" y="4"/>
                  <a:pt x="635" y="3"/>
                </a:cubicBezTo>
                <a:cubicBezTo>
                  <a:pt x="632" y="3"/>
                  <a:pt x="630" y="3"/>
                  <a:pt x="628" y="3"/>
                </a:cubicBezTo>
                <a:cubicBezTo>
                  <a:pt x="625" y="3"/>
                  <a:pt x="624" y="4"/>
                  <a:pt x="624" y="6"/>
                </a:cubicBezTo>
                <a:cubicBezTo>
                  <a:pt x="624" y="9"/>
                  <a:pt x="626" y="10"/>
                  <a:pt x="629" y="11"/>
                </a:cubicBezTo>
                <a:cubicBezTo>
                  <a:pt x="637" y="12"/>
                  <a:pt x="643" y="15"/>
                  <a:pt x="648" y="20"/>
                </a:cubicBezTo>
                <a:cubicBezTo>
                  <a:pt x="653" y="25"/>
                  <a:pt x="663" y="38"/>
                  <a:pt x="679" y="60"/>
                </a:cubicBezTo>
                <a:cubicBezTo>
                  <a:pt x="684" y="68"/>
                  <a:pt x="689" y="74"/>
                  <a:pt x="693" y="80"/>
                </a:cubicBezTo>
                <a:cubicBezTo>
                  <a:pt x="699" y="88"/>
                  <a:pt x="702" y="93"/>
                  <a:pt x="702" y="95"/>
                </a:cubicBezTo>
                <a:cubicBezTo>
                  <a:pt x="702" y="96"/>
                  <a:pt x="699" y="101"/>
                  <a:pt x="693" y="107"/>
                </a:cubicBezTo>
                <a:cubicBezTo>
                  <a:pt x="689" y="112"/>
                  <a:pt x="682" y="119"/>
                  <a:pt x="673" y="131"/>
                </a:cubicBezTo>
                <a:cubicBezTo>
                  <a:pt x="662" y="144"/>
                  <a:pt x="653" y="154"/>
                  <a:pt x="646" y="159"/>
                </a:cubicBezTo>
                <a:cubicBezTo>
                  <a:pt x="640" y="164"/>
                  <a:pt x="634" y="168"/>
                  <a:pt x="627" y="169"/>
                </a:cubicBezTo>
                <a:cubicBezTo>
                  <a:pt x="625" y="169"/>
                  <a:pt x="624" y="171"/>
                  <a:pt x="624" y="172"/>
                </a:cubicBezTo>
                <a:cubicBezTo>
                  <a:pt x="624" y="173"/>
                  <a:pt x="624" y="174"/>
                  <a:pt x="625" y="174"/>
                </a:cubicBezTo>
                <a:lnTo>
                  <a:pt x="628" y="175"/>
                </a:lnTo>
                <a:lnTo>
                  <a:pt x="634" y="175"/>
                </a:lnTo>
                <a:lnTo>
                  <a:pt x="645" y="174"/>
                </a:lnTo>
                <a:cubicBezTo>
                  <a:pt x="650" y="174"/>
                  <a:pt x="654" y="174"/>
                  <a:pt x="657" y="174"/>
                </a:cubicBezTo>
                <a:cubicBezTo>
                  <a:pt x="667" y="174"/>
                  <a:pt x="677" y="175"/>
                  <a:pt x="687" y="176"/>
                </a:cubicBezTo>
                <a:cubicBezTo>
                  <a:pt x="689" y="176"/>
                  <a:pt x="691" y="176"/>
                  <a:pt x="692" y="176"/>
                </a:cubicBezTo>
                <a:cubicBezTo>
                  <a:pt x="694" y="176"/>
                  <a:pt x="695" y="175"/>
                  <a:pt x="695" y="173"/>
                </a:cubicBezTo>
                <a:cubicBezTo>
                  <a:pt x="695" y="171"/>
                  <a:pt x="693" y="170"/>
                  <a:pt x="690" y="169"/>
                </a:cubicBezTo>
                <a:cubicBezTo>
                  <a:pt x="677" y="168"/>
                  <a:pt x="671" y="164"/>
                  <a:pt x="671" y="158"/>
                </a:cubicBezTo>
                <a:cubicBezTo>
                  <a:pt x="671" y="151"/>
                  <a:pt x="680" y="137"/>
                  <a:pt x="699" y="116"/>
                </a:cubicBezTo>
                <a:cubicBezTo>
                  <a:pt x="702" y="112"/>
                  <a:pt x="705" y="109"/>
                  <a:pt x="707" y="107"/>
                </a:cubicBezTo>
                <a:cubicBezTo>
                  <a:pt x="709" y="105"/>
                  <a:pt x="710" y="104"/>
                  <a:pt x="710" y="104"/>
                </a:cubicBezTo>
                <a:cubicBezTo>
                  <a:pt x="711" y="104"/>
                  <a:pt x="712" y="105"/>
                  <a:pt x="713" y="107"/>
                </a:cubicBezTo>
                <a:lnTo>
                  <a:pt x="719" y="115"/>
                </a:lnTo>
                <a:cubicBezTo>
                  <a:pt x="730" y="129"/>
                  <a:pt x="737" y="139"/>
                  <a:pt x="741" y="145"/>
                </a:cubicBezTo>
                <a:cubicBezTo>
                  <a:pt x="745" y="152"/>
                  <a:pt x="747" y="156"/>
                  <a:pt x="747" y="159"/>
                </a:cubicBezTo>
                <a:cubicBezTo>
                  <a:pt x="747" y="165"/>
                  <a:pt x="744" y="168"/>
                  <a:pt x="737" y="169"/>
                </a:cubicBezTo>
                <a:cubicBezTo>
                  <a:pt x="734" y="169"/>
                  <a:pt x="733" y="170"/>
                  <a:pt x="733" y="173"/>
                </a:cubicBezTo>
                <a:cubicBezTo>
                  <a:pt x="733" y="175"/>
                  <a:pt x="734" y="176"/>
                  <a:pt x="737" y="176"/>
                </a:cubicBezTo>
                <a:cubicBezTo>
                  <a:pt x="739" y="176"/>
                  <a:pt x="742" y="176"/>
                  <a:pt x="747" y="175"/>
                </a:cubicBezTo>
                <a:lnTo>
                  <a:pt x="761" y="174"/>
                </a:lnTo>
                <a:cubicBezTo>
                  <a:pt x="764" y="174"/>
                  <a:pt x="768" y="174"/>
                  <a:pt x="772" y="174"/>
                </a:cubicBezTo>
                <a:cubicBezTo>
                  <a:pt x="777" y="174"/>
                  <a:pt x="784" y="174"/>
                  <a:pt x="792" y="175"/>
                </a:cubicBezTo>
                <a:lnTo>
                  <a:pt x="807" y="176"/>
                </a:lnTo>
                <a:cubicBezTo>
                  <a:pt x="810" y="176"/>
                  <a:pt x="812" y="176"/>
                  <a:pt x="813" y="176"/>
                </a:cubicBezTo>
                <a:cubicBezTo>
                  <a:pt x="816" y="176"/>
                  <a:pt x="817" y="175"/>
                  <a:pt x="817" y="173"/>
                </a:cubicBezTo>
                <a:cubicBezTo>
                  <a:pt x="817" y="170"/>
                  <a:pt x="816" y="169"/>
                  <a:pt x="813" y="169"/>
                </a:cubicBezTo>
                <a:cubicBezTo>
                  <a:pt x="804" y="168"/>
                  <a:pt x="796" y="165"/>
                  <a:pt x="790" y="159"/>
                </a:cubicBezTo>
                <a:cubicBezTo>
                  <a:pt x="780" y="149"/>
                  <a:pt x="769" y="135"/>
                  <a:pt x="755" y="115"/>
                </a:cubicBezTo>
                <a:cubicBezTo>
                  <a:pt x="746" y="102"/>
                  <a:pt x="741" y="95"/>
                  <a:pt x="738" y="92"/>
                </a:cubicBezTo>
                <a:cubicBezTo>
                  <a:pt x="734" y="86"/>
                  <a:pt x="731" y="82"/>
                  <a:pt x="731" y="80"/>
                </a:cubicBezTo>
                <a:cubicBezTo>
                  <a:pt x="731" y="79"/>
                  <a:pt x="733" y="76"/>
                  <a:pt x="737" y="72"/>
                </a:cubicBezTo>
                <a:cubicBezTo>
                  <a:pt x="738" y="71"/>
                  <a:pt x="743" y="64"/>
                  <a:pt x="753" y="53"/>
                </a:cubicBezTo>
                <a:cubicBezTo>
                  <a:pt x="767" y="36"/>
                  <a:pt x="779" y="24"/>
                  <a:pt x="790" y="16"/>
                </a:cubicBezTo>
                <a:cubicBezTo>
                  <a:pt x="793" y="13"/>
                  <a:pt x="799" y="11"/>
                  <a:pt x="806" y="9"/>
                </a:cubicBezTo>
                <a:cubicBezTo>
                  <a:pt x="809" y="9"/>
                  <a:pt x="810" y="8"/>
                  <a:pt x="810" y="5"/>
                </a:cubicBezTo>
                <a:cubicBezTo>
                  <a:pt x="810" y="3"/>
                  <a:pt x="809" y="2"/>
                  <a:pt x="807" y="2"/>
                </a:cubicBezTo>
                <a:cubicBezTo>
                  <a:pt x="805" y="2"/>
                  <a:pt x="802" y="2"/>
                  <a:pt x="799" y="3"/>
                </a:cubicBezTo>
                <a:lnTo>
                  <a:pt x="784" y="4"/>
                </a:lnTo>
                <a:cubicBezTo>
                  <a:pt x="780" y="4"/>
                  <a:pt x="776" y="4"/>
                  <a:pt x="772" y="4"/>
                </a:cubicBezTo>
                <a:cubicBezTo>
                  <a:pt x="765" y="4"/>
                  <a:pt x="758" y="4"/>
                  <a:pt x="750" y="3"/>
                </a:cubicBezTo>
                <a:cubicBezTo>
                  <a:pt x="748" y="3"/>
                  <a:pt x="746" y="3"/>
                  <a:pt x="745" y="3"/>
                </a:cubicBezTo>
                <a:cubicBezTo>
                  <a:pt x="743" y="3"/>
                  <a:pt x="741" y="4"/>
                  <a:pt x="741" y="6"/>
                </a:cubicBezTo>
                <a:close/>
                <a:moveTo>
                  <a:pt x="893" y="21"/>
                </a:moveTo>
                <a:lnTo>
                  <a:pt x="893" y="21"/>
                </a:lnTo>
                <a:cubicBezTo>
                  <a:pt x="893" y="15"/>
                  <a:pt x="896" y="11"/>
                  <a:pt x="902" y="10"/>
                </a:cubicBezTo>
                <a:cubicBezTo>
                  <a:pt x="906" y="9"/>
                  <a:pt x="908" y="8"/>
                  <a:pt x="908" y="6"/>
                </a:cubicBezTo>
                <a:cubicBezTo>
                  <a:pt x="908" y="4"/>
                  <a:pt x="907" y="3"/>
                  <a:pt x="904" y="3"/>
                </a:cubicBezTo>
                <a:cubicBezTo>
                  <a:pt x="903" y="3"/>
                  <a:pt x="899" y="3"/>
                  <a:pt x="893" y="3"/>
                </a:cubicBezTo>
                <a:lnTo>
                  <a:pt x="880" y="4"/>
                </a:lnTo>
                <a:lnTo>
                  <a:pt x="859" y="3"/>
                </a:lnTo>
                <a:cubicBezTo>
                  <a:pt x="853" y="3"/>
                  <a:pt x="848" y="3"/>
                  <a:pt x="844" y="2"/>
                </a:cubicBezTo>
                <a:cubicBezTo>
                  <a:pt x="842" y="2"/>
                  <a:pt x="841" y="2"/>
                  <a:pt x="840" y="2"/>
                </a:cubicBezTo>
                <a:cubicBezTo>
                  <a:pt x="838" y="2"/>
                  <a:pt x="837" y="3"/>
                  <a:pt x="837" y="5"/>
                </a:cubicBezTo>
                <a:cubicBezTo>
                  <a:pt x="837" y="8"/>
                  <a:pt x="839" y="9"/>
                  <a:pt x="842" y="10"/>
                </a:cubicBezTo>
                <a:cubicBezTo>
                  <a:pt x="848" y="11"/>
                  <a:pt x="852" y="14"/>
                  <a:pt x="856" y="19"/>
                </a:cubicBezTo>
                <a:cubicBezTo>
                  <a:pt x="859" y="24"/>
                  <a:pt x="864" y="34"/>
                  <a:pt x="870" y="49"/>
                </a:cubicBezTo>
                <a:cubicBezTo>
                  <a:pt x="874" y="63"/>
                  <a:pt x="880" y="77"/>
                  <a:pt x="888" y="94"/>
                </a:cubicBezTo>
                <a:lnTo>
                  <a:pt x="917" y="161"/>
                </a:lnTo>
                <a:lnTo>
                  <a:pt x="921" y="169"/>
                </a:lnTo>
                <a:lnTo>
                  <a:pt x="924" y="175"/>
                </a:lnTo>
                <a:cubicBezTo>
                  <a:pt x="924" y="178"/>
                  <a:pt x="926" y="179"/>
                  <a:pt x="927" y="179"/>
                </a:cubicBezTo>
                <a:cubicBezTo>
                  <a:pt x="930" y="179"/>
                  <a:pt x="932" y="177"/>
                  <a:pt x="933" y="173"/>
                </a:cubicBezTo>
                <a:cubicBezTo>
                  <a:pt x="934" y="171"/>
                  <a:pt x="936" y="166"/>
                  <a:pt x="941" y="157"/>
                </a:cubicBezTo>
                <a:cubicBezTo>
                  <a:pt x="942" y="156"/>
                  <a:pt x="945" y="147"/>
                  <a:pt x="952" y="132"/>
                </a:cubicBezTo>
                <a:lnTo>
                  <a:pt x="974" y="85"/>
                </a:lnTo>
                <a:lnTo>
                  <a:pt x="992" y="41"/>
                </a:lnTo>
                <a:cubicBezTo>
                  <a:pt x="998" y="29"/>
                  <a:pt x="1002" y="20"/>
                  <a:pt x="1006" y="16"/>
                </a:cubicBezTo>
                <a:cubicBezTo>
                  <a:pt x="1009" y="12"/>
                  <a:pt x="1013" y="10"/>
                  <a:pt x="1017" y="9"/>
                </a:cubicBezTo>
                <a:cubicBezTo>
                  <a:pt x="1020" y="8"/>
                  <a:pt x="1021" y="7"/>
                  <a:pt x="1021" y="5"/>
                </a:cubicBezTo>
                <a:cubicBezTo>
                  <a:pt x="1021" y="3"/>
                  <a:pt x="1020" y="2"/>
                  <a:pt x="1019" y="2"/>
                </a:cubicBezTo>
                <a:cubicBezTo>
                  <a:pt x="1018" y="2"/>
                  <a:pt x="1016" y="2"/>
                  <a:pt x="1014" y="2"/>
                </a:cubicBezTo>
                <a:cubicBezTo>
                  <a:pt x="1008" y="3"/>
                  <a:pt x="1002" y="4"/>
                  <a:pt x="994" y="4"/>
                </a:cubicBezTo>
                <a:cubicBezTo>
                  <a:pt x="992" y="4"/>
                  <a:pt x="987" y="4"/>
                  <a:pt x="981" y="3"/>
                </a:cubicBezTo>
                <a:lnTo>
                  <a:pt x="968" y="3"/>
                </a:lnTo>
                <a:cubicBezTo>
                  <a:pt x="965" y="2"/>
                  <a:pt x="962" y="2"/>
                  <a:pt x="961" y="2"/>
                </a:cubicBezTo>
                <a:cubicBezTo>
                  <a:pt x="959" y="2"/>
                  <a:pt x="958" y="3"/>
                  <a:pt x="958" y="5"/>
                </a:cubicBezTo>
                <a:cubicBezTo>
                  <a:pt x="958" y="7"/>
                  <a:pt x="960" y="8"/>
                  <a:pt x="963" y="9"/>
                </a:cubicBezTo>
                <a:cubicBezTo>
                  <a:pt x="969" y="10"/>
                  <a:pt x="975" y="12"/>
                  <a:pt x="978" y="15"/>
                </a:cubicBezTo>
                <a:cubicBezTo>
                  <a:pt x="982" y="18"/>
                  <a:pt x="984" y="23"/>
                  <a:pt x="984" y="28"/>
                </a:cubicBezTo>
                <a:cubicBezTo>
                  <a:pt x="984" y="37"/>
                  <a:pt x="979" y="52"/>
                  <a:pt x="970" y="72"/>
                </a:cubicBezTo>
                <a:lnTo>
                  <a:pt x="941" y="135"/>
                </a:lnTo>
                <a:cubicBezTo>
                  <a:pt x="940" y="138"/>
                  <a:pt x="939" y="139"/>
                  <a:pt x="938" y="139"/>
                </a:cubicBezTo>
                <a:cubicBezTo>
                  <a:pt x="937" y="139"/>
                  <a:pt x="936" y="137"/>
                  <a:pt x="935" y="134"/>
                </a:cubicBezTo>
                <a:lnTo>
                  <a:pt x="907" y="65"/>
                </a:lnTo>
                <a:cubicBezTo>
                  <a:pt x="898" y="43"/>
                  <a:pt x="893" y="28"/>
                  <a:pt x="893" y="21"/>
                </a:cubicBezTo>
                <a:close/>
                <a:moveTo>
                  <a:pt x="1105" y="29"/>
                </a:moveTo>
                <a:lnTo>
                  <a:pt x="1105" y="29"/>
                </a:lnTo>
                <a:cubicBezTo>
                  <a:pt x="1105" y="22"/>
                  <a:pt x="1106" y="17"/>
                  <a:pt x="1107" y="15"/>
                </a:cubicBezTo>
                <a:cubicBezTo>
                  <a:pt x="1109" y="13"/>
                  <a:pt x="1113" y="11"/>
                  <a:pt x="1119" y="10"/>
                </a:cubicBezTo>
                <a:cubicBezTo>
                  <a:pt x="1121" y="10"/>
                  <a:pt x="1122" y="9"/>
                  <a:pt x="1122" y="9"/>
                </a:cubicBezTo>
                <a:cubicBezTo>
                  <a:pt x="1122" y="8"/>
                  <a:pt x="1123" y="7"/>
                  <a:pt x="1123" y="6"/>
                </a:cubicBezTo>
                <a:cubicBezTo>
                  <a:pt x="1123" y="4"/>
                  <a:pt x="1121" y="3"/>
                  <a:pt x="1119" y="3"/>
                </a:cubicBezTo>
                <a:cubicBezTo>
                  <a:pt x="1114" y="3"/>
                  <a:pt x="1107" y="3"/>
                  <a:pt x="1099" y="4"/>
                </a:cubicBezTo>
                <a:lnTo>
                  <a:pt x="1090" y="4"/>
                </a:lnTo>
                <a:cubicBezTo>
                  <a:pt x="1083" y="5"/>
                  <a:pt x="1077" y="5"/>
                  <a:pt x="1072" y="5"/>
                </a:cubicBezTo>
                <a:cubicBezTo>
                  <a:pt x="1065" y="5"/>
                  <a:pt x="1060" y="5"/>
                  <a:pt x="1057" y="4"/>
                </a:cubicBezTo>
                <a:cubicBezTo>
                  <a:pt x="1054" y="4"/>
                  <a:pt x="1052" y="3"/>
                  <a:pt x="1050" y="3"/>
                </a:cubicBezTo>
                <a:cubicBezTo>
                  <a:pt x="1048" y="3"/>
                  <a:pt x="1047" y="4"/>
                  <a:pt x="1047" y="7"/>
                </a:cubicBezTo>
                <a:cubicBezTo>
                  <a:pt x="1047" y="8"/>
                  <a:pt x="1048" y="9"/>
                  <a:pt x="1049" y="10"/>
                </a:cubicBezTo>
                <a:cubicBezTo>
                  <a:pt x="1050" y="11"/>
                  <a:pt x="1053" y="11"/>
                  <a:pt x="1057" y="12"/>
                </a:cubicBezTo>
                <a:cubicBezTo>
                  <a:pt x="1064" y="13"/>
                  <a:pt x="1069" y="15"/>
                  <a:pt x="1072" y="18"/>
                </a:cubicBezTo>
                <a:cubicBezTo>
                  <a:pt x="1075" y="22"/>
                  <a:pt x="1076" y="27"/>
                  <a:pt x="1076" y="35"/>
                </a:cubicBezTo>
                <a:lnTo>
                  <a:pt x="1076" y="135"/>
                </a:lnTo>
                <a:lnTo>
                  <a:pt x="1076" y="146"/>
                </a:lnTo>
                <a:cubicBezTo>
                  <a:pt x="1076" y="153"/>
                  <a:pt x="1075" y="158"/>
                  <a:pt x="1073" y="162"/>
                </a:cubicBezTo>
                <a:cubicBezTo>
                  <a:pt x="1071" y="165"/>
                  <a:pt x="1067" y="167"/>
                  <a:pt x="1061" y="169"/>
                </a:cubicBezTo>
                <a:lnTo>
                  <a:pt x="1057" y="172"/>
                </a:lnTo>
                <a:lnTo>
                  <a:pt x="1057" y="173"/>
                </a:lnTo>
                <a:cubicBezTo>
                  <a:pt x="1058" y="175"/>
                  <a:pt x="1059" y="176"/>
                  <a:pt x="1061" y="176"/>
                </a:cubicBezTo>
                <a:cubicBezTo>
                  <a:pt x="1063" y="176"/>
                  <a:pt x="1066" y="176"/>
                  <a:pt x="1070" y="175"/>
                </a:cubicBezTo>
                <a:cubicBezTo>
                  <a:pt x="1075" y="174"/>
                  <a:pt x="1081" y="174"/>
                  <a:pt x="1090" y="174"/>
                </a:cubicBezTo>
                <a:cubicBezTo>
                  <a:pt x="1097" y="174"/>
                  <a:pt x="1105" y="174"/>
                  <a:pt x="1116" y="175"/>
                </a:cubicBezTo>
                <a:cubicBezTo>
                  <a:pt x="1121" y="176"/>
                  <a:pt x="1124" y="176"/>
                  <a:pt x="1126" y="176"/>
                </a:cubicBezTo>
                <a:cubicBezTo>
                  <a:pt x="1132" y="176"/>
                  <a:pt x="1135" y="175"/>
                  <a:pt x="1135" y="172"/>
                </a:cubicBezTo>
                <a:cubicBezTo>
                  <a:pt x="1135" y="170"/>
                  <a:pt x="1132" y="169"/>
                  <a:pt x="1128" y="169"/>
                </a:cubicBezTo>
                <a:cubicBezTo>
                  <a:pt x="1122" y="169"/>
                  <a:pt x="1117" y="167"/>
                  <a:pt x="1113" y="163"/>
                </a:cubicBezTo>
                <a:cubicBezTo>
                  <a:pt x="1109" y="160"/>
                  <a:pt x="1107" y="155"/>
                  <a:pt x="1106" y="149"/>
                </a:cubicBezTo>
                <a:lnTo>
                  <a:pt x="1105" y="136"/>
                </a:lnTo>
                <a:lnTo>
                  <a:pt x="1105" y="29"/>
                </a:lnTo>
                <a:lnTo>
                  <a:pt x="1105" y="29"/>
                </a:lnTo>
                <a:close/>
                <a:moveTo>
                  <a:pt x="1215" y="27"/>
                </a:moveTo>
                <a:lnTo>
                  <a:pt x="1215" y="27"/>
                </a:lnTo>
                <a:cubicBezTo>
                  <a:pt x="1215" y="16"/>
                  <a:pt x="1219" y="10"/>
                  <a:pt x="1228" y="10"/>
                </a:cubicBezTo>
                <a:cubicBezTo>
                  <a:pt x="1231" y="10"/>
                  <a:pt x="1233" y="8"/>
                  <a:pt x="1233" y="6"/>
                </a:cubicBezTo>
                <a:cubicBezTo>
                  <a:pt x="1233" y="4"/>
                  <a:pt x="1230" y="3"/>
                  <a:pt x="1225" y="3"/>
                </a:cubicBezTo>
                <a:cubicBezTo>
                  <a:pt x="1219" y="3"/>
                  <a:pt x="1212" y="3"/>
                  <a:pt x="1205" y="4"/>
                </a:cubicBezTo>
                <a:cubicBezTo>
                  <a:pt x="1197" y="5"/>
                  <a:pt x="1190" y="5"/>
                  <a:pt x="1186" y="5"/>
                </a:cubicBezTo>
                <a:cubicBezTo>
                  <a:pt x="1184" y="5"/>
                  <a:pt x="1180" y="5"/>
                  <a:pt x="1175" y="5"/>
                </a:cubicBezTo>
                <a:lnTo>
                  <a:pt x="1169" y="4"/>
                </a:lnTo>
                <a:cubicBezTo>
                  <a:pt x="1167" y="4"/>
                  <a:pt x="1166" y="4"/>
                  <a:pt x="1164" y="4"/>
                </a:cubicBezTo>
                <a:cubicBezTo>
                  <a:pt x="1163" y="3"/>
                  <a:pt x="1162" y="3"/>
                  <a:pt x="1161" y="3"/>
                </a:cubicBezTo>
                <a:cubicBezTo>
                  <a:pt x="1158" y="3"/>
                  <a:pt x="1157" y="5"/>
                  <a:pt x="1157" y="7"/>
                </a:cubicBezTo>
                <a:cubicBezTo>
                  <a:pt x="1157" y="9"/>
                  <a:pt x="1159" y="10"/>
                  <a:pt x="1162" y="11"/>
                </a:cubicBezTo>
                <a:lnTo>
                  <a:pt x="1169" y="12"/>
                </a:lnTo>
                <a:cubicBezTo>
                  <a:pt x="1180" y="14"/>
                  <a:pt x="1186" y="22"/>
                  <a:pt x="1186" y="35"/>
                </a:cubicBezTo>
                <a:lnTo>
                  <a:pt x="1186" y="140"/>
                </a:lnTo>
                <a:cubicBezTo>
                  <a:pt x="1186" y="149"/>
                  <a:pt x="1185" y="156"/>
                  <a:pt x="1183" y="161"/>
                </a:cubicBezTo>
                <a:cubicBezTo>
                  <a:pt x="1181" y="165"/>
                  <a:pt x="1177" y="168"/>
                  <a:pt x="1172" y="169"/>
                </a:cubicBezTo>
                <a:cubicBezTo>
                  <a:pt x="1170" y="170"/>
                  <a:pt x="1169" y="171"/>
                  <a:pt x="1169" y="173"/>
                </a:cubicBezTo>
                <a:cubicBezTo>
                  <a:pt x="1169" y="175"/>
                  <a:pt x="1170" y="176"/>
                  <a:pt x="1172" y="176"/>
                </a:cubicBezTo>
                <a:cubicBezTo>
                  <a:pt x="1173" y="176"/>
                  <a:pt x="1176" y="176"/>
                  <a:pt x="1179" y="175"/>
                </a:cubicBezTo>
                <a:cubicBezTo>
                  <a:pt x="1190" y="174"/>
                  <a:pt x="1201" y="173"/>
                  <a:pt x="1210" y="173"/>
                </a:cubicBezTo>
                <a:cubicBezTo>
                  <a:pt x="1216" y="173"/>
                  <a:pt x="1222" y="173"/>
                  <a:pt x="1226" y="174"/>
                </a:cubicBezTo>
                <a:lnTo>
                  <a:pt x="1240" y="174"/>
                </a:lnTo>
                <a:cubicBezTo>
                  <a:pt x="1248" y="175"/>
                  <a:pt x="1253" y="175"/>
                  <a:pt x="1255" y="175"/>
                </a:cubicBezTo>
                <a:cubicBezTo>
                  <a:pt x="1261" y="176"/>
                  <a:pt x="1265" y="176"/>
                  <a:pt x="1267" y="176"/>
                </a:cubicBezTo>
                <a:cubicBezTo>
                  <a:pt x="1277" y="176"/>
                  <a:pt x="1286" y="172"/>
                  <a:pt x="1292" y="165"/>
                </a:cubicBezTo>
                <a:cubicBezTo>
                  <a:pt x="1299" y="156"/>
                  <a:pt x="1302" y="147"/>
                  <a:pt x="1302" y="136"/>
                </a:cubicBezTo>
                <a:cubicBezTo>
                  <a:pt x="1302" y="133"/>
                  <a:pt x="1301" y="131"/>
                  <a:pt x="1300" y="131"/>
                </a:cubicBezTo>
                <a:cubicBezTo>
                  <a:pt x="1299" y="131"/>
                  <a:pt x="1297" y="134"/>
                  <a:pt x="1293" y="139"/>
                </a:cubicBezTo>
                <a:cubicBezTo>
                  <a:pt x="1281" y="155"/>
                  <a:pt x="1261" y="164"/>
                  <a:pt x="1233" y="164"/>
                </a:cubicBezTo>
                <a:cubicBezTo>
                  <a:pt x="1227" y="164"/>
                  <a:pt x="1223" y="163"/>
                  <a:pt x="1220" y="162"/>
                </a:cubicBezTo>
                <a:cubicBezTo>
                  <a:pt x="1217" y="160"/>
                  <a:pt x="1215" y="151"/>
                  <a:pt x="1215" y="136"/>
                </a:cubicBezTo>
                <a:lnTo>
                  <a:pt x="1215" y="27"/>
                </a:lnTo>
                <a:lnTo>
                  <a:pt x="1215" y="27"/>
                </a:lnTo>
                <a:close/>
                <a:moveTo>
                  <a:pt x="1375" y="27"/>
                </a:moveTo>
                <a:lnTo>
                  <a:pt x="1375" y="27"/>
                </a:lnTo>
                <a:cubicBezTo>
                  <a:pt x="1375" y="16"/>
                  <a:pt x="1379" y="10"/>
                  <a:pt x="1388" y="10"/>
                </a:cubicBezTo>
                <a:cubicBezTo>
                  <a:pt x="1391" y="10"/>
                  <a:pt x="1393" y="8"/>
                  <a:pt x="1393" y="6"/>
                </a:cubicBezTo>
                <a:cubicBezTo>
                  <a:pt x="1393" y="4"/>
                  <a:pt x="1391" y="3"/>
                  <a:pt x="1386" y="3"/>
                </a:cubicBezTo>
                <a:cubicBezTo>
                  <a:pt x="1379" y="3"/>
                  <a:pt x="1372" y="3"/>
                  <a:pt x="1366" y="4"/>
                </a:cubicBezTo>
                <a:cubicBezTo>
                  <a:pt x="1357" y="5"/>
                  <a:pt x="1350" y="5"/>
                  <a:pt x="1346" y="5"/>
                </a:cubicBezTo>
                <a:cubicBezTo>
                  <a:pt x="1344" y="5"/>
                  <a:pt x="1340" y="5"/>
                  <a:pt x="1335" y="5"/>
                </a:cubicBezTo>
                <a:lnTo>
                  <a:pt x="1329" y="4"/>
                </a:lnTo>
                <a:cubicBezTo>
                  <a:pt x="1327" y="4"/>
                  <a:pt x="1326" y="4"/>
                  <a:pt x="1325" y="4"/>
                </a:cubicBezTo>
                <a:cubicBezTo>
                  <a:pt x="1323" y="3"/>
                  <a:pt x="1322" y="3"/>
                  <a:pt x="1321" y="3"/>
                </a:cubicBezTo>
                <a:cubicBezTo>
                  <a:pt x="1318" y="3"/>
                  <a:pt x="1317" y="5"/>
                  <a:pt x="1317" y="7"/>
                </a:cubicBezTo>
                <a:cubicBezTo>
                  <a:pt x="1317" y="9"/>
                  <a:pt x="1319" y="10"/>
                  <a:pt x="1322" y="11"/>
                </a:cubicBezTo>
                <a:lnTo>
                  <a:pt x="1329" y="12"/>
                </a:lnTo>
                <a:cubicBezTo>
                  <a:pt x="1341" y="14"/>
                  <a:pt x="1346" y="22"/>
                  <a:pt x="1346" y="35"/>
                </a:cubicBezTo>
                <a:lnTo>
                  <a:pt x="1346" y="140"/>
                </a:lnTo>
                <a:cubicBezTo>
                  <a:pt x="1346" y="149"/>
                  <a:pt x="1345" y="156"/>
                  <a:pt x="1343" y="161"/>
                </a:cubicBezTo>
                <a:cubicBezTo>
                  <a:pt x="1341" y="165"/>
                  <a:pt x="1337" y="168"/>
                  <a:pt x="1332" y="169"/>
                </a:cubicBezTo>
                <a:cubicBezTo>
                  <a:pt x="1330" y="170"/>
                  <a:pt x="1329" y="171"/>
                  <a:pt x="1329" y="173"/>
                </a:cubicBezTo>
                <a:cubicBezTo>
                  <a:pt x="1329" y="175"/>
                  <a:pt x="1330" y="176"/>
                  <a:pt x="1332" y="176"/>
                </a:cubicBezTo>
                <a:cubicBezTo>
                  <a:pt x="1333" y="176"/>
                  <a:pt x="1336" y="176"/>
                  <a:pt x="1339" y="175"/>
                </a:cubicBezTo>
                <a:cubicBezTo>
                  <a:pt x="1350" y="174"/>
                  <a:pt x="1361" y="173"/>
                  <a:pt x="1371" y="173"/>
                </a:cubicBezTo>
                <a:cubicBezTo>
                  <a:pt x="1376" y="173"/>
                  <a:pt x="1382" y="173"/>
                  <a:pt x="1386" y="174"/>
                </a:cubicBezTo>
                <a:lnTo>
                  <a:pt x="1400" y="174"/>
                </a:lnTo>
                <a:cubicBezTo>
                  <a:pt x="1408" y="175"/>
                  <a:pt x="1414" y="175"/>
                  <a:pt x="1415" y="175"/>
                </a:cubicBezTo>
                <a:cubicBezTo>
                  <a:pt x="1421" y="176"/>
                  <a:pt x="1425" y="176"/>
                  <a:pt x="1427" y="176"/>
                </a:cubicBezTo>
                <a:cubicBezTo>
                  <a:pt x="1437" y="176"/>
                  <a:pt x="1446" y="172"/>
                  <a:pt x="1452" y="165"/>
                </a:cubicBezTo>
                <a:cubicBezTo>
                  <a:pt x="1459" y="156"/>
                  <a:pt x="1462" y="147"/>
                  <a:pt x="1462" y="136"/>
                </a:cubicBezTo>
                <a:cubicBezTo>
                  <a:pt x="1462" y="133"/>
                  <a:pt x="1462" y="131"/>
                  <a:pt x="1460" y="131"/>
                </a:cubicBezTo>
                <a:cubicBezTo>
                  <a:pt x="1459" y="131"/>
                  <a:pt x="1457" y="134"/>
                  <a:pt x="1453" y="139"/>
                </a:cubicBezTo>
                <a:cubicBezTo>
                  <a:pt x="1441" y="155"/>
                  <a:pt x="1421" y="164"/>
                  <a:pt x="1393" y="164"/>
                </a:cubicBezTo>
                <a:cubicBezTo>
                  <a:pt x="1387" y="164"/>
                  <a:pt x="1383" y="163"/>
                  <a:pt x="1381" y="162"/>
                </a:cubicBezTo>
                <a:cubicBezTo>
                  <a:pt x="1377" y="160"/>
                  <a:pt x="1375" y="151"/>
                  <a:pt x="1375" y="136"/>
                </a:cubicBezTo>
                <a:lnTo>
                  <a:pt x="1375" y="27"/>
                </a:lnTo>
                <a:lnTo>
                  <a:pt x="1375" y="27"/>
                </a:lnTo>
                <a:close/>
                <a:moveTo>
                  <a:pt x="1535" y="27"/>
                </a:moveTo>
                <a:lnTo>
                  <a:pt x="1535" y="27"/>
                </a:lnTo>
                <a:cubicBezTo>
                  <a:pt x="1535" y="20"/>
                  <a:pt x="1537" y="16"/>
                  <a:pt x="1541" y="15"/>
                </a:cubicBezTo>
                <a:lnTo>
                  <a:pt x="1550" y="14"/>
                </a:lnTo>
                <a:lnTo>
                  <a:pt x="1565" y="14"/>
                </a:lnTo>
                <a:cubicBezTo>
                  <a:pt x="1579" y="14"/>
                  <a:pt x="1589" y="15"/>
                  <a:pt x="1595" y="19"/>
                </a:cubicBezTo>
                <a:cubicBezTo>
                  <a:pt x="1601" y="23"/>
                  <a:pt x="1604" y="29"/>
                  <a:pt x="1604" y="37"/>
                </a:cubicBezTo>
                <a:cubicBezTo>
                  <a:pt x="1604" y="41"/>
                  <a:pt x="1605" y="43"/>
                  <a:pt x="1606" y="43"/>
                </a:cubicBezTo>
                <a:cubicBezTo>
                  <a:pt x="1610" y="43"/>
                  <a:pt x="1611" y="39"/>
                  <a:pt x="1611" y="33"/>
                </a:cubicBezTo>
                <a:cubicBezTo>
                  <a:pt x="1611" y="30"/>
                  <a:pt x="1611" y="25"/>
                  <a:pt x="1610" y="17"/>
                </a:cubicBezTo>
                <a:cubicBezTo>
                  <a:pt x="1610" y="12"/>
                  <a:pt x="1609" y="9"/>
                  <a:pt x="1609" y="7"/>
                </a:cubicBezTo>
                <a:cubicBezTo>
                  <a:pt x="1609" y="4"/>
                  <a:pt x="1608" y="3"/>
                  <a:pt x="1606" y="3"/>
                </a:cubicBezTo>
                <a:cubicBezTo>
                  <a:pt x="1605" y="3"/>
                  <a:pt x="1605" y="3"/>
                  <a:pt x="1604" y="3"/>
                </a:cubicBezTo>
                <a:cubicBezTo>
                  <a:pt x="1598" y="4"/>
                  <a:pt x="1581" y="4"/>
                  <a:pt x="1553" y="4"/>
                </a:cubicBezTo>
                <a:lnTo>
                  <a:pt x="1506" y="4"/>
                </a:lnTo>
                <a:lnTo>
                  <a:pt x="1493" y="3"/>
                </a:lnTo>
                <a:cubicBezTo>
                  <a:pt x="1491" y="3"/>
                  <a:pt x="1489" y="3"/>
                  <a:pt x="1487" y="3"/>
                </a:cubicBezTo>
                <a:cubicBezTo>
                  <a:pt x="1485" y="3"/>
                  <a:pt x="1484" y="3"/>
                  <a:pt x="1483" y="3"/>
                </a:cubicBezTo>
                <a:cubicBezTo>
                  <a:pt x="1480" y="3"/>
                  <a:pt x="1479" y="4"/>
                  <a:pt x="1479" y="6"/>
                </a:cubicBezTo>
                <a:cubicBezTo>
                  <a:pt x="1479" y="8"/>
                  <a:pt x="1480" y="9"/>
                  <a:pt x="1482" y="9"/>
                </a:cubicBezTo>
                <a:cubicBezTo>
                  <a:pt x="1492" y="11"/>
                  <a:pt x="1498" y="13"/>
                  <a:pt x="1502" y="16"/>
                </a:cubicBezTo>
                <a:cubicBezTo>
                  <a:pt x="1505" y="20"/>
                  <a:pt x="1506" y="26"/>
                  <a:pt x="1506" y="36"/>
                </a:cubicBezTo>
                <a:lnTo>
                  <a:pt x="1506" y="135"/>
                </a:lnTo>
                <a:cubicBezTo>
                  <a:pt x="1506" y="142"/>
                  <a:pt x="1506" y="148"/>
                  <a:pt x="1505" y="153"/>
                </a:cubicBezTo>
                <a:cubicBezTo>
                  <a:pt x="1504" y="158"/>
                  <a:pt x="1502" y="162"/>
                  <a:pt x="1501" y="164"/>
                </a:cubicBezTo>
                <a:cubicBezTo>
                  <a:pt x="1499" y="166"/>
                  <a:pt x="1496" y="168"/>
                  <a:pt x="1491" y="170"/>
                </a:cubicBezTo>
                <a:cubicBezTo>
                  <a:pt x="1489" y="170"/>
                  <a:pt x="1488" y="172"/>
                  <a:pt x="1488" y="173"/>
                </a:cubicBezTo>
                <a:cubicBezTo>
                  <a:pt x="1488" y="175"/>
                  <a:pt x="1489" y="176"/>
                  <a:pt x="1491" y="176"/>
                </a:cubicBezTo>
                <a:cubicBezTo>
                  <a:pt x="1493" y="176"/>
                  <a:pt x="1495" y="176"/>
                  <a:pt x="1499" y="176"/>
                </a:cubicBezTo>
                <a:cubicBezTo>
                  <a:pt x="1511" y="175"/>
                  <a:pt x="1521" y="174"/>
                  <a:pt x="1527" y="174"/>
                </a:cubicBezTo>
                <a:cubicBezTo>
                  <a:pt x="1536" y="174"/>
                  <a:pt x="1543" y="175"/>
                  <a:pt x="1548" y="175"/>
                </a:cubicBezTo>
                <a:lnTo>
                  <a:pt x="1563" y="177"/>
                </a:lnTo>
                <a:cubicBezTo>
                  <a:pt x="1569" y="177"/>
                  <a:pt x="1575" y="178"/>
                  <a:pt x="1581" y="178"/>
                </a:cubicBezTo>
                <a:cubicBezTo>
                  <a:pt x="1590" y="178"/>
                  <a:pt x="1597" y="176"/>
                  <a:pt x="1603" y="173"/>
                </a:cubicBezTo>
                <a:cubicBezTo>
                  <a:pt x="1608" y="171"/>
                  <a:pt x="1613" y="166"/>
                  <a:pt x="1617" y="159"/>
                </a:cubicBezTo>
                <a:cubicBezTo>
                  <a:pt x="1621" y="152"/>
                  <a:pt x="1623" y="144"/>
                  <a:pt x="1623" y="135"/>
                </a:cubicBezTo>
                <a:cubicBezTo>
                  <a:pt x="1623" y="134"/>
                  <a:pt x="1623" y="133"/>
                  <a:pt x="1622" y="133"/>
                </a:cubicBezTo>
                <a:cubicBezTo>
                  <a:pt x="1621" y="132"/>
                  <a:pt x="1621" y="132"/>
                  <a:pt x="1620" y="132"/>
                </a:cubicBezTo>
                <a:cubicBezTo>
                  <a:pt x="1619" y="132"/>
                  <a:pt x="1619" y="133"/>
                  <a:pt x="1618" y="134"/>
                </a:cubicBezTo>
                <a:cubicBezTo>
                  <a:pt x="1608" y="154"/>
                  <a:pt x="1586" y="165"/>
                  <a:pt x="1552" y="165"/>
                </a:cubicBezTo>
                <a:cubicBezTo>
                  <a:pt x="1548" y="165"/>
                  <a:pt x="1545" y="164"/>
                  <a:pt x="1543" y="163"/>
                </a:cubicBezTo>
                <a:cubicBezTo>
                  <a:pt x="1541" y="161"/>
                  <a:pt x="1539" y="159"/>
                  <a:pt x="1538" y="155"/>
                </a:cubicBezTo>
                <a:cubicBezTo>
                  <a:pt x="1536" y="150"/>
                  <a:pt x="1535" y="141"/>
                  <a:pt x="1535" y="129"/>
                </a:cubicBezTo>
                <a:lnTo>
                  <a:pt x="1535" y="118"/>
                </a:lnTo>
                <a:cubicBezTo>
                  <a:pt x="1535" y="109"/>
                  <a:pt x="1535" y="103"/>
                  <a:pt x="1536" y="98"/>
                </a:cubicBezTo>
                <a:cubicBezTo>
                  <a:pt x="1536" y="95"/>
                  <a:pt x="1537" y="92"/>
                  <a:pt x="1539" y="91"/>
                </a:cubicBezTo>
                <a:cubicBezTo>
                  <a:pt x="1540" y="90"/>
                  <a:pt x="1543" y="89"/>
                  <a:pt x="1547" y="89"/>
                </a:cubicBezTo>
                <a:lnTo>
                  <a:pt x="1555" y="89"/>
                </a:lnTo>
                <a:cubicBezTo>
                  <a:pt x="1564" y="89"/>
                  <a:pt x="1570" y="90"/>
                  <a:pt x="1573" y="90"/>
                </a:cubicBezTo>
                <a:cubicBezTo>
                  <a:pt x="1576" y="91"/>
                  <a:pt x="1579" y="92"/>
                  <a:pt x="1581" y="94"/>
                </a:cubicBezTo>
                <a:cubicBezTo>
                  <a:pt x="1585" y="98"/>
                  <a:pt x="1587" y="103"/>
                  <a:pt x="1589" y="110"/>
                </a:cubicBezTo>
                <a:cubicBezTo>
                  <a:pt x="1589" y="114"/>
                  <a:pt x="1590" y="115"/>
                  <a:pt x="1592" y="115"/>
                </a:cubicBezTo>
                <a:cubicBezTo>
                  <a:pt x="1593" y="115"/>
                  <a:pt x="1594" y="115"/>
                  <a:pt x="1594" y="114"/>
                </a:cubicBezTo>
                <a:cubicBezTo>
                  <a:pt x="1595" y="114"/>
                  <a:pt x="1595" y="113"/>
                  <a:pt x="1595" y="112"/>
                </a:cubicBezTo>
                <a:lnTo>
                  <a:pt x="1595" y="105"/>
                </a:lnTo>
                <a:cubicBezTo>
                  <a:pt x="1595" y="101"/>
                  <a:pt x="1594" y="95"/>
                  <a:pt x="1594" y="88"/>
                </a:cubicBezTo>
                <a:cubicBezTo>
                  <a:pt x="1593" y="79"/>
                  <a:pt x="1593" y="72"/>
                  <a:pt x="1593" y="70"/>
                </a:cubicBezTo>
                <a:cubicBezTo>
                  <a:pt x="1593" y="68"/>
                  <a:pt x="1593" y="66"/>
                  <a:pt x="1593" y="64"/>
                </a:cubicBezTo>
                <a:cubicBezTo>
                  <a:pt x="1593" y="61"/>
                  <a:pt x="1593" y="59"/>
                  <a:pt x="1593" y="59"/>
                </a:cubicBezTo>
                <a:cubicBezTo>
                  <a:pt x="1593" y="56"/>
                  <a:pt x="1593" y="55"/>
                  <a:pt x="1591" y="55"/>
                </a:cubicBezTo>
                <a:cubicBezTo>
                  <a:pt x="1589" y="55"/>
                  <a:pt x="1588" y="56"/>
                  <a:pt x="1587" y="58"/>
                </a:cubicBezTo>
                <a:lnTo>
                  <a:pt x="1584" y="64"/>
                </a:lnTo>
                <a:cubicBezTo>
                  <a:pt x="1580" y="73"/>
                  <a:pt x="1573" y="77"/>
                  <a:pt x="1565" y="77"/>
                </a:cubicBezTo>
                <a:lnTo>
                  <a:pt x="1554" y="77"/>
                </a:lnTo>
                <a:lnTo>
                  <a:pt x="1549" y="77"/>
                </a:lnTo>
                <a:lnTo>
                  <a:pt x="1545" y="78"/>
                </a:lnTo>
                <a:cubicBezTo>
                  <a:pt x="1541" y="78"/>
                  <a:pt x="1538" y="77"/>
                  <a:pt x="1537" y="74"/>
                </a:cubicBezTo>
                <a:cubicBezTo>
                  <a:pt x="1536" y="72"/>
                  <a:pt x="1535" y="67"/>
                  <a:pt x="1535" y="60"/>
                </a:cubicBezTo>
                <a:lnTo>
                  <a:pt x="1535" y="32"/>
                </a:lnTo>
                <a:lnTo>
                  <a:pt x="1535" y="2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5485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C5239-87FF-0D43-E3A7-6E583000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0EF07-8543-37F9-8768-90F32AD3363D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Minion" pitchFamily="50" charset="0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351AA9-39CE-96D7-9FBD-C564E6E8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057" y="1626124"/>
            <a:ext cx="8599885" cy="4491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068FAF-E422-5667-067D-011712438501}"/>
              </a:ext>
            </a:extLst>
          </p:cNvPr>
          <p:cNvSpPr txBox="1"/>
          <p:nvPr/>
        </p:nvSpPr>
        <p:spPr>
          <a:xfrm>
            <a:off x="4045470" y="6285468"/>
            <a:ext cx="410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Credit: http://arxiv.org/abs/1212.6136</a:t>
            </a:r>
          </a:p>
        </p:txBody>
      </p:sp>
    </p:spTree>
    <p:extLst>
      <p:ext uri="{BB962C8B-B14F-4D97-AF65-F5344CB8AC3E}">
        <p14:creationId xmlns:p14="http://schemas.microsoft.com/office/powerpoint/2010/main" val="26478998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8A8CF-D45D-FCA4-A3E4-24C8E826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61D515-6271-C356-9A1A-E6D5E4C00443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0330E-57B4-D2BB-AA1D-A9C147EC8BE0}"/>
              </a:ext>
            </a:extLst>
          </p:cNvPr>
          <p:cNvSpPr txBox="1"/>
          <p:nvPr/>
        </p:nvSpPr>
        <p:spPr>
          <a:xfrm>
            <a:off x="3733045" y="1437269"/>
            <a:ext cx="4725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roxima Soft SemiBold"/>
              </a:rPr>
              <a:t>NV Center Electronic Structure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01DEDB-DF92-6829-D32A-E81C5A88213F}"/>
              </a:ext>
            </a:extLst>
          </p:cNvPr>
          <p:cNvGrpSpPr/>
          <p:nvPr/>
        </p:nvGrpSpPr>
        <p:grpSpPr>
          <a:xfrm>
            <a:off x="6057900" y="3246395"/>
            <a:ext cx="5772561" cy="2036806"/>
            <a:chOff x="617624" y="2259831"/>
            <a:chExt cx="5294716" cy="18682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AD3AD91-DEB4-9451-9D25-A1FE0B914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624" y="2259831"/>
              <a:ext cx="5294716" cy="1868202"/>
            </a:xfrm>
            <a:prstGeom prst="rect">
              <a:avLst/>
            </a:prstGeom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0A05C7-EEB7-0140-2A27-13495F811A49}"/>
                </a:ext>
              </a:extLst>
            </p:cNvPr>
            <p:cNvSpPr/>
            <p:nvPr/>
          </p:nvSpPr>
          <p:spPr>
            <a:xfrm>
              <a:off x="1635125" y="319643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D9888FD-FE6C-996F-ABFD-1EFB26348311}"/>
                </a:ext>
              </a:extLst>
            </p:cNvPr>
            <p:cNvSpPr/>
            <p:nvPr/>
          </p:nvSpPr>
          <p:spPr>
            <a:xfrm>
              <a:off x="1374054" y="340614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EA026F-5C30-BD15-FE93-BAAF81747307}"/>
                </a:ext>
              </a:extLst>
            </p:cNvPr>
            <p:cNvSpPr/>
            <p:nvPr/>
          </p:nvSpPr>
          <p:spPr>
            <a:xfrm>
              <a:off x="1635125" y="360045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50CA415-9D39-ED29-895F-267D45FBB419}"/>
                </a:ext>
              </a:extLst>
            </p:cNvPr>
            <p:cNvSpPr/>
            <p:nvPr/>
          </p:nvSpPr>
          <p:spPr>
            <a:xfrm>
              <a:off x="1918494" y="33785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C98F60-4CE1-B41E-A132-AD000C0B7045}"/>
                </a:ext>
              </a:extLst>
            </p:cNvPr>
            <p:cNvSpPr/>
            <p:nvPr/>
          </p:nvSpPr>
          <p:spPr>
            <a:xfrm>
              <a:off x="1918494" y="3440747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A2BAB87-2464-4787-A424-3E266B5B11D4}"/>
                </a:ext>
              </a:extLst>
            </p:cNvPr>
            <p:cNvSpPr/>
            <p:nvPr/>
          </p:nvSpPr>
          <p:spPr>
            <a:xfrm>
              <a:off x="1635125" y="326072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6A197B6-F478-DC53-F32B-82C215A62315}"/>
                </a:ext>
              </a:extLst>
            </p:cNvPr>
            <p:cNvSpPr/>
            <p:nvPr/>
          </p:nvSpPr>
          <p:spPr>
            <a:xfrm>
              <a:off x="4502783" y="316091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94B13C-D9DA-1DCE-973E-EC286A35533E}"/>
                </a:ext>
              </a:extLst>
            </p:cNvPr>
            <p:cNvSpPr/>
            <p:nvPr/>
          </p:nvSpPr>
          <p:spPr>
            <a:xfrm>
              <a:off x="4234729" y="340455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31125E0-A83B-A93E-23EC-4514947BAE71}"/>
                </a:ext>
              </a:extLst>
            </p:cNvPr>
            <p:cNvSpPr/>
            <p:nvPr/>
          </p:nvSpPr>
          <p:spPr>
            <a:xfrm>
              <a:off x="4495800" y="3598863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818C44F-6333-FFC3-7824-F26EB7121387}"/>
                </a:ext>
              </a:extLst>
            </p:cNvPr>
            <p:cNvSpPr/>
            <p:nvPr/>
          </p:nvSpPr>
          <p:spPr>
            <a:xfrm>
              <a:off x="4779169" y="337693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715D622-7256-0C88-1FF8-3224DFB64F00}"/>
                </a:ext>
              </a:extLst>
            </p:cNvPr>
            <p:cNvSpPr/>
            <p:nvPr/>
          </p:nvSpPr>
          <p:spPr>
            <a:xfrm>
              <a:off x="4779169" y="343915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0EE6FDA-BB4A-A3ED-F025-ED4BBE7ED929}"/>
                </a:ext>
              </a:extLst>
            </p:cNvPr>
            <p:cNvSpPr/>
            <p:nvPr/>
          </p:nvSpPr>
          <p:spPr>
            <a:xfrm>
              <a:off x="4495800" y="3259137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CDA5671-2547-963E-7CCB-FD1A431DD203}"/>
                </a:ext>
              </a:extLst>
            </p:cNvPr>
            <p:cNvSpPr/>
            <p:nvPr/>
          </p:nvSpPr>
          <p:spPr>
            <a:xfrm>
              <a:off x="4502784" y="3219289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9739D2D-E778-51E4-0EA2-BE8FF4C0BD63}"/>
                </a:ext>
              </a:extLst>
            </p:cNvPr>
            <p:cNvSpPr/>
            <p:nvPr/>
          </p:nvSpPr>
          <p:spPr>
            <a:xfrm>
              <a:off x="4502782" y="3231946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82CC7F-2CAB-6883-5630-8D5E38AFF661}"/>
              </a:ext>
            </a:extLst>
          </p:cNvPr>
          <p:cNvGrpSpPr/>
          <p:nvPr/>
        </p:nvGrpSpPr>
        <p:grpSpPr>
          <a:xfrm>
            <a:off x="518442" y="3286891"/>
            <a:ext cx="4429988" cy="2011103"/>
            <a:chOff x="6415195" y="2217641"/>
            <a:chExt cx="4357032" cy="197798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C0806AD-1007-2355-D208-E60051350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15195" y="2217641"/>
              <a:ext cx="4357032" cy="1977983"/>
            </a:xfrm>
            <a:prstGeom prst="rect">
              <a:avLst/>
            </a:prstGeom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60668B8-6E6A-204B-5867-8D74D4822557}"/>
                </a:ext>
              </a:extLst>
            </p:cNvPr>
            <p:cNvSpPr/>
            <p:nvPr/>
          </p:nvSpPr>
          <p:spPr>
            <a:xfrm>
              <a:off x="7488568" y="324865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6FD333-BAE6-AC00-32DB-E4AF3D9C0418}"/>
                </a:ext>
              </a:extLst>
            </p:cNvPr>
            <p:cNvSpPr/>
            <p:nvPr/>
          </p:nvSpPr>
          <p:spPr>
            <a:xfrm>
              <a:off x="7205272" y="342661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B5CDDA6-7185-A446-926B-E507EB0AFB41}"/>
                </a:ext>
              </a:extLst>
            </p:cNvPr>
            <p:cNvSpPr/>
            <p:nvPr/>
          </p:nvSpPr>
          <p:spPr>
            <a:xfrm>
              <a:off x="7479043" y="361457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C367452-D4CF-A786-3DE6-A9F0441FA298}"/>
                </a:ext>
              </a:extLst>
            </p:cNvPr>
            <p:cNvSpPr/>
            <p:nvPr/>
          </p:nvSpPr>
          <p:spPr>
            <a:xfrm>
              <a:off x="7777884" y="3429634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B830F4F-D539-E66F-4106-C789A7129AFD}"/>
                </a:ext>
              </a:extLst>
            </p:cNvPr>
            <p:cNvSpPr/>
            <p:nvPr/>
          </p:nvSpPr>
          <p:spPr>
            <a:xfrm>
              <a:off x="9930143" y="324865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84E17DB-3938-7783-5788-4FCAA61CD118}"/>
                </a:ext>
              </a:extLst>
            </p:cNvPr>
            <p:cNvSpPr/>
            <p:nvPr/>
          </p:nvSpPr>
          <p:spPr>
            <a:xfrm>
              <a:off x="9646847" y="3426618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ED301C8-50BB-999E-C9C6-CCFE5F5A99B5}"/>
                </a:ext>
              </a:extLst>
            </p:cNvPr>
            <p:cNvSpPr/>
            <p:nvPr/>
          </p:nvSpPr>
          <p:spPr>
            <a:xfrm>
              <a:off x="9920618" y="361457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36F1BE6-2857-E953-187A-8F804E6D975D}"/>
                </a:ext>
              </a:extLst>
            </p:cNvPr>
            <p:cNvSpPr/>
            <p:nvPr/>
          </p:nvSpPr>
          <p:spPr>
            <a:xfrm>
              <a:off x="10213511" y="3378361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62E8E99-7D77-31EF-C1A7-1C903CBEB297}"/>
                </a:ext>
              </a:extLst>
            </p:cNvPr>
            <p:cNvSpPr/>
            <p:nvPr/>
          </p:nvSpPr>
          <p:spPr>
            <a:xfrm>
              <a:off x="10213511" y="3442970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D6A56FF-AD47-AF1D-5C17-1E171C7501EE}"/>
              </a:ext>
            </a:extLst>
          </p:cNvPr>
          <p:cNvCxnSpPr>
            <a:cxnSpLocks/>
          </p:cNvCxnSpPr>
          <p:nvPr/>
        </p:nvCxnSpPr>
        <p:spPr>
          <a:xfrm>
            <a:off x="5493258" y="2517761"/>
            <a:ext cx="0" cy="36490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0295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FE120-1288-409A-37F8-03916C91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B131BF-46C6-82A6-9A1D-B83F737A9C67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5F8B4-3F8C-62FE-C42B-D7A72F63E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00" y="2961905"/>
            <a:ext cx="8670518" cy="273732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F55F9B3-F4BD-012A-2F07-ADCE1AC3E0C0}"/>
              </a:ext>
            </a:extLst>
          </p:cNvPr>
          <p:cNvSpPr/>
          <p:nvPr/>
        </p:nvSpPr>
        <p:spPr>
          <a:xfrm>
            <a:off x="4114800" y="3714750"/>
            <a:ext cx="314325" cy="317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72F0E4-1C51-09A2-B836-3400B70461C4}"/>
              </a:ext>
            </a:extLst>
          </p:cNvPr>
          <p:cNvSpPr/>
          <p:nvPr/>
        </p:nvSpPr>
        <p:spPr>
          <a:xfrm>
            <a:off x="6743700" y="3714750"/>
            <a:ext cx="314325" cy="317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5B10408-587D-CBEF-6B38-3B64557760C3}"/>
              </a:ext>
            </a:extLst>
          </p:cNvPr>
          <p:cNvSpPr/>
          <p:nvPr/>
        </p:nvSpPr>
        <p:spPr>
          <a:xfrm>
            <a:off x="7299960" y="3722370"/>
            <a:ext cx="314325" cy="317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BF2C0EC-F676-3642-AA8B-43C64840FBA2}"/>
              </a:ext>
            </a:extLst>
          </p:cNvPr>
          <p:cNvSpPr/>
          <p:nvPr/>
        </p:nvSpPr>
        <p:spPr>
          <a:xfrm>
            <a:off x="8699500" y="2552700"/>
            <a:ext cx="3492500" cy="403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0D3782-113D-EAFE-D0A8-8C6C24D2DE23}"/>
              </a:ext>
            </a:extLst>
          </p:cNvPr>
          <p:cNvSpPr txBox="1"/>
          <p:nvPr/>
        </p:nvSpPr>
        <p:spPr>
          <a:xfrm>
            <a:off x="1662945" y="1566512"/>
            <a:ext cx="849893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Proxima Soft SemiBold"/>
              </a:rPr>
              <a:t>NV- is preferable since it gives you at least two spin state </a:t>
            </a:r>
          </a:p>
          <a:p>
            <a:pPr algn="ctr"/>
            <a:r>
              <a:rPr lang="en-US" sz="2800" dirty="0" err="1">
                <a:latin typeface="Proxima Soft SemiBold"/>
              </a:rPr>
              <a:t>m</a:t>
            </a:r>
            <a:r>
              <a:rPr lang="en-US" sz="2800" baseline="-25000" dirty="0" err="1">
                <a:latin typeface="Proxima Soft SemiBold"/>
              </a:rPr>
              <a:t>s</a:t>
            </a:r>
            <a:r>
              <a:rPr lang="en-US" sz="2800" dirty="0">
                <a:latin typeface="Proxima Soft SemiBold"/>
              </a:rPr>
              <a:t>=0 and </a:t>
            </a:r>
            <a:r>
              <a:rPr lang="en-US" sz="2800" dirty="0" err="1">
                <a:latin typeface="Proxima Soft SemiBold"/>
              </a:rPr>
              <a:t>m</a:t>
            </a:r>
            <a:r>
              <a:rPr lang="en-US" sz="2800" baseline="-25000" dirty="0" err="1">
                <a:latin typeface="Proxima Soft SemiBold"/>
              </a:rPr>
              <a:t>s</a:t>
            </a:r>
            <a:r>
              <a:rPr lang="en-US" sz="2800" dirty="0">
                <a:latin typeface="Proxima Soft SemiBold"/>
              </a:rPr>
              <a:t> =-1</a:t>
            </a:r>
            <a:r>
              <a:rPr lang="en-US" sz="2800" baseline="-25000" dirty="0">
                <a:latin typeface="Proxima Soft SemiBold"/>
              </a:rPr>
              <a:t> </a:t>
            </a:r>
            <a:r>
              <a:rPr lang="en-US" sz="2800" dirty="0">
                <a:latin typeface="Proxima Soft Semi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75626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28077E-2096-3AD7-806B-4D4450B17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CA50A3-A829-7076-44FB-2C0A4BC85348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DDAC3-2655-00DD-CDB6-40C72AED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3" y="2183312"/>
            <a:ext cx="3634206" cy="4454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553BB4-C94A-E75B-3C99-C8F4AB310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5573" y="2212075"/>
            <a:ext cx="3634206" cy="44258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865E8E-D55B-E376-E997-3B7EA60C5901}"/>
              </a:ext>
            </a:extLst>
          </p:cNvPr>
          <p:cNvSpPr txBox="1"/>
          <p:nvPr/>
        </p:nvSpPr>
        <p:spPr>
          <a:xfrm>
            <a:off x="3733045" y="1437269"/>
            <a:ext cx="4725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Proxima Soft SemiBold"/>
              </a:rPr>
              <a:t>NV Center Electronic Structure</a:t>
            </a:r>
          </a:p>
        </p:txBody>
      </p:sp>
    </p:spTree>
    <p:extLst>
      <p:ext uri="{BB962C8B-B14F-4D97-AF65-F5344CB8AC3E}">
        <p14:creationId xmlns:p14="http://schemas.microsoft.com/office/powerpoint/2010/main" val="2392900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61952-6254-54A8-04B6-97C99C171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0D3B55-1B19-4AA3-EA64-237EA509023C}"/>
              </a:ext>
            </a:extLst>
          </p:cNvPr>
          <p:cNvSpPr txBox="1"/>
          <p:nvPr/>
        </p:nvSpPr>
        <p:spPr>
          <a:xfrm>
            <a:off x="279400" y="203200"/>
            <a:ext cx="919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 (Using NV Center in Diamond)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A62B-1B1D-7A2C-2D4C-10530B7F68E9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oxima Soft SemiBold"/>
              </a:rPr>
              <a:t>NV Center Electronic Structure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23D463F-6533-39D7-C32C-77B986EFE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800" y="2570431"/>
            <a:ext cx="2547861" cy="3821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4D6847E-3847-ABAA-6504-D0B993517461}"/>
              </a:ext>
            </a:extLst>
          </p:cNvPr>
          <p:cNvSpPr/>
          <p:nvPr/>
        </p:nvSpPr>
        <p:spPr>
          <a:xfrm>
            <a:off x="3412042" y="5170975"/>
            <a:ext cx="459785" cy="184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1E2AF-32E6-BA7C-7108-AE69647BE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981" y="2634173"/>
            <a:ext cx="3340969" cy="406107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7DD2AF-A976-CC53-CF64-B84038E43178}"/>
              </a:ext>
            </a:extLst>
          </p:cNvPr>
          <p:cNvCxnSpPr>
            <a:cxnSpLocks/>
          </p:cNvCxnSpPr>
          <p:nvPr/>
        </p:nvCxnSpPr>
        <p:spPr>
          <a:xfrm>
            <a:off x="3871827" y="5267359"/>
            <a:ext cx="3156039" cy="53508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F738BD-9EBF-BE7E-5487-8B83E05F87E7}"/>
              </a:ext>
            </a:extLst>
          </p:cNvPr>
          <p:cNvSpPr txBox="1"/>
          <p:nvPr/>
        </p:nvSpPr>
        <p:spPr>
          <a:xfrm rot="18662583">
            <a:off x="4804938" y="2656211"/>
            <a:ext cx="2582123" cy="76140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*Not universal</a:t>
            </a:r>
          </a:p>
          <a:p>
            <a:r>
              <a:rPr lang="en-US" dirty="0"/>
              <a:t>The local defect electric field dictates the gap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12B2A65-0D11-45EF-254F-28D98DD29082}"/>
              </a:ext>
            </a:extLst>
          </p:cNvPr>
          <p:cNvSpPr/>
          <p:nvPr/>
        </p:nvSpPr>
        <p:spPr>
          <a:xfrm>
            <a:off x="6163858" y="3917332"/>
            <a:ext cx="1005392" cy="541969"/>
          </a:xfrm>
          <a:custGeom>
            <a:avLst/>
            <a:gdLst>
              <a:gd name="csX0" fmla="*/ 0 w 1219200"/>
              <a:gd name="csY0" fmla="*/ 0 h 657225"/>
              <a:gd name="csX1" fmla="*/ 38100 w 1219200"/>
              <a:gd name="csY1" fmla="*/ 295275 h 657225"/>
              <a:gd name="csX2" fmla="*/ 47625 w 1219200"/>
              <a:gd name="csY2" fmla="*/ 333375 h 657225"/>
              <a:gd name="csX3" fmla="*/ 133350 w 1219200"/>
              <a:gd name="csY3" fmla="*/ 409575 h 657225"/>
              <a:gd name="csX4" fmla="*/ 200025 w 1219200"/>
              <a:gd name="csY4" fmla="*/ 438150 h 657225"/>
              <a:gd name="csX5" fmla="*/ 257175 w 1219200"/>
              <a:gd name="csY5" fmla="*/ 457200 h 657225"/>
              <a:gd name="csX6" fmla="*/ 371475 w 1219200"/>
              <a:gd name="csY6" fmla="*/ 476250 h 657225"/>
              <a:gd name="csX7" fmla="*/ 571500 w 1219200"/>
              <a:gd name="csY7" fmla="*/ 504825 h 657225"/>
              <a:gd name="csX8" fmla="*/ 609600 w 1219200"/>
              <a:gd name="csY8" fmla="*/ 514350 h 657225"/>
              <a:gd name="csX9" fmla="*/ 685800 w 1219200"/>
              <a:gd name="csY9" fmla="*/ 523875 h 657225"/>
              <a:gd name="csX10" fmla="*/ 781050 w 1219200"/>
              <a:gd name="csY10" fmla="*/ 561975 h 657225"/>
              <a:gd name="csX11" fmla="*/ 885825 w 1219200"/>
              <a:gd name="csY11" fmla="*/ 581025 h 657225"/>
              <a:gd name="csX12" fmla="*/ 1133475 w 1219200"/>
              <a:gd name="csY12" fmla="*/ 571500 h 657225"/>
              <a:gd name="csX13" fmla="*/ 1209675 w 1219200"/>
              <a:gd name="csY13" fmla="*/ 561975 h 657225"/>
              <a:gd name="csX14" fmla="*/ 1171575 w 1219200"/>
              <a:gd name="csY14" fmla="*/ 590550 h 657225"/>
              <a:gd name="csX15" fmla="*/ 1114425 w 1219200"/>
              <a:gd name="csY15" fmla="*/ 609600 h 657225"/>
              <a:gd name="csX16" fmla="*/ 1076325 w 1219200"/>
              <a:gd name="csY16" fmla="*/ 628650 h 657225"/>
              <a:gd name="csX17" fmla="*/ 1190625 w 1219200"/>
              <a:gd name="csY17" fmla="*/ 581025 h 657225"/>
              <a:gd name="csX18" fmla="*/ 1219200 w 1219200"/>
              <a:gd name="csY18" fmla="*/ 552450 h 657225"/>
              <a:gd name="csX19" fmla="*/ 1181100 w 1219200"/>
              <a:gd name="csY19" fmla="*/ 542925 h 657225"/>
              <a:gd name="csX20" fmla="*/ 1133475 w 1219200"/>
              <a:gd name="csY20" fmla="*/ 514350 h 657225"/>
              <a:gd name="csX21" fmla="*/ 1152525 w 1219200"/>
              <a:gd name="csY21" fmla="*/ 542925 h 657225"/>
              <a:gd name="csX22" fmla="*/ 1190625 w 1219200"/>
              <a:gd name="csY22" fmla="*/ 552450 h 657225"/>
              <a:gd name="csX23" fmla="*/ 1162050 w 1219200"/>
              <a:gd name="csY23" fmla="*/ 542925 h 657225"/>
              <a:gd name="csX24" fmla="*/ 1095375 w 1219200"/>
              <a:gd name="csY24" fmla="*/ 523875 h 657225"/>
              <a:gd name="csX25" fmla="*/ 1057275 w 1219200"/>
              <a:gd name="csY25" fmla="*/ 533400 h 657225"/>
              <a:gd name="csX26" fmla="*/ 1066800 w 1219200"/>
              <a:gd name="csY26" fmla="*/ 581025 h 657225"/>
              <a:gd name="csX27" fmla="*/ 1085850 w 1219200"/>
              <a:gd name="csY27" fmla="*/ 628650 h 657225"/>
              <a:gd name="csX28" fmla="*/ 1095375 w 1219200"/>
              <a:gd name="csY28" fmla="*/ 657225 h 657225"/>
              <a:gd name="csX29" fmla="*/ 1095375 w 1219200"/>
              <a:gd name="csY29" fmla="*/ 581025 h 657225"/>
              <a:gd name="csX30" fmla="*/ 1057275 w 1219200"/>
              <a:gd name="csY30" fmla="*/ 571500 h 657225"/>
              <a:gd name="csX31" fmla="*/ 1143000 w 1219200"/>
              <a:gd name="csY31" fmla="*/ 590550 h 657225"/>
              <a:gd name="csX32" fmla="*/ 1114425 w 1219200"/>
              <a:gd name="csY32" fmla="*/ 561975 h 657225"/>
              <a:gd name="csX33" fmla="*/ 1104900 w 1219200"/>
              <a:gd name="csY33" fmla="*/ 533400 h 657225"/>
              <a:gd name="csX34" fmla="*/ 1162050 w 1219200"/>
              <a:gd name="csY34" fmla="*/ 542925 h 657225"/>
              <a:gd name="csX35" fmla="*/ 1133475 w 1219200"/>
              <a:gd name="csY35" fmla="*/ 581025 h 657225"/>
              <a:gd name="csX36" fmla="*/ 1085850 w 1219200"/>
              <a:gd name="csY36" fmla="*/ 533400 h 657225"/>
              <a:gd name="csX37" fmla="*/ 1057275 w 1219200"/>
              <a:gd name="csY37" fmla="*/ 542925 h 657225"/>
              <a:gd name="csX38" fmla="*/ 1095375 w 1219200"/>
              <a:gd name="csY38" fmla="*/ 619125 h 657225"/>
              <a:gd name="csX39" fmla="*/ 1143000 w 1219200"/>
              <a:gd name="csY39" fmla="*/ 590550 h 657225"/>
              <a:gd name="csX40" fmla="*/ 1076325 w 1219200"/>
              <a:gd name="csY40" fmla="*/ 552450 h 657225"/>
              <a:gd name="csX41" fmla="*/ 1076325 w 1219200"/>
              <a:gd name="csY41" fmla="*/ 590550 h 6572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219200" h="657225">
                <a:moveTo>
                  <a:pt x="0" y="0"/>
                </a:moveTo>
                <a:cubicBezTo>
                  <a:pt x="9761" y="165929"/>
                  <a:pt x="242" y="143845"/>
                  <a:pt x="38100" y="295275"/>
                </a:cubicBezTo>
                <a:cubicBezTo>
                  <a:pt x="41275" y="307975"/>
                  <a:pt x="40118" y="322651"/>
                  <a:pt x="47625" y="333375"/>
                </a:cubicBezTo>
                <a:cubicBezTo>
                  <a:pt x="61218" y="352793"/>
                  <a:pt x="104307" y="395053"/>
                  <a:pt x="133350" y="409575"/>
                </a:cubicBezTo>
                <a:cubicBezTo>
                  <a:pt x="154977" y="420389"/>
                  <a:pt x="177457" y="429470"/>
                  <a:pt x="200025" y="438150"/>
                </a:cubicBezTo>
                <a:cubicBezTo>
                  <a:pt x="218767" y="445358"/>
                  <a:pt x="237573" y="452844"/>
                  <a:pt x="257175" y="457200"/>
                </a:cubicBezTo>
                <a:cubicBezTo>
                  <a:pt x="294881" y="465579"/>
                  <a:pt x="333678" y="468293"/>
                  <a:pt x="371475" y="476250"/>
                </a:cubicBezTo>
                <a:cubicBezTo>
                  <a:pt x="540201" y="511771"/>
                  <a:pt x="300956" y="485500"/>
                  <a:pt x="571500" y="504825"/>
                </a:cubicBezTo>
                <a:cubicBezTo>
                  <a:pt x="584200" y="508000"/>
                  <a:pt x="596687" y="512198"/>
                  <a:pt x="609600" y="514350"/>
                </a:cubicBezTo>
                <a:cubicBezTo>
                  <a:pt x="634849" y="518558"/>
                  <a:pt x="661136" y="517024"/>
                  <a:pt x="685800" y="523875"/>
                </a:cubicBezTo>
                <a:cubicBezTo>
                  <a:pt x="718748" y="533027"/>
                  <a:pt x="748609" y="551161"/>
                  <a:pt x="781050" y="561975"/>
                </a:cubicBezTo>
                <a:cubicBezTo>
                  <a:pt x="794363" y="566413"/>
                  <a:pt x="876230" y="579426"/>
                  <a:pt x="885825" y="581025"/>
                </a:cubicBezTo>
                <a:cubicBezTo>
                  <a:pt x="968375" y="577850"/>
                  <a:pt x="1051007" y="576351"/>
                  <a:pt x="1133475" y="571500"/>
                </a:cubicBezTo>
                <a:cubicBezTo>
                  <a:pt x="1159028" y="569997"/>
                  <a:pt x="1186780" y="550527"/>
                  <a:pt x="1209675" y="561975"/>
                </a:cubicBezTo>
                <a:cubicBezTo>
                  <a:pt x="1223874" y="569075"/>
                  <a:pt x="1185774" y="583450"/>
                  <a:pt x="1171575" y="590550"/>
                </a:cubicBezTo>
                <a:cubicBezTo>
                  <a:pt x="1153614" y="599530"/>
                  <a:pt x="1132386" y="600620"/>
                  <a:pt x="1114425" y="609600"/>
                </a:cubicBezTo>
                <a:cubicBezTo>
                  <a:pt x="1101725" y="615950"/>
                  <a:pt x="1062402" y="631435"/>
                  <a:pt x="1076325" y="628650"/>
                </a:cubicBezTo>
                <a:cubicBezTo>
                  <a:pt x="1115437" y="620828"/>
                  <a:pt x="1158831" y="607520"/>
                  <a:pt x="1190625" y="581025"/>
                </a:cubicBezTo>
                <a:cubicBezTo>
                  <a:pt x="1200973" y="572401"/>
                  <a:pt x="1209675" y="561975"/>
                  <a:pt x="1219200" y="552450"/>
                </a:cubicBezTo>
                <a:cubicBezTo>
                  <a:pt x="1206500" y="549275"/>
                  <a:pt x="1193063" y="548242"/>
                  <a:pt x="1181100" y="542925"/>
                </a:cubicBezTo>
                <a:cubicBezTo>
                  <a:pt x="1164182" y="535406"/>
                  <a:pt x="1151988" y="514350"/>
                  <a:pt x="1133475" y="514350"/>
                </a:cubicBezTo>
                <a:cubicBezTo>
                  <a:pt x="1122027" y="514350"/>
                  <a:pt x="1143000" y="536575"/>
                  <a:pt x="1152525" y="542925"/>
                </a:cubicBezTo>
                <a:cubicBezTo>
                  <a:pt x="1163417" y="550187"/>
                  <a:pt x="1177534" y="552450"/>
                  <a:pt x="1190625" y="552450"/>
                </a:cubicBezTo>
                <a:cubicBezTo>
                  <a:pt x="1200665" y="552450"/>
                  <a:pt x="1171704" y="545683"/>
                  <a:pt x="1162050" y="542925"/>
                </a:cubicBezTo>
                <a:cubicBezTo>
                  <a:pt x="1078329" y="519005"/>
                  <a:pt x="1163888" y="546713"/>
                  <a:pt x="1095375" y="523875"/>
                </a:cubicBezTo>
                <a:cubicBezTo>
                  <a:pt x="1082675" y="527050"/>
                  <a:pt x="1063129" y="521691"/>
                  <a:pt x="1057275" y="533400"/>
                </a:cubicBezTo>
                <a:cubicBezTo>
                  <a:pt x="1050035" y="547880"/>
                  <a:pt x="1062148" y="565518"/>
                  <a:pt x="1066800" y="581025"/>
                </a:cubicBezTo>
                <a:cubicBezTo>
                  <a:pt x="1071713" y="597402"/>
                  <a:pt x="1079847" y="612641"/>
                  <a:pt x="1085850" y="628650"/>
                </a:cubicBezTo>
                <a:cubicBezTo>
                  <a:pt x="1089375" y="638051"/>
                  <a:pt x="1092200" y="647700"/>
                  <a:pt x="1095375" y="657225"/>
                </a:cubicBezTo>
                <a:cubicBezTo>
                  <a:pt x="1097912" y="644539"/>
                  <a:pt x="1115574" y="597184"/>
                  <a:pt x="1095375" y="581025"/>
                </a:cubicBezTo>
                <a:cubicBezTo>
                  <a:pt x="1085153" y="572847"/>
                  <a:pt x="1044184" y="571500"/>
                  <a:pt x="1057275" y="571500"/>
                </a:cubicBezTo>
                <a:cubicBezTo>
                  <a:pt x="1069367" y="571500"/>
                  <a:pt x="1128306" y="586876"/>
                  <a:pt x="1143000" y="590550"/>
                </a:cubicBezTo>
                <a:cubicBezTo>
                  <a:pt x="1133475" y="581025"/>
                  <a:pt x="1121897" y="573183"/>
                  <a:pt x="1114425" y="561975"/>
                </a:cubicBezTo>
                <a:cubicBezTo>
                  <a:pt x="1108856" y="553621"/>
                  <a:pt x="1095578" y="537129"/>
                  <a:pt x="1104900" y="533400"/>
                </a:cubicBezTo>
                <a:cubicBezTo>
                  <a:pt x="1122831" y="526227"/>
                  <a:pt x="1143000" y="539750"/>
                  <a:pt x="1162050" y="542925"/>
                </a:cubicBezTo>
                <a:cubicBezTo>
                  <a:pt x="1152525" y="555625"/>
                  <a:pt x="1148066" y="574772"/>
                  <a:pt x="1133475" y="581025"/>
                </a:cubicBezTo>
                <a:cubicBezTo>
                  <a:pt x="1090459" y="599460"/>
                  <a:pt x="1090766" y="553065"/>
                  <a:pt x="1085850" y="533400"/>
                </a:cubicBezTo>
                <a:cubicBezTo>
                  <a:pt x="1076325" y="536575"/>
                  <a:pt x="1060450" y="533400"/>
                  <a:pt x="1057275" y="542925"/>
                </a:cubicBezTo>
                <a:cubicBezTo>
                  <a:pt x="1045108" y="579425"/>
                  <a:pt x="1075599" y="599349"/>
                  <a:pt x="1095375" y="619125"/>
                </a:cubicBezTo>
                <a:cubicBezTo>
                  <a:pt x="1111250" y="609600"/>
                  <a:pt x="1136500" y="607885"/>
                  <a:pt x="1143000" y="590550"/>
                </a:cubicBezTo>
                <a:cubicBezTo>
                  <a:pt x="1162989" y="537245"/>
                  <a:pt x="1098058" y="530717"/>
                  <a:pt x="1076325" y="552450"/>
                </a:cubicBezTo>
                <a:lnTo>
                  <a:pt x="1076325" y="590550"/>
                </a:lnTo>
              </a:path>
            </a:pathLst>
          </a:cu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F97A8E9-A952-3231-97F4-64D7B29018C9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Proxima Soft SemiBold"/>
              </a:rPr>
              <a:t>Selection Engineering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4554CE-9D73-A3B4-3F16-707341DDB36D}"/>
              </a:ext>
            </a:extLst>
          </p:cNvPr>
          <p:cNvSpPr txBox="1"/>
          <p:nvPr/>
        </p:nvSpPr>
        <p:spPr>
          <a:xfrm>
            <a:off x="3385501" y="1105031"/>
            <a:ext cx="55567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* Which Ground State to choose?</a:t>
            </a:r>
          </a:p>
        </p:txBody>
      </p:sp>
    </p:spTree>
    <p:extLst>
      <p:ext uri="{BB962C8B-B14F-4D97-AF65-F5344CB8AC3E}">
        <p14:creationId xmlns:p14="http://schemas.microsoft.com/office/powerpoint/2010/main" val="1123143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96A23-9BAB-C597-718C-DF427CAB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85DDE9-10B0-3851-0A23-B07801D5D2D6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B1148-9B70-76A3-B9E2-AB235C6324AB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oxima Soft SemiBold"/>
              </a:rPr>
              <a:t>NV Center Electronic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3BF95-C5C1-BF08-B133-3FCF38BD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306" y="613815"/>
            <a:ext cx="4922119" cy="598302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593F04F9-4335-FD40-301B-C918252888F1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Proxima Soft SemiBold"/>
              </a:rPr>
              <a:t>Selection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B1F491-E817-7CC9-6FB4-428C14A848C5}"/>
              </a:ext>
            </a:extLst>
          </p:cNvPr>
          <p:cNvSpPr txBox="1"/>
          <p:nvPr/>
        </p:nvSpPr>
        <p:spPr>
          <a:xfrm>
            <a:off x="1885950" y="3714888"/>
            <a:ext cx="378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*How to choose a particular state?</a:t>
            </a:r>
          </a:p>
        </p:txBody>
      </p:sp>
    </p:spTree>
    <p:extLst>
      <p:ext uri="{BB962C8B-B14F-4D97-AF65-F5344CB8AC3E}">
        <p14:creationId xmlns:p14="http://schemas.microsoft.com/office/powerpoint/2010/main" val="1148640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46755E-A53E-0E74-2EB3-8C1C7170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79DF1A-63A9-DED2-D1C2-9D8744ADAE9F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6DFFB-5DAE-28AC-3E08-99BD08DACEFE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oxima Soft SemiBold"/>
              </a:rPr>
              <a:t>NV Center Electronic Structure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27B9DEE-3C3A-9F8C-7FD8-CA502B293575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Proxima Soft SemiBold"/>
              </a:rPr>
              <a:t>Selection Engineering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547271-3531-7FAB-0071-EB27DB872495}"/>
              </a:ext>
            </a:extLst>
          </p:cNvPr>
          <p:cNvSpPr/>
          <p:nvPr/>
        </p:nvSpPr>
        <p:spPr>
          <a:xfrm>
            <a:off x="1471612" y="1663700"/>
            <a:ext cx="2943225" cy="4991100"/>
          </a:xfrm>
          <a:custGeom>
            <a:avLst/>
            <a:gdLst>
              <a:gd name="csX0" fmla="*/ 0 w 2943225"/>
              <a:gd name="csY0" fmla="*/ 490547 h 4991100"/>
              <a:gd name="csX1" fmla="*/ 490547 w 2943225"/>
              <a:gd name="csY1" fmla="*/ 0 h 4991100"/>
              <a:gd name="csX2" fmla="*/ 1020322 w 2943225"/>
              <a:gd name="csY2" fmla="*/ 0 h 4991100"/>
              <a:gd name="csX3" fmla="*/ 1550098 w 2943225"/>
              <a:gd name="csY3" fmla="*/ 0 h 4991100"/>
              <a:gd name="csX4" fmla="*/ 2452678 w 2943225"/>
              <a:gd name="csY4" fmla="*/ 0 h 4991100"/>
              <a:gd name="csX5" fmla="*/ 2943225 w 2943225"/>
              <a:gd name="csY5" fmla="*/ 490547 h 4991100"/>
              <a:gd name="csX6" fmla="*/ 2943225 w 2943225"/>
              <a:gd name="csY6" fmla="*/ 1103505 h 4991100"/>
              <a:gd name="csX7" fmla="*/ 2943225 w 2943225"/>
              <a:gd name="csY7" fmla="*/ 1556063 h 4991100"/>
              <a:gd name="csX8" fmla="*/ 2943225 w 2943225"/>
              <a:gd name="csY8" fmla="*/ 2088821 h 4991100"/>
              <a:gd name="csX9" fmla="*/ 2943225 w 2943225"/>
              <a:gd name="csY9" fmla="*/ 2661679 h 4991100"/>
              <a:gd name="csX10" fmla="*/ 2943225 w 2943225"/>
              <a:gd name="csY10" fmla="*/ 3274637 h 4991100"/>
              <a:gd name="csX11" fmla="*/ 2943225 w 2943225"/>
              <a:gd name="csY11" fmla="*/ 3727195 h 4991100"/>
              <a:gd name="csX12" fmla="*/ 2943225 w 2943225"/>
              <a:gd name="csY12" fmla="*/ 4500553 h 4991100"/>
              <a:gd name="csX13" fmla="*/ 2452678 w 2943225"/>
              <a:gd name="csY13" fmla="*/ 4991100 h 4991100"/>
              <a:gd name="csX14" fmla="*/ 1981767 w 2943225"/>
              <a:gd name="csY14" fmla="*/ 4991100 h 4991100"/>
              <a:gd name="csX15" fmla="*/ 1471613 w 2943225"/>
              <a:gd name="csY15" fmla="*/ 4991100 h 4991100"/>
              <a:gd name="csX16" fmla="*/ 961458 w 2943225"/>
              <a:gd name="csY16" fmla="*/ 4991100 h 4991100"/>
              <a:gd name="csX17" fmla="*/ 490547 w 2943225"/>
              <a:gd name="csY17" fmla="*/ 4991100 h 4991100"/>
              <a:gd name="csX18" fmla="*/ 0 w 2943225"/>
              <a:gd name="csY18" fmla="*/ 4500553 h 4991100"/>
              <a:gd name="csX19" fmla="*/ 0 w 2943225"/>
              <a:gd name="csY19" fmla="*/ 4047995 h 4991100"/>
              <a:gd name="csX20" fmla="*/ 0 w 2943225"/>
              <a:gd name="csY20" fmla="*/ 3595437 h 4991100"/>
              <a:gd name="csX21" fmla="*/ 0 w 2943225"/>
              <a:gd name="csY21" fmla="*/ 2942379 h 4991100"/>
              <a:gd name="csX22" fmla="*/ 0 w 2943225"/>
              <a:gd name="csY22" fmla="*/ 2489821 h 4991100"/>
              <a:gd name="csX23" fmla="*/ 0 w 2943225"/>
              <a:gd name="csY23" fmla="*/ 1957063 h 4991100"/>
              <a:gd name="csX24" fmla="*/ 0 w 2943225"/>
              <a:gd name="csY24" fmla="*/ 1304005 h 4991100"/>
              <a:gd name="csX25" fmla="*/ 0 w 2943225"/>
              <a:gd name="csY25" fmla="*/ 490547 h 4991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943225" h="4991100" extrusionOk="0">
                <a:moveTo>
                  <a:pt x="0" y="490547"/>
                </a:moveTo>
                <a:cubicBezTo>
                  <a:pt x="855" y="212153"/>
                  <a:pt x="158332" y="-24780"/>
                  <a:pt x="490547" y="0"/>
                </a:cubicBezTo>
                <a:cubicBezTo>
                  <a:pt x="621109" y="-27285"/>
                  <a:pt x="797546" y="17743"/>
                  <a:pt x="1020322" y="0"/>
                </a:cubicBezTo>
                <a:cubicBezTo>
                  <a:pt x="1243099" y="-17743"/>
                  <a:pt x="1317556" y="747"/>
                  <a:pt x="1550098" y="0"/>
                </a:cubicBezTo>
                <a:cubicBezTo>
                  <a:pt x="1782640" y="-747"/>
                  <a:pt x="2136819" y="32501"/>
                  <a:pt x="2452678" y="0"/>
                </a:cubicBezTo>
                <a:cubicBezTo>
                  <a:pt x="2719895" y="19278"/>
                  <a:pt x="2911294" y="161107"/>
                  <a:pt x="2943225" y="490547"/>
                </a:cubicBezTo>
                <a:cubicBezTo>
                  <a:pt x="2977901" y="667493"/>
                  <a:pt x="2909247" y="883157"/>
                  <a:pt x="2943225" y="1103505"/>
                </a:cubicBezTo>
                <a:cubicBezTo>
                  <a:pt x="2977203" y="1323853"/>
                  <a:pt x="2929100" y="1424350"/>
                  <a:pt x="2943225" y="1556063"/>
                </a:cubicBezTo>
                <a:cubicBezTo>
                  <a:pt x="2957350" y="1687776"/>
                  <a:pt x="2914280" y="1837605"/>
                  <a:pt x="2943225" y="2088821"/>
                </a:cubicBezTo>
                <a:cubicBezTo>
                  <a:pt x="2972170" y="2340037"/>
                  <a:pt x="2919303" y="2525536"/>
                  <a:pt x="2943225" y="2661679"/>
                </a:cubicBezTo>
                <a:cubicBezTo>
                  <a:pt x="2967147" y="2797822"/>
                  <a:pt x="2940282" y="2992975"/>
                  <a:pt x="2943225" y="3274637"/>
                </a:cubicBezTo>
                <a:cubicBezTo>
                  <a:pt x="2946168" y="3556299"/>
                  <a:pt x="2892336" y="3560504"/>
                  <a:pt x="2943225" y="3727195"/>
                </a:cubicBezTo>
                <a:cubicBezTo>
                  <a:pt x="2994114" y="3893886"/>
                  <a:pt x="2860062" y="4337830"/>
                  <a:pt x="2943225" y="4500553"/>
                </a:cubicBezTo>
                <a:cubicBezTo>
                  <a:pt x="2917754" y="4753621"/>
                  <a:pt x="2756804" y="4931267"/>
                  <a:pt x="2452678" y="4991100"/>
                </a:cubicBezTo>
                <a:cubicBezTo>
                  <a:pt x="2309237" y="5039298"/>
                  <a:pt x="2138427" y="4958647"/>
                  <a:pt x="1981767" y="4991100"/>
                </a:cubicBezTo>
                <a:cubicBezTo>
                  <a:pt x="1825107" y="5023553"/>
                  <a:pt x="1726079" y="4953871"/>
                  <a:pt x="1471613" y="4991100"/>
                </a:cubicBezTo>
                <a:cubicBezTo>
                  <a:pt x="1217147" y="5028329"/>
                  <a:pt x="1202635" y="4956057"/>
                  <a:pt x="961458" y="4991100"/>
                </a:cubicBezTo>
                <a:cubicBezTo>
                  <a:pt x="720281" y="5026143"/>
                  <a:pt x="665272" y="4964539"/>
                  <a:pt x="490547" y="4991100"/>
                </a:cubicBezTo>
                <a:cubicBezTo>
                  <a:pt x="240190" y="4994621"/>
                  <a:pt x="-26520" y="4770833"/>
                  <a:pt x="0" y="4500553"/>
                </a:cubicBezTo>
                <a:cubicBezTo>
                  <a:pt x="-28653" y="4303162"/>
                  <a:pt x="15837" y="4143720"/>
                  <a:pt x="0" y="4047995"/>
                </a:cubicBezTo>
                <a:cubicBezTo>
                  <a:pt x="-15837" y="3952270"/>
                  <a:pt x="8107" y="3705254"/>
                  <a:pt x="0" y="3595437"/>
                </a:cubicBezTo>
                <a:cubicBezTo>
                  <a:pt x="-8107" y="3485620"/>
                  <a:pt x="70566" y="3190493"/>
                  <a:pt x="0" y="2942379"/>
                </a:cubicBezTo>
                <a:cubicBezTo>
                  <a:pt x="-70566" y="2694265"/>
                  <a:pt x="11396" y="2599469"/>
                  <a:pt x="0" y="2489821"/>
                </a:cubicBezTo>
                <a:cubicBezTo>
                  <a:pt x="-11396" y="2380173"/>
                  <a:pt x="21194" y="2208917"/>
                  <a:pt x="0" y="1957063"/>
                </a:cubicBezTo>
                <a:cubicBezTo>
                  <a:pt x="-21194" y="1705209"/>
                  <a:pt x="48576" y="1535060"/>
                  <a:pt x="0" y="1304005"/>
                </a:cubicBezTo>
                <a:cubicBezTo>
                  <a:pt x="-48576" y="1072950"/>
                  <a:pt x="55182" y="821643"/>
                  <a:pt x="0" y="490547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132345-13B5-B38E-0EA0-089CDF0BBFFA}"/>
              </a:ext>
            </a:extLst>
          </p:cNvPr>
          <p:cNvSpPr/>
          <p:nvPr/>
        </p:nvSpPr>
        <p:spPr>
          <a:xfrm>
            <a:off x="5272087" y="1663700"/>
            <a:ext cx="2943225" cy="4991100"/>
          </a:xfrm>
          <a:custGeom>
            <a:avLst/>
            <a:gdLst>
              <a:gd name="csX0" fmla="*/ 0 w 2943225"/>
              <a:gd name="csY0" fmla="*/ 490547 h 4991100"/>
              <a:gd name="csX1" fmla="*/ 490547 w 2943225"/>
              <a:gd name="csY1" fmla="*/ 0 h 4991100"/>
              <a:gd name="csX2" fmla="*/ 1020322 w 2943225"/>
              <a:gd name="csY2" fmla="*/ 0 h 4991100"/>
              <a:gd name="csX3" fmla="*/ 1550098 w 2943225"/>
              <a:gd name="csY3" fmla="*/ 0 h 4991100"/>
              <a:gd name="csX4" fmla="*/ 2452678 w 2943225"/>
              <a:gd name="csY4" fmla="*/ 0 h 4991100"/>
              <a:gd name="csX5" fmla="*/ 2943225 w 2943225"/>
              <a:gd name="csY5" fmla="*/ 490547 h 4991100"/>
              <a:gd name="csX6" fmla="*/ 2943225 w 2943225"/>
              <a:gd name="csY6" fmla="*/ 1103505 h 4991100"/>
              <a:gd name="csX7" fmla="*/ 2943225 w 2943225"/>
              <a:gd name="csY7" fmla="*/ 1556063 h 4991100"/>
              <a:gd name="csX8" fmla="*/ 2943225 w 2943225"/>
              <a:gd name="csY8" fmla="*/ 2088821 h 4991100"/>
              <a:gd name="csX9" fmla="*/ 2943225 w 2943225"/>
              <a:gd name="csY9" fmla="*/ 2661679 h 4991100"/>
              <a:gd name="csX10" fmla="*/ 2943225 w 2943225"/>
              <a:gd name="csY10" fmla="*/ 3274637 h 4991100"/>
              <a:gd name="csX11" fmla="*/ 2943225 w 2943225"/>
              <a:gd name="csY11" fmla="*/ 3727195 h 4991100"/>
              <a:gd name="csX12" fmla="*/ 2943225 w 2943225"/>
              <a:gd name="csY12" fmla="*/ 4500553 h 4991100"/>
              <a:gd name="csX13" fmla="*/ 2452678 w 2943225"/>
              <a:gd name="csY13" fmla="*/ 4991100 h 4991100"/>
              <a:gd name="csX14" fmla="*/ 1981767 w 2943225"/>
              <a:gd name="csY14" fmla="*/ 4991100 h 4991100"/>
              <a:gd name="csX15" fmla="*/ 1471613 w 2943225"/>
              <a:gd name="csY15" fmla="*/ 4991100 h 4991100"/>
              <a:gd name="csX16" fmla="*/ 961458 w 2943225"/>
              <a:gd name="csY16" fmla="*/ 4991100 h 4991100"/>
              <a:gd name="csX17" fmla="*/ 490547 w 2943225"/>
              <a:gd name="csY17" fmla="*/ 4991100 h 4991100"/>
              <a:gd name="csX18" fmla="*/ 0 w 2943225"/>
              <a:gd name="csY18" fmla="*/ 4500553 h 4991100"/>
              <a:gd name="csX19" fmla="*/ 0 w 2943225"/>
              <a:gd name="csY19" fmla="*/ 4047995 h 4991100"/>
              <a:gd name="csX20" fmla="*/ 0 w 2943225"/>
              <a:gd name="csY20" fmla="*/ 3595437 h 4991100"/>
              <a:gd name="csX21" fmla="*/ 0 w 2943225"/>
              <a:gd name="csY21" fmla="*/ 2942379 h 4991100"/>
              <a:gd name="csX22" fmla="*/ 0 w 2943225"/>
              <a:gd name="csY22" fmla="*/ 2489821 h 4991100"/>
              <a:gd name="csX23" fmla="*/ 0 w 2943225"/>
              <a:gd name="csY23" fmla="*/ 1957063 h 4991100"/>
              <a:gd name="csX24" fmla="*/ 0 w 2943225"/>
              <a:gd name="csY24" fmla="*/ 1304005 h 4991100"/>
              <a:gd name="csX25" fmla="*/ 0 w 2943225"/>
              <a:gd name="csY25" fmla="*/ 490547 h 4991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943225" h="4991100" extrusionOk="0">
                <a:moveTo>
                  <a:pt x="0" y="490547"/>
                </a:moveTo>
                <a:cubicBezTo>
                  <a:pt x="855" y="212153"/>
                  <a:pt x="158332" y="-24780"/>
                  <a:pt x="490547" y="0"/>
                </a:cubicBezTo>
                <a:cubicBezTo>
                  <a:pt x="621109" y="-27285"/>
                  <a:pt x="797546" y="17743"/>
                  <a:pt x="1020322" y="0"/>
                </a:cubicBezTo>
                <a:cubicBezTo>
                  <a:pt x="1243099" y="-17743"/>
                  <a:pt x="1317556" y="747"/>
                  <a:pt x="1550098" y="0"/>
                </a:cubicBezTo>
                <a:cubicBezTo>
                  <a:pt x="1782640" y="-747"/>
                  <a:pt x="2136819" y="32501"/>
                  <a:pt x="2452678" y="0"/>
                </a:cubicBezTo>
                <a:cubicBezTo>
                  <a:pt x="2719895" y="19278"/>
                  <a:pt x="2911294" y="161107"/>
                  <a:pt x="2943225" y="490547"/>
                </a:cubicBezTo>
                <a:cubicBezTo>
                  <a:pt x="2977901" y="667493"/>
                  <a:pt x="2909247" y="883157"/>
                  <a:pt x="2943225" y="1103505"/>
                </a:cubicBezTo>
                <a:cubicBezTo>
                  <a:pt x="2977203" y="1323853"/>
                  <a:pt x="2929100" y="1424350"/>
                  <a:pt x="2943225" y="1556063"/>
                </a:cubicBezTo>
                <a:cubicBezTo>
                  <a:pt x="2957350" y="1687776"/>
                  <a:pt x="2914280" y="1837605"/>
                  <a:pt x="2943225" y="2088821"/>
                </a:cubicBezTo>
                <a:cubicBezTo>
                  <a:pt x="2972170" y="2340037"/>
                  <a:pt x="2919303" y="2525536"/>
                  <a:pt x="2943225" y="2661679"/>
                </a:cubicBezTo>
                <a:cubicBezTo>
                  <a:pt x="2967147" y="2797822"/>
                  <a:pt x="2940282" y="2992975"/>
                  <a:pt x="2943225" y="3274637"/>
                </a:cubicBezTo>
                <a:cubicBezTo>
                  <a:pt x="2946168" y="3556299"/>
                  <a:pt x="2892336" y="3560504"/>
                  <a:pt x="2943225" y="3727195"/>
                </a:cubicBezTo>
                <a:cubicBezTo>
                  <a:pt x="2994114" y="3893886"/>
                  <a:pt x="2860062" y="4337830"/>
                  <a:pt x="2943225" y="4500553"/>
                </a:cubicBezTo>
                <a:cubicBezTo>
                  <a:pt x="2917754" y="4753621"/>
                  <a:pt x="2756804" y="4931267"/>
                  <a:pt x="2452678" y="4991100"/>
                </a:cubicBezTo>
                <a:cubicBezTo>
                  <a:pt x="2309237" y="5039298"/>
                  <a:pt x="2138427" y="4958647"/>
                  <a:pt x="1981767" y="4991100"/>
                </a:cubicBezTo>
                <a:cubicBezTo>
                  <a:pt x="1825107" y="5023553"/>
                  <a:pt x="1726079" y="4953871"/>
                  <a:pt x="1471613" y="4991100"/>
                </a:cubicBezTo>
                <a:cubicBezTo>
                  <a:pt x="1217147" y="5028329"/>
                  <a:pt x="1202635" y="4956057"/>
                  <a:pt x="961458" y="4991100"/>
                </a:cubicBezTo>
                <a:cubicBezTo>
                  <a:pt x="720281" y="5026143"/>
                  <a:pt x="665272" y="4964539"/>
                  <a:pt x="490547" y="4991100"/>
                </a:cubicBezTo>
                <a:cubicBezTo>
                  <a:pt x="240190" y="4994621"/>
                  <a:pt x="-26520" y="4770833"/>
                  <a:pt x="0" y="4500553"/>
                </a:cubicBezTo>
                <a:cubicBezTo>
                  <a:pt x="-28653" y="4303162"/>
                  <a:pt x="15837" y="4143720"/>
                  <a:pt x="0" y="4047995"/>
                </a:cubicBezTo>
                <a:cubicBezTo>
                  <a:pt x="-15837" y="3952270"/>
                  <a:pt x="8107" y="3705254"/>
                  <a:pt x="0" y="3595437"/>
                </a:cubicBezTo>
                <a:cubicBezTo>
                  <a:pt x="-8107" y="3485620"/>
                  <a:pt x="70566" y="3190493"/>
                  <a:pt x="0" y="2942379"/>
                </a:cubicBezTo>
                <a:cubicBezTo>
                  <a:pt x="-70566" y="2694265"/>
                  <a:pt x="11396" y="2599469"/>
                  <a:pt x="0" y="2489821"/>
                </a:cubicBezTo>
                <a:cubicBezTo>
                  <a:pt x="-11396" y="2380173"/>
                  <a:pt x="21194" y="2208917"/>
                  <a:pt x="0" y="1957063"/>
                </a:cubicBezTo>
                <a:cubicBezTo>
                  <a:pt x="-21194" y="1705209"/>
                  <a:pt x="48576" y="1535060"/>
                  <a:pt x="0" y="1304005"/>
                </a:cubicBezTo>
                <a:cubicBezTo>
                  <a:pt x="-48576" y="1072950"/>
                  <a:pt x="55182" y="821643"/>
                  <a:pt x="0" y="490547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0782D4E-2111-447E-D409-598C20CF8A06}"/>
              </a:ext>
            </a:extLst>
          </p:cNvPr>
          <p:cNvSpPr/>
          <p:nvPr/>
        </p:nvSpPr>
        <p:spPr>
          <a:xfrm>
            <a:off x="9072562" y="1663700"/>
            <a:ext cx="2943225" cy="4991100"/>
          </a:xfrm>
          <a:custGeom>
            <a:avLst/>
            <a:gdLst>
              <a:gd name="csX0" fmla="*/ 0 w 2943225"/>
              <a:gd name="csY0" fmla="*/ 490547 h 4991100"/>
              <a:gd name="csX1" fmla="*/ 490547 w 2943225"/>
              <a:gd name="csY1" fmla="*/ 0 h 4991100"/>
              <a:gd name="csX2" fmla="*/ 1020322 w 2943225"/>
              <a:gd name="csY2" fmla="*/ 0 h 4991100"/>
              <a:gd name="csX3" fmla="*/ 1550098 w 2943225"/>
              <a:gd name="csY3" fmla="*/ 0 h 4991100"/>
              <a:gd name="csX4" fmla="*/ 2452678 w 2943225"/>
              <a:gd name="csY4" fmla="*/ 0 h 4991100"/>
              <a:gd name="csX5" fmla="*/ 2943225 w 2943225"/>
              <a:gd name="csY5" fmla="*/ 490547 h 4991100"/>
              <a:gd name="csX6" fmla="*/ 2943225 w 2943225"/>
              <a:gd name="csY6" fmla="*/ 1103505 h 4991100"/>
              <a:gd name="csX7" fmla="*/ 2943225 w 2943225"/>
              <a:gd name="csY7" fmla="*/ 1556063 h 4991100"/>
              <a:gd name="csX8" fmla="*/ 2943225 w 2943225"/>
              <a:gd name="csY8" fmla="*/ 2088821 h 4991100"/>
              <a:gd name="csX9" fmla="*/ 2943225 w 2943225"/>
              <a:gd name="csY9" fmla="*/ 2661679 h 4991100"/>
              <a:gd name="csX10" fmla="*/ 2943225 w 2943225"/>
              <a:gd name="csY10" fmla="*/ 3274637 h 4991100"/>
              <a:gd name="csX11" fmla="*/ 2943225 w 2943225"/>
              <a:gd name="csY11" fmla="*/ 3727195 h 4991100"/>
              <a:gd name="csX12" fmla="*/ 2943225 w 2943225"/>
              <a:gd name="csY12" fmla="*/ 4500553 h 4991100"/>
              <a:gd name="csX13" fmla="*/ 2452678 w 2943225"/>
              <a:gd name="csY13" fmla="*/ 4991100 h 4991100"/>
              <a:gd name="csX14" fmla="*/ 1981767 w 2943225"/>
              <a:gd name="csY14" fmla="*/ 4991100 h 4991100"/>
              <a:gd name="csX15" fmla="*/ 1471613 w 2943225"/>
              <a:gd name="csY15" fmla="*/ 4991100 h 4991100"/>
              <a:gd name="csX16" fmla="*/ 961458 w 2943225"/>
              <a:gd name="csY16" fmla="*/ 4991100 h 4991100"/>
              <a:gd name="csX17" fmla="*/ 490547 w 2943225"/>
              <a:gd name="csY17" fmla="*/ 4991100 h 4991100"/>
              <a:gd name="csX18" fmla="*/ 0 w 2943225"/>
              <a:gd name="csY18" fmla="*/ 4500553 h 4991100"/>
              <a:gd name="csX19" fmla="*/ 0 w 2943225"/>
              <a:gd name="csY19" fmla="*/ 4047995 h 4991100"/>
              <a:gd name="csX20" fmla="*/ 0 w 2943225"/>
              <a:gd name="csY20" fmla="*/ 3595437 h 4991100"/>
              <a:gd name="csX21" fmla="*/ 0 w 2943225"/>
              <a:gd name="csY21" fmla="*/ 2942379 h 4991100"/>
              <a:gd name="csX22" fmla="*/ 0 w 2943225"/>
              <a:gd name="csY22" fmla="*/ 2489821 h 4991100"/>
              <a:gd name="csX23" fmla="*/ 0 w 2943225"/>
              <a:gd name="csY23" fmla="*/ 1957063 h 4991100"/>
              <a:gd name="csX24" fmla="*/ 0 w 2943225"/>
              <a:gd name="csY24" fmla="*/ 1304005 h 4991100"/>
              <a:gd name="csX25" fmla="*/ 0 w 2943225"/>
              <a:gd name="csY25" fmla="*/ 490547 h 4991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943225" h="4991100" extrusionOk="0">
                <a:moveTo>
                  <a:pt x="0" y="490547"/>
                </a:moveTo>
                <a:cubicBezTo>
                  <a:pt x="855" y="212153"/>
                  <a:pt x="158332" y="-24780"/>
                  <a:pt x="490547" y="0"/>
                </a:cubicBezTo>
                <a:cubicBezTo>
                  <a:pt x="621109" y="-27285"/>
                  <a:pt x="797546" y="17743"/>
                  <a:pt x="1020322" y="0"/>
                </a:cubicBezTo>
                <a:cubicBezTo>
                  <a:pt x="1243099" y="-17743"/>
                  <a:pt x="1317556" y="747"/>
                  <a:pt x="1550098" y="0"/>
                </a:cubicBezTo>
                <a:cubicBezTo>
                  <a:pt x="1782640" y="-747"/>
                  <a:pt x="2136819" y="32501"/>
                  <a:pt x="2452678" y="0"/>
                </a:cubicBezTo>
                <a:cubicBezTo>
                  <a:pt x="2719895" y="19278"/>
                  <a:pt x="2911294" y="161107"/>
                  <a:pt x="2943225" y="490547"/>
                </a:cubicBezTo>
                <a:cubicBezTo>
                  <a:pt x="2977901" y="667493"/>
                  <a:pt x="2909247" y="883157"/>
                  <a:pt x="2943225" y="1103505"/>
                </a:cubicBezTo>
                <a:cubicBezTo>
                  <a:pt x="2977203" y="1323853"/>
                  <a:pt x="2929100" y="1424350"/>
                  <a:pt x="2943225" y="1556063"/>
                </a:cubicBezTo>
                <a:cubicBezTo>
                  <a:pt x="2957350" y="1687776"/>
                  <a:pt x="2914280" y="1837605"/>
                  <a:pt x="2943225" y="2088821"/>
                </a:cubicBezTo>
                <a:cubicBezTo>
                  <a:pt x="2972170" y="2340037"/>
                  <a:pt x="2919303" y="2525536"/>
                  <a:pt x="2943225" y="2661679"/>
                </a:cubicBezTo>
                <a:cubicBezTo>
                  <a:pt x="2967147" y="2797822"/>
                  <a:pt x="2940282" y="2992975"/>
                  <a:pt x="2943225" y="3274637"/>
                </a:cubicBezTo>
                <a:cubicBezTo>
                  <a:pt x="2946168" y="3556299"/>
                  <a:pt x="2892336" y="3560504"/>
                  <a:pt x="2943225" y="3727195"/>
                </a:cubicBezTo>
                <a:cubicBezTo>
                  <a:pt x="2994114" y="3893886"/>
                  <a:pt x="2860062" y="4337830"/>
                  <a:pt x="2943225" y="4500553"/>
                </a:cubicBezTo>
                <a:cubicBezTo>
                  <a:pt x="2917754" y="4753621"/>
                  <a:pt x="2756804" y="4931267"/>
                  <a:pt x="2452678" y="4991100"/>
                </a:cubicBezTo>
                <a:cubicBezTo>
                  <a:pt x="2309237" y="5039298"/>
                  <a:pt x="2138427" y="4958647"/>
                  <a:pt x="1981767" y="4991100"/>
                </a:cubicBezTo>
                <a:cubicBezTo>
                  <a:pt x="1825107" y="5023553"/>
                  <a:pt x="1726079" y="4953871"/>
                  <a:pt x="1471613" y="4991100"/>
                </a:cubicBezTo>
                <a:cubicBezTo>
                  <a:pt x="1217147" y="5028329"/>
                  <a:pt x="1202635" y="4956057"/>
                  <a:pt x="961458" y="4991100"/>
                </a:cubicBezTo>
                <a:cubicBezTo>
                  <a:pt x="720281" y="5026143"/>
                  <a:pt x="665272" y="4964539"/>
                  <a:pt x="490547" y="4991100"/>
                </a:cubicBezTo>
                <a:cubicBezTo>
                  <a:pt x="240190" y="4994621"/>
                  <a:pt x="-26520" y="4770833"/>
                  <a:pt x="0" y="4500553"/>
                </a:cubicBezTo>
                <a:cubicBezTo>
                  <a:pt x="-28653" y="4303162"/>
                  <a:pt x="15837" y="4143720"/>
                  <a:pt x="0" y="4047995"/>
                </a:cubicBezTo>
                <a:cubicBezTo>
                  <a:pt x="-15837" y="3952270"/>
                  <a:pt x="8107" y="3705254"/>
                  <a:pt x="0" y="3595437"/>
                </a:cubicBezTo>
                <a:cubicBezTo>
                  <a:pt x="-8107" y="3485620"/>
                  <a:pt x="70566" y="3190493"/>
                  <a:pt x="0" y="2942379"/>
                </a:cubicBezTo>
                <a:cubicBezTo>
                  <a:pt x="-70566" y="2694265"/>
                  <a:pt x="11396" y="2599469"/>
                  <a:pt x="0" y="2489821"/>
                </a:cubicBezTo>
                <a:cubicBezTo>
                  <a:pt x="-11396" y="2380173"/>
                  <a:pt x="21194" y="2208917"/>
                  <a:pt x="0" y="1957063"/>
                </a:cubicBezTo>
                <a:cubicBezTo>
                  <a:pt x="-21194" y="1705209"/>
                  <a:pt x="48576" y="1535060"/>
                  <a:pt x="0" y="1304005"/>
                </a:cubicBezTo>
                <a:cubicBezTo>
                  <a:pt x="-48576" y="1072950"/>
                  <a:pt x="55182" y="821643"/>
                  <a:pt x="0" y="490547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598FE54-0422-E5EB-866B-55520642DD7F}"/>
              </a:ext>
            </a:extLst>
          </p:cNvPr>
          <p:cNvSpPr/>
          <p:nvPr/>
        </p:nvSpPr>
        <p:spPr>
          <a:xfrm rot="16200000">
            <a:off x="4747260" y="3644900"/>
            <a:ext cx="228600" cy="533400"/>
          </a:xfrm>
          <a:custGeom>
            <a:avLst/>
            <a:gdLst>
              <a:gd name="csX0" fmla="*/ 0 w 228600"/>
              <a:gd name="csY0" fmla="*/ 285751 h 533400"/>
              <a:gd name="csX1" fmla="*/ 85725 w 228600"/>
              <a:gd name="csY1" fmla="*/ 285751 h 533400"/>
              <a:gd name="csX2" fmla="*/ 85725 w 228600"/>
              <a:gd name="csY2" fmla="*/ 0 h 533400"/>
              <a:gd name="csX3" fmla="*/ 142875 w 228600"/>
              <a:gd name="csY3" fmla="*/ 0 h 533400"/>
              <a:gd name="csX4" fmla="*/ 142875 w 228600"/>
              <a:gd name="csY4" fmla="*/ 285751 h 533400"/>
              <a:gd name="csX5" fmla="*/ 228600 w 228600"/>
              <a:gd name="csY5" fmla="*/ 285751 h 533400"/>
              <a:gd name="csX6" fmla="*/ 114300 w 228600"/>
              <a:gd name="csY6" fmla="*/ 533400 h 533400"/>
              <a:gd name="csX7" fmla="*/ 0 w 228600"/>
              <a:gd name="csY7" fmla="*/ 285751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8600" h="533400" fill="none" extrusionOk="0">
                <a:moveTo>
                  <a:pt x="0" y="285751"/>
                </a:moveTo>
                <a:cubicBezTo>
                  <a:pt x="25030" y="284218"/>
                  <a:pt x="44381" y="293875"/>
                  <a:pt x="85725" y="285751"/>
                </a:cubicBezTo>
                <a:cubicBezTo>
                  <a:pt x="69090" y="169937"/>
                  <a:pt x="93836" y="57932"/>
                  <a:pt x="85725" y="0"/>
                </a:cubicBezTo>
                <a:cubicBezTo>
                  <a:pt x="111447" y="-1996"/>
                  <a:pt x="125647" y="597"/>
                  <a:pt x="142875" y="0"/>
                </a:cubicBezTo>
                <a:cubicBezTo>
                  <a:pt x="158684" y="74097"/>
                  <a:pt x="127024" y="208531"/>
                  <a:pt x="142875" y="285751"/>
                </a:cubicBezTo>
                <a:cubicBezTo>
                  <a:pt x="162721" y="277838"/>
                  <a:pt x="199816" y="285988"/>
                  <a:pt x="228600" y="285751"/>
                </a:cubicBezTo>
                <a:cubicBezTo>
                  <a:pt x="211039" y="338683"/>
                  <a:pt x="122678" y="464906"/>
                  <a:pt x="114300" y="533400"/>
                </a:cubicBezTo>
                <a:cubicBezTo>
                  <a:pt x="61059" y="424534"/>
                  <a:pt x="69270" y="387164"/>
                  <a:pt x="0" y="285751"/>
                </a:cubicBezTo>
                <a:close/>
              </a:path>
              <a:path w="228600" h="533400" stroke="0" extrusionOk="0">
                <a:moveTo>
                  <a:pt x="0" y="285751"/>
                </a:moveTo>
                <a:cubicBezTo>
                  <a:pt x="38845" y="282479"/>
                  <a:pt x="47694" y="287217"/>
                  <a:pt x="85725" y="285751"/>
                </a:cubicBezTo>
                <a:cubicBezTo>
                  <a:pt x="55649" y="150972"/>
                  <a:pt x="104182" y="62763"/>
                  <a:pt x="85725" y="0"/>
                </a:cubicBezTo>
                <a:cubicBezTo>
                  <a:pt x="99189" y="-6639"/>
                  <a:pt x="130060" y="5888"/>
                  <a:pt x="142875" y="0"/>
                </a:cubicBezTo>
                <a:cubicBezTo>
                  <a:pt x="171501" y="119489"/>
                  <a:pt x="141247" y="204790"/>
                  <a:pt x="142875" y="285751"/>
                </a:cubicBezTo>
                <a:cubicBezTo>
                  <a:pt x="167424" y="283218"/>
                  <a:pt x="206060" y="294130"/>
                  <a:pt x="228600" y="285751"/>
                </a:cubicBezTo>
                <a:cubicBezTo>
                  <a:pt x="212001" y="349417"/>
                  <a:pt x="136779" y="415989"/>
                  <a:pt x="114300" y="533400"/>
                </a:cubicBezTo>
                <a:cubicBezTo>
                  <a:pt x="72732" y="474000"/>
                  <a:pt x="57870" y="355725"/>
                  <a:pt x="0" y="285751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302904691">
                  <a:prstGeom prst="downArrow">
                    <a:avLst>
                      <a:gd name="adj1" fmla="val 25000"/>
                      <a:gd name="adj2" fmla="val 10833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E3A2BE3D-269A-7B25-E019-7B7F34193AE7}"/>
              </a:ext>
            </a:extLst>
          </p:cNvPr>
          <p:cNvSpPr/>
          <p:nvPr/>
        </p:nvSpPr>
        <p:spPr>
          <a:xfrm rot="16200000">
            <a:off x="8534399" y="3644900"/>
            <a:ext cx="228600" cy="533400"/>
          </a:xfrm>
          <a:custGeom>
            <a:avLst/>
            <a:gdLst>
              <a:gd name="csX0" fmla="*/ 0 w 228600"/>
              <a:gd name="csY0" fmla="*/ 285751 h 533400"/>
              <a:gd name="csX1" fmla="*/ 85725 w 228600"/>
              <a:gd name="csY1" fmla="*/ 285751 h 533400"/>
              <a:gd name="csX2" fmla="*/ 85725 w 228600"/>
              <a:gd name="csY2" fmla="*/ 0 h 533400"/>
              <a:gd name="csX3" fmla="*/ 142875 w 228600"/>
              <a:gd name="csY3" fmla="*/ 0 h 533400"/>
              <a:gd name="csX4" fmla="*/ 142875 w 228600"/>
              <a:gd name="csY4" fmla="*/ 285751 h 533400"/>
              <a:gd name="csX5" fmla="*/ 228600 w 228600"/>
              <a:gd name="csY5" fmla="*/ 285751 h 533400"/>
              <a:gd name="csX6" fmla="*/ 114300 w 228600"/>
              <a:gd name="csY6" fmla="*/ 533400 h 533400"/>
              <a:gd name="csX7" fmla="*/ 0 w 228600"/>
              <a:gd name="csY7" fmla="*/ 285751 h 53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28600" h="533400" fill="none" extrusionOk="0">
                <a:moveTo>
                  <a:pt x="0" y="285751"/>
                </a:moveTo>
                <a:cubicBezTo>
                  <a:pt x="25030" y="284218"/>
                  <a:pt x="44381" y="293875"/>
                  <a:pt x="85725" y="285751"/>
                </a:cubicBezTo>
                <a:cubicBezTo>
                  <a:pt x="69090" y="169937"/>
                  <a:pt x="93836" y="57932"/>
                  <a:pt x="85725" y="0"/>
                </a:cubicBezTo>
                <a:cubicBezTo>
                  <a:pt x="111447" y="-1996"/>
                  <a:pt x="125647" y="597"/>
                  <a:pt x="142875" y="0"/>
                </a:cubicBezTo>
                <a:cubicBezTo>
                  <a:pt x="158684" y="74097"/>
                  <a:pt x="127024" y="208531"/>
                  <a:pt x="142875" y="285751"/>
                </a:cubicBezTo>
                <a:cubicBezTo>
                  <a:pt x="162721" y="277838"/>
                  <a:pt x="199816" y="285988"/>
                  <a:pt x="228600" y="285751"/>
                </a:cubicBezTo>
                <a:cubicBezTo>
                  <a:pt x="211039" y="338683"/>
                  <a:pt x="122678" y="464906"/>
                  <a:pt x="114300" y="533400"/>
                </a:cubicBezTo>
                <a:cubicBezTo>
                  <a:pt x="61059" y="424534"/>
                  <a:pt x="69270" y="387164"/>
                  <a:pt x="0" y="285751"/>
                </a:cubicBezTo>
                <a:close/>
              </a:path>
              <a:path w="228600" h="533400" stroke="0" extrusionOk="0">
                <a:moveTo>
                  <a:pt x="0" y="285751"/>
                </a:moveTo>
                <a:cubicBezTo>
                  <a:pt x="38845" y="282479"/>
                  <a:pt x="47694" y="287217"/>
                  <a:pt x="85725" y="285751"/>
                </a:cubicBezTo>
                <a:cubicBezTo>
                  <a:pt x="55649" y="150972"/>
                  <a:pt x="104182" y="62763"/>
                  <a:pt x="85725" y="0"/>
                </a:cubicBezTo>
                <a:cubicBezTo>
                  <a:pt x="99189" y="-6639"/>
                  <a:pt x="130060" y="5888"/>
                  <a:pt x="142875" y="0"/>
                </a:cubicBezTo>
                <a:cubicBezTo>
                  <a:pt x="171501" y="119489"/>
                  <a:pt x="141247" y="204790"/>
                  <a:pt x="142875" y="285751"/>
                </a:cubicBezTo>
                <a:cubicBezTo>
                  <a:pt x="167424" y="283218"/>
                  <a:pt x="206060" y="294130"/>
                  <a:pt x="228600" y="285751"/>
                </a:cubicBezTo>
                <a:cubicBezTo>
                  <a:pt x="212001" y="349417"/>
                  <a:pt x="136779" y="415989"/>
                  <a:pt x="114300" y="533400"/>
                </a:cubicBezTo>
                <a:cubicBezTo>
                  <a:pt x="72732" y="474000"/>
                  <a:pt x="57870" y="355725"/>
                  <a:pt x="0" y="285751"/>
                </a:cubicBezTo>
                <a:close/>
              </a:path>
            </a:pathLst>
          </a:custGeom>
          <a:solidFill>
            <a:schemeClr val="tx1"/>
          </a:solidFill>
          <a:ln>
            <a:extLst>
              <a:ext uri="{C807C97D-BFC1-408E-A445-0C87EB9F89A2}">
                <ask:lineSketchStyleProps xmlns:ask="http://schemas.microsoft.com/office/drawing/2018/sketchyshapes" sd="2302904691">
                  <a:prstGeom prst="downArrow">
                    <a:avLst>
                      <a:gd name="adj1" fmla="val 25000"/>
                      <a:gd name="adj2" fmla="val 10833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1B09B6-4FF8-1220-27A4-E454AF40E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055" y="2609833"/>
            <a:ext cx="2700338" cy="30988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A98B22-A1B4-6FF6-754C-F6ED404C2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826" y="2149475"/>
            <a:ext cx="2609748" cy="39814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755209-DED2-7E0D-6029-10F84F410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300" y="2218265"/>
            <a:ext cx="2609748" cy="16531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D93132-69C4-5CE8-FA2B-A471DF6F5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9996" y="4073525"/>
            <a:ext cx="2529306" cy="17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32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504718-6296-8FB1-0009-5B462D646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8E52EA-E948-524D-1A4A-DC2B9EEB89F2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F554B-3A27-8204-697A-B2043CEAD8F6}"/>
              </a:ext>
            </a:extLst>
          </p:cNvPr>
          <p:cNvSpPr txBox="1"/>
          <p:nvPr/>
        </p:nvSpPr>
        <p:spPr>
          <a:xfrm rot="16200000">
            <a:off x="-1435355" y="3725472"/>
            <a:ext cx="4070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Proxima Soft SemiBold"/>
              </a:rPr>
              <a:t>NV Center Electronic Structure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4B1BB89-B9CE-B153-0AD5-AEBA17242E67}"/>
              </a:ext>
            </a:extLst>
          </p:cNvPr>
          <p:cNvSpPr txBox="1">
            <a:spLocks/>
          </p:cNvSpPr>
          <p:nvPr/>
        </p:nvSpPr>
        <p:spPr>
          <a:xfrm rot="16200000">
            <a:off x="-529746" y="3552017"/>
            <a:ext cx="3225800" cy="5207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  <a:latin typeface="Proxima Soft SemiBold"/>
              </a:rPr>
              <a:t>Selection Engineering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CF9E77D-0236-D028-6B8A-A9BE085BBAC7}"/>
              </a:ext>
            </a:extLst>
          </p:cNvPr>
          <p:cNvGrpSpPr/>
          <p:nvPr/>
        </p:nvGrpSpPr>
        <p:grpSpPr>
          <a:xfrm>
            <a:off x="2400612" y="2343605"/>
            <a:ext cx="9422147" cy="3476818"/>
            <a:chOff x="410837" y="1857829"/>
            <a:chExt cx="11430660" cy="421796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A77BA53-459B-8334-4F15-155FFA3D7A30}"/>
                </a:ext>
              </a:extLst>
            </p:cNvPr>
            <p:cNvGrpSpPr/>
            <p:nvPr/>
          </p:nvGrpSpPr>
          <p:grpSpPr>
            <a:xfrm>
              <a:off x="698938" y="2214484"/>
              <a:ext cx="3190891" cy="3777574"/>
              <a:chOff x="6606253" y="1115923"/>
              <a:chExt cx="4364038" cy="5166418"/>
            </a:xfrm>
          </p:grpSpPr>
          <p:grpSp>
            <p:nvGrpSpPr>
              <p:cNvPr id="4" name="Graphic 78">
                <a:extLst>
                  <a:ext uri="{FF2B5EF4-FFF2-40B4-BE49-F238E27FC236}">
                    <a16:creationId xmlns:a16="http://schemas.microsoft.com/office/drawing/2014/main" id="{5CC0540F-DCB6-0E42-3650-37AB0784DE29}"/>
                  </a:ext>
                </a:extLst>
              </p:cNvPr>
              <p:cNvGrpSpPr/>
              <p:nvPr/>
            </p:nvGrpSpPr>
            <p:grpSpPr>
              <a:xfrm>
                <a:off x="6815087" y="2991966"/>
                <a:ext cx="510674" cy="379771"/>
                <a:chOff x="7189628" y="4086067"/>
                <a:chExt cx="364520" cy="271081"/>
              </a:xfrm>
              <a:solidFill>
                <a:srgbClr val="000000"/>
              </a:solidFill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A422D4B8-4A88-81F4-AD3F-98C5B5092A9F}"/>
                    </a:ext>
                  </a:extLst>
                </p:cNvPr>
                <p:cNvSpPr/>
                <p:nvPr/>
              </p:nvSpPr>
              <p:spPr>
                <a:xfrm>
                  <a:off x="7189628" y="4086067"/>
                  <a:ext cx="82485" cy="120776"/>
                </a:xfrm>
                <a:custGeom>
                  <a:avLst/>
                  <a:gdLst>
                    <a:gd name="csX0" fmla="*/ 36009 w 82485"/>
                    <a:gd name="csY0" fmla="*/ 45564 h 120776"/>
                    <a:gd name="csX1" fmla="*/ 48774 w 82485"/>
                    <a:gd name="csY1" fmla="*/ 41276 h 120776"/>
                    <a:gd name="csX2" fmla="*/ 54107 w 82485"/>
                    <a:gd name="csY2" fmla="*/ 28800 h 120776"/>
                    <a:gd name="csX3" fmla="*/ 49917 w 82485"/>
                    <a:gd name="csY3" fmla="*/ 18131 h 120776"/>
                    <a:gd name="csX4" fmla="*/ 38391 w 82485"/>
                    <a:gd name="csY4" fmla="*/ 13559 h 120776"/>
                    <a:gd name="csX5" fmla="*/ 30199 w 82485"/>
                    <a:gd name="csY5" fmla="*/ 14987 h 120776"/>
                    <a:gd name="csX6" fmla="*/ 25246 w 82485"/>
                    <a:gd name="csY6" fmla="*/ 18608 h 120776"/>
                    <a:gd name="csX7" fmla="*/ 21627 w 82485"/>
                    <a:gd name="csY7" fmla="*/ 24419 h 120776"/>
                    <a:gd name="csX8" fmla="*/ 18674 w 82485"/>
                    <a:gd name="csY8" fmla="*/ 31086 h 120776"/>
                    <a:gd name="csX9" fmla="*/ 15816 w 82485"/>
                    <a:gd name="csY9" fmla="*/ 33753 h 120776"/>
                    <a:gd name="csX10" fmla="*/ 10959 w 82485"/>
                    <a:gd name="csY10" fmla="*/ 34704 h 120776"/>
                    <a:gd name="csX11" fmla="*/ 4958 w 82485"/>
                    <a:gd name="csY11" fmla="*/ 32132 h 120776"/>
                    <a:gd name="csX12" fmla="*/ 2292 w 82485"/>
                    <a:gd name="csY12" fmla="*/ 25084 h 120776"/>
                    <a:gd name="csX13" fmla="*/ 4768 w 82485"/>
                    <a:gd name="csY13" fmla="*/ 16322 h 120776"/>
                    <a:gd name="csX14" fmla="*/ 12197 w 82485"/>
                    <a:gd name="csY14" fmla="*/ 7464 h 120776"/>
                    <a:gd name="csX15" fmla="*/ 24389 w 82485"/>
                    <a:gd name="csY15" fmla="*/ 795 h 120776"/>
                    <a:gd name="csX16" fmla="*/ 40581 w 82485"/>
                    <a:gd name="csY16" fmla="*/ -1775 h 120776"/>
                    <a:gd name="csX17" fmla="*/ 54869 w 82485"/>
                    <a:gd name="csY17" fmla="*/ 416 h 120776"/>
                    <a:gd name="csX18" fmla="*/ 66109 w 82485"/>
                    <a:gd name="csY18" fmla="*/ 6511 h 120776"/>
                    <a:gd name="csX19" fmla="*/ 73252 w 82485"/>
                    <a:gd name="csY19" fmla="*/ 15845 h 120776"/>
                    <a:gd name="csX20" fmla="*/ 75634 w 82485"/>
                    <a:gd name="csY20" fmla="*/ 27274 h 120776"/>
                    <a:gd name="csX21" fmla="*/ 72110 w 82485"/>
                    <a:gd name="csY21" fmla="*/ 41181 h 120776"/>
                    <a:gd name="csX22" fmla="*/ 62108 w 82485"/>
                    <a:gd name="csY22" fmla="*/ 52422 h 120776"/>
                    <a:gd name="csX23" fmla="*/ 72682 w 82485"/>
                    <a:gd name="csY23" fmla="*/ 60138 h 120776"/>
                    <a:gd name="csX24" fmla="*/ 79253 w 82485"/>
                    <a:gd name="csY24" fmla="*/ 69756 h 120776"/>
                    <a:gd name="csX25" fmla="*/ 81349 w 82485"/>
                    <a:gd name="csY25" fmla="*/ 81187 h 120776"/>
                    <a:gd name="csX26" fmla="*/ 78396 w 82485"/>
                    <a:gd name="csY26" fmla="*/ 95380 h 120776"/>
                    <a:gd name="csX27" fmla="*/ 69824 w 82485"/>
                    <a:gd name="csY27" fmla="*/ 107572 h 120776"/>
                    <a:gd name="csX28" fmla="*/ 56202 w 82485"/>
                    <a:gd name="csY28" fmla="*/ 115953 h 120776"/>
                    <a:gd name="csX29" fmla="*/ 38867 w 82485"/>
                    <a:gd name="csY29" fmla="*/ 119001 h 120776"/>
                    <a:gd name="csX30" fmla="*/ 21531 w 82485"/>
                    <a:gd name="csY30" fmla="*/ 115476 h 120776"/>
                    <a:gd name="csX31" fmla="*/ 8863 w 82485"/>
                    <a:gd name="csY31" fmla="*/ 106904 h 120776"/>
                    <a:gd name="csX32" fmla="*/ 1338 w 82485"/>
                    <a:gd name="csY32" fmla="*/ 96045 h 120776"/>
                    <a:gd name="csX33" fmla="*/ -1137 w 82485"/>
                    <a:gd name="csY33" fmla="*/ 86901 h 120776"/>
                    <a:gd name="csX34" fmla="*/ 1815 w 82485"/>
                    <a:gd name="csY34" fmla="*/ 79376 h 120776"/>
                    <a:gd name="csX35" fmla="*/ 9435 w 82485"/>
                    <a:gd name="csY35" fmla="*/ 76520 h 120776"/>
                    <a:gd name="csX36" fmla="*/ 13721 w 82485"/>
                    <a:gd name="csY36" fmla="*/ 77853 h 120776"/>
                    <a:gd name="csX37" fmla="*/ 16484 w 82485"/>
                    <a:gd name="csY37" fmla="*/ 80997 h 120776"/>
                    <a:gd name="csX38" fmla="*/ 25437 w 82485"/>
                    <a:gd name="csY38" fmla="*/ 97665 h 120776"/>
                    <a:gd name="csX39" fmla="*/ 38963 w 82485"/>
                    <a:gd name="csY39" fmla="*/ 103093 h 120776"/>
                    <a:gd name="csX40" fmla="*/ 48583 w 82485"/>
                    <a:gd name="csY40" fmla="*/ 100712 h 120776"/>
                    <a:gd name="csX41" fmla="*/ 56202 w 82485"/>
                    <a:gd name="csY41" fmla="*/ 93284 h 120776"/>
                    <a:gd name="csX42" fmla="*/ 59346 w 82485"/>
                    <a:gd name="csY42" fmla="*/ 82139 h 120776"/>
                    <a:gd name="csX43" fmla="*/ 54107 w 82485"/>
                    <a:gd name="csY43" fmla="*/ 67374 h 120776"/>
                    <a:gd name="csX44" fmla="*/ 39820 w 82485"/>
                    <a:gd name="csY44" fmla="*/ 61947 h 120776"/>
                    <a:gd name="csX45" fmla="*/ 34771 w 82485"/>
                    <a:gd name="csY45" fmla="*/ 62328 h 120776"/>
                    <a:gd name="csX46" fmla="*/ 30485 w 82485"/>
                    <a:gd name="csY46" fmla="*/ 62612 h 120776"/>
                    <a:gd name="csX47" fmla="*/ 23628 w 82485"/>
                    <a:gd name="csY47" fmla="*/ 60421 h 120776"/>
                    <a:gd name="csX48" fmla="*/ 21151 w 82485"/>
                    <a:gd name="csY48" fmla="*/ 54231 h 120776"/>
                    <a:gd name="csX49" fmla="*/ 24103 w 82485"/>
                    <a:gd name="csY49" fmla="*/ 48041 h 120776"/>
                    <a:gd name="csX50" fmla="*/ 32676 w 82485"/>
                    <a:gd name="csY50" fmla="*/ 45564 h 1207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</a:cxnLst>
                  <a:rect l="l" t="t" r="r" b="b"/>
                  <a:pathLst>
                    <a:path w="82485" h="120776">
                      <a:moveTo>
                        <a:pt x="36009" y="45564"/>
                      </a:moveTo>
                      <a:cubicBezTo>
                        <a:pt x="40963" y="45564"/>
                        <a:pt x="45154" y="44134"/>
                        <a:pt x="48774" y="41276"/>
                      </a:cubicBezTo>
                      <a:cubicBezTo>
                        <a:pt x="52393" y="38325"/>
                        <a:pt x="54107" y="34227"/>
                        <a:pt x="54107" y="28800"/>
                      </a:cubicBezTo>
                      <a:cubicBezTo>
                        <a:pt x="54107" y="24607"/>
                        <a:pt x="52678" y="21084"/>
                        <a:pt x="49917" y="18131"/>
                      </a:cubicBezTo>
                      <a:cubicBezTo>
                        <a:pt x="47059" y="15082"/>
                        <a:pt x="43153" y="13559"/>
                        <a:pt x="38391" y="13559"/>
                      </a:cubicBezTo>
                      <a:cubicBezTo>
                        <a:pt x="35057" y="13559"/>
                        <a:pt x="32390" y="14036"/>
                        <a:pt x="30199" y="14987"/>
                      </a:cubicBezTo>
                      <a:cubicBezTo>
                        <a:pt x="28104" y="15845"/>
                        <a:pt x="26484" y="17084"/>
                        <a:pt x="25246" y="18608"/>
                      </a:cubicBezTo>
                      <a:cubicBezTo>
                        <a:pt x="24008" y="20131"/>
                        <a:pt x="22770" y="22038"/>
                        <a:pt x="21627" y="24419"/>
                      </a:cubicBezTo>
                      <a:cubicBezTo>
                        <a:pt x="20579" y="26800"/>
                        <a:pt x="19627" y="28991"/>
                        <a:pt x="18674" y="31086"/>
                      </a:cubicBezTo>
                      <a:cubicBezTo>
                        <a:pt x="18102" y="32228"/>
                        <a:pt x="17150" y="33086"/>
                        <a:pt x="15816" y="33753"/>
                      </a:cubicBezTo>
                      <a:cubicBezTo>
                        <a:pt x="14387" y="34418"/>
                        <a:pt x="12769" y="34704"/>
                        <a:pt x="10959" y="34704"/>
                      </a:cubicBezTo>
                      <a:cubicBezTo>
                        <a:pt x="8768" y="34704"/>
                        <a:pt x="6768" y="33848"/>
                        <a:pt x="4958" y="32132"/>
                      </a:cubicBezTo>
                      <a:cubicBezTo>
                        <a:pt x="3244" y="30323"/>
                        <a:pt x="2292" y="28037"/>
                        <a:pt x="2292" y="25084"/>
                      </a:cubicBezTo>
                      <a:cubicBezTo>
                        <a:pt x="2292" y="22321"/>
                        <a:pt x="3149" y="19370"/>
                        <a:pt x="4768" y="16322"/>
                      </a:cubicBezTo>
                      <a:cubicBezTo>
                        <a:pt x="6482" y="13178"/>
                        <a:pt x="8959" y="10224"/>
                        <a:pt x="12197" y="7464"/>
                      </a:cubicBezTo>
                      <a:cubicBezTo>
                        <a:pt x="15532" y="4701"/>
                        <a:pt x="19531" y="2415"/>
                        <a:pt x="24389" y="795"/>
                      </a:cubicBezTo>
                      <a:cubicBezTo>
                        <a:pt x="29247" y="-919"/>
                        <a:pt x="34676" y="-1775"/>
                        <a:pt x="40581" y="-1775"/>
                      </a:cubicBezTo>
                      <a:cubicBezTo>
                        <a:pt x="45820" y="-1775"/>
                        <a:pt x="50583" y="-1110"/>
                        <a:pt x="54869" y="416"/>
                      </a:cubicBezTo>
                      <a:cubicBezTo>
                        <a:pt x="59156" y="1748"/>
                        <a:pt x="62871" y="3843"/>
                        <a:pt x="66109" y="6511"/>
                      </a:cubicBezTo>
                      <a:cubicBezTo>
                        <a:pt x="69252" y="9178"/>
                        <a:pt x="71633" y="12322"/>
                        <a:pt x="73252" y="15845"/>
                      </a:cubicBezTo>
                      <a:cubicBezTo>
                        <a:pt x="74872" y="19370"/>
                        <a:pt x="75634" y="23179"/>
                        <a:pt x="75634" y="27274"/>
                      </a:cubicBezTo>
                      <a:cubicBezTo>
                        <a:pt x="75634" y="32704"/>
                        <a:pt x="74491" y="37276"/>
                        <a:pt x="72110" y="41181"/>
                      </a:cubicBezTo>
                      <a:cubicBezTo>
                        <a:pt x="69824" y="44992"/>
                        <a:pt x="66490" y="48706"/>
                        <a:pt x="62108" y="52422"/>
                      </a:cubicBezTo>
                      <a:cubicBezTo>
                        <a:pt x="66299" y="54612"/>
                        <a:pt x="69824" y="57184"/>
                        <a:pt x="72682" y="60138"/>
                      </a:cubicBezTo>
                      <a:cubicBezTo>
                        <a:pt x="75634" y="62993"/>
                        <a:pt x="77729" y="66233"/>
                        <a:pt x="79253" y="69756"/>
                      </a:cubicBezTo>
                      <a:cubicBezTo>
                        <a:pt x="80682" y="73281"/>
                        <a:pt x="81349" y="77090"/>
                        <a:pt x="81349" y="81187"/>
                      </a:cubicBezTo>
                      <a:cubicBezTo>
                        <a:pt x="81349" y="86045"/>
                        <a:pt x="80396" y="90808"/>
                        <a:pt x="78396" y="95380"/>
                      </a:cubicBezTo>
                      <a:cubicBezTo>
                        <a:pt x="76491" y="99951"/>
                        <a:pt x="73634" y="103951"/>
                        <a:pt x="69824" y="107572"/>
                      </a:cubicBezTo>
                      <a:cubicBezTo>
                        <a:pt x="66013" y="111190"/>
                        <a:pt x="61442" y="113953"/>
                        <a:pt x="56202" y="115953"/>
                      </a:cubicBezTo>
                      <a:cubicBezTo>
                        <a:pt x="50964" y="117953"/>
                        <a:pt x="45154" y="119001"/>
                        <a:pt x="38867" y="119001"/>
                      </a:cubicBezTo>
                      <a:cubicBezTo>
                        <a:pt x="32390" y="119001"/>
                        <a:pt x="26580" y="117762"/>
                        <a:pt x="21531" y="115476"/>
                      </a:cubicBezTo>
                      <a:cubicBezTo>
                        <a:pt x="16389" y="113190"/>
                        <a:pt x="12197" y="110332"/>
                        <a:pt x="8863" y="106904"/>
                      </a:cubicBezTo>
                      <a:cubicBezTo>
                        <a:pt x="5530" y="103379"/>
                        <a:pt x="3053" y="99761"/>
                        <a:pt x="1338" y="96045"/>
                      </a:cubicBezTo>
                      <a:cubicBezTo>
                        <a:pt x="-280" y="92331"/>
                        <a:pt x="-1137" y="89282"/>
                        <a:pt x="-1137" y="86901"/>
                      </a:cubicBezTo>
                      <a:cubicBezTo>
                        <a:pt x="-1137" y="83759"/>
                        <a:pt x="-185" y="81283"/>
                        <a:pt x="1815" y="79376"/>
                      </a:cubicBezTo>
                      <a:cubicBezTo>
                        <a:pt x="3910" y="77471"/>
                        <a:pt x="6387" y="76520"/>
                        <a:pt x="9435" y="76520"/>
                      </a:cubicBezTo>
                      <a:cubicBezTo>
                        <a:pt x="10863" y="76520"/>
                        <a:pt x="12388" y="76899"/>
                        <a:pt x="13721" y="77853"/>
                      </a:cubicBezTo>
                      <a:cubicBezTo>
                        <a:pt x="15150" y="78711"/>
                        <a:pt x="16102" y="79757"/>
                        <a:pt x="16484" y="80997"/>
                      </a:cubicBezTo>
                      <a:cubicBezTo>
                        <a:pt x="19245" y="88427"/>
                        <a:pt x="22294" y="94045"/>
                        <a:pt x="25437" y="97665"/>
                      </a:cubicBezTo>
                      <a:cubicBezTo>
                        <a:pt x="28675" y="101284"/>
                        <a:pt x="33153" y="103093"/>
                        <a:pt x="38963" y="103093"/>
                      </a:cubicBezTo>
                      <a:cubicBezTo>
                        <a:pt x="42296" y="103093"/>
                        <a:pt x="45534" y="102237"/>
                        <a:pt x="48583" y="100712"/>
                      </a:cubicBezTo>
                      <a:cubicBezTo>
                        <a:pt x="51726" y="98998"/>
                        <a:pt x="54298" y="96521"/>
                        <a:pt x="56202" y="93284"/>
                      </a:cubicBezTo>
                      <a:cubicBezTo>
                        <a:pt x="58299" y="90140"/>
                        <a:pt x="59346" y="86331"/>
                        <a:pt x="59346" y="82139"/>
                      </a:cubicBezTo>
                      <a:cubicBezTo>
                        <a:pt x="59346" y="75853"/>
                        <a:pt x="57631" y="70900"/>
                        <a:pt x="54107" y="67374"/>
                      </a:cubicBezTo>
                      <a:cubicBezTo>
                        <a:pt x="50678" y="63756"/>
                        <a:pt x="45916" y="61947"/>
                        <a:pt x="39820" y="61947"/>
                      </a:cubicBezTo>
                      <a:cubicBezTo>
                        <a:pt x="38677" y="61947"/>
                        <a:pt x="37057" y="62042"/>
                        <a:pt x="34771" y="62328"/>
                      </a:cubicBezTo>
                      <a:cubicBezTo>
                        <a:pt x="32581" y="62519"/>
                        <a:pt x="31056" y="62612"/>
                        <a:pt x="30485" y="62612"/>
                      </a:cubicBezTo>
                      <a:cubicBezTo>
                        <a:pt x="27532" y="62612"/>
                        <a:pt x="25246" y="61851"/>
                        <a:pt x="23628" y="60421"/>
                      </a:cubicBezTo>
                      <a:cubicBezTo>
                        <a:pt x="22008" y="58898"/>
                        <a:pt x="21151" y="56898"/>
                        <a:pt x="21151" y="54231"/>
                      </a:cubicBezTo>
                      <a:cubicBezTo>
                        <a:pt x="21151" y="51659"/>
                        <a:pt x="22103" y="49564"/>
                        <a:pt x="24103" y="48041"/>
                      </a:cubicBezTo>
                      <a:cubicBezTo>
                        <a:pt x="26009" y="46420"/>
                        <a:pt x="28866" y="45564"/>
                        <a:pt x="32676" y="455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4EB7CCF5-7C6F-5FF9-DC1C-0D1A93A4AE28}"/>
                    </a:ext>
                  </a:extLst>
                </p:cNvPr>
                <p:cNvSpPr/>
                <p:nvPr/>
              </p:nvSpPr>
              <p:spPr>
                <a:xfrm>
                  <a:off x="7286497" y="4121500"/>
                  <a:ext cx="168687" cy="188023"/>
                </a:xfrm>
                <a:custGeom>
                  <a:avLst/>
                  <a:gdLst>
                    <a:gd name="csX0" fmla="*/ 128213 w 168687"/>
                    <a:gd name="csY0" fmla="*/ 162531 h 188023"/>
                    <a:gd name="csX1" fmla="*/ 119545 w 168687"/>
                    <a:gd name="csY1" fmla="*/ 139670 h 188023"/>
                    <a:gd name="csX2" fmla="*/ 45631 w 168687"/>
                    <a:gd name="csY2" fmla="*/ 139670 h 188023"/>
                    <a:gd name="csX3" fmla="*/ 36963 w 168687"/>
                    <a:gd name="csY3" fmla="*/ 163006 h 188023"/>
                    <a:gd name="csX4" fmla="*/ 28201 w 168687"/>
                    <a:gd name="csY4" fmla="*/ 181486 h 188023"/>
                    <a:gd name="csX5" fmla="*/ 16484 w 168687"/>
                    <a:gd name="csY5" fmla="*/ 186248 h 188023"/>
                    <a:gd name="csX6" fmla="*/ 4197 w 168687"/>
                    <a:gd name="csY6" fmla="*/ 181105 h 188023"/>
                    <a:gd name="csX7" fmla="*/ -1137 w 168687"/>
                    <a:gd name="csY7" fmla="*/ 169580 h 188023"/>
                    <a:gd name="csX8" fmla="*/ 101 w 168687"/>
                    <a:gd name="csY8" fmla="*/ 161864 h 188023"/>
                    <a:gd name="csX9" fmla="*/ 4197 w 168687"/>
                    <a:gd name="csY9" fmla="*/ 150911 h 188023"/>
                    <a:gd name="csX10" fmla="*/ 50679 w 168687"/>
                    <a:gd name="csY10" fmla="*/ 32800 h 188023"/>
                    <a:gd name="csX11" fmla="*/ 55442 w 168687"/>
                    <a:gd name="csY11" fmla="*/ 20607 h 188023"/>
                    <a:gd name="csX12" fmla="*/ 61347 w 168687"/>
                    <a:gd name="csY12" fmla="*/ 8701 h 188023"/>
                    <a:gd name="csX13" fmla="*/ 69634 w 168687"/>
                    <a:gd name="csY13" fmla="*/ 1176 h 188023"/>
                    <a:gd name="csX14" fmla="*/ 82397 w 168687"/>
                    <a:gd name="csY14" fmla="*/ -1775 h 188023"/>
                    <a:gd name="csX15" fmla="*/ 95256 w 168687"/>
                    <a:gd name="csY15" fmla="*/ 1176 h 188023"/>
                    <a:gd name="csX16" fmla="*/ 103543 w 168687"/>
                    <a:gd name="csY16" fmla="*/ 8606 h 188023"/>
                    <a:gd name="csX17" fmla="*/ 108877 w 168687"/>
                    <a:gd name="csY17" fmla="*/ 18512 h 188023"/>
                    <a:gd name="csX18" fmla="*/ 114401 w 168687"/>
                    <a:gd name="csY18" fmla="*/ 32514 h 188023"/>
                    <a:gd name="csX19" fmla="*/ 161931 w 168687"/>
                    <a:gd name="csY19" fmla="*/ 149862 h 188023"/>
                    <a:gd name="csX20" fmla="*/ 167550 w 168687"/>
                    <a:gd name="csY20" fmla="*/ 169389 h 188023"/>
                    <a:gd name="csX21" fmla="*/ 162217 w 168687"/>
                    <a:gd name="csY21" fmla="*/ 181009 h 188023"/>
                    <a:gd name="csX22" fmla="*/ 149549 w 168687"/>
                    <a:gd name="csY22" fmla="*/ 186248 h 188023"/>
                    <a:gd name="csX23" fmla="*/ 142119 w 168687"/>
                    <a:gd name="csY23" fmla="*/ 184628 h 188023"/>
                    <a:gd name="csX24" fmla="*/ 136880 w 168687"/>
                    <a:gd name="csY24" fmla="*/ 180533 h 188023"/>
                    <a:gd name="csX25" fmla="*/ 132308 w 168687"/>
                    <a:gd name="csY25" fmla="*/ 172342 h 188023"/>
                    <a:gd name="csX26" fmla="*/ 128213 w 168687"/>
                    <a:gd name="csY26" fmla="*/ 162531 h 188023"/>
                    <a:gd name="csX27" fmla="*/ 55251 w 168687"/>
                    <a:gd name="csY27" fmla="*/ 112048 h 188023"/>
                    <a:gd name="csX28" fmla="*/ 109639 w 168687"/>
                    <a:gd name="csY28" fmla="*/ 112048 h 188023"/>
                    <a:gd name="csX29" fmla="*/ 82207 w 168687"/>
                    <a:gd name="csY29" fmla="*/ 36990 h 1880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168687" h="188023">
                      <a:moveTo>
                        <a:pt x="128213" y="162531"/>
                      </a:moveTo>
                      <a:lnTo>
                        <a:pt x="119545" y="139670"/>
                      </a:lnTo>
                      <a:lnTo>
                        <a:pt x="45631" y="139670"/>
                      </a:lnTo>
                      <a:lnTo>
                        <a:pt x="36963" y="163006"/>
                      </a:lnTo>
                      <a:cubicBezTo>
                        <a:pt x="33534" y="172152"/>
                        <a:pt x="30676" y="178247"/>
                        <a:pt x="28201" y="181486"/>
                      </a:cubicBezTo>
                      <a:cubicBezTo>
                        <a:pt x="25819" y="184628"/>
                        <a:pt x="21914" y="186248"/>
                        <a:pt x="16484" y="186248"/>
                      </a:cubicBezTo>
                      <a:cubicBezTo>
                        <a:pt x="11817" y="186248"/>
                        <a:pt x="7722" y="184532"/>
                        <a:pt x="4197" y="181105"/>
                      </a:cubicBezTo>
                      <a:cubicBezTo>
                        <a:pt x="578" y="177770"/>
                        <a:pt x="-1137" y="173865"/>
                        <a:pt x="-1137" y="169580"/>
                      </a:cubicBezTo>
                      <a:cubicBezTo>
                        <a:pt x="-1137" y="167103"/>
                        <a:pt x="-756" y="164531"/>
                        <a:pt x="101" y="161864"/>
                      </a:cubicBezTo>
                      <a:cubicBezTo>
                        <a:pt x="863" y="159292"/>
                        <a:pt x="2292" y="155578"/>
                        <a:pt x="4197" y="150911"/>
                      </a:cubicBezTo>
                      <a:lnTo>
                        <a:pt x="50679" y="32800"/>
                      </a:lnTo>
                      <a:cubicBezTo>
                        <a:pt x="52013" y="29372"/>
                        <a:pt x="53536" y="25370"/>
                        <a:pt x="55442" y="20607"/>
                      </a:cubicBezTo>
                      <a:cubicBezTo>
                        <a:pt x="57346" y="15845"/>
                        <a:pt x="59251" y="11845"/>
                        <a:pt x="61347" y="8701"/>
                      </a:cubicBezTo>
                      <a:cubicBezTo>
                        <a:pt x="63538" y="5559"/>
                        <a:pt x="66301" y="3083"/>
                        <a:pt x="69634" y="1176"/>
                      </a:cubicBezTo>
                      <a:cubicBezTo>
                        <a:pt x="73158" y="-824"/>
                        <a:pt x="77349" y="-1775"/>
                        <a:pt x="82397" y="-1775"/>
                      </a:cubicBezTo>
                      <a:cubicBezTo>
                        <a:pt x="87541" y="-1775"/>
                        <a:pt x="91827" y="-824"/>
                        <a:pt x="95256" y="1176"/>
                      </a:cubicBezTo>
                      <a:cubicBezTo>
                        <a:pt x="98685" y="3083"/>
                        <a:pt x="101447" y="5559"/>
                        <a:pt x="103543" y="8606"/>
                      </a:cubicBezTo>
                      <a:cubicBezTo>
                        <a:pt x="105638" y="11654"/>
                        <a:pt x="107448" y="14989"/>
                        <a:pt x="108877" y="18512"/>
                      </a:cubicBezTo>
                      <a:cubicBezTo>
                        <a:pt x="110306" y="22038"/>
                        <a:pt x="112211" y="26705"/>
                        <a:pt x="114401" y="32514"/>
                      </a:cubicBezTo>
                      <a:lnTo>
                        <a:pt x="161931" y="149862"/>
                      </a:lnTo>
                      <a:cubicBezTo>
                        <a:pt x="165646" y="158815"/>
                        <a:pt x="167550" y="165292"/>
                        <a:pt x="167550" y="169389"/>
                      </a:cubicBezTo>
                      <a:cubicBezTo>
                        <a:pt x="167550" y="173579"/>
                        <a:pt x="165741" y="177484"/>
                        <a:pt x="162217" y="181009"/>
                      </a:cubicBezTo>
                      <a:cubicBezTo>
                        <a:pt x="158693" y="184437"/>
                        <a:pt x="154501" y="186248"/>
                        <a:pt x="149549" y="186248"/>
                      </a:cubicBezTo>
                      <a:cubicBezTo>
                        <a:pt x="146596" y="186248"/>
                        <a:pt x="144119" y="185676"/>
                        <a:pt x="142119" y="184628"/>
                      </a:cubicBezTo>
                      <a:cubicBezTo>
                        <a:pt x="140024" y="183581"/>
                        <a:pt x="138309" y="182246"/>
                        <a:pt x="136880" y="180533"/>
                      </a:cubicBezTo>
                      <a:cubicBezTo>
                        <a:pt x="135451" y="178723"/>
                        <a:pt x="133928" y="175961"/>
                        <a:pt x="132308" y="172342"/>
                      </a:cubicBezTo>
                      <a:cubicBezTo>
                        <a:pt x="130689" y="168626"/>
                        <a:pt x="129356" y="165387"/>
                        <a:pt x="128213" y="162531"/>
                      </a:cubicBezTo>
                      <a:close/>
                      <a:moveTo>
                        <a:pt x="55251" y="112048"/>
                      </a:moveTo>
                      <a:lnTo>
                        <a:pt x="109639" y="112048"/>
                      </a:lnTo>
                      <a:lnTo>
                        <a:pt x="82207" y="3699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7CB47B03-4E4B-13A6-1029-E8D2DBBD9AA6}"/>
                    </a:ext>
                  </a:extLst>
                </p:cNvPr>
                <p:cNvSpPr/>
                <p:nvPr/>
              </p:nvSpPr>
              <p:spPr>
                <a:xfrm>
                  <a:off x="7471473" y="4238276"/>
                  <a:ext cx="82676" cy="118871"/>
                </a:xfrm>
                <a:custGeom>
                  <a:avLst/>
                  <a:gdLst>
                    <a:gd name="csX0" fmla="*/ 26581 w 82676"/>
                    <a:gd name="csY0" fmla="*/ 98142 h 118871"/>
                    <a:gd name="csX1" fmla="*/ 68681 w 82676"/>
                    <a:gd name="csY1" fmla="*/ 98142 h 118871"/>
                    <a:gd name="csX2" fmla="*/ 78206 w 82676"/>
                    <a:gd name="csY2" fmla="*/ 100714 h 118871"/>
                    <a:gd name="csX3" fmla="*/ 81539 w 82676"/>
                    <a:gd name="csY3" fmla="*/ 107667 h 118871"/>
                    <a:gd name="csX4" fmla="*/ 78873 w 82676"/>
                    <a:gd name="csY4" fmla="*/ 114430 h 118871"/>
                    <a:gd name="csX5" fmla="*/ 70967 w 82676"/>
                    <a:gd name="csY5" fmla="*/ 117097 h 118871"/>
                    <a:gd name="csX6" fmla="*/ 11626 w 82676"/>
                    <a:gd name="csY6" fmla="*/ 117097 h 118871"/>
                    <a:gd name="csX7" fmla="*/ 2196 w 82676"/>
                    <a:gd name="csY7" fmla="*/ 113858 h 118871"/>
                    <a:gd name="csX8" fmla="*/ -1137 w 82676"/>
                    <a:gd name="csY8" fmla="*/ 105951 h 118871"/>
                    <a:gd name="csX9" fmla="*/ 1053 w 82676"/>
                    <a:gd name="csY9" fmla="*/ 98238 h 118871"/>
                    <a:gd name="csX10" fmla="*/ 5816 w 82676"/>
                    <a:gd name="csY10" fmla="*/ 90712 h 118871"/>
                    <a:gd name="csX11" fmla="*/ 25152 w 82676"/>
                    <a:gd name="csY11" fmla="*/ 71662 h 118871"/>
                    <a:gd name="csX12" fmla="*/ 37438 w 82676"/>
                    <a:gd name="csY12" fmla="*/ 61184 h 118871"/>
                    <a:gd name="csX13" fmla="*/ 48392 w 82676"/>
                    <a:gd name="csY13" fmla="*/ 51850 h 118871"/>
                    <a:gd name="csX14" fmla="*/ 55156 w 82676"/>
                    <a:gd name="csY14" fmla="*/ 42134 h 118871"/>
                    <a:gd name="csX15" fmla="*/ 57442 w 82676"/>
                    <a:gd name="csY15" fmla="*/ 32418 h 118871"/>
                    <a:gd name="csX16" fmla="*/ 54965 w 82676"/>
                    <a:gd name="csY16" fmla="*/ 23179 h 118871"/>
                    <a:gd name="csX17" fmla="*/ 48297 w 82676"/>
                    <a:gd name="csY17" fmla="*/ 16894 h 118871"/>
                    <a:gd name="csX18" fmla="*/ 39058 w 82676"/>
                    <a:gd name="csY18" fmla="*/ 14608 h 118871"/>
                    <a:gd name="csX19" fmla="*/ 22485 w 82676"/>
                    <a:gd name="csY19" fmla="*/ 23847 h 118871"/>
                    <a:gd name="csX20" fmla="*/ 19722 w 82676"/>
                    <a:gd name="csY20" fmla="*/ 30514 h 118871"/>
                    <a:gd name="csX21" fmla="*/ 15436 w 82676"/>
                    <a:gd name="csY21" fmla="*/ 38802 h 118871"/>
                    <a:gd name="csX22" fmla="*/ 8483 w 82676"/>
                    <a:gd name="csY22" fmla="*/ 41657 h 118871"/>
                    <a:gd name="csX23" fmla="*/ 1815 w 82676"/>
                    <a:gd name="csY23" fmla="*/ 38990 h 118871"/>
                    <a:gd name="csX24" fmla="*/ -851 w 82676"/>
                    <a:gd name="csY24" fmla="*/ 31753 h 118871"/>
                    <a:gd name="csX25" fmla="*/ 1624 w 82676"/>
                    <a:gd name="csY25" fmla="*/ 20131 h 118871"/>
                    <a:gd name="csX26" fmla="*/ 9054 w 82676"/>
                    <a:gd name="csY26" fmla="*/ 9178 h 118871"/>
                    <a:gd name="csX27" fmla="*/ 21628 w 82676"/>
                    <a:gd name="csY27" fmla="*/ 1271 h 118871"/>
                    <a:gd name="csX28" fmla="*/ 39535 w 82676"/>
                    <a:gd name="csY28" fmla="*/ -1775 h 118871"/>
                    <a:gd name="csX29" fmla="*/ 60585 w 82676"/>
                    <a:gd name="csY29" fmla="*/ 2129 h 118871"/>
                    <a:gd name="csX30" fmla="*/ 70491 w 82676"/>
                    <a:gd name="csY30" fmla="*/ 9178 h 118871"/>
                    <a:gd name="csX31" fmla="*/ 77158 w 82676"/>
                    <a:gd name="csY31" fmla="*/ 19656 h 118871"/>
                    <a:gd name="csX32" fmla="*/ 79539 w 82676"/>
                    <a:gd name="csY32" fmla="*/ 31942 h 118871"/>
                    <a:gd name="csX33" fmla="*/ 74586 w 82676"/>
                    <a:gd name="csY33" fmla="*/ 50136 h 118871"/>
                    <a:gd name="csX34" fmla="*/ 64490 w 82676"/>
                    <a:gd name="csY34" fmla="*/ 62993 h 118871"/>
                    <a:gd name="csX35" fmla="*/ 47154 w 82676"/>
                    <a:gd name="csY35" fmla="*/ 77471 h 118871"/>
                    <a:gd name="csX36" fmla="*/ 30485 w 82676"/>
                    <a:gd name="csY36" fmla="*/ 92903 h 118871"/>
                    <a:gd name="csX37" fmla="*/ 26581 w 82676"/>
                    <a:gd name="csY37" fmla="*/ 98142 h 1188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</a:cxnLst>
                  <a:rect l="l" t="t" r="r" b="b"/>
                  <a:pathLst>
                    <a:path w="82676" h="118871">
                      <a:moveTo>
                        <a:pt x="26581" y="98142"/>
                      </a:moveTo>
                      <a:lnTo>
                        <a:pt x="68681" y="98142"/>
                      </a:lnTo>
                      <a:cubicBezTo>
                        <a:pt x="72872" y="98142"/>
                        <a:pt x="76015" y="98998"/>
                        <a:pt x="78206" y="100714"/>
                      </a:cubicBezTo>
                      <a:cubicBezTo>
                        <a:pt x="80492" y="102428"/>
                        <a:pt x="81539" y="104714"/>
                        <a:pt x="81539" y="107667"/>
                      </a:cubicBezTo>
                      <a:cubicBezTo>
                        <a:pt x="81539" y="110334"/>
                        <a:pt x="80682" y="112525"/>
                        <a:pt x="78873" y="114430"/>
                      </a:cubicBezTo>
                      <a:cubicBezTo>
                        <a:pt x="77158" y="116239"/>
                        <a:pt x="74586" y="117097"/>
                        <a:pt x="70967" y="117097"/>
                      </a:cubicBezTo>
                      <a:lnTo>
                        <a:pt x="11626" y="117097"/>
                      </a:lnTo>
                      <a:cubicBezTo>
                        <a:pt x="7625" y="117097"/>
                        <a:pt x="4482" y="116048"/>
                        <a:pt x="2196" y="113858"/>
                      </a:cubicBezTo>
                      <a:cubicBezTo>
                        <a:pt x="6" y="111572"/>
                        <a:pt x="-1137" y="108904"/>
                        <a:pt x="-1137" y="105951"/>
                      </a:cubicBezTo>
                      <a:cubicBezTo>
                        <a:pt x="-1137" y="104046"/>
                        <a:pt x="-471" y="101475"/>
                        <a:pt x="1053" y="98238"/>
                      </a:cubicBezTo>
                      <a:cubicBezTo>
                        <a:pt x="2482" y="95094"/>
                        <a:pt x="4101" y="92522"/>
                        <a:pt x="5816" y="90712"/>
                      </a:cubicBezTo>
                      <a:cubicBezTo>
                        <a:pt x="12960" y="83283"/>
                        <a:pt x="19342" y="76902"/>
                        <a:pt x="25152" y="71662"/>
                      </a:cubicBezTo>
                      <a:cubicBezTo>
                        <a:pt x="30867" y="66328"/>
                        <a:pt x="34962" y="62898"/>
                        <a:pt x="37438" y="61184"/>
                      </a:cubicBezTo>
                      <a:cubicBezTo>
                        <a:pt x="41821" y="58040"/>
                        <a:pt x="45536" y="54994"/>
                        <a:pt x="48392" y="51850"/>
                      </a:cubicBezTo>
                      <a:cubicBezTo>
                        <a:pt x="51346" y="48706"/>
                        <a:pt x="53632" y="45469"/>
                        <a:pt x="55156" y="42134"/>
                      </a:cubicBezTo>
                      <a:cubicBezTo>
                        <a:pt x="56679" y="38802"/>
                        <a:pt x="57442" y="35562"/>
                        <a:pt x="57442" y="32418"/>
                      </a:cubicBezTo>
                      <a:cubicBezTo>
                        <a:pt x="57442" y="28991"/>
                        <a:pt x="56584" y="25942"/>
                        <a:pt x="54965" y="23179"/>
                      </a:cubicBezTo>
                      <a:cubicBezTo>
                        <a:pt x="53346" y="20512"/>
                        <a:pt x="51155" y="18321"/>
                        <a:pt x="48297" y="16894"/>
                      </a:cubicBezTo>
                      <a:cubicBezTo>
                        <a:pt x="45440" y="15368"/>
                        <a:pt x="42392" y="14608"/>
                        <a:pt x="39058" y="14608"/>
                      </a:cubicBezTo>
                      <a:cubicBezTo>
                        <a:pt x="32010" y="14608"/>
                        <a:pt x="26486" y="17654"/>
                        <a:pt x="22485" y="23847"/>
                      </a:cubicBezTo>
                      <a:cubicBezTo>
                        <a:pt x="21913" y="24702"/>
                        <a:pt x="21056" y="26895"/>
                        <a:pt x="19722" y="30514"/>
                      </a:cubicBezTo>
                      <a:cubicBezTo>
                        <a:pt x="18484" y="34039"/>
                        <a:pt x="17056" y="36799"/>
                        <a:pt x="15436" y="38802"/>
                      </a:cubicBezTo>
                      <a:cubicBezTo>
                        <a:pt x="13912" y="40706"/>
                        <a:pt x="11626" y="41657"/>
                        <a:pt x="8483" y="41657"/>
                      </a:cubicBezTo>
                      <a:cubicBezTo>
                        <a:pt x="5816" y="41657"/>
                        <a:pt x="3625" y="40802"/>
                        <a:pt x="1815" y="38990"/>
                      </a:cubicBezTo>
                      <a:cubicBezTo>
                        <a:pt x="6" y="37276"/>
                        <a:pt x="-851" y="34800"/>
                        <a:pt x="-851" y="31753"/>
                      </a:cubicBezTo>
                      <a:cubicBezTo>
                        <a:pt x="-851" y="28037"/>
                        <a:pt x="6" y="24228"/>
                        <a:pt x="1624" y="20131"/>
                      </a:cubicBezTo>
                      <a:cubicBezTo>
                        <a:pt x="3339" y="16131"/>
                        <a:pt x="5816" y="12513"/>
                        <a:pt x="9054" y="9178"/>
                      </a:cubicBezTo>
                      <a:cubicBezTo>
                        <a:pt x="12388" y="5939"/>
                        <a:pt x="16579" y="3271"/>
                        <a:pt x="21628" y="1271"/>
                      </a:cubicBezTo>
                      <a:cubicBezTo>
                        <a:pt x="26770" y="-729"/>
                        <a:pt x="32771" y="-1775"/>
                        <a:pt x="39535" y="-1775"/>
                      </a:cubicBezTo>
                      <a:cubicBezTo>
                        <a:pt x="47821" y="-1775"/>
                        <a:pt x="54775" y="-442"/>
                        <a:pt x="60585" y="2129"/>
                      </a:cubicBezTo>
                      <a:cubicBezTo>
                        <a:pt x="64395" y="3843"/>
                        <a:pt x="67633" y="6225"/>
                        <a:pt x="70491" y="9178"/>
                      </a:cubicBezTo>
                      <a:cubicBezTo>
                        <a:pt x="73348" y="12227"/>
                        <a:pt x="75538" y="15654"/>
                        <a:pt x="77158" y="19656"/>
                      </a:cubicBezTo>
                      <a:cubicBezTo>
                        <a:pt x="78778" y="23561"/>
                        <a:pt x="79539" y="27656"/>
                        <a:pt x="79539" y="31942"/>
                      </a:cubicBezTo>
                      <a:cubicBezTo>
                        <a:pt x="79539" y="38611"/>
                        <a:pt x="77824" y="44706"/>
                        <a:pt x="74586" y="50136"/>
                      </a:cubicBezTo>
                      <a:cubicBezTo>
                        <a:pt x="71253" y="55566"/>
                        <a:pt x="67919" y="59852"/>
                        <a:pt x="64490" y="62993"/>
                      </a:cubicBezTo>
                      <a:cubicBezTo>
                        <a:pt x="61061" y="66042"/>
                        <a:pt x="55250" y="70900"/>
                        <a:pt x="47154" y="77471"/>
                      </a:cubicBezTo>
                      <a:cubicBezTo>
                        <a:pt x="39058" y="84045"/>
                        <a:pt x="33534" y="89187"/>
                        <a:pt x="30485" y="92903"/>
                      </a:cubicBezTo>
                      <a:cubicBezTo>
                        <a:pt x="29247" y="94331"/>
                        <a:pt x="27913" y="96047"/>
                        <a:pt x="26581" y="9814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aphic 78">
                <a:extLst>
                  <a:ext uri="{FF2B5EF4-FFF2-40B4-BE49-F238E27FC236}">
                    <a16:creationId xmlns:a16="http://schemas.microsoft.com/office/drawing/2014/main" id="{BCC25BC7-1C3C-2436-47C1-1DC8A4EB91BF}"/>
                  </a:ext>
                </a:extLst>
              </p:cNvPr>
              <p:cNvGrpSpPr/>
              <p:nvPr/>
            </p:nvGrpSpPr>
            <p:grpSpPr>
              <a:xfrm>
                <a:off x="7743433" y="3914438"/>
                <a:ext cx="1390050" cy="26688"/>
                <a:chOff x="7852282" y="4744529"/>
                <a:chExt cx="992219" cy="19050"/>
              </a:xfrm>
              <a:solidFill>
                <a:srgbClr val="000000"/>
              </a:solidFill>
            </p:grpSpPr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7CACC808-5C40-312D-B00E-96F50A433479}"/>
                    </a:ext>
                  </a:extLst>
                </p:cNvPr>
                <p:cNvSpPr/>
                <p:nvPr/>
              </p:nvSpPr>
              <p:spPr>
                <a:xfrm>
                  <a:off x="7852282" y="4754054"/>
                  <a:ext cx="992219" cy="9525"/>
                </a:xfrm>
                <a:custGeom>
                  <a:avLst/>
                  <a:gdLst>
                    <a:gd name="csX0" fmla="*/ -1137 w 992219"/>
                    <a:gd name="csY0" fmla="*/ -1775 h 9525"/>
                    <a:gd name="csX1" fmla="*/ 991083 w 992219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92219" h="9525">
                      <a:moveTo>
                        <a:pt x="-1137" y="-1775"/>
                      </a:moveTo>
                      <a:lnTo>
                        <a:pt x="99108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1C228346-843B-5319-9AE0-00006A4342E0}"/>
                    </a:ext>
                  </a:extLst>
                </p:cNvPr>
                <p:cNvSpPr/>
                <p:nvPr/>
              </p:nvSpPr>
              <p:spPr>
                <a:xfrm>
                  <a:off x="7852282" y="4744529"/>
                  <a:ext cx="992124" cy="19050"/>
                </a:xfrm>
                <a:custGeom>
                  <a:avLst/>
                  <a:gdLst>
                    <a:gd name="csX0" fmla="*/ -1137 w 992124"/>
                    <a:gd name="csY0" fmla="*/ -1775 h 19050"/>
                    <a:gd name="csX1" fmla="*/ -1137 w 992124"/>
                    <a:gd name="csY1" fmla="*/ 17275 h 19050"/>
                    <a:gd name="csX2" fmla="*/ 990987 w 992124"/>
                    <a:gd name="csY2" fmla="*/ 17275 h 19050"/>
                    <a:gd name="csX3" fmla="*/ 990987 w 992124"/>
                    <a:gd name="csY3" fmla="*/ -1775 h 19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92124" h="19050">
                      <a:moveTo>
                        <a:pt x="-1137" y="-1775"/>
                      </a:moveTo>
                      <a:lnTo>
                        <a:pt x="-1137" y="17275"/>
                      </a:lnTo>
                      <a:lnTo>
                        <a:pt x="990987" y="17275"/>
                      </a:lnTo>
                      <a:lnTo>
                        <a:pt x="990987" y="-17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81AE301F-2F55-D685-D1AE-C242502C1A67}"/>
                  </a:ext>
                </a:extLst>
              </p:cNvPr>
              <p:cNvSpPr/>
              <p:nvPr/>
            </p:nvSpPr>
            <p:spPr>
              <a:xfrm>
                <a:off x="7362060" y="3823298"/>
                <a:ext cx="303176" cy="271018"/>
              </a:xfrm>
              <a:custGeom>
                <a:avLst/>
                <a:gdLst>
                  <a:gd name="csX0" fmla="*/ 20960 w 216407"/>
                  <a:gd name="csY0" fmla="*/ 14703 h 193453"/>
                  <a:gd name="csX1" fmla="*/ 20960 w 216407"/>
                  <a:gd name="csY1" fmla="*/ 178058 h 193453"/>
                  <a:gd name="csX2" fmla="*/ 17913 w 216407"/>
                  <a:gd name="csY2" fmla="*/ 188251 h 193453"/>
                  <a:gd name="csX3" fmla="*/ 10006 w 216407"/>
                  <a:gd name="csY3" fmla="*/ 191678 h 193453"/>
                  <a:gd name="csX4" fmla="*/ 2006 w 216407"/>
                  <a:gd name="csY4" fmla="*/ 188251 h 193453"/>
                  <a:gd name="csX5" fmla="*/ -1137 w 216407"/>
                  <a:gd name="csY5" fmla="*/ 178058 h 193453"/>
                  <a:gd name="csX6" fmla="*/ -1137 w 216407"/>
                  <a:gd name="csY6" fmla="*/ 14703 h 193453"/>
                  <a:gd name="csX7" fmla="*/ 2006 w 216407"/>
                  <a:gd name="csY7" fmla="*/ 4513 h 193453"/>
                  <a:gd name="csX8" fmla="*/ 10006 w 216407"/>
                  <a:gd name="csY8" fmla="*/ 1083 h 193453"/>
                  <a:gd name="csX9" fmla="*/ 17913 w 216407"/>
                  <a:gd name="csY9" fmla="*/ 4608 h 193453"/>
                  <a:gd name="csX10" fmla="*/ 20960 w 216407"/>
                  <a:gd name="csY10" fmla="*/ 14703 h 193453"/>
                  <a:gd name="csX11" fmla="*/ 149548 w 216407"/>
                  <a:gd name="csY11" fmla="*/ 77664 h 193453"/>
                  <a:gd name="csX12" fmla="*/ 147548 w 216407"/>
                  <a:gd name="csY12" fmla="*/ 105667 h 193453"/>
                  <a:gd name="csX13" fmla="*/ 140214 w 216407"/>
                  <a:gd name="csY13" fmla="*/ 126908 h 193453"/>
                  <a:gd name="csX14" fmla="*/ 122783 w 216407"/>
                  <a:gd name="csY14" fmla="*/ 144911 h 193453"/>
                  <a:gd name="csX15" fmla="*/ 98971 w 216407"/>
                  <a:gd name="csY15" fmla="*/ 151292 h 193453"/>
                  <a:gd name="csX16" fmla="*/ 71824 w 216407"/>
                  <a:gd name="csY16" fmla="*/ 142721 h 193453"/>
                  <a:gd name="csX17" fmla="*/ 53916 w 216407"/>
                  <a:gd name="csY17" fmla="*/ 119194 h 193453"/>
                  <a:gd name="csX18" fmla="*/ 49345 w 216407"/>
                  <a:gd name="csY18" fmla="*/ 101000 h 193453"/>
                  <a:gd name="csX19" fmla="*/ 47916 w 216407"/>
                  <a:gd name="csY19" fmla="*/ 79378 h 193453"/>
                  <a:gd name="csX20" fmla="*/ 49535 w 216407"/>
                  <a:gd name="csY20" fmla="*/ 52424 h 193453"/>
                  <a:gd name="csX21" fmla="*/ 54489 w 216407"/>
                  <a:gd name="csY21" fmla="*/ 31753 h 193453"/>
                  <a:gd name="csX22" fmla="*/ 71443 w 216407"/>
                  <a:gd name="csY22" fmla="*/ 10036 h 193453"/>
                  <a:gd name="csX23" fmla="*/ 98113 w 216407"/>
                  <a:gd name="csY23" fmla="*/ 2513 h 193453"/>
                  <a:gd name="csX24" fmla="*/ 116687 w 216407"/>
                  <a:gd name="csY24" fmla="*/ 5845 h 193453"/>
                  <a:gd name="csX25" fmla="*/ 131259 w 216407"/>
                  <a:gd name="csY25" fmla="*/ 15561 h 193453"/>
                  <a:gd name="csX26" fmla="*/ 142023 w 216407"/>
                  <a:gd name="csY26" fmla="*/ 31372 h 193453"/>
                  <a:gd name="csX27" fmla="*/ 149548 w 216407"/>
                  <a:gd name="csY27" fmla="*/ 77664 h 193453"/>
                  <a:gd name="csX28" fmla="*/ 122306 w 216407"/>
                  <a:gd name="csY28" fmla="*/ 75664 h 193453"/>
                  <a:gd name="csX29" fmla="*/ 120116 w 216407"/>
                  <a:gd name="csY29" fmla="*/ 46041 h 193453"/>
                  <a:gd name="csX30" fmla="*/ 112781 w 216407"/>
                  <a:gd name="csY30" fmla="*/ 28612 h 193453"/>
                  <a:gd name="csX31" fmla="*/ 98494 w 216407"/>
                  <a:gd name="csY31" fmla="*/ 22610 h 193453"/>
                  <a:gd name="csX32" fmla="*/ 80301 w 216407"/>
                  <a:gd name="csY32" fmla="*/ 35851 h 193453"/>
                  <a:gd name="csX33" fmla="*/ 75252 w 216407"/>
                  <a:gd name="csY33" fmla="*/ 76520 h 193453"/>
                  <a:gd name="csX34" fmla="*/ 77444 w 216407"/>
                  <a:gd name="csY34" fmla="*/ 107002 h 193453"/>
                  <a:gd name="csX35" fmla="*/ 84777 w 216407"/>
                  <a:gd name="csY35" fmla="*/ 125099 h 193453"/>
                  <a:gd name="csX36" fmla="*/ 98685 w 216407"/>
                  <a:gd name="csY36" fmla="*/ 131194 h 193453"/>
                  <a:gd name="csX37" fmla="*/ 112972 w 216407"/>
                  <a:gd name="csY37" fmla="*/ 124813 h 193453"/>
                  <a:gd name="csX38" fmla="*/ 120307 w 216407"/>
                  <a:gd name="csY38" fmla="*/ 106621 h 193453"/>
                  <a:gd name="csX39" fmla="*/ 122306 w 216407"/>
                  <a:gd name="csY39" fmla="*/ 75664 h 193453"/>
                  <a:gd name="csX40" fmla="*/ 182504 w 216407"/>
                  <a:gd name="csY40" fmla="*/ -1775 h 193453"/>
                  <a:gd name="csX41" fmla="*/ 215271 w 216407"/>
                  <a:gd name="csY41" fmla="*/ 93380 h 193453"/>
                  <a:gd name="csX42" fmla="*/ 182504 w 216407"/>
                  <a:gd name="csY42" fmla="*/ 188439 h 193453"/>
                  <a:gd name="csX43" fmla="*/ 169550 w 216407"/>
                  <a:gd name="csY43" fmla="*/ 188439 h 193453"/>
                  <a:gd name="csX44" fmla="*/ 201174 w 216407"/>
                  <a:gd name="csY44" fmla="*/ 93380 h 193453"/>
                  <a:gd name="csX45" fmla="*/ 169550 w 216407"/>
                  <a:gd name="csY45" fmla="*/ -1775 h 193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</a:cxnLst>
                <a:rect l="l" t="t" r="r" b="b"/>
                <a:pathLst>
                  <a:path w="216407" h="193453">
                    <a:moveTo>
                      <a:pt x="20960" y="14703"/>
                    </a:moveTo>
                    <a:lnTo>
                      <a:pt x="20960" y="178058"/>
                    </a:lnTo>
                    <a:cubicBezTo>
                      <a:pt x="20960" y="182630"/>
                      <a:pt x="19913" y="185962"/>
                      <a:pt x="17913" y="188251"/>
                    </a:cubicBezTo>
                    <a:cubicBezTo>
                      <a:pt x="15912" y="190537"/>
                      <a:pt x="13246" y="191678"/>
                      <a:pt x="10006" y="191678"/>
                    </a:cubicBezTo>
                    <a:cubicBezTo>
                      <a:pt x="6768" y="191678"/>
                      <a:pt x="4101" y="190537"/>
                      <a:pt x="2006" y="188251"/>
                    </a:cubicBezTo>
                    <a:cubicBezTo>
                      <a:pt x="-90" y="185869"/>
                      <a:pt x="-1137" y="182535"/>
                      <a:pt x="-1137" y="178058"/>
                    </a:cubicBezTo>
                    <a:lnTo>
                      <a:pt x="-1137" y="14703"/>
                    </a:lnTo>
                    <a:cubicBezTo>
                      <a:pt x="-1137" y="10227"/>
                      <a:pt x="-90" y="6894"/>
                      <a:pt x="2006" y="4513"/>
                    </a:cubicBezTo>
                    <a:cubicBezTo>
                      <a:pt x="4101" y="2227"/>
                      <a:pt x="6768" y="1083"/>
                      <a:pt x="10006" y="1083"/>
                    </a:cubicBezTo>
                    <a:cubicBezTo>
                      <a:pt x="13246" y="1083"/>
                      <a:pt x="15912" y="2227"/>
                      <a:pt x="17913" y="4608"/>
                    </a:cubicBezTo>
                    <a:cubicBezTo>
                      <a:pt x="19913" y="6990"/>
                      <a:pt x="20960" y="10322"/>
                      <a:pt x="20960" y="14703"/>
                    </a:cubicBezTo>
                    <a:close/>
                    <a:moveTo>
                      <a:pt x="149548" y="77664"/>
                    </a:moveTo>
                    <a:cubicBezTo>
                      <a:pt x="149548" y="88522"/>
                      <a:pt x="148882" y="97856"/>
                      <a:pt x="147548" y="105667"/>
                    </a:cubicBezTo>
                    <a:cubicBezTo>
                      <a:pt x="146214" y="113478"/>
                      <a:pt x="143738" y="120527"/>
                      <a:pt x="140214" y="126908"/>
                    </a:cubicBezTo>
                    <a:cubicBezTo>
                      <a:pt x="135737" y="134719"/>
                      <a:pt x="129927" y="140719"/>
                      <a:pt x="122783" y="144911"/>
                    </a:cubicBezTo>
                    <a:cubicBezTo>
                      <a:pt x="115639" y="149197"/>
                      <a:pt x="107638" y="151292"/>
                      <a:pt x="98971" y="151292"/>
                    </a:cubicBezTo>
                    <a:cubicBezTo>
                      <a:pt x="88874" y="151292"/>
                      <a:pt x="79825" y="148434"/>
                      <a:pt x="71824" y="142721"/>
                    </a:cubicBezTo>
                    <a:cubicBezTo>
                      <a:pt x="63918" y="137100"/>
                      <a:pt x="57917" y="129194"/>
                      <a:pt x="53916" y="119194"/>
                    </a:cubicBezTo>
                    <a:cubicBezTo>
                      <a:pt x="51821" y="113669"/>
                      <a:pt x="50297" y="107572"/>
                      <a:pt x="49345" y="101000"/>
                    </a:cubicBezTo>
                    <a:cubicBezTo>
                      <a:pt x="48392" y="94333"/>
                      <a:pt x="47916" y="87094"/>
                      <a:pt x="47916" y="79378"/>
                    </a:cubicBezTo>
                    <a:cubicBezTo>
                      <a:pt x="47916" y="69377"/>
                      <a:pt x="48488" y="60424"/>
                      <a:pt x="49535" y="52424"/>
                    </a:cubicBezTo>
                    <a:cubicBezTo>
                      <a:pt x="50583" y="44422"/>
                      <a:pt x="52203" y="37469"/>
                      <a:pt x="54489" y="31753"/>
                    </a:cubicBezTo>
                    <a:cubicBezTo>
                      <a:pt x="58394" y="22228"/>
                      <a:pt x="64014" y="14989"/>
                      <a:pt x="71443" y="10036"/>
                    </a:cubicBezTo>
                    <a:cubicBezTo>
                      <a:pt x="78872" y="4987"/>
                      <a:pt x="87826" y="2513"/>
                      <a:pt x="98113" y="2513"/>
                    </a:cubicBezTo>
                    <a:cubicBezTo>
                      <a:pt x="104970" y="2513"/>
                      <a:pt x="111162" y="3560"/>
                      <a:pt x="116687" y="5845"/>
                    </a:cubicBezTo>
                    <a:cubicBezTo>
                      <a:pt x="122211" y="8036"/>
                      <a:pt x="127069" y="11275"/>
                      <a:pt x="131259" y="15561"/>
                    </a:cubicBezTo>
                    <a:cubicBezTo>
                      <a:pt x="135546" y="19847"/>
                      <a:pt x="139071" y="25086"/>
                      <a:pt x="142023" y="31372"/>
                    </a:cubicBezTo>
                    <a:cubicBezTo>
                      <a:pt x="146976" y="42232"/>
                      <a:pt x="149548" y="57661"/>
                      <a:pt x="149548" y="77664"/>
                    </a:cubicBezTo>
                    <a:close/>
                    <a:moveTo>
                      <a:pt x="122306" y="75664"/>
                    </a:moveTo>
                    <a:cubicBezTo>
                      <a:pt x="122306" y="63568"/>
                      <a:pt x="121639" y="53661"/>
                      <a:pt x="120116" y="46041"/>
                    </a:cubicBezTo>
                    <a:cubicBezTo>
                      <a:pt x="118687" y="38325"/>
                      <a:pt x="116210" y="32516"/>
                      <a:pt x="112781" y="28612"/>
                    </a:cubicBezTo>
                    <a:cubicBezTo>
                      <a:pt x="109353" y="24609"/>
                      <a:pt x="104590" y="22610"/>
                      <a:pt x="98494" y="22610"/>
                    </a:cubicBezTo>
                    <a:cubicBezTo>
                      <a:pt x="89826" y="22610"/>
                      <a:pt x="83730" y="26991"/>
                      <a:pt x="80301" y="35851"/>
                    </a:cubicBezTo>
                    <a:cubicBezTo>
                      <a:pt x="76872" y="44613"/>
                      <a:pt x="75252" y="58138"/>
                      <a:pt x="75252" y="76520"/>
                    </a:cubicBezTo>
                    <a:cubicBezTo>
                      <a:pt x="75252" y="88903"/>
                      <a:pt x="75920" y="99096"/>
                      <a:pt x="77444" y="107002"/>
                    </a:cubicBezTo>
                    <a:cubicBezTo>
                      <a:pt x="78872" y="115002"/>
                      <a:pt x="81253" y="121004"/>
                      <a:pt x="84777" y="125099"/>
                    </a:cubicBezTo>
                    <a:cubicBezTo>
                      <a:pt x="88207" y="129098"/>
                      <a:pt x="92875" y="131194"/>
                      <a:pt x="98685" y="131194"/>
                    </a:cubicBezTo>
                    <a:cubicBezTo>
                      <a:pt x="104781" y="131194"/>
                      <a:pt x="109543" y="129003"/>
                      <a:pt x="112972" y="124813"/>
                    </a:cubicBezTo>
                    <a:cubicBezTo>
                      <a:pt x="116496" y="120622"/>
                      <a:pt x="118878" y="114525"/>
                      <a:pt x="120307" y="106621"/>
                    </a:cubicBezTo>
                    <a:cubicBezTo>
                      <a:pt x="121639" y="98810"/>
                      <a:pt x="122306" y="88427"/>
                      <a:pt x="122306" y="75664"/>
                    </a:cubicBezTo>
                    <a:close/>
                    <a:moveTo>
                      <a:pt x="182504" y="-1775"/>
                    </a:moveTo>
                    <a:lnTo>
                      <a:pt x="215271" y="93380"/>
                    </a:lnTo>
                    <a:lnTo>
                      <a:pt x="182504" y="188439"/>
                    </a:lnTo>
                    <a:lnTo>
                      <a:pt x="169550" y="188439"/>
                    </a:lnTo>
                    <a:lnTo>
                      <a:pt x="201174" y="93380"/>
                    </a:lnTo>
                    <a:lnTo>
                      <a:pt x="169550" y="-17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" name="Graphic 78">
                <a:extLst>
                  <a:ext uri="{FF2B5EF4-FFF2-40B4-BE49-F238E27FC236}">
                    <a16:creationId xmlns:a16="http://schemas.microsoft.com/office/drawing/2014/main" id="{A793A18D-5D25-03DA-2F31-055299D76203}"/>
                  </a:ext>
                </a:extLst>
              </p:cNvPr>
              <p:cNvGrpSpPr/>
              <p:nvPr/>
            </p:nvGrpSpPr>
            <p:grpSpPr>
              <a:xfrm>
                <a:off x="7751171" y="2996368"/>
                <a:ext cx="1160933" cy="21350"/>
                <a:chOff x="7857806" y="4089209"/>
                <a:chExt cx="828675" cy="15240"/>
              </a:xfrm>
            </p:grpSpPr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0A488D03-A400-BF83-F669-BC94F1E64402}"/>
                    </a:ext>
                  </a:extLst>
                </p:cNvPr>
                <p:cNvSpPr/>
                <p:nvPr/>
              </p:nvSpPr>
              <p:spPr>
                <a:xfrm>
                  <a:off x="7857806" y="4096829"/>
                  <a:ext cx="828675" cy="9525"/>
                </a:xfrm>
                <a:custGeom>
                  <a:avLst/>
                  <a:gdLst>
                    <a:gd name="csX0" fmla="*/ -1137 w 828675"/>
                    <a:gd name="csY0" fmla="*/ -1775 h 9525"/>
                    <a:gd name="csX1" fmla="*/ 827538 w 828675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28675" h="9525">
                      <a:moveTo>
                        <a:pt x="-1137" y="-1775"/>
                      </a:moveTo>
                      <a:lnTo>
                        <a:pt x="827538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custDash>
                    <a:ds d="525000" sp="5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E56A028D-D934-96E0-7F14-FAA76FCB677B}"/>
                    </a:ext>
                  </a:extLst>
                </p:cNvPr>
                <p:cNvSpPr/>
                <p:nvPr/>
              </p:nvSpPr>
              <p:spPr>
                <a:xfrm>
                  <a:off x="7857806" y="4089209"/>
                  <a:ext cx="828675" cy="15240"/>
                </a:xfrm>
                <a:custGeom>
                  <a:avLst/>
                  <a:gdLst>
                    <a:gd name="csX0" fmla="*/ -1137 w 828675"/>
                    <a:gd name="csY0" fmla="*/ -1775 h 15240"/>
                    <a:gd name="csX1" fmla="*/ -1137 w 828675"/>
                    <a:gd name="csY1" fmla="*/ 13466 h 15240"/>
                    <a:gd name="csX2" fmla="*/ 65538 w 828675"/>
                    <a:gd name="csY2" fmla="*/ 13466 h 15240"/>
                    <a:gd name="csX3" fmla="*/ 65538 w 828675"/>
                    <a:gd name="csY3" fmla="*/ -1775 h 15240"/>
                    <a:gd name="csX4" fmla="*/ 132213 w 828675"/>
                    <a:gd name="csY4" fmla="*/ -1775 h 15240"/>
                    <a:gd name="csX5" fmla="*/ 132213 w 828675"/>
                    <a:gd name="csY5" fmla="*/ 13466 h 15240"/>
                    <a:gd name="csX6" fmla="*/ 198888 w 828675"/>
                    <a:gd name="csY6" fmla="*/ 13466 h 15240"/>
                    <a:gd name="csX7" fmla="*/ 198888 w 828675"/>
                    <a:gd name="csY7" fmla="*/ -1775 h 15240"/>
                    <a:gd name="csX8" fmla="*/ 265563 w 828675"/>
                    <a:gd name="csY8" fmla="*/ -1775 h 15240"/>
                    <a:gd name="csX9" fmla="*/ 265563 w 828675"/>
                    <a:gd name="csY9" fmla="*/ 13466 h 15240"/>
                    <a:gd name="csX10" fmla="*/ 332238 w 828675"/>
                    <a:gd name="csY10" fmla="*/ 13466 h 15240"/>
                    <a:gd name="csX11" fmla="*/ 332238 w 828675"/>
                    <a:gd name="csY11" fmla="*/ -1775 h 15240"/>
                    <a:gd name="csX12" fmla="*/ 398913 w 828675"/>
                    <a:gd name="csY12" fmla="*/ -1775 h 15240"/>
                    <a:gd name="csX13" fmla="*/ 398913 w 828675"/>
                    <a:gd name="csY13" fmla="*/ 13466 h 15240"/>
                    <a:gd name="csX14" fmla="*/ 465588 w 828675"/>
                    <a:gd name="csY14" fmla="*/ 13466 h 15240"/>
                    <a:gd name="csX15" fmla="*/ 465588 w 828675"/>
                    <a:gd name="csY15" fmla="*/ -1775 h 15240"/>
                    <a:gd name="csX16" fmla="*/ 532263 w 828675"/>
                    <a:gd name="csY16" fmla="*/ -1775 h 15240"/>
                    <a:gd name="csX17" fmla="*/ 532263 w 828675"/>
                    <a:gd name="csY17" fmla="*/ 13466 h 15240"/>
                    <a:gd name="csX18" fmla="*/ 598938 w 828675"/>
                    <a:gd name="csY18" fmla="*/ 13466 h 15240"/>
                    <a:gd name="csX19" fmla="*/ 598938 w 828675"/>
                    <a:gd name="csY19" fmla="*/ -1775 h 15240"/>
                    <a:gd name="csX20" fmla="*/ 665613 w 828675"/>
                    <a:gd name="csY20" fmla="*/ -1775 h 15240"/>
                    <a:gd name="csX21" fmla="*/ 665613 w 828675"/>
                    <a:gd name="csY21" fmla="*/ 13466 h 15240"/>
                    <a:gd name="csX22" fmla="*/ 732288 w 828675"/>
                    <a:gd name="csY22" fmla="*/ 13466 h 15240"/>
                    <a:gd name="csX23" fmla="*/ 732288 w 828675"/>
                    <a:gd name="csY23" fmla="*/ -1775 h 15240"/>
                    <a:gd name="csX24" fmla="*/ 798963 w 828675"/>
                    <a:gd name="csY24" fmla="*/ -1775 h 15240"/>
                    <a:gd name="csX25" fmla="*/ 798963 w 828675"/>
                    <a:gd name="csY25" fmla="*/ 13466 h 15240"/>
                    <a:gd name="csX26" fmla="*/ 827538 w 828675"/>
                    <a:gd name="csY26" fmla="*/ 13466 h 15240"/>
                    <a:gd name="csX27" fmla="*/ 827538 w 828675"/>
                    <a:gd name="csY27" fmla="*/ -1775 h 152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</a:cxnLst>
                  <a:rect l="l" t="t" r="r" b="b"/>
                  <a:pathLst>
                    <a:path w="828675" h="15240">
                      <a:moveTo>
                        <a:pt x="-1137" y="-1775"/>
                      </a:moveTo>
                      <a:lnTo>
                        <a:pt x="-1137" y="13466"/>
                      </a:lnTo>
                      <a:lnTo>
                        <a:pt x="65538" y="13466"/>
                      </a:lnTo>
                      <a:lnTo>
                        <a:pt x="65538" y="-1775"/>
                      </a:lnTo>
                      <a:close/>
                      <a:moveTo>
                        <a:pt x="132213" y="-1775"/>
                      </a:moveTo>
                      <a:lnTo>
                        <a:pt x="132213" y="13466"/>
                      </a:lnTo>
                      <a:lnTo>
                        <a:pt x="198888" y="13466"/>
                      </a:lnTo>
                      <a:lnTo>
                        <a:pt x="198888" y="-1775"/>
                      </a:lnTo>
                      <a:close/>
                      <a:moveTo>
                        <a:pt x="265563" y="-1775"/>
                      </a:moveTo>
                      <a:lnTo>
                        <a:pt x="265563" y="13466"/>
                      </a:lnTo>
                      <a:lnTo>
                        <a:pt x="332238" y="13466"/>
                      </a:lnTo>
                      <a:lnTo>
                        <a:pt x="332238" y="-1775"/>
                      </a:lnTo>
                      <a:close/>
                      <a:moveTo>
                        <a:pt x="398913" y="-1775"/>
                      </a:moveTo>
                      <a:lnTo>
                        <a:pt x="398913" y="13466"/>
                      </a:lnTo>
                      <a:lnTo>
                        <a:pt x="465588" y="13466"/>
                      </a:lnTo>
                      <a:lnTo>
                        <a:pt x="465588" y="-1775"/>
                      </a:lnTo>
                      <a:close/>
                      <a:moveTo>
                        <a:pt x="532263" y="-1775"/>
                      </a:moveTo>
                      <a:lnTo>
                        <a:pt x="532263" y="13466"/>
                      </a:lnTo>
                      <a:lnTo>
                        <a:pt x="598938" y="13466"/>
                      </a:lnTo>
                      <a:lnTo>
                        <a:pt x="598938" y="-1775"/>
                      </a:lnTo>
                      <a:close/>
                      <a:moveTo>
                        <a:pt x="665613" y="-1775"/>
                      </a:moveTo>
                      <a:lnTo>
                        <a:pt x="665613" y="13466"/>
                      </a:lnTo>
                      <a:lnTo>
                        <a:pt x="732288" y="13466"/>
                      </a:lnTo>
                      <a:lnTo>
                        <a:pt x="732288" y="-1775"/>
                      </a:lnTo>
                      <a:close/>
                      <a:moveTo>
                        <a:pt x="798963" y="-1775"/>
                      </a:moveTo>
                      <a:lnTo>
                        <a:pt x="798963" y="13466"/>
                      </a:lnTo>
                      <a:lnTo>
                        <a:pt x="827538" y="13466"/>
                      </a:lnTo>
                      <a:lnTo>
                        <a:pt x="827538" y="-1775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 w="9525" cap="flat">
                  <a:noFill/>
                  <a:custDash>
                    <a:ds d="525000" sp="525000"/>
                  </a:custDash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2" name="Graphic 78">
                <a:extLst>
                  <a:ext uri="{FF2B5EF4-FFF2-40B4-BE49-F238E27FC236}">
                    <a16:creationId xmlns:a16="http://schemas.microsoft.com/office/drawing/2014/main" id="{A7E03DCA-C70A-23A9-3622-F7949B98799B}"/>
                  </a:ext>
                </a:extLst>
              </p:cNvPr>
              <p:cNvGrpSpPr/>
              <p:nvPr/>
            </p:nvGrpSpPr>
            <p:grpSpPr>
              <a:xfrm>
                <a:off x="8886485" y="2681717"/>
                <a:ext cx="157992" cy="330529"/>
                <a:chOff x="8668194" y="3864611"/>
                <a:chExt cx="112775" cy="235932"/>
              </a:xfrm>
              <a:solidFill>
                <a:srgbClr val="000000"/>
              </a:solidFill>
            </p:grpSpPr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7FF2341C-DA3E-2175-DD89-90AC99D12002}"/>
                    </a:ext>
                  </a:extLst>
                </p:cNvPr>
                <p:cNvSpPr/>
                <p:nvPr/>
              </p:nvSpPr>
              <p:spPr>
                <a:xfrm>
                  <a:off x="8676956" y="3868229"/>
                  <a:ext cx="95250" cy="228600"/>
                </a:xfrm>
                <a:custGeom>
                  <a:avLst/>
                  <a:gdLst>
                    <a:gd name="csX0" fmla="*/ -1137 w 95250"/>
                    <a:gd name="csY0" fmla="*/ 226825 h 228600"/>
                    <a:gd name="csX1" fmla="*/ 94113 w 95250"/>
                    <a:gd name="csY1" fmla="*/ -1775 h 2286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0" h="228600">
                      <a:moveTo>
                        <a:pt x="-1137" y="226825"/>
                      </a:moveTo>
                      <a:lnTo>
                        <a:pt x="9411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CF4CCC65-D6F0-5336-0326-84322C4C53BF}"/>
                    </a:ext>
                  </a:extLst>
                </p:cNvPr>
                <p:cNvSpPr/>
                <p:nvPr/>
              </p:nvSpPr>
              <p:spPr>
                <a:xfrm>
                  <a:off x="8668194" y="3864611"/>
                  <a:ext cx="112775" cy="235932"/>
                </a:xfrm>
                <a:custGeom>
                  <a:avLst/>
                  <a:gdLst>
                    <a:gd name="csX0" fmla="*/ 94113 w 112775"/>
                    <a:gd name="csY0" fmla="*/ -1775 h 235932"/>
                    <a:gd name="csX1" fmla="*/ -1137 w 112775"/>
                    <a:gd name="csY1" fmla="*/ 226825 h 235932"/>
                    <a:gd name="csX2" fmla="*/ 16389 w 112775"/>
                    <a:gd name="csY2" fmla="*/ 234157 h 235932"/>
                    <a:gd name="csX3" fmla="*/ 111639 w 112775"/>
                    <a:gd name="csY3" fmla="*/ 5557 h 2359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2775" h="235932">
                      <a:moveTo>
                        <a:pt x="94113" y="-1775"/>
                      </a:moveTo>
                      <a:lnTo>
                        <a:pt x="-1137" y="226825"/>
                      </a:lnTo>
                      <a:lnTo>
                        <a:pt x="16389" y="234157"/>
                      </a:lnTo>
                      <a:lnTo>
                        <a:pt x="111639" y="55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5" name="Graphic 78">
                <a:extLst>
                  <a:ext uri="{FF2B5EF4-FFF2-40B4-BE49-F238E27FC236}">
                    <a16:creationId xmlns:a16="http://schemas.microsoft.com/office/drawing/2014/main" id="{646BAF71-544D-75E3-AEAF-509D3F541A59}"/>
                  </a:ext>
                </a:extLst>
              </p:cNvPr>
              <p:cNvGrpSpPr/>
              <p:nvPr/>
            </p:nvGrpSpPr>
            <p:grpSpPr>
              <a:xfrm>
                <a:off x="9032201" y="2673441"/>
                <a:ext cx="1147589" cy="26688"/>
                <a:chOff x="8772206" y="3858704"/>
                <a:chExt cx="819150" cy="19050"/>
              </a:xfrm>
              <a:solidFill>
                <a:srgbClr val="000000"/>
              </a:solidFill>
            </p:grpSpPr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318ED81D-87A6-A390-9A1B-75D857570196}"/>
                    </a:ext>
                  </a:extLst>
                </p:cNvPr>
                <p:cNvSpPr/>
                <p:nvPr/>
              </p:nvSpPr>
              <p:spPr>
                <a:xfrm>
                  <a:off x="8772206" y="3868229"/>
                  <a:ext cx="819150" cy="9525"/>
                </a:xfrm>
                <a:custGeom>
                  <a:avLst/>
                  <a:gdLst>
                    <a:gd name="csX0" fmla="*/ -1137 w 819150"/>
                    <a:gd name="csY0" fmla="*/ -1775 h 9525"/>
                    <a:gd name="csX1" fmla="*/ 818013 w 819150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150" h="9525">
                      <a:moveTo>
                        <a:pt x="-1137" y="-1775"/>
                      </a:moveTo>
                      <a:lnTo>
                        <a:pt x="81801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8B2D53C1-0548-A8CA-9AAD-5FD07880228F}"/>
                    </a:ext>
                  </a:extLst>
                </p:cNvPr>
                <p:cNvSpPr/>
                <p:nvPr/>
              </p:nvSpPr>
              <p:spPr>
                <a:xfrm>
                  <a:off x="8772206" y="3858704"/>
                  <a:ext cx="819150" cy="19050"/>
                </a:xfrm>
                <a:custGeom>
                  <a:avLst/>
                  <a:gdLst>
                    <a:gd name="csX0" fmla="*/ -1137 w 819150"/>
                    <a:gd name="csY0" fmla="*/ -1775 h 19050"/>
                    <a:gd name="csX1" fmla="*/ -1137 w 819150"/>
                    <a:gd name="csY1" fmla="*/ 17275 h 19050"/>
                    <a:gd name="csX2" fmla="*/ 818013 w 819150"/>
                    <a:gd name="csY2" fmla="*/ 17275 h 19050"/>
                    <a:gd name="csX3" fmla="*/ 818013 w 819150"/>
                    <a:gd name="csY3" fmla="*/ -1775 h 19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9150" h="19050">
                      <a:moveTo>
                        <a:pt x="-1137" y="-1775"/>
                      </a:moveTo>
                      <a:lnTo>
                        <a:pt x="-1137" y="17275"/>
                      </a:lnTo>
                      <a:lnTo>
                        <a:pt x="818013" y="17275"/>
                      </a:lnTo>
                      <a:lnTo>
                        <a:pt x="818013" y="-17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7" name="Graphic 78">
                <a:extLst>
                  <a:ext uri="{FF2B5EF4-FFF2-40B4-BE49-F238E27FC236}">
                    <a16:creationId xmlns:a16="http://schemas.microsoft.com/office/drawing/2014/main" id="{2AD7C341-25D8-9D34-8100-D77F9EFE5534}"/>
                  </a:ext>
                </a:extLst>
              </p:cNvPr>
              <p:cNvGrpSpPr/>
              <p:nvPr/>
            </p:nvGrpSpPr>
            <p:grpSpPr>
              <a:xfrm>
                <a:off x="8886352" y="3002104"/>
                <a:ext cx="158260" cy="343478"/>
                <a:chOff x="8668099" y="4093304"/>
                <a:chExt cx="112966" cy="245175"/>
              </a:xfrm>
              <a:solidFill>
                <a:srgbClr val="000000"/>
              </a:solidFill>
            </p:grpSpPr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8809E0E-4367-C78F-E468-B8A3F53CAF1E}"/>
                    </a:ext>
                  </a:extLst>
                </p:cNvPr>
                <p:cNvSpPr/>
                <p:nvPr/>
              </p:nvSpPr>
              <p:spPr>
                <a:xfrm>
                  <a:off x="8676956" y="4096829"/>
                  <a:ext cx="95250" cy="238125"/>
                </a:xfrm>
                <a:custGeom>
                  <a:avLst/>
                  <a:gdLst>
                    <a:gd name="csX0" fmla="*/ -1137 w 95250"/>
                    <a:gd name="csY0" fmla="*/ -1775 h 238125"/>
                    <a:gd name="csX1" fmla="*/ 94113 w 95250"/>
                    <a:gd name="csY1" fmla="*/ 236350 h 2381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0" h="238125">
                      <a:moveTo>
                        <a:pt x="-1137" y="-1775"/>
                      </a:moveTo>
                      <a:lnTo>
                        <a:pt x="94113" y="236350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28577352-2354-0C85-D6FE-0FC6C14BD0AA}"/>
                    </a:ext>
                  </a:extLst>
                </p:cNvPr>
                <p:cNvSpPr/>
                <p:nvPr/>
              </p:nvSpPr>
              <p:spPr>
                <a:xfrm>
                  <a:off x="8668099" y="4093304"/>
                  <a:ext cx="112966" cy="245175"/>
                </a:xfrm>
                <a:custGeom>
                  <a:avLst/>
                  <a:gdLst>
                    <a:gd name="csX0" fmla="*/ 16579 w 112966"/>
                    <a:gd name="csY0" fmla="*/ -1775 h 245175"/>
                    <a:gd name="csX1" fmla="*/ -1137 w 112966"/>
                    <a:gd name="csY1" fmla="*/ 5276 h 245175"/>
                    <a:gd name="csX2" fmla="*/ 94113 w 112966"/>
                    <a:gd name="csY2" fmla="*/ 243401 h 245175"/>
                    <a:gd name="csX3" fmla="*/ 111829 w 112966"/>
                    <a:gd name="csY3" fmla="*/ 236350 h 2451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12966" h="245175">
                      <a:moveTo>
                        <a:pt x="16579" y="-1775"/>
                      </a:moveTo>
                      <a:lnTo>
                        <a:pt x="-1137" y="5276"/>
                      </a:lnTo>
                      <a:lnTo>
                        <a:pt x="94113" y="243401"/>
                      </a:lnTo>
                      <a:lnTo>
                        <a:pt x="111829" y="2363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9" name="Graphic 78">
                <a:extLst>
                  <a:ext uri="{FF2B5EF4-FFF2-40B4-BE49-F238E27FC236}">
                    <a16:creationId xmlns:a16="http://schemas.microsoft.com/office/drawing/2014/main" id="{E463354C-582B-FEEF-44C1-3FD861AA920F}"/>
                  </a:ext>
                </a:extLst>
              </p:cNvPr>
              <p:cNvGrpSpPr/>
              <p:nvPr/>
            </p:nvGrpSpPr>
            <p:grpSpPr>
              <a:xfrm>
                <a:off x="9032201" y="3327300"/>
                <a:ext cx="1147589" cy="26688"/>
                <a:chOff x="8772206" y="4325429"/>
                <a:chExt cx="819150" cy="19050"/>
              </a:xfrm>
              <a:solidFill>
                <a:srgbClr val="000000"/>
              </a:solidFill>
            </p:grpSpPr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91C321D-4C83-F360-C7BD-9347AC019700}"/>
                    </a:ext>
                  </a:extLst>
                </p:cNvPr>
                <p:cNvSpPr/>
                <p:nvPr/>
              </p:nvSpPr>
              <p:spPr>
                <a:xfrm>
                  <a:off x="8772206" y="4334954"/>
                  <a:ext cx="819150" cy="9525"/>
                </a:xfrm>
                <a:custGeom>
                  <a:avLst/>
                  <a:gdLst>
                    <a:gd name="csX0" fmla="*/ -1137 w 819150"/>
                    <a:gd name="csY0" fmla="*/ -1775 h 9525"/>
                    <a:gd name="csX1" fmla="*/ 818013 w 819150"/>
                    <a:gd name="csY1" fmla="*/ -1775 h 9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19150" h="9525">
                      <a:moveTo>
                        <a:pt x="-1137" y="-1775"/>
                      </a:moveTo>
                      <a:lnTo>
                        <a:pt x="818013" y="-1775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FD6B47D-E6EB-4448-8C4E-E8683994EBC8}"/>
                    </a:ext>
                  </a:extLst>
                </p:cNvPr>
                <p:cNvSpPr/>
                <p:nvPr/>
              </p:nvSpPr>
              <p:spPr>
                <a:xfrm>
                  <a:off x="8772206" y="4325429"/>
                  <a:ext cx="819150" cy="19050"/>
                </a:xfrm>
                <a:custGeom>
                  <a:avLst/>
                  <a:gdLst>
                    <a:gd name="csX0" fmla="*/ -1137 w 819150"/>
                    <a:gd name="csY0" fmla="*/ -1775 h 19050"/>
                    <a:gd name="csX1" fmla="*/ -1137 w 819150"/>
                    <a:gd name="csY1" fmla="*/ 17275 h 19050"/>
                    <a:gd name="csX2" fmla="*/ 818013 w 819150"/>
                    <a:gd name="csY2" fmla="*/ 17275 h 19050"/>
                    <a:gd name="csX3" fmla="*/ 818013 w 819150"/>
                    <a:gd name="csY3" fmla="*/ -1775 h 190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819150" h="19050">
                      <a:moveTo>
                        <a:pt x="-1137" y="-1775"/>
                      </a:moveTo>
                      <a:lnTo>
                        <a:pt x="-1137" y="17275"/>
                      </a:lnTo>
                      <a:lnTo>
                        <a:pt x="818013" y="17275"/>
                      </a:lnTo>
                      <a:lnTo>
                        <a:pt x="818013" y="-177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E2EC20E-A266-4EB2-A218-2E650B914BDF}"/>
                  </a:ext>
                </a:extLst>
              </p:cNvPr>
              <p:cNvSpPr/>
              <p:nvPr/>
            </p:nvSpPr>
            <p:spPr>
              <a:xfrm>
                <a:off x="10191000" y="2568957"/>
                <a:ext cx="469041" cy="271018"/>
              </a:xfrm>
              <a:custGeom>
                <a:avLst/>
                <a:gdLst>
                  <a:gd name="csX0" fmla="*/ 20960 w 334802"/>
                  <a:gd name="csY0" fmla="*/ 14703 h 193453"/>
                  <a:gd name="csX1" fmla="*/ 20960 w 334802"/>
                  <a:gd name="csY1" fmla="*/ 178058 h 193453"/>
                  <a:gd name="csX2" fmla="*/ 17913 w 334802"/>
                  <a:gd name="csY2" fmla="*/ 188251 h 193453"/>
                  <a:gd name="csX3" fmla="*/ 10006 w 334802"/>
                  <a:gd name="csY3" fmla="*/ 191678 h 193453"/>
                  <a:gd name="csX4" fmla="*/ 2006 w 334802"/>
                  <a:gd name="csY4" fmla="*/ 188251 h 193453"/>
                  <a:gd name="csX5" fmla="*/ -1137 w 334802"/>
                  <a:gd name="csY5" fmla="*/ 178058 h 193453"/>
                  <a:gd name="csX6" fmla="*/ -1137 w 334802"/>
                  <a:gd name="csY6" fmla="*/ 14703 h 193453"/>
                  <a:gd name="csX7" fmla="*/ 2006 w 334802"/>
                  <a:gd name="csY7" fmla="*/ 4513 h 193453"/>
                  <a:gd name="csX8" fmla="*/ 10006 w 334802"/>
                  <a:gd name="csY8" fmla="*/ 1083 h 193453"/>
                  <a:gd name="csX9" fmla="*/ 17913 w 334802"/>
                  <a:gd name="csY9" fmla="*/ 4608 h 193453"/>
                  <a:gd name="csX10" fmla="*/ 20960 w 334802"/>
                  <a:gd name="csY10" fmla="*/ 14703 h 193453"/>
                  <a:gd name="csX11" fmla="*/ 110305 w 334802"/>
                  <a:gd name="csY11" fmla="*/ 128052 h 193453"/>
                  <a:gd name="csX12" fmla="*/ 84777 w 334802"/>
                  <a:gd name="csY12" fmla="*/ 128052 h 193453"/>
                  <a:gd name="csX13" fmla="*/ 84777 w 334802"/>
                  <a:gd name="csY13" fmla="*/ 90238 h 193453"/>
                  <a:gd name="csX14" fmla="*/ 46773 w 334802"/>
                  <a:gd name="csY14" fmla="*/ 90238 h 193453"/>
                  <a:gd name="csX15" fmla="*/ 46773 w 334802"/>
                  <a:gd name="csY15" fmla="*/ 64330 h 193453"/>
                  <a:gd name="csX16" fmla="*/ 84777 w 334802"/>
                  <a:gd name="csY16" fmla="*/ 64330 h 193453"/>
                  <a:gd name="csX17" fmla="*/ 84777 w 334802"/>
                  <a:gd name="csY17" fmla="*/ 26326 h 193453"/>
                  <a:gd name="csX18" fmla="*/ 110305 w 334802"/>
                  <a:gd name="csY18" fmla="*/ 26326 h 193453"/>
                  <a:gd name="csX19" fmla="*/ 110305 w 334802"/>
                  <a:gd name="csY19" fmla="*/ 64330 h 193453"/>
                  <a:gd name="csX20" fmla="*/ 148500 w 334802"/>
                  <a:gd name="csY20" fmla="*/ 64330 h 193453"/>
                  <a:gd name="csX21" fmla="*/ 148500 w 334802"/>
                  <a:gd name="csY21" fmla="*/ 90238 h 193453"/>
                  <a:gd name="csX22" fmla="*/ 110305 w 334802"/>
                  <a:gd name="csY22" fmla="*/ 90238 h 193453"/>
                  <a:gd name="csX23" fmla="*/ 214223 w 334802"/>
                  <a:gd name="csY23" fmla="*/ 135386 h 193453"/>
                  <a:gd name="csX24" fmla="*/ 214223 w 334802"/>
                  <a:gd name="csY24" fmla="*/ 45090 h 193453"/>
                  <a:gd name="csX25" fmla="*/ 180313 w 334802"/>
                  <a:gd name="csY25" fmla="*/ 64519 h 193453"/>
                  <a:gd name="csX26" fmla="*/ 172884 w 334802"/>
                  <a:gd name="csY26" fmla="*/ 61186 h 193453"/>
                  <a:gd name="csX27" fmla="*/ 169645 w 334802"/>
                  <a:gd name="csY27" fmla="*/ 53470 h 193453"/>
                  <a:gd name="csX28" fmla="*/ 172884 w 334802"/>
                  <a:gd name="csY28" fmla="*/ 46041 h 193453"/>
                  <a:gd name="csX29" fmla="*/ 184028 w 334802"/>
                  <a:gd name="csY29" fmla="*/ 39850 h 193453"/>
                  <a:gd name="csX30" fmla="*/ 203174 w 334802"/>
                  <a:gd name="csY30" fmla="*/ 27944 h 193453"/>
                  <a:gd name="csX31" fmla="*/ 216032 w 334802"/>
                  <a:gd name="csY31" fmla="*/ 13943 h 193453"/>
                  <a:gd name="csX32" fmla="*/ 223271 w 334802"/>
                  <a:gd name="csY32" fmla="*/ 4418 h 193453"/>
                  <a:gd name="csX33" fmla="*/ 229558 w 334802"/>
                  <a:gd name="csY33" fmla="*/ 2702 h 193453"/>
                  <a:gd name="csX34" fmla="*/ 238035 w 334802"/>
                  <a:gd name="csY34" fmla="*/ 6704 h 193453"/>
                  <a:gd name="csX35" fmla="*/ 241178 w 334802"/>
                  <a:gd name="csY35" fmla="*/ 17942 h 193453"/>
                  <a:gd name="csX36" fmla="*/ 241178 w 334802"/>
                  <a:gd name="csY36" fmla="*/ 131575 h 193453"/>
                  <a:gd name="csX37" fmla="*/ 227652 w 334802"/>
                  <a:gd name="csY37" fmla="*/ 151483 h 193453"/>
                  <a:gd name="csX38" fmla="*/ 217938 w 334802"/>
                  <a:gd name="csY38" fmla="*/ 147388 h 193453"/>
                  <a:gd name="csX39" fmla="*/ 214223 w 334802"/>
                  <a:gd name="csY39" fmla="*/ 135386 h 193453"/>
                  <a:gd name="csX40" fmla="*/ 300996 w 334802"/>
                  <a:gd name="csY40" fmla="*/ -1775 h 193453"/>
                  <a:gd name="csX41" fmla="*/ 333666 w 334802"/>
                  <a:gd name="csY41" fmla="*/ 93380 h 193453"/>
                  <a:gd name="csX42" fmla="*/ 300996 w 334802"/>
                  <a:gd name="csY42" fmla="*/ 188439 h 193453"/>
                  <a:gd name="csX43" fmla="*/ 287946 w 334802"/>
                  <a:gd name="csY43" fmla="*/ 188439 h 193453"/>
                  <a:gd name="csX44" fmla="*/ 319664 w 334802"/>
                  <a:gd name="csY44" fmla="*/ 93380 h 193453"/>
                  <a:gd name="csX45" fmla="*/ 287946 w 334802"/>
                  <a:gd name="csY45" fmla="*/ -1775 h 193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</a:cxnLst>
                <a:rect l="l" t="t" r="r" b="b"/>
                <a:pathLst>
                  <a:path w="334802" h="193453">
                    <a:moveTo>
                      <a:pt x="20960" y="14703"/>
                    </a:moveTo>
                    <a:lnTo>
                      <a:pt x="20960" y="178058"/>
                    </a:lnTo>
                    <a:cubicBezTo>
                      <a:pt x="20960" y="182630"/>
                      <a:pt x="19913" y="185962"/>
                      <a:pt x="17913" y="188251"/>
                    </a:cubicBezTo>
                    <a:cubicBezTo>
                      <a:pt x="15912" y="190537"/>
                      <a:pt x="13246" y="191678"/>
                      <a:pt x="10006" y="191678"/>
                    </a:cubicBezTo>
                    <a:cubicBezTo>
                      <a:pt x="6768" y="191678"/>
                      <a:pt x="4101" y="190537"/>
                      <a:pt x="2006" y="188251"/>
                    </a:cubicBezTo>
                    <a:cubicBezTo>
                      <a:pt x="-90" y="185869"/>
                      <a:pt x="-1137" y="182535"/>
                      <a:pt x="-1137" y="178058"/>
                    </a:cubicBezTo>
                    <a:lnTo>
                      <a:pt x="-1137" y="14703"/>
                    </a:lnTo>
                    <a:cubicBezTo>
                      <a:pt x="-1137" y="10227"/>
                      <a:pt x="-90" y="6894"/>
                      <a:pt x="2006" y="4513"/>
                    </a:cubicBezTo>
                    <a:cubicBezTo>
                      <a:pt x="4101" y="2227"/>
                      <a:pt x="6768" y="1083"/>
                      <a:pt x="10006" y="1083"/>
                    </a:cubicBezTo>
                    <a:cubicBezTo>
                      <a:pt x="13246" y="1083"/>
                      <a:pt x="15912" y="2227"/>
                      <a:pt x="17913" y="4608"/>
                    </a:cubicBezTo>
                    <a:cubicBezTo>
                      <a:pt x="19913" y="6990"/>
                      <a:pt x="20960" y="10322"/>
                      <a:pt x="20960" y="14703"/>
                    </a:cubicBezTo>
                    <a:close/>
                    <a:moveTo>
                      <a:pt x="110305" y="128052"/>
                    </a:moveTo>
                    <a:lnTo>
                      <a:pt x="84777" y="128052"/>
                    </a:lnTo>
                    <a:lnTo>
                      <a:pt x="84777" y="90238"/>
                    </a:lnTo>
                    <a:lnTo>
                      <a:pt x="46773" y="90238"/>
                    </a:lnTo>
                    <a:lnTo>
                      <a:pt x="46773" y="64330"/>
                    </a:lnTo>
                    <a:lnTo>
                      <a:pt x="84777" y="64330"/>
                    </a:lnTo>
                    <a:lnTo>
                      <a:pt x="84777" y="26326"/>
                    </a:lnTo>
                    <a:lnTo>
                      <a:pt x="110305" y="26326"/>
                    </a:lnTo>
                    <a:lnTo>
                      <a:pt x="110305" y="64330"/>
                    </a:lnTo>
                    <a:lnTo>
                      <a:pt x="148500" y="64330"/>
                    </a:lnTo>
                    <a:lnTo>
                      <a:pt x="148500" y="90238"/>
                    </a:lnTo>
                    <a:lnTo>
                      <a:pt x="110305" y="90238"/>
                    </a:lnTo>
                    <a:close/>
                    <a:moveTo>
                      <a:pt x="214223" y="135386"/>
                    </a:moveTo>
                    <a:lnTo>
                      <a:pt x="214223" y="45090"/>
                    </a:lnTo>
                    <a:cubicBezTo>
                      <a:pt x="197459" y="58042"/>
                      <a:pt x="186124" y="64519"/>
                      <a:pt x="180313" y="64519"/>
                    </a:cubicBezTo>
                    <a:cubicBezTo>
                      <a:pt x="177552" y="64519"/>
                      <a:pt x="175075" y="63377"/>
                      <a:pt x="172884" y="61186"/>
                    </a:cubicBezTo>
                    <a:cubicBezTo>
                      <a:pt x="170693" y="58996"/>
                      <a:pt x="169645" y="56424"/>
                      <a:pt x="169645" y="53470"/>
                    </a:cubicBezTo>
                    <a:cubicBezTo>
                      <a:pt x="169645" y="50138"/>
                      <a:pt x="170693" y="47662"/>
                      <a:pt x="172884" y="46041"/>
                    </a:cubicBezTo>
                    <a:cubicBezTo>
                      <a:pt x="174980" y="44422"/>
                      <a:pt x="178695" y="42422"/>
                      <a:pt x="184028" y="39850"/>
                    </a:cubicBezTo>
                    <a:cubicBezTo>
                      <a:pt x="192029" y="36134"/>
                      <a:pt x="198411" y="32135"/>
                      <a:pt x="203174" y="27944"/>
                    </a:cubicBezTo>
                    <a:cubicBezTo>
                      <a:pt x="208031" y="23849"/>
                      <a:pt x="212317" y="19182"/>
                      <a:pt x="216032" y="13943"/>
                    </a:cubicBezTo>
                    <a:cubicBezTo>
                      <a:pt x="219747" y="8799"/>
                      <a:pt x="222128" y="5655"/>
                      <a:pt x="223271" y="4418"/>
                    </a:cubicBezTo>
                    <a:cubicBezTo>
                      <a:pt x="224414" y="3274"/>
                      <a:pt x="226509" y="2702"/>
                      <a:pt x="229558" y="2702"/>
                    </a:cubicBezTo>
                    <a:cubicBezTo>
                      <a:pt x="233082" y="2702"/>
                      <a:pt x="235939" y="4036"/>
                      <a:pt x="238035" y="6704"/>
                    </a:cubicBezTo>
                    <a:cubicBezTo>
                      <a:pt x="240131" y="9466"/>
                      <a:pt x="241178" y="13180"/>
                      <a:pt x="241178" y="17942"/>
                    </a:cubicBezTo>
                    <a:lnTo>
                      <a:pt x="241178" y="131575"/>
                    </a:lnTo>
                    <a:cubicBezTo>
                      <a:pt x="241178" y="144816"/>
                      <a:pt x="236702" y="151483"/>
                      <a:pt x="227652" y="151483"/>
                    </a:cubicBezTo>
                    <a:cubicBezTo>
                      <a:pt x="223557" y="151483"/>
                      <a:pt x="220319" y="150151"/>
                      <a:pt x="217938" y="147388"/>
                    </a:cubicBezTo>
                    <a:cubicBezTo>
                      <a:pt x="215461" y="144721"/>
                      <a:pt x="214223" y="140719"/>
                      <a:pt x="214223" y="135386"/>
                    </a:cubicBezTo>
                    <a:close/>
                    <a:moveTo>
                      <a:pt x="300996" y="-1775"/>
                    </a:moveTo>
                    <a:lnTo>
                      <a:pt x="333666" y="93380"/>
                    </a:lnTo>
                    <a:lnTo>
                      <a:pt x="300996" y="188439"/>
                    </a:lnTo>
                    <a:lnTo>
                      <a:pt x="287946" y="188439"/>
                    </a:lnTo>
                    <a:lnTo>
                      <a:pt x="319664" y="93380"/>
                    </a:lnTo>
                    <a:lnTo>
                      <a:pt x="287946" y="-17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88504F-DFC4-CCE9-1015-315D2544A4E8}"/>
                  </a:ext>
                </a:extLst>
              </p:cNvPr>
              <p:cNvSpPr/>
              <p:nvPr/>
            </p:nvSpPr>
            <p:spPr>
              <a:xfrm>
                <a:off x="10191000" y="3222816"/>
                <a:ext cx="397918" cy="271018"/>
              </a:xfrm>
              <a:custGeom>
                <a:avLst/>
                <a:gdLst>
                  <a:gd name="csX0" fmla="*/ 20960 w 284034"/>
                  <a:gd name="csY0" fmla="*/ 14703 h 193453"/>
                  <a:gd name="csX1" fmla="*/ 20960 w 284034"/>
                  <a:gd name="csY1" fmla="*/ 178058 h 193453"/>
                  <a:gd name="csX2" fmla="*/ 17913 w 284034"/>
                  <a:gd name="csY2" fmla="*/ 188251 h 193453"/>
                  <a:gd name="csX3" fmla="*/ 10006 w 284034"/>
                  <a:gd name="csY3" fmla="*/ 191678 h 193453"/>
                  <a:gd name="csX4" fmla="*/ 2006 w 284034"/>
                  <a:gd name="csY4" fmla="*/ 188251 h 193453"/>
                  <a:gd name="csX5" fmla="*/ -1137 w 284034"/>
                  <a:gd name="csY5" fmla="*/ 178058 h 193453"/>
                  <a:gd name="csX6" fmla="*/ -1137 w 284034"/>
                  <a:gd name="csY6" fmla="*/ 14703 h 193453"/>
                  <a:gd name="csX7" fmla="*/ 2006 w 284034"/>
                  <a:gd name="csY7" fmla="*/ 4513 h 193453"/>
                  <a:gd name="csX8" fmla="*/ 10006 w 284034"/>
                  <a:gd name="csY8" fmla="*/ 1083 h 193453"/>
                  <a:gd name="csX9" fmla="*/ 17913 w 284034"/>
                  <a:gd name="csY9" fmla="*/ 4608 h 193453"/>
                  <a:gd name="csX10" fmla="*/ 20960 w 284034"/>
                  <a:gd name="csY10" fmla="*/ 14703 h 193453"/>
                  <a:gd name="csX11" fmla="*/ 88017 w 284034"/>
                  <a:gd name="csY11" fmla="*/ 108144 h 193453"/>
                  <a:gd name="csX12" fmla="*/ 56679 w 284034"/>
                  <a:gd name="csY12" fmla="*/ 108144 h 193453"/>
                  <a:gd name="csX13" fmla="*/ 45725 w 284034"/>
                  <a:gd name="csY13" fmla="*/ 104907 h 193453"/>
                  <a:gd name="csX14" fmla="*/ 42106 w 284034"/>
                  <a:gd name="csY14" fmla="*/ 96238 h 193453"/>
                  <a:gd name="csX15" fmla="*/ 45630 w 284034"/>
                  <a:gd name="csY15" fmla="*/ 87571 h 193453"/>
                  <a:gd name="csX16" fmla="*/ 56679 w 284034"/>
                  <a:gd name="csY16" fmla="*/ 84236 h 193453"/>
                  <a:gd name="csX17" fmla="*/ 88017 w 284034"/>
                  <a:gd name="csY17" fmla="*/ 84236 h 193453"/>
                  <a:gd name="csX18" fmla="*/ 98971 w 284034"/>
                  <a:gd name="csY18" fmla="*/ 87571 h 193453"/>
                  <a:gd name="csX19" fmla="*/ 102589 w 284034"/>
                  <a:gd name="csY19" fmla="*/ 96238 h 193453"/>
                  <a:gd name="csX20" fmla="*/ 99065 w 284034"/>
                  <a:gd name="csY20" fmla="*/ 104907 h 193453"/>
                  <a:gd name="csX21" fmla="*/ 88017 w 284034"/>
                  <a:gd name="csY21" fmla="*/ 108144 h 193453"/>
                  <a:gd name="csX22" fmla="*/ 163454 w 284034"/>
                  <a:gd name="csY22" fmla="*/ 135386 h 193453"/>
                  <a:gd name="csX23" fmla="*/ 163454 w 284034"/>
                  <a:gd name="csY23" fmla="*/ 45090 h 193453"/>
                  <a:gd name="csX24" fmla="*/ 129450 w 284034"/>
                  <a:gd name="csY24" fmla="*/ 64519 h 193453"/>
                  <a:gd name="csX25" fmla="*/ 122020 w 284034"/>
                  <a:gd name="csY25" fmla="*/ 61186 h 193453"/>
                  <a:gd name="csX26" fmla="*/ 118878 w 284034"/>
                  <a:gd name="csY26" fmla="*/ 53470 h 193453"/>
                  <a:gd name="csX27" fmla="*/ 122020 w 284034"/>
                  <a:gd name="csY27" fmla="*/ 46041 h 193453"/>
                  <a:gd name="csX28" fmla="*/ 133260 w 284034"/>
                  <a:gd name="csY28" fmla="*/ 39850 h 193453"/>
                  <a:gd name="csX29" fmla="*/ 152406 w 284034"/>
                  <a:gd name="csY29" fmla="*/ 27944 h 193453"/>
                  <a:gd name="csX30" fmla="*/ 165169 w 284034"/>
                  <a:gd name="csY30" fmla="*/ 13943 h 193453"/>
                  <a:gd name="csX31" fmla="*/ 172408 w 284034"/>
                  <a:gd name="csY31" fmla="*/ 4418 h 193453"/>
                  <a:gd name="csX32" fmla="*/ 178789 w 284034"/>
                  <a:gd name="csY32" fmla="*/ 2702 h 193453"/>
                  <a:gd name="csX33" fmla="*/ 187266 w 284034"/>
                  <a:gd name="csY33" fmla="*/ 6704 h 193453"/>
                  <a:gd name="csX34" fmla="*/ 190410 w 284034"/>
                  <a:gd name="csY34" fmla="*/ 17942 h 193453"/>
                  <a:gd name="csX35" fmla="*/ 190410 w 284034"/>
                  <a:gd name="csY35" fmla="*/ 131575 h 193453"/>
                  <a:gd name="csX36" fmla="*/ 176789 w 284034"/>
                  <a:gd name="csY36" fmla="*/ 151483 h 193453"/>
                  <a:gd name="csX37" fmla="*/ 167074 w 284034"/>
                  <a:gd name="csY37" fmla="*/ 147388 h 193453"/>
                  <a:gd name="csX38" fmla="*/ 163454 w 284034"/>
                  <a:gd name="csY38" fmla="*/ 135386 h 193453"/>
                  <a:gd name="csX39" fmla="*/ 250227 w 284034"/>
                  <a:gd name="csY39" fmla="*/ -1775 h 193453"/>
                  <a:gd name="csX40" fmla="*/ 282898 w 284034"/>
                  <a:gd name="csY40" fmla="*/ 93380 h 193453"/>
                  <a:gd name="csX41" fmla="*/ 250227 w 284034"/>
                  <a:gd name="csY41" fmla="*/ 188439 h 193453"/>
                  <a:gd name="csX42" fmla="*/ 237177 w 284034"/>
                  <a:gd name="csY42" fmla="*/ 188439 h 193453"/>
                  <a:gd name="csX43" fmla="*/ 268896 w 284034"/>
                  <a:gd name="csY43" fmla="*/ 93380 h 193453"/>
                  <a:gd name="csX44" fmla="*/ 237177 w 284034"/>
                  <a:gd name="csY44" fmla="*/ -1775 h 193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</a:cxnLst>
                <a:rect l="l" t="t" r="r" b="b"/>
                <a:pathLst>
                  <a:path w="284034" h="193453">
                    <a:moveTo>
                      <a:pt x="20960" y="14703"/>
                    </a:moveTo>
                    <a:lnTo>
                      <a:pt x="20960" y="178058"/>
                    </a:lnTo>
                    <a:cubicBezTo>
                      <a:pt x="20960" y="182630"/>
                      <a:pt x="19913" y="185962"/>
                      <a:pt x="17913" y="188251"/>
                    </a:cubicBezTo>
                    <a:cubicBezTo>
                      <a:pt x="15912" y="190537"/>
                      <a:pt x="13246" y="191678"/>
                      <a:pt x="10006" y="191678"/>
                    </a:cubicBezTo>
                    <a:cubicBezTo>
                      <a:pt x="6768" y="191678"/>
                      <a:pt x="4101" y="190537"/>
                      <a:pt x="2006" y="188251"/>
                    </a:cubicBezTo>
                    <a:cubicBezTo>
                      <a:pt x="-90" y="185869"/>
                      <a:pt x="-1137" y="182535"/>
                      <a:pt x="-1137" y="178058"/>
                    </a:cubicBezTo>
                    <a:lnTo>
                      <a:pt x="-1137" y="14703"/>
                    </a:lnTo>
                    <a:cubicBezTo>
                      <a:pt x="-1137" y="10227"/>
                      <a:pt x="-90" y="6894"/>
                      <a:pt x="2006" y="4513"/>
                    </a:cubicBezTo>
                    <a:cubicBezTo>
                      <a:pt x="4101" y="2227"/>
                      <a:pt x="6768" y="1083"/>
                      <a:pt x="10006" y="1083"/>
                    </a:cubicBezTo>
                    <a:cubicBezTo>
                      <a:pt x="13246" y="1083"/>
                      <a:pt x="15912" y="2227"/>
                      <a:pt x="17913" y="4608"/>
                    </a:cubicBezTo>
                    <a:cubicBezTo>
                      <a:pt x="19913" y="6990"/>
                      <a:pt x="20960" y="10322"/>
                      <a:pt x="20960" y="14703"/>
                    </a:cubicBezTo>
                    <a:close/>
                    <a:moveTo>
                      <a:pt x="88017" y="108144"/>
                    </a:moveTo>
                    <a:lnTo>
                      <a:pt x="56679" y="108144"/>
                    </a:lnTo>
                    <a:cubicBezTo>
                      <a:pt x="51917" y="108144"/>
                      <a:pt x="48297" y="107002"/>
                      <a:pt x="45725" y="104907"/>
                    </a:cubicBezTo>
                    <a:cubicBezTo>
                      <a:pt x="43344" y="102619"/>
                      <a:pt x="42106" y="99763"/>
                      <a:pt x="42106" y="96238"/>
                    </a:cubicBezTo>
                    <a:cubicBezTo>
                      <a:pt x="42106" y="92619"/>
                      <a:pt x="43249" y="89761"/>
                      <a:pt x="45630" y="87571"/>
                    </a:cubicBezTo>
                    <a:cubicBezTo>
                      <a:pt x="48106" y="85380"/>
                      <a:pt x="51726" y="84236"/>
                      <a:pt x="56679" y="84236"/>
                    </a:cubicBezTo>
                    <a:lnTo>
                      <a:pt x="88017" y="84236"/>
                    </a:lnTo>
                    <a:cubicBezTo>
                      <a:pt x="92875" y="84236"/>
                      <a:pt x="96589" y="85380"/>
                      <a:pt x="98971" y="87571"/>
                    </a:cubicBezTo>
                    <a:cubicBezTo>
                      <a:pt x="101352" y="89761"/>
                      <a:pt x="102589" y="92619"/>
                      <a:pt x="102589" y="96238"/>
                    </a:cubicBezTo>
                    <a:cubicBezTo>
                      <a:pt x="102589" y="99763"/>
                      <a:pt x="101446" y="102619"/>
                      <a:pt x="99065" y="104907"/>
                    </a:cubicBezTo>
                    <a:cubicBezTo>
                      <a:pt x="96684" y="107002"/>
                      <a:pt x="92970" y="108144"/>
                      <a:pt x="88017" y="108144"/>
                    </a:cubicBezTo>
                    <a:close/>
                    <a:moveTo>
                      <a:pt x="163454" y="135386"/>
                    </a:moveTo>
                    <a:lnTo>
                      <a:pt x="163454" y="45090"/>
                    </a:lnTo>
                    <a:cubicBezTo>
                      <a:pt x="146596" y="58042"/>
                      <a:pt x="135260" y="64519"/>
                      <a:pt x="129450" y="64519"/>
                    </a:cubicBezTo>
                    <a:cubicBezTo>
                      <a:pt x="126688" y="64519"/>
                      <a:pt x="124211" y="63377"/>
                      <a:pt x="122020" y="61186"/>
                    </a:cubicBezTo>
                    <a:cubicBezTo>
                      <a:pt x="119925" y="58996"/>
                      <a:pt x="118878" y="56424"/>
                      <a:pt x="118878" y="53470"/>
                    </a:cubicBezTo>
                    <a:cubicBezTo>
                      <a:pt x="118878" y="50138"/>
                      <a:pt x="119925" y="47662"/>
                      <a:pt x="122020" y="46041"/>
                    </a:cubicBezTo>
                    <a:cubicBezTo>
                      <a:pt x="124116" y="44422"/>
                      <a:pt x="127926" y="42422"/>
                      <a:pt x="133260" y="39850"/>
                    </a:cubicBezTo>
                    <a:cubicBezTo>
                      <a:pt x="141261" y="36134"/>
                      <a:pt x="147643" y="32135"/>
                      <a:pt x="152406" y="27944"/>
                    </a:cubicBezTo>
                    <a:cubicBezTo>
                      <a:pt x="157264" y="23849"/>
                      <a:pt x="161454" y="19182"/>
                      <a:pt x="165169" y="13943"/>
                    </a:cubicBezTo>
                    <a:cubicBezTo>
                      <a:pt x="168884" y="8799"/>
                      <a:pt x="171360" y="5655"/>
                      <a:pt x="172408" y="4418"/>
                    </a:cubicBezTo>
                    <a:cubicBezTo>
                      <a:pt x="173551" y="3274"/>
                      <a:pt x="175646" y="2702"/>
                      <a:pt x="178789" y="2702"/>
                    </a:cubicBezTo>
                    <a:cubicBezTo>
                      <a:pt x="182314" y="2702"/>
                      <a:pt x="185076" y="4036"/>
                      <a:pt x="187266" y="6704"/>
                    </a:cubicBezTo>
                    <a:cubicBezTo>
                      <a:pt x="189363" y="9466"/>
                      <a:pt x="190410" y="13180"/>
                      <a:pt x="190410" y="17942"/>
                    </a:cubicBezTo>
                    <a:lnTo>
                      <a:pt x="190410" y="131575"/>
                    </a:lnTo>
                    <a:cubicBezTo>
                      <a:pt x="190410" y="144816"/>
                      <a:pt x="185839" y="151483"/>
                      <a:pt x="176789" y="151483"/>
                    </a:cubicBezTo>
                    <a:cubicBezTo>
                      <a:pt x="172789" y="151483"/>
                      <a:pt x="169550" y="150151"/>
                      <a:pt x="167074" y="147388"/>
                    </a:cubicBezTo>
                    <a:cubicBezTo>
                      <a:pt x="164597" y="144721"/>
                      <a:pt x="163454" y="140719"/>
                      <a:pt x="163454" y="135386"/>
                    </a:cubicBezTo>
                    <a:close/>
                    <a:moveTo>
                      <a:pt x="250227" y="-1775"/>
                    </a:moveTo>
                    <a:lnTo>
                      <a:pt x="282898" y="93380"/>
                    </a:lnTo>
                    <a:lnTo>
                      <a:pt x="250227" y="188439"/>
                    </a:lnTo>
                    <a:lnTo>
                      <a:pt x="237177" y="188439"/>
                    </a:lnTo>
                    <a:lnTo>
                      <a:pt x="268896" y="93380"/>
                    </a:lnTo>
                    <a:lnTo>
                      <a:pt x="237177" y="-1775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1288FB4-0B76-5750-6433-5120909A8D73}"/>
                  </a:ext>
                </a:extLst>
              </p:cNvPr>
              <p:cNvSpPr/>
              <p:nvPr/>
            </p:nvSpPr>
            <p:spPr>
              <a:xfrm>
                <a:off x="8208740" y="4254310"/>
                <a:ext cx="829332" cy="267014"/>
              </a:xfrm>
              <a:custGeom>
                <a:avLst/>
                <a:gdLst>
                  <a:gd name="csX0" fmla="*/ 11531 w 591978"/>
                  <a:gd name="csY0" fmla="*/ 40897 h 190595"/>
                  <a:gd name="csX1" fmla="*/ 14484 w 591978"/>
                  <a:gd name="csY1" fmla="*/ 40897 h 190595"/>
                  <a:gd name="csX2" fmla="*/ 14484 w 591978"/>
                  <a:gd name="csY2" fmla="*/ 24609 h 190595"/>
                  <a:gd name="csX3" fmla="*/ 14770 w 591978"/>
                  <a:gd name="csY3" fmla="*/ 14417 h 190595"/>
                  <a:gd name="csX4" fmla="*/ 16770 w 591978"/>
                  <a:gd name="csY4" fmla="*/ 7941 h 190595"/>
                  <a:gd name="csX5" fmla="*/ 21342 w 591978"/>
                  <a:gd name="csY5" fmla="*/ 3464 h 190595"/>
                  <a:gd name="csX6" fmla="*/ 28010 w 591978"/>
                  <a:gd name="csY6" fmla="*/ 1655 h 190595"/>
                  <a:gd name="csX7" fmla="*/ 37249 w 591978"/>
                  <a:gd name="csY7" fmla="*/ 5559 h 190595"/>
                  <a:gd name="csX8" fmla="*/ 40773 w 591978"/>
                  <a:gd name="csY8" fmla="*/ 11940 h 190595"/>
                  <a:gd name="csX9" fmla="*/ 41535 w 591978"/>
                  <a:gd name="csY9" fmla="*/ 22419 h 190595"/>
                  <a:gd name="csX10" fmla="*/ 41535 w 591978"/>
                  <a:gd name="csY10" fmla="*/ 40897 h 190595"/>
                  <a:gd name="csX11" fmla="*/ 51441 w 591978"/>
                  <a:gd name="csY11" fmla="*/ 40897 h 190595"/>
                  <a:gd name="csX12" fmla="*/ 60203 w 591978"/>
                  <a:gd name="csY12" fmla="*/ 43659 h 190595"/>
                  <a:gd name="csX13" fmla="*/ 63252 w 591978"/>
                  <a:gd name="csY13" fmla="*/ 50613 h 190595"/>
                  <a:gd name="csX14" fmla="*/ 58871 w 591978"/>
                  <a:gd name="csY14" fmla="*/ 58233 h 190595"/>
                  <a:gd name="csX15" fmla="*/ 46583 w 591978"/>
                  <a:gd name="csY15" fmla="*/ 60424 h 190595"/>
                  <a:gd name="csX16" fmla="*/ 41535 w 591978"/>
                  <a:gd name="csY16" fmla="*/ 60424 h 190595"/>
                  <a:gd name="csX17" fmla="*/ 41535 w 591978"/>
                  <a:gd name="csY17" fmla="*/ 110239 h 190595"/>
                  <a:gd name="csX18" fmla="*/ 41916 w 591978"/>
                  <a:gd name="csY18" fmla="*/ 120050 h 190595"/>
                  <a:gd name="csX19" fmla="*/ 44297 w 591978"/>
                  <a:gd name="csY19" fmla="*/ 125575 h 190595"/>
                  <a:gd name="csX20" fmla="*/ 50678 w 591978"/>
                  <a:gd name="csY20" fmla="*/ 127671 h 190595"/>
                  <a:gd name="csX21" fmla="*/ 57156 w 591978"/>
                  <a:gd name="csY21" fmla="*/ 126908 h 190595"/>
                  <a:gd name="csX22" fmla="*/ 63443 w 591978"/>
                  <a:gd name="csY22" fmla="*/ 126050 h 190595"/>
                  <a:gd name="csX23" fmla="*/ 69348 w 591978"/>
                  <a:gd name="csY23" fmla="*/ 128717 h 190595"/>
                  <a:gd name="csX24" fmla="*/ 72015 w 591978"/>
                  <a:gd name="csY24" fmla="*/ 135196 h 190595"/>
                  <a:gd name="csX25" fmla="*/ 64872 w 591978"/>
                  <a:gd name="csY25" fmla="*/ 145195 h 190595"/>
                  <a:gd name="csX26" fmla="*/ 44297 w 591978"/>
                  <a:gd name="csY26" fmla="*/ 148625 h 190595"/>
                  <a:gd name="csX27" fmla="*/ 25057 w 591978"/>
                  <a:gd name="csY27" fmla="*/ 144339 h 190595"/>
                  <a:gd name="csX28" fmla="*/ 16484 w 591978"/>
                  <a:gd name="csY28" fmla="*/ 132528 h 190595"/>
                  <a:gd name="csX29" fmla="*/ 14484 w 591978"/>
                  <a:gd name="csY29" fmla="*/ 112430 h 190595"/>
                  <a:gd name="csX30" fmla="*/ 14484 w 591978"/>
                  <a:gd name="csY30" fmla="*/ 60424 h 190595"/>
                  <a:gd name="csX31" fmla="*/ 10864 w 591978"/>
                  <a:gd name="csY31" fmla="*/ 60424 h 190595"/>
                  <a:gd name="csX32" fmla="*/ 2006 w 591978"/>
                  <a:gd name="csY32" fmla="*/ 57661 h 190595"/>
                  <a:gd name="csX33" fmla="*/ -1137 w 591978"/>
                  <a:gd name="csY33" fmla="*/ 50613 h 190595"/>
                  <a:gd name="csX34" fmla="*/ 2101 w 591978"/>
                  <a:gd name="csY34" fmla="*/ 43659 h 190595"/>
                  <a:gd name="csX35" fmla="*/ 11531 w 591978"/>
                  <a:gd name="csY35" fmla="*/ 40897 h 190595"/>
                  <a:gd name="csX36" fmla="*/ 108877 w 591978"/>
                  <a:gd name="csY36" fmla="*/ 109572 h 190595"/>
                  <a:gd name="csX37" fmla="*/ 108877 w 591978"/>
                  <a:gd name="csY37" fmla="*/ 132147 h 190595"/>
                  <a:gd name="csX38" fmla="*/ 104971 w 591978"/>
                  <a:gd name="csY38" fmla="*/ 144530 h 190595"/>
                  <a:gd name="csX39" fmla="*/ 95160 w 591978"/>
                  <a:gd name="csY39" fmla="*/ 148625 h 190595"/>
                  <a:gd name="csX40" fmla="*/ 85540 w 591978"/>
                  <a:gd name="csY40" fmla="*/ 144435 h 190595"/>
                  <a:gd name="csX41" fmla="*/ 81730 w 591978"/>
                  <a:gd name="csY41" fmla="*/ 132147 h 190595"/>
                  <a:gd name="csX42" fmla="*/ 81730 w 591978"/>
                  <a:gd name="csY42" fmla="*/ 56805 h 190595"/>
                  <a:gd name="csX43" fmla="*/ 94970 w 591978"/>
                  <a:gd name="csY43" fmla="*/ 38516 h 190595"/>
                  <a:gd name="csX44" fmla="*/ 104685 w 591978"/>
                  <a:gd name="csY44" fmla="*/ 42801 h 190595"/>
                  <a:gd name="csX45" fmla="*/ 107924 w 591978"/>
                  <a:gd name="csY45" fmla="*/ 55375 h 190595"/>
                  <a:gd name="csX46" fmla="*/ 117830 w 591978"/>
                  <a:gd name="csY46" fmla="*/ 42801 h 190595"/>
                  <a:gd name="csX47" fmla="*/ 131547 w 591978"/>
                  <a:gd name="csY47" fmla="*/ 38516 h 190595"/>
                  <a:gd name="csX48" fmla="*/ 148120 w 591978"/>
                  <a:gd name="csY48" fmla="*/ 42801 h 190595"/>
                  <a:gd name="csX49" fmla="*/ 156121 w 591978"/>
                  <a:gd name="csY49" fmla="*/ 54043 h 190595"/>
                  <a:gd name="csX50" fmla="*/ 152692 w 591978"/>
                  <a:gd name="csY50" fmla="*/ 62328 h 190595"/>
                  <a:gd name="csX51" fmla="*/ 145357 w 591978"/>
                  <a:gd name="csY51" fmla="*/ 65472 h 190595"/>
                  <a:gd name="csX52" fmla="*/ 138118 w 591978"/>
                  <a:gd name="csY52" fmla="*/ 63663 h 190595"/>
                  <a:gd name="csX53" fmla="*/ 128117 w 591978"/>
                  <a:gd name="csY53" fmla="*/ 61851 h 190595"/>
                  <a:gd name="csX54" fmla="*/ 118402 w 591978"/>
                  <a:gd name="csY54" fmla="*/ 64995 h 190595"/>
                  <a:gd name="csX55" fmla="*/ 112497 w 591978"/>
                  <a:gd name="csY55" fmla="*/ 74234 h 190595"/>
                  <a:gd name="csX56" fmla="*/ 109639 w 591978"/>
                  <a:gd name="csY56" fmla="*/ 88903 h 190595"/>
                  <a:gd name="csX57" fmla="*/ 108877 w 591978"/>
                  <a:gd name="csY57" fmla="*/ 109572 h 190595"/>
                  <a:gd name="csX58" fmla="*/ 198031 w 591978"/>
                  <a:gd name="csY58" fmla="*/ 53852 h 190595"/>
                  <a:gd name="csX59" fmla="*/ 198031 w 591978"/>
                  <a:gd name="csY59" fmla="*/ 132147 h 190595"/>
                  <a:gd name="csX60" fmla="*/ 194125 w 591978"/>
                  <a:gd name="csY60" fmla="*/ 144435 h 190595"/>
                  <a:gd name="csX61" fmla="*/ 184314 w 591978"/>
                  <a:gd name="csY61" fmla="*/ 148625 h 190595"/>
                  <a:gd name="csX62" fmla="*/ 174599 w 591978"/>
                  <a:gd name="csY62" fmla="*/ 144339 h 190595"/>
                  <a:gd name="csX63" fmla="*/ 170979 w 591978"/>
                  <a:gd name="csY63" fmla="*/ 132147 h 190595"/>
                  <a:gd name="csX64" fmla="*/ 170979 w 591978"/>
                  <a:gd name="csY64" fmla="*/ 54708 h 190595"/>
                  <a:gd name="csX65" fmla="*/ 174599 w 591978"/>
                  <a:gd name="csY65" fmla="*/ 42611 h 190595"/>
                  <a:gd name="csX66" fmla="*/ 184314 w 591978"/>
                  <a:gd name="csY66" fmla="*/ 38516 h 190595"/>
                  <a:gd name="csX67" fmla="*/ 194125 w 591978"/>
                  <a:gd name="csY67" fmla="*/ 42611 h 190595"/>
                  <a:gd name="csX68" fmla="*/ 198031 w 591978"/>
                  <a:gd name="csY68" fmla="*/ 53852 h 190595"/>
                  <a:gd name="csX69" fmla="*/ 184600 w 591978"/>
                  <a:gd name="csY69" fmla="*/ 25942 h 190595"/>
                  <a:gd name="csX70" fmla="*/ 174885 w 591978"/>
                  <a:gd name="csY70" fmla="*/ 22419 h 190595"/>
                  <a:gd name="csX71" fmla="*/ 170979 w 591978"/>
                  <a:gd name="csY71" fmla="*/ 12608 h 190595"/>
                  <a:gd name="csX72" fmla="*/ 174980 w 591978"/>
                  <a:gd name="csY72" fmla="*/ 3178 h 190595"/>
                  <a:gd name="csX73" fmla="*/ 184600 w 591978"/>
                  <a:gd name="csY73" fmla="*/ -631 h 190595"/>
                  <a:gd name="csX74" fmla="*/ 193935 w 591978"/>
                  <a:gd name="csY74" fmla="*/ 2797 h 190595"/>
                  <a:gd name="csX75" fmla="*/ 198031 w 591978"/>
                  <a:gd name="csY75" fmla="*/ 12608 h 190595"/>
                  <a:gd name="csX76" fmla="*/ 194030 w 591978"/>
                  <a:gd name="csY76" fmla="*/ 22419 h 190595"/>
                  <a:gd name="csX77" fmla="*/ 184600 w 591978"/>
                  <a:gd name="csY77" fmla="*/ 25942 h 190595"/>
                  <a:gd name="csX78" fmla="*/ 250989 w 591978"/>
                  <a:gd name="csY78" fmla="*/ 53661 h 190595"/>
                  <a:gd name="csX79" fmla="*/ 250989 w 591978"/>
                  <a:gd name="csY79" fmla="*/ 56994 h 190595"/>
                  <a:gd name="csX80" fmla="*/ 266896 w 591978"/>
                  <a:gd name="csY80" fmla="*/ 43183 h 190595"/>
                  <a:gd name="csX81" fmla="*/ 285565 w 591978"/>
                  <a:gd name="csY81" fmla="*/ 38706 h 190595"/>
                  <a:gd name="csX82" fmla="*/ 308521 w 591978"/>
                  <a:gd name="csY82" fmla="*/ 45183 h 190595"/>
                  <a:gd name="csX83" fmla="*/ 325094 w 591978"/>
                  <a:gd name="csY83" fmla="*/ 64042 h 190595"/>
                  <a:gd name="csX84" fmla="*/ 331286 w 591978"/>
                  <a:gd name="csY84" fmla="*/ 93380 h 190595"/>
                  <a:gd name="csX85" fmla="*/ 327666 w 591978"/>
                  <a:gd name="csY85" fmla="*/ 116429 h 190595"/>
                  <a:gd name="csX86" fmla="*/ 318046 w 591978"/>
                  <a:gd name="csY86" fmla="*/ 133956 h 190595"/>
                  <a:gd name="csX87" fmla="*/ 303472 w 591978"/>
                  <a:gd name="csY87" fmla="*/ 144911 h 190595"/>
                  <a:gd name="csX88" fmla="*/ 285565 w 591978"/>
                  <a:gd name="csY88" fmla="*/ 148625 h 190595"/>
                  <a:gd name="csX89" fmla="*/ 266040 w 591978"/>
                  <a:gd name="csY89" fmla="*/ 143958 h 190595"/>
                  <a:gd name="csX90" fmla="*/ 250989 w 591978"/>
                  <a:gd name="csY90" fmla="*/ 130243 h 190595"/>
                  <a:gd name="csX91" fmla="*/ 250989 w 591978"/>
                  <a:gd name="csY91" fmla="*/ 171010 h 190595"/>
                  <a:gd name="csX92" fmla="*/ 238035 w 591978"/>
                  <a:gd name="csY92" fmla="*/ 188820 h 190595"/>
                  <a:gd name="csX93" fmla="*/ 227940 w 591978"/>
                  <a:gd name="csY93" fmla="*/ 184153 h 190595"/>
                  <a:gd name="csX94" fmla="*/ 225368 w 591978"/>
                  <a:gd name="csY94" fmla="*/ 170724 h 190595"/>
                  <a:gd name="csX95" fmla="*/ 225368 w 591978"/>
                  <a:gd name="csY95" fmla="*/ 53852 h 190595"/>
                  <a:gd name="csX96" fmla="*/ 228796 w 591978"/>
                  <a:gd name="csY96" fmla="*/ 42422 h 190595"/>
                  <a:gd name="csX97" fmla="*/ 238035 w 591978"/>
                  <a:gd name="csY97" fmla="*/ 38516 h 190595"/>
                  <a:gd name="csX98" fmla="*/ 247370 w 591978"/>
                  <a:gd name="csY98" fmla="*/ 42518 h 190595"/>
                  <a:gd name="csX99" fmla="*/ 250989 w 591978"/>
                  <a:gd name="csY99" fmla="*/ 53661 h 190595"/>
                  <a:gd name="csX100" fmla="*/ 304140 w 591978"/>
                  <a:gd name="csY100" fmla="*/ 93094 h 190595"/>
                  <a:gd name="csX101" fmla="*/ 300805 w 591978"/>
                  <a:gd name="csY101" fmla="*/ 74711 h 190595"/>
                  <a:gd name="csX102" fmla="*/ 291661 w 591978"/>
                  <a:gd name="csY102" fmla="*/ 62900 h 190595"/>
                  <a:gd name="csX103" fmla="*/ 278898 w 591978"/>
                  <a:gd name="csY103" fmla="*/ 58710 h 190595"/>
                  <a:gd name="csX104" fmla="*/ 259943 w 591978"/>
                  <a:gd name="csY104" fmla="*/ 67567 h 190595"/>
                  <a:gd name="csX105" fmla="*/ 252323 w 591978"/>
                  <a:gd name="csY105" fmla="*/ 93570 h 190595"/>
                  <a:gd name="csX106" fmla="*/ 259943 w 591978"/>
                  <a:gd name="csY106" fmla="*/ 118811 h 190595"/>
                  <a:gd name="csX107" fmla="*/ 278898 w 591978"/>
                  <a:gd name="csY107" fmla="*/ 127671 h 190595"/>
                  <a:gd name="csX108" fmla="*/ 291375 w 591978"/>
                  <a:gd name="csY108" fmla="*/ 123859 h 190595"/>
                  <a:gd name="csX109" fmla="*/ 300615 w 591978"/>
                  <a:gd name="csY109" fmla="*/ 112048 h 190595"/>
                  <a:gd name="csX110" fmla="*/ 304140 w 591978"/>
                  <a:gd name="csY110" fmla="*/ 93094 h 190595"/>
                  <a:gd name="csX111" fmla="*/ 353003 w 591978"/>
                  <a:gd name="csY111" fmla="*/ 132147 h 190595"/>
                  <a:gd name="csX112" fmla="*/ 353003 w 591978"/>
                  <a:gd name="csY112" fmla="*/ 14703 h 190595"/>
                  <a:gd name="csX113" fmla="*/ 356622 w 591978"/>
                  <a:gd name="csY113" fmla="*/ 2415 h 190595"/>
                  <a:gd name="csX114" fmla="*/ 366432 w 591978"/>
                  <a:gd name="csY114" fmla="*/ -1775 h 190595"/>
                  <a:gd name="csX115" fmla="*/ 376339 w 591978"/>
                  <a:gd name="csY115" fmla="*/ 2415 h 190595"/>
                  <a:gd name="csX116" fmla="*/ 380054 w 591978"/>
                  <a:gd name="csY116" fmla="*/ 14703 h 190595"/>
                  <a:gd name="csX117" fmla="*/ 380054 w 591978"/>
                  <a:gd name="csY117" fmla="*/ 132147 h 190595"/>
                  <a:gd name="csX118" fmla="*/ 376243 w 591978"/>
                  <a:gd name="csY118" fmla="*/ 144530 h 190595"/>
                  <a:gd name="csX119" fmla="*/ 366432 w 591978"/>
                  <a:gd name="csY119" fmla="*/ 148625 h 190595"/>
                  <a:gd name="csX120" fmla="*/ 356717 w 591978"/>
                  <a:gd name="csY120" fmla="*/ 144339 h 190595"/>
                  <a:gd name="csX121" fmla="*/ 353003 w 591978"/>
                  <a:gd name="csY121" fmla="*/ 132147 h 190595"/>
                  <a:gd name="csX122" fmla="*/ 483686 w 591978"/>
                  <a:gd name="csY122" fmla="*/ 100237 h 190595"/>
                  <a:gd name="csX123" fmla="*/ 430726 w 591978"/>
                  <a:gd name="csY123" fmla="*/ 100237 h 190595"/>
                  <a:gd name="csX124" fmla="*/ 434346 w 591978"/>
                  <a:gd name="csY124" fmla="*/ 116525 h 190595"/>
                  <a:gd name="csX125" fmla="*/ 443966 w 591978"/>
                  <a:gd name="csY125" fmla="*/ 127099 h 190595"/>
                  <a:gd name="csX126" fmla="*/ 457301 w 591978"/>
                  <a:gd name="csY126" fmla="*/ 130717 h 190595"/>
                  <a:gd name="csX127" fmla="*/ 466160 w 591978"/>
                  <a:gd name="csY127" fmla="*/ 129575 h 190595"/>
                  <a:gd name="csX128" fmla="*/ 473970 w 591978"/>
                  <a:gd name="csY128" fmla="*/ 126050 h 190595"/>
                  <a:gd name="csX129" fmla="*/ 480923 w 591978"/>
                  <a:gd name="csY129" fmla="*/ 120718 h 190595"/>
                  <a:gd name="csX130" fmla="*/ 489114 w 591978"/>
                  <a:gd name="csY130" fmla="*/ 113192 h 190595"/>
                  <a:gd name="csX131" fmla="*/ 495115 w 591978"/>
                  <a:gd name="csY131" fmla="*/ 111479 h 190595"/>
                  <a:gd name="csX132" fmla="*/ 501879 w 591978"/>
                  <a:gd name="csY132" fmla="*/ 113669 h 190595"/>
                  <a:gd name="csX133" fmla="*/ 504449 w 591978"/>
                  <a:gd name="csY133" fmla="*/ 120145 h 190595"/>
                  <a:gd name="csX134" fmla="*/ 501497 w 591978"/>
                  <a:gd name="csY134" fmla="*/ 128812 h 190595"/>
                  <a:gd name="csX135" fmla="*/ 492829 w 591978"/>
                  <a:gd name="csY135" fmla="*/ 138242 h 190595"/>
                  <a:gd name="csX136" fmla="*/ 478256 w 591978"/>
                  <a:gd name="csY136" fmla="*/ 145672 h 190595"/>
                  <a:gd name="csX137" fmla="*/ 458063 w 591978"/>
                  <a:gd name="csY137" fmla="*/ 148625 h 190595"/>
                  <a:gd name="csX138" fmla="*/ 417486 w 591978"/>
                  <a:gd name="csY138" fmla="*/ 133766 h 190595"/>
                  <a:gd name="csX139" fmla="*/ 403009 w 591978"/>
                  <a:gd name="csY139" fmla="*/ 93380 h 190595"/>
                  <a:gd name="csX140" fmla="*/ 406629 w 591978"/>
                  <a:gd name="csY140" fmla="*/ 71186 h 190595"/>
                  <a:gd name="csX141" fmla="*/ 417011 w 591978"/>
                  <a:gd name="csY141" fmla="*/ 53470 h 190595"/>
                  <a:gd name="csX142" fmla="*/ 433870 w 591978"/>
                  <a:gd name="csY142" fmla="*/ 42232 h 190595"/>
                  <a:gd name="csX143" fmla="*/ 456063 w 591978"/>
                  <a:gd name="csY143" fmla="*/ 38325 h 190595"/>
                  <a:gd name="csX144" fmla="*/ 483304 w 591978"/>
                  <a:gd name="csY144" fmla="*/ 45087 h 190595"/>
                  <a:gd name="csX145" fmla="*/ 500354 w 591978"/>
                  <a:gd name="csY145" fmla="*/ 62328 h 190595"/>
                  <a:gd name="csX146" fmla="*/ 505974 w 591978"/>
                  <a:gd name="csY146" fmla="*/ 83950 h 190595"/>
                  <a:gd name="csX147" fmla="*/ 500164 w 591978"/>
                  <a:gd name="csY147" fmla="*/ 97286 h 190595"/>
                  <a:gd name="csX148" fmla="*/ 483686 w 591978"/>
                  <a:gd name="csY148" fmla="*/ 100237 h 190595"/>
                  <a:gd name="csX149" fmla="*/ 430726 w 591978"/>
                  <a:gd name="csY149" fmla="*/ 84808 h 190595"/>
                  <a:gd name="csX150" fmla="*/ 479780 w 591978"/>
                  <a:gd name="csY150" fmla="*/ 84808 h 190595"/>
                  <a:gd name="csX151" fmla="*/ 472255 w 591978"/>
                  <a:gd name="csY151" fmla="*/ 64137 h 190595"/>
                  <a:gd name="csX152" fmla="*/ 455206 w 591978"/>
                  <a:gd name="csY152" fmla="*/ 57184 h 190595"/>
                  <a:gd name="csX153" fmla="*/ 438537 w 591978"/>
                  <a:gd name="csY153" fmla="*/ 64233 h 190595"/>
                  <a:gd name="csX154" fmla="*/ 430726 w 591978"/>
                  <a:gd name="csY154" fmla="*/ 84808 h 190595"/>
                  <a:gd name="csX155" fmla="*/ 530358 w 591978"/>
                  <a:gd name="csY155" fmla="*/ 40897 h 190595"/>
                  <a:gd name="csX156" fmla="*/ 533310 w 591978"/>
                  <a:gd name="csY156" fmla="*/ 40897 h 190595"/>
                  <a:gd name="csX157" fmla="*/ 533310 w 591978"/>
                  <a:gd name="csY157" fmla="*/ 24609 h 190595"/>
                  <a:gd name="csX158" fmla="*/ 533597 w 591978"/>
                  <a:gd name="csY158" fmla="*/ 14417 h 190595"/>
                  <a:gd name="csX159" fmla="*/ 535596 w 591978"/>
                  <a:gd name="csY159" fmla="*/ 7941 h 190595"/>
                  <a:gd name="csX160" fmla="*/ 540168 w 591978"/>
                  <a:gd name="csY160" fmla="*/ 3464 h 190595"/>
                  <a:gd name="csX161" fmla="*/ 546741 w 591978"/>
                  <a:gd name="csY161" fmla="*/ 1655 h 190595"/>
                  <a:gd name="csX162" fmla="*/ 556075 w 591978"/>
                  <a:gd name="csY162" fmla="*/ 5559 h 190595"/>
                  <a:gd name="csX163" fmla="*/ 559600 w 591978"/>
                  <a:gd name="csY163" fmla="*/ 11940 h 190595"/>
                  <a:gd name="csX164" fmla="*/ 560361 w 591978"/>
                  <a:gd name="csY164" fmla="*/ 22419 h 190595"/>
                  <a:gd name="csX165" fmla="*/ 560361 w 591978"/>
                  <a:gd name="csY165" fmla="*/ 40897 h 190595"/>
                  <a:gd name="csX166" fmla="*/ 570268 w 591978"/>
                  <a:gd name="csY166" fmla="*/ 40897 h 190595"/>
                  <a:gd name="csX167" fmla="*/ 579031 w 591978"/>
                  <a:gd name="csY167" fmla="*/ 43659 h 190595"/>
                  <a:gd name="csX168" fmla="*/ 582078 w 591978"/>
                  <a:gd name="csY168" fmla="*/ 50613 h 190595"/>
                  <a:gd name="csX169" fmla="*/ 577697 w 591978"/>
                  <a:gd name="csY169" fmla="*/ 58233 h 190595"/>
                  <a:gd name="csX170" fmla="*/ 565410 w 591978"/>
                  <a:gd name="csY170" fmla="*/ 60424 h 190595"/>
                  <a:gd name="csX171" fmla="*/ 560361 w 591978"/>
                  <a:gd name="csY171" fmla="*/ 60424 h 190595"/>
                  <a:gd name="csX172" fmla="*/ 560361 w 591978"/>
                  <a:gd name="csY172" fmla="*/ 110239 h 190595"/>
                  <a:gd name="csX173" fmla="*/ 560743 w 591978"/>
                  <a:gd name="csY173" fmla="*/ 120050 h 190595"/>
                  <a:gd name="csX174" fmla="*/ 563124 w 591978"/>
                  <a:gd name="csY174" fmla="*/ 125575 h 190595"/>
                  <a:gd name="csX175" fmla="*/ 569506 w 591978"/>
                  <a:gd name="csY175" fmla="*/ 127671 h 190595"/>
                  <a:gd name="csX176" fmla="*/ 575982 w 591978"/>
                  <a:gd name="csY176" fmla="*/ 126908 h 190595"/>
                  <a:gd name="csX177" fmla="*/ 582269 w 591978"/>
                  <a:gd name="csY177" fmla="*/ 126050 h 190595"/>
                  <a:gd name="csX178" fmla="*/ 588175 w 591978"/>
                  <a:gd name="csY178" fmla="*/ 128717 h 190595"/>
                  <a:gd name="csX179" fmla="*/ 590842 w 591978"/>
                  <a:gd name="csY179" fmla="*/ 135196 h 190595"/>
                  <a:gd name="csX180" fmla="*/ 583698 w 591978"/>
                  <a:gd name="csY180" fmla="*/ 145195 h 190595"/>
                  <a:gd name="csX181" fmla="*/ 563124 w 591978"/>
                  <a:gd name="csY181" fmla="*/ 148625 h 190595"/>
                  <a:gd name="csX182" fmla="*/ 543883 w 591978"/>
                  <a:gd name="csY182" fmla="*/ 144339 h 190595"/>
                  <a:gd name="csX183" fmla="*/ 535310 w 591978"/>
                  <a:gd name="csY183" fmla="*/ 132528 h 190595"/>
                  <a:gd name="csX184" fmla="*/ 533310 w 591978"/>
                  <a:gd name="csY184" fmla="*/ 112430 h 190595"/>
                  <a:gd name="csX185" fmla="*/ 533310 w 591978"/>
                  <a:gd name="csY185" fmla="*/ 60424 h 190595"/>
                  <a:gd name="csX186" fmla="*/ 529691 w 591978"/>
                  <a:gd name="csY186" fmla="*/ 60424 h 190595"/>
                  <a:gd name="csX187" fmla="*/ 520738 w 591978"/>
                  <a:gd name="csY187" fmla="*/ 57661 h 190595"/>
                  <a:gd name="csX188" fmla="*/ 517689 w 591978"/>
                  <a:gd name="csY188" fmla="*/ 50613 h 190595"/>
                  <a:gd name="csX189" fmla="*/ 520929 w 591978"/>
                  <a:gd name="csY189" fmla="*/ 43659 h 190595"/>
                  <a:gd name="csX190" fmla="*/ 530263 w 591978"/>
                  <a:gd name="csY190" fmla="*/ 40897 h 1905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</a:cxnLst>
                <a:rect l="l" t="t" r="r" b="b"/>
                <a:pathLst>
                  <a:path w="591978" h="190595">
                    <a:moveTo>
                      <a:pt x="11531" y="40897"/>
                    </a:moveTo>
                    <a:lnTo>
                      <a:pt x="14484" y="40897"/>
                    </a:lnTo>
                    <a:lnTo>
                      <a:pt x="14484" y="24609"/>
                    </a:lnTo>
                    <a:cubicBezTo>
                      <a:pt x="14484" y="20228"/>
                      <a:pt x="14579" y="16798"/>
                      <a:pt x="14770" y="14417"/>
                    </a:cubicBezTo>
                    <a:cubicBezTo>
                      <a:pt x="15055" y="11845"/>
                      <a:pt x="15722" y="9750"/>
                      <a:pt x="16770" y="7941"/>
                    </a:cubicBezTo>
                    <a:cubicBezTo>
                      <a:pt x="17817" y="6132"/>
                      <a:pt x="19342" y="4606"/>
                      <a:pt x="21342" y="3464"/>
                    </a:cubicBezTo>
                    <a:cubicBezTo>
                      <a:pt x="23342" y="2320"/>
                      <a:pt x="25533" y="1655"/>
                      <a:pt x="28010" y="1655"/>
                    </a:cubicBezTo>
                    <a:cubicBezTo>
                      <a:pt x="31439" y="1655"/>
                      <a:pt x="34486" y="2988"/>
                      <a:pt x="37249" y="5559"/>
                    </a:cubicBezTo>
                    <a:cubicBezTo>
                      <a:pt x="39153" y="7273"/>
                      <a:pt x="40296" y="9369"/>
                      <a:pt x="40773" y="11940"/>
                    </a:cubicBezTo>
                    <a:cubicBezTo>
                      <a:pt x="41249" y="14322"/>
                      <a:pt x="41535" y="17847"/>
                      <a:pt x="41535" y="22419"/>
                    </a:cubicBezTo>
                    <a:lnTo>
                      <a:pt x="41535" y="40897"/>
                    </a:lnTo>
                    <a:lnTo>
                      <a:pt x="51441" y="40897"/>
                    </a:lnTo>
                    <a:cubicBezTo>
                      <a:pt x="55347" y="40897"/>
                      <a:pt x="58203" y="41850"/>
                      <a:pt x="60203" y="43659"/>
                    </a:cubicBezTo>
                    <a:cubicBezTo>
                      <a:pt x="62300" y="45469"/>
                      <a:pt x="63252" y="47755"/>
                      <a:pt x="63252" y="50613"/>
                    </a:cubicBezTo>
                    <a:cubicBezTo>
                      <a:pt x="63252" y="54233"/>
                      <a:pt x="61823" y="56805"/>
                      <a:pt x="58871" y="58233"/>
                    </a:cubicBezTo>
                    <a:cubicBezTo>
                      <a:pt x="56108" y="59661"/>
                      <a:pt x="52012" y="60424"/>
                      <a:pt x="46583" y="60424"/>
                    </a:cubicBezTo>
                    <a:lnTo>
                      <a:pt x="41535" y="60424"/>
                    </a:lnTo>
                    <a:lnTo>
                      <a:pt x="41535" y="110239"/>
                    </a:lnTo>
                    <a:cubicBezTo>
                      <a:pt x="41535" y="114430"/>
                      <a:pt x="41725" y="117764"/>
                      <a:pt x="41916" y="120050"/>
                    </a:cubicBezTo>
                    <a:cubicBezTo>
                      <a:pt x="42297" y="122336"/>
                      <a:pt x="43059" y="124145"/>
                      <a:pt x="44297" y="125575"/>
                    </a:cubicBezTo>
                    <a:cubicBezTo>
                      <a:pt x="45631" y="127003"/>
                      <a:pt x="47821" y="127671"/>
                      <a:pt x="50678" y="127671"/>
                    </a:cubicBezTo>
                    <a:cubicBezTo>
                      <a:pt x="52298" y="127671"/>
                      <a:pt x="54393" y="127480"/>
                      <a:pt x="57156" y="126908"/>
                    </a:cubicBezTo>
                    <a:cubicBezTo>
                      <a:pt x="59823" y="126336"/>
                      <a:pt x="61918" y="126050"/>
                      <a:pt x="63443" y="126050"/>
                    </a:cubicBezTo>
                    <a:cubicBezTo>
                      <a:pt x="65633" y="126050"/>
                      <a:pt x="67633" y="126908"/>
                      <a:pt x="69348" y="128717"/>
                    </a:cubicBezTo>
                    <a:cubicBezTo>
                      <a:pt x="71157" y="130433"/>
                      <a:pt x="72015" y="132528"/>
                      <a:pt x="72015" y="135196"/>
                    </a:cubicBezTo>
                    <a:cubicBezTo>
                      <a:pt x="72015" y="139482"/>
                      <a:pt x="69634" y="142814"/>
                      <a:pt x="64872" y="145195"/>
                    </a:cubicBezTo>
                    <a:cubicBezTo>
                      <a:pt x="60109" y="147481"/>
                      <a:pt x="53250" y="148625"/>
                      <a:pt x="44297" y="148625"/>
                    </a:cubicBezTo>
                    <a:cubicBezTo>
                      <a:pt x="35915" y="148625"/>
                      <a:pt x="29438" y="147197"/>
                      <a:pt x="25057" y="144339"/>
                    </a:cubicBezTo>
                    <a:cubicBezTo>
                      <a:pt x="20675" y="141577"/>
                      <a:pt x="17817" y="137577"/>
                      <a:pt x="16484" y="132528"/>
                    </a:cubicBezTo>
                    <a:cubicBezTo>
                      <a:pt x="15150" y="127575"/>
                      <a:pt x="14484" y="120813"/>
                      <a:pt x="14484" y="112430"/>
                    </a:cubicBezTo>
                    <a:lnTo>
                      <a:pt x="14484" y="60424"/>
                    </a:lnTo>
                    <a:lnTo>
                      <a:pt x="10864" y="60424"/>
                    </a:lnTo>
                    <a:cubicBezTo>
                      <a:pt x="6959" y="60424"/>
                      <a:pt x="4007" y="59470"/>
                      <a:pt x="2006" y="57661"/>
                    </a:cubicBezTo>
                    <a:cubicBezTo>
                      <a:pt x="-90" y="55852"/>
                      <a:pt x="-1137" y="53470"/>
                      <a:pt x="-1137" y="50613"/>
                    </a:cubicBezTo>
                    <a:cubicBezTo>
                      <a:pt x="-1137" y="47755"/>
                      <a:pt x="-90" y="45469"/>
                      <a:pt x="2101" y="43659"/>
                    </a:cubicBezTo>
                    <a:cubicBezTo>
                      <a:pt x="4292" y="41850"/>
                      <a:pt x="7436" y="40897"/>
                      <a:pt x="11531" y="40897"/>
                    </a:cubicBezTo>
                    <a:close/>
                    <a:moveTo>
                      <a:pt x="108877" y="109572"/>
                    </a:moveTo>
                    <a:lnTo>
                      <a:pt x="108877" y="132147"/>
                    </a:lnTo>
                    <a:cubicBezTo>
                      <a:pt x="108877" y="137672"/>
                      <a:pt x="107543" y="141767"/>
                      <a:pt x="104971" y="144530"/>
                    </a:cubicBezTo>
                    <a:cubicBezTo>
                      <a:pt x="102400" y="147293"/>
                      <a:pt x="99066" y="148625"/>
                      <a:pt x="95160" y="148625"/>
                    </a:cubicBezTo>
                    <a:cubicBezTo>
                      <a:pt x="91255" y="148625"/>
                      <a:pt x="88017" y="147293"/>
                      <a:pt x="85540" y="144435"/>
                    </a:cubicBezTo>
                    <a:cubicBezTo>
                      <a:pt x="82968" y="141672"/>
                      <a:pt x="81730" y="137577"/>
                      <a:pt x="81730" y="132147"/>
                    </a:cubicBezTo>
                    <a:lnTo>
                      <a:pt x="81730" y="56805"/>
                    </a:lnTo>
                    <a:cubicBezTo>
                      <a:pt x="81730" y="44613"/>
                      <a:pt x="86112" y="38516"/>
                      <a:pt x="94970" y="38516"/>
                    </a:cubicBezTo>
                    <a:cubicBezTo>
                      <a:pt x="99447" y="38516"/>
                      <a:pt x="102686" y="39946"/>
                      <a:pt x="104685" y="42801"/>
                    </a:cubicBezTo>
                    <a:cubicBezTo>
                      <a:pt x="106685" y="45659"/>
                      <a:pt x="107734" y="49850"/>
                      <a:pt x="107924" y="55375"/>
                    </a:cubicBezTo>
                    <a:cubicBezTo>
                      <a:pt x="111163" y="49850"/>
                      <a:pt x="114496" y="45659"/>
                      <a:pt x="117830" y="42801"/>
                    </a:cubicBezTo>
                    <a:cubicBezTo>
                      <a:pt x="121259" y="39946"/>
                      <a:pt x="125831" y="38516"/>
                      <a:pt x="131547" y="38516"/>
                    </a:cubicBezTo>
                    <a:cubicBezTo>
                      <a:pt x="137261" y="38516"/>
                      <a:pt x="142785" y="39946"/>
                      <a:pt x="148120" y="42801"/>
                    </a:cubicBezTo>
                    <a:cubicBezTo>
                      <a:pt x="153453" y="45659"/>
                      <a:pt x="156121" y="49375"/>
                      <a:pt x="156121" y="54043"/>
                    </a:cubicBezTo>
                    <a:cubicBezTo>
                      <a:pt x="156121" y="57375"/>
                      <a:pt x="154978" y="60138"/>
                      <a:pt x="152692" y="62328"/>
                    </a:cubicBezTo>
                    <a:cubicBezTo>
                      <a:pt x="150406" y="64423"/>
                      <a:pt x="148025" y="65472"/>
                      <a:pt x="145357" y="65472"/>
                    </a:cubicBezTo>
                    <a:cubicBezTo>
                      <a:pt x="144310" y="65472"/>
                      <a:pt x="141929" y="64900"/>
                      <a:pt x="138118" y="63663"/>
                    </a:cubicBezTo>
                    <a:cubicBezTo>
                      <a:pt x="134308" y="62423"/>
                      <a:pt x="130975" y="61851"/>
                      <a:pt x="128117" y="61851"/>
                    </a:cubicBezTo>
                    <a:cubicBezTo>
                      <a:pt x="124117" y="61851"/>
                      <a:pt x="120879" y="62900"/>
                      <a:pt x="118402" y="64995"/>
                    </a:cubicBezTo>
                    <a:cubicBezTo>
                      <a:pt x="115830" y="67091"/>
                      <a:pt x="113924" y="70139"/>
                      <a:pt x="112497" y="74234"/>
                    </a:cubicBezTo>
                    <a:cubicBezTo>
                      <a:pt x="111068" y="78329"/>
                      <a:pt x="110115" y="83187"/>
                      <a:pt x="109639" y="88903"/>
                    </a:cubicBezTo>
                    <a:cubicBezTo>
                      <a:pt x="109067" y="94524"/>
                      <a:pt x="108877" y="101382"/>
                      <a:pt x="108877" y="109572"/>
                    </a:cubicBezTo>
                    <a:close/>
                    <a:moveTo>
                      <a:pt x="198031" y="53852"/>
                    </a:moveTo>
                    <a:lnTo>
                      <a:pt x="198031" y="132147"/>
                    </a:lnTo>
                    <a:cubicBezTo>
                      <a:pt x="198031" y="137577"/>
                      <a:pt x="196697" y="141672"/>
                      <a:pt x="194125" y="144435"/>
                    </a:cubicBezTo>
                    <a:cubicBezTo>
                      <a:pt x="191553" y="147293"/>
                      <a:pt x="188315" y="148625"/>
                      <a:pt x="184314" y="148625"/>
                    </a:cubicBezTo>
                    <a:cubicBezTo>
                      <a:pt x="180410" y="148625"/>
                      <a:pt x="177171" y="147197"/>
                      <a:pt x="174599" y="144339"/>
                    </a:cubicBezTo>
                    <a:cubicBezTo>
                      <a:pt x="172122" y="141577"/>
                      <a:pt x="170979" y="137482"/>
                      <a:pt x="170979" y="132147"/>
                    </a:cubicBezTo>
                    <a:lnTo>
                      <a:pt x="170979" y="54708"/>
                    </a:lnTo>
                    <a:cubicBezTo>
                      <a:pt x="170979" y="49280"/>
                      <a:pt x="172122" y="45278"/>
                      <a:pt x="174599" y="42611"/>
                    </a:cubicBezTo>
                    <a:cubicBezTo>
                      <a:pt x="177171" y="39850"/>
                      <a:pt x="180410" y="38516"/>
                      <a:pt x="184314" y="38516"/>
                    </a:cubicBezTo>
                    <a:cubicBezTo>
                      <a:pt x="188315" y="38516"/>
                      <a:pt x="191553" y="39850"/>
                      <a:pt x="194125" y="42611"/>
                    </a:cubicBezTo>
                    <a:cubicBezTo>
                      <a:pt x="196697" y="45278"/>
                      <a:pt x="198031" y="49089"/>
                      <a:pt x="198031" y="53852"/>
                    </a:cubicBezTo>
                    <a:close/>
                    <a:moveTo>
                      <a:pt x="184600" y="25942"/>
                    </a:moveTo>
                    <a:cubicBezTo>
                      <a:pt x="180885" y="25942"/>
                      <a:pt x="177647" y="24705"/>
                      <a:pt x="174885" y="22419"/>
                    </a:cubicBezTo>
                    <a:cubicBezTo>
                      <a:pt x="172217" y="20133"/>
                      <a:pt x="170979" y="16798"/>
                      <a:pt x="170979" y="12608"/>
                    </a:cubicBezTo>
                    <a:cubicBezTo>
                      <a:pt x="170979" y="8799"/>
                      <a:pt x="172313" y="5655"/>
                      <a:pt x="174980" y="3178"/>
                    </a:cubicBezTo>
                    <a:cubicBezTo>
                      <a:pt x="177743" y="702"/>
                      <a:pt x="180981" y="-631"/>
                      <a:pt x="184600" y="-631"/>
                    </a:cubicBezTo>
                    <a:cubicBezTo>
                      <a:pt x="188125" y="-631"/>
                      <a:pt x="191267" y="511"/>
                      <a:pt x="193935" y="2797"/>
                    </a:cubicBezTo>
                    <a:cubicBezTo>
                      <a:pt x="196697" y="5083"/>
                      <a:pt x="198031" y="8322"/>
                      <a:pt x="198031" y="12608"/>
                    </a:cubicBezTo>
                    <a:cubicBezTo>
                      <a:pt x="198031" y="16798"/>
                      <a:pt x="196697" y="20038"/>
                      <a:pt x="194030" y="22419"/>
                    </a:cubicBezTo>
                    <a:cubicBezTo>
                      <a:pt x="191458" y="24705"/>
                      <a:pt x="188315" y="25942"/>
                      <a:pt x="184600" y="25942"/>
                    </a:cubicBezTo>
                    <a:close/>
                    <a:moveTo>
                      <a:pt x="250989" y="53661"/>
                    </a:moveTo>
                    <a:lnTo>
                      <a:pt x="250989" y="56994"/>
                    </a:lnTo>
                    <a:cubicBezTo>
                      <a:pt x="256133" y="50708"/>
                      <a:pt x="261372" y="46041"/>
                      <a:pt x="266896" y="43183"/>
                    </a:cubicBezTo>
                    <a:cubicBezTo>
                      <a:pt x="272421" y="40229"/>
                      <a:pt x="278612" y="38706"/>
                      <a:pt x="285565" y="38706"/>
                    </a:cubicBezTo>
                    <a:cubicBezTo>
                      <a:pt x="293852" y="38706"/>
                      <a:pt x="301568" y="40897"/>
                      <a:pt x="308521" y="45183"/>
                    </a:cubicBezTo>
                    <a:cubicBezTo>
                      <a:pt x="315569" y="49471"/>
                      <a:pt x="321093" y="55756"/>
                      <a:pt x="325094" y="64042"/>
                    </a:cubicBezTo>
                    <a:cubicBezTo>
                      <a:pt x="329190" y="72234"/>
                      <a:pt x="331286" y="82045"/>
                      <a:pt x="331286" y="93380"/>
                    </a:cubicBezTo>
                    <a:cubicBezTo>
                      <a:pt x="331286" y="101668"/>
                      <a:pt x="330047" y="109381"/>
                      <a:pt x="327666" y="116429"/>
                    </a:cubicBezTo>
                    <a:cubicBezTo>
                      <a:pt x="325380" y="123385"/>
                      <a:pt x="322141" y="129194"/>
                      <a:pt x="318046" y="133956"/>
                    </a:cubicBezTo>
                    <a:cubicBezTo>
                      <a:pt x="313949" y="138623"/>
                      <a:pt x="309092" y="142244"/>
                      <a:pt x="303472" y="144911"/>
                    </a:cubicBezTo>
                    <a:cubicBezTo>
                      <a:pt x="297948" y="147386"/>
                      <a:pt x="291947" y="148625"/>
                      <a:pt x="285565" y="148625"/>
                    </a:cubicBezTo>
                    <a:cubicBezTo>
                      <a:pt x="277755" y="148625"/>
                      <a:pt x="271278" y="147102"/>
                      <a:pt x="266040" y="143958"/>
                    </a:cubicBezTo>
                    <a:cubicBezTo>
                      <a:pt x="260800" y="140909"/>
                      <a:pt x="255752" y="136338"/>
                      <a:pt x="250989" y="130243"/>
                    </a:cubicBezTo>
                    <a:lnTo>
                      <a:pt x="250989" y="171010"/>
                    </a:lnTo>
                    <a:cubicBezTo>
                      <a:pt x="250989" y="182916"/>
                      <a:pt x="246704" y="188820"/>
                      <a:pt x="238035" y="188820"/>
                    </a:cubicBezTo>
                    <a:cubicBezTo>
                      <a:pt x="232892" y="188820"/>
                      <a:pt x="229558" y="187297"/>
                      <a:pt x="227940" y="184153"/>
                    </a:cubicBezTo>
                    <a:cubicBezTo>
                      <a:pt x="226225" y="181105"/>
                      <a:pt x="225368" y="176628"/>
                      <a:pt x="225368" y="170724"/>
                    </a:cubicBezTo>
                    <a:lnTo>
                      <a:pt x="225368" y="53852"/>
                    </a:lnTo>
                    <a:cubicBezTo>
                      <a:pt x="225368" y="48708"/>
                      <a:pt x="226511" y="44899"/>
                      <a:pt x="228796" y="42422"/>
                    </a:cubicBezTo>
                    <a:cubicBezTo>
                      <a:pt x="230987" y="39755"/>
                      <a:pt x="234130" y="38516"/>
                      <a:pt x="238035" y="38516"/>
                    </a:cubicBezTo>
                    <a:cubicBezTo>
                      <a:pt x="241846" y="38516"/>
                      <a:pt x="244989" y="39850"/>
                      <a:pt x="247370" y="42518"/>
                    </a:cubicBezTo>
                    <a:cubicBezTo>
                      <a:pt x="249751" y="45087"/>
                      <a:pt x="250989" y="48803"/>
                      <a:pt x="250989" y="53661"/>
                    </a:cubicBezTo>
                    <a:close/>
                    <a:moveTo>
                      <a:pt x="304140" y="93094"/>
                    </a:moveTo>
                    <a:cubicBezTo>
                      <a:pt x="304140" y="85950"/>
                      <a:pt x="302997" y="79855"/>
                      <a:pt x="300805" y="74711"/>
                    </a:cubicBezTo>
                    <a:cubicBezTo>
                      <a:pt x="298614" y="69567"/>
                      <a:pt x="295567" y="65663"/>
                      <a:pt x="291661" y="62900"/>
                    </a:cubicBezTo>
                    <a:cubicBezTo>
                      <a:pt x="287851" y="60138"/>
                      <a:pt x="283565" y="58710"/>
                      <a:pt x="278898" y="58710"/>
                    </a:cubicBezTo>
                    <a:cubicBezTo>
                      <a:pt x="271373" y="58710"/>
                      <a:pt x="265086" y="61661"/>
                      <a:pt x="259943" y="67567"/>
                    </a:cubicBezTo>
                    <a:cubicBezTo>
                      <a:pt x="254800" y="73474"/>
                      <a:pt x="252323" y="82141"/>
                      <a:pt x="252323" y="93570"/>
                    </a:cubicBezTo>
                    <a:cubicBezTo>
                      <a:pt x="252323" y="104335"/>
                      <a:pt x="254800" y="112716"/>
                      <a:pt x="259943" y="118811"/>
                    </a:cubicBezTo>
                    <a:cubicBezTo>
                      <a:pt x="264991" y="124717"/>
                      <a:pt x="271373" y="127671"/>
                      <a:pt x="278898" y="127671"/>
                    </a:cubicBezTo>
                    <a:cubicBezTo>
                      <a:pt x="283375" y="127671"/>
                      <a:pt x="287566" y="126431"/>
                      <a:pt x="291375" y="123859"/>
                    </a:cubicBezTo>
                    <a:cubicBezTo>
                      <a:pt x="295185" y="121192"/>
                      <a:pt x="298328" y="117288"/>
                      <a:pt x="300615" y="112048"/>
                    </a:cubicBezTo>
                    <a:cubicBezTo>
                      <a:pt x="302901" y="106811"/>
                      <a:pt x="304140" y="100523"/>
                      <a:pt x="304140" y="93094"/>
                    </a:cubicBezTo>
                    <a:close/>
                    <a:moveTo>
                      <a:pt x="353003" y="132147"/>
                    </a:moveTo>
                    <a:lnTo>
                      <a:pt x="353003" y="14703"/>
                    </a:lnTo>
                    <a:cubicBezTo>
                      <a:pt x="353003" y="9273"/>
                      <a:pt x="354241" y="5178"/>
                      <a:pt x="356622" y="2415"/>
                    </a:cubicBezTo>
                    <a:cubicBezTo>
                      <a:pt x="359004" y="-345"/>
                      <a:pt x="362337" y="-1775"/>
                      <a:pt x="366432" y="-1775"/>
                    </a:cubicBezTo>
                    <a:cubicBezTo>
                      <a:pt x="370529" y="-1775"/>
                      <a:pt x="373767" y="-345"/>
                      <a:pt x="376339" y="2415"/>
                    </a:cubicBezTo>
                    <a:cubicBezTo>
                      <a:pt x="378815" y="5083"/>
                      <a:pt x="380054" y="9180"/>
                      <a:pt x="380054" y="14703"/>
                    </a:cubicBezTo>
                    <a:lnTo>
                      <a:pt x="380054" y="132147"/>
                    </a:lnTo>
                    <a:cubicBezTo>
                      <a:pt x="380054" y="137672"/>
                      <a:pt x="378815" y="141767"/>
                      <a:pt x="376243" y="144530"/>
                    </a:cubicBezTo>
                    <a:cubicBezTo>
                      <a:pt x="373671" y="147293"/>
                      <a:pt x="370433" y="148625"/>
                      <a:pt x="366432" y="148625"/>
                    </a:cubicBezTo>
                    <a:cubicBezTo>
                      <a:pt x="362433" y="148625"/>
                      <a:pt x="359193" y="147197"/>
                      <a:pt x="356717" y="144339"/>
                    </a:cubicBezTo>
                    <a:cubicBezTo>
                      <a:pt x="354241" y="141577"/>
                      <a:pt x="353003" y="137482"/>
                      <a:pt x="353003" y="132147"/>
                    </a:cubicBezTo>
                    <a:close/>
                    <a:moveTo>
                      <a:pt x="483686" y="100237"/>
                    </a:moveTo>
                    <a:lnTo>
                      <a:pt x="430726" y="100237"/>
                    </a:lnTo>
                    <a:cubicBezTo>
                      <a:pt x="430726" y="106335"/>
                      <a:pt x="431964" y="111762"/>
                      <a:pt x="434346" y="116525"/>
                    </a:cubicBezTo>
                    <a:cubicBezTo>
                      <a:pt x="436822" y="121192"/>
                      <a:pt x="440060" y="124717"/>
                      <a:pt x="443966" y="127099"/>
                    </a:cubicBezTo>
                    <a:cubicBezTo>
                      <a:pt x="448062" y="129480"/>
                      <a:pt x="452443" y="130717"/>
                      <a:pt x="457301" y="130717"/>
                    </a:cubicBezTo>
                    <a:cubicBezTo>
                      <a:pt x="460539" y="130717"/>
                      <a:pt x="463493" y="130338"/>
                      <a:pt x="466160" y="129575"/>
                    </a:cubicBezTo>
                    <a:cubicBezTo>
                      <a:pt x="468826" y="128812"/>
                      <a:pt x="471398" y="127575"/>
                      <a:pt x="473970" y="126050"/>
                    </a:cubicBezTo>
                    <a:cubicBezTo>
                      <a:pt x="476446" y="124336"/>
                      <a:pt x="478828" y="122622"/>
                      <a:pt x="480923" y="120718"/>
                    </a:cubicBezTo>
                    <a:cubicBezTo>
                      <a:pt x="483018" y="118906"/>
                      <a:pt x="485781" y="116429"/>
                      <a:pt x="489114" y="113192"/>
                    </a:cubicBezTo>
                    <a:cubicBezTo>
                      <a:pt x="490543" y="112048"/>
                      <a:pt x="492543" y="111479"/>
                      <a:pt x="495115" y="111479"/>
                    </a:cubicBezTo>
                    <a:cubicBezTo>
                      <a:pt x="497878" y="111479"/>
                      <a:pt x="500164" y="112239"/>
                      <a:pt x="501879" y="113669"/>
                    </a:cubicBezTo>
                    <a:cubicBezTo>
                      <a:pt x="503593" y="115192"/>
                      <a:pt x="504449" y="117383"/>
                      <a:pt x="504449" y="120145"/>
                    </a:cubicBezTo>
                    <a:cubicBezTo>
                      <a:pt x="504449" y="122622"/>
                      <a:pt x="503497" y="125480"/>
                      <a:pt x="501497" y="128812"/>
                    </a:cubicBezTo>
                    <a:cubicBezTo>
                      <a:pt x="499592" y="132052"/>
                      <a:pt x="496735" y="135196"/>
                      <a:pt x="492829" y="138242"/>
                    </a:cubicBezTo>
                    <a:cubicBezTo>
                      <a:pt x="488924" y="141195"/>
                      <a:pt x="484066" y="143672"/>
                      <a:pt x="478256" y="145672"/>
                    </a:cubicBezTo>
                    <a:cubicBezTo>
                      <a:pt x="472446" y="147672"/>
                      <a:pt x="465683" y="148625"/>
                      <a:pt x="458063" y="148625"/>
                    </a:cubicBezTo>
                    <a:cubicBezTo>
                      <a:pt x="440728" y="148625"/>
                      <a:pt x="427202" y="143672"/>
                      <a:pt x="417486" y="133766"/>
                    </a:cubicBezTo>
                    <a:cubicBezTo>
                      <a:pt x="407866" y="123859"/>
                      <a:pt x="403009" y="110334"/>
                      <a:pt x="403009" y="93380"/>
                    </a:cubicBezTo>
                    <a:cubicBezTo>
                      <a:pt x="403009" y="85380"/>
                      <a:pt x="404247" y="77950"/>
                      <a:pt x="406629" y="71186"/>
                    </a:cubicBezTo>
                    <a:cubicBezTo>
                      <a:pt x="409010" y="64233"/>
                      <a:pt x="412439" y="58424"/>
                      <a:pt x="417011" y="53470"/>
                    </a:cubicBezTo>
                    <a:cubicBezTo>
                      <a:pt x="421582" y="48613"/>
                      <a:pt x="427202" y="44899"/>
                      <a:pt x="433870" y="42232"/>
                    </a:cubicBezTo>
                    <a:cubicBezTo>
                      <a:pt x="440537" y="39660"/>
                      <a:pt x="447967" y="38325"/>
                      <a:pt x="456063" y="38325"/>
                    </a:cubicBezTo>
                    <a:cubicBezTo>
                      <a:pt x="466635" y="38325"/>
                      <a:pt x="475779" y="40515"/>
                      <a:pt x="483304" y="45087"/>
                    </a:cubicBezTo>
                    <a:cubicBezTo>
                      <a:pt x="490925" y="49471"/>
                      <a:pt x="496544" y="55280"/>
                      <a:pt x="500354" y="62328"/>
                    </a:cubicBezTo>
                    <a:cubicBezTo>
                      <a:pt x="504165" y="69377"/>
                      <a:pt x="505974" y="76616"/>
                      <a:pt x="505974" y="83950"/>
                    </a:cubicBezTo>
                    <a:cubicBezTo>
                      <a:pt x="505974" y="90808"/>
                      <a:pt x="504069" y="95189"/>
                      <a:pt x="500164" y="97286"/>
                    </a:cubicBezTo>
                    <a:cubicBezTo>
                      <a:pt x="496258" y="99191"/>
                      <a:pt x="490734" y="100237"/>
                      <a:pt x="483686" y="100237"/>
                    </a:cubicBezTo>
                    <a:close/>
                    <a:moveTo>
                      <a:pt x="430726" y="84808"/>
                    </a:moveTo>
                    <a:lnTo>
                      <a:pt x="479780" y="84808"/>
                    </a:lnTo>
                    <a:cubicBezTo>
                      <a:pt x="479114" y="75569"/>
                      <a:pt x="476637" y="68711"/>
                      <a:pt x="472255" y="64137"/>
                    </a:cubicBezTo>
                    <a:cubicBezTo>
                      <a:pt x="467969" y="59470"/>
                      <a:pt x="462254" y="57184"/>
                      <a:pt x="455206" y="57184"/>
                    </a:cubicBezTo>
                    <a:cubicBezTo>
                      <a:pt x="448442" y="57184"/>
                      <a:pt x="442918" y="59470"/>
                      <a:pt x="438537" y="64233"/>
                    </a:cubicBezTo>
                    <a:cubicBezTo>
                      <a:pt x="434250" y="68804"/>
                      <a:pt x="431584" y="75760"/>
                      <a:pt x="430726" y="84808"/>
                    </a:cubicBezTo>
                    <a:close/>
                    <a:moveTo>
                      <a:pt x="530358" y="40897"/>
                    </a:moveTo>
                    <a:lnTo>
                      <a:pt x="533310" y="40897"/>
                    </a:lnTo>
                    <a:lnTo>
                      <a:pt x="533310" y="24609"/>
                    </a:lnTo>
                    <a:cubicBezTo>
                      <a:pt x="533310" y="20228"/>
                      <a:pt x="533406" y="16798"/>
                      <a:pt x="533597" y="14417"/>
                    </a:cubicBezTo>
                    <a:cubicBezTo>
                      <a:pt x="533883" y="11845"/>
                      <a:pt x="534549" y="9750"/>
                      <a:pt x="535596" y="7941"/>
                    </a:cubicBezTo>
                    <a:cubicBezTo>
                      <a:pt x="536644" y="6132"/>
                      <a:pt x="538168" y="4606"/>
                      <a:pt x="540168" y="3464"/>
                    </a:cubicBezTo>
                    <a:cubicBezTo>
                      <a:pt x="542074" y="2320"/>
                      <a:pt x="544360" y="1655"/>
                      <a:pt x="546741" y="1655"/>
                    </a:cubicBezTo>
                    <a:cubicBezTo>
                      <a:pt x="550265" y="1655"/>
                      <a:pt x="553313" y="2988"/>
                      <a:pt x="556075" y="5559"/>
                    </a:cubicBezTo>
                    <a:cubicBezTo>
                      <a:pt x="557980" y="7273"/>
                      <a:pt x="559123" y="9369"/>
                      <a:pt x="559600" y="11940"/>
                    </a:cubicBezTo>
                    <a:cubicBezTo>
                      <a:pt x="560076" y="14322"/>
                      <a:pt x="560361" y="17847"/>
                      <a:pt x="560361" y="22419"/>
                    </a:cubicBezTo>
                    <a:lnTo>
                      <a:pt x="560361" y="40897"/>
                    </a:lnTo>
                    <a:lnTo>
                      <a:pt x="570268" y="40897"/>
                    </a:lnTo>
                    <a:cubicBezTo>
                      <a:pt x="574173" y="40897"/>
                      <a:pt x="577030" y="41850"/>
                      <a:pt x="579031" y="43659"/>
                    </a:cubicBezTo>
                    <a:cubicBezTo>
                      <a:pt x="581031" y="45469"/>
                      <a:pt x="582078" y="47755"/>
                      <a:pt x="582078" y="50613"/>
                    </a:cubicBezTo>
                    <a:cubicBezTo>
                      <a:pt x="582078" y="54233"/>
                      <a:pt x="580649" y="56805"/>
                      <a:pt x="577697" y="58233"/>
                    </a:cubicBezTo>
                    <a:cubicBezTo>
                      <a:pt x="574935" y="59661"/>
                      <a:pt x="570744" y="60424"/>
                      <a:pt x="565410" y="60424"/>
                    </a:cubicBezTo>
                    <a:lnTo>
                      <a:pt x="560361" y="60424"/>
                    </a:lnTo>
                    <a:lnTo>
                      <a:pt x="560361" y="110239"/>
                    </a:lnTo>
                    <a:cubicBezTo>
                      <a:pt x="560361" y="114430"/>
                      <a:pt x="560456" y="117764"/>
                      <a:pt x="560743" y="120050"/>
                    </a:cubicBezTo>
                    <a:cubicBezTo>
                      <a:pt x="561124" y="122336"/>
                      <a:pt x="561885" y="124145"/>
                      <a:pt x="563124" y="125575"/>
                    </a:cubicBezTo>
                    <a:cubicBezTo>
                      <a:pt x="564457" y="127003"/>
                      <a:pt x="566553" y="127671"/>
                      <a:pt x="569506" y="127671"/>
                    </a:cubicBezTo>
                    <a:cubicBezTo>
                      <a:pt x="571124" y="127671"/>
                      <a:pt x="573221" y="127480"/>
                      <a:pt x="575982" y="126908"/>
                    </a:cubicBezTo>
                    <a:cubicBezTo>
                      <a:pt x="578650" y="126336"/>
                      <a:pt x="580745" y="126050"/>
                      <a:pt x="582269" y="126050"/>
                    </a:cubicBezTo>
                    <a:cubicBezTo>
                      <a:pt x="584460" y="126050"/>
                      <a:pt x="586460" y="126908"/>
                      <a:pt x="588175" y="128717"/>
                    </a:cubicBezTo>
                    <a:cubicBezTo>
                      <a:pt x="589985" y="130433"/>
                      <a:pt x="590842" y="132528"/>
                      <a:pt x="590842" y="135196"/>
                    </a:cubicBezTo>
                    <a:cubicBezTo>
                      <a:pt x="590842" y="139482"/>
                      <a:pt x="588461" y="142814"/>
                      <a:pt x="583698" y="145195"/>
                    </a:cubicBezTo>
                    <a:cubicBezTo>
                      <a:pt x="578936" y="147481"/>
                      <a:pt x="572078" y="148625"/>
                      <a:pt x="563124" y="148625"/>
                    </a:cubicBezTo>
                    <a:cubicBezTo>
                      <a:pt x="554646" y="148625"/>
                      <a:pt x="548265" y="147197"/>
                      <a:pt x="543883" y="144339"/>
                    </a:cubicBezTo>
                    <a:cubicBezTo>
                      <a:pt x="539502" y="141577"/>
                      <a:pt x="536644" y="137577"/>
                      <a:pt x="535310" y="132528"/>
                    </a:cubicBezTo>
                    <a:cubicBezTo>
                      <a:pt x="533978" y="127575"/>
                      <a:pt x="533310" y="120813"/>
                      <a:pt x="533310" y="112430"/>
                    </a:cubicBezTo>
                    <a:lnTo>
                      <a:pt x="533310" y="60424"/>
                    </a:lnTo>
                    <a:lnTo>
                      <a:pt x="529691" y="60424"/>
                    </a:lnTo>
                    <a:cubicBezTo>
                      <a:pt x="525785" y="60424"/>
                      <a:pt x="522833" y="59470"/>
                      <a:pt x="520738" y="57661"/>
                    </a:cubicBezTo>
                    <a:cubicBezTo>
                      <a:pt x="518737" y="55852"/>
                      <a:pt x="517689" y="53470"/>
                      <a:pt x="517689" y="50613"/>
                    </a:cubicBezTo>
                    <a:cubicBezTo>
                      <a:pt x="517689" y="47755"/>
                      <a:pt x="518737" y="45469"/>
                      <a:pt x="520929" y="43659"/>
                    </a:cubicBezTo>
                    <a:cubicBezTo>
                      <a:pt x="523024" y="41850"/>
                      <a:pt x="526167" y="40897"/>
                      <a:pt x="530263" y="4089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235ECF2-0656-B9F5-67D6-92927D774ECD}"/>
                  </a:ext>
                </a:extLst>
              </p:cNvPr>
              <p:cNvSpPr/>
              <p:nvPr/>
            </p:nvSpPr>
            <p:spPr>
              <a:xfrm>
                <a:off x="8209541" y="4552685"/>
                <a:ext cx="817188" cy="205898"/>
              </a:xfrm>
              <a:custGeom>
                <a:avLst/>
                <a:gdLst>
                  <a:gd name="csX0" fmla="*/ 91732 w 583310"/>
                  <a:gd name="csY0" fmla="*/ 109762 h 146970"/>
                  <a:gd name="csX1" fmla="*/ 86302 w 583310"/>
                  <a:gd name="csY1" fmla="*/ 129003 h 146970"/>
                  <a:gd name="csX2" fmla="*/ 70110 w 583310"/>
                  <a:gd name="csY2" fmla="*/ 141100 h 146970"/>
                  <a:gd name="csX3" fmla="*/ 44201 w 583310"/>
                  <a:gd name="csY3" fmla="*/ 145195 h 146970"/>
                  <a:gd name="csX4" fmla="*/ 19245 w 583310"/>
                  <a:gd name="csY4" fmla="*/ 140719 h 146970"/>
                  <a:gd name="csX5" fmla="*/ 3815 w 583310"/>
                  <a:gd name="csY5" fmla="*/ 129668 h 146970"/>
                  <a:gd name="csX6" fmla="*/ -1137 w 583310"/>
                  <a:gd name="csY6" fmla="*/ 116143 h 146970"/>
                  <a:gd name="csX7" fmla="*/ 2006 w 583310"/>
                  <a:gd name="csY7" fmla="*/ 108523 h 146970"/>
                  <a:gd name="csX8" fmla="*/ 10102 w 583310"/>
                  <a:gd name="csY8" fmla="*/ 105286 h 146970"/>
                  <a:gd name="csX9" fmla="*/ 16675 w 583310"/>
                  <a:gd name="csY9" fmla="*/ 107381 h 146970"/>
                  <a:gd name="csX10" fmla="*/ 20960 w 583310"/>
                  <a:gd name="csY10" fmla="*/ 113285 h 146970"/>
                  <a:gd name="csX11" fmla="*/ 30962 w 583310"/>
                  <a:gd name="csY11" fmla="*/ 124050 h 146970"/>
                  <a:gd name="csX12" fmla="*/ 46773 w 583310"/>
                  <a:gd name="csY12" fmla="*/ 127668 h 146970"/>
                  <a:gd name="csX13" fmla="*/ 60108 w 583310"/>
                  <a:gd name="csY13" fmla="*/ 124050 h 146970"/>
                  <a:gd name="csX14" fmla="*/ 65347 w 583310"/>
                  <a:gd name="csY14" fmla="*/ 115762 h 146970"/>
                  <a:gd name="csX15" fmla="*/ 59917 w 583310"/>
                  <a:gd name="csY15" fmla="*/ 105286 h 146970"/>
                  <a:gd name="csX16" fmla="*/ 42106 w 583310"/>
                  <a:gd name="csY16" fmla="*/ 99093 h 146970"/>
                  <a:gd name="csX17" fmla="*/ 19341 w 583310"/>
                  <a:gd name="csY17" fmla="*/ 91854 h 146970"/>
                  <a:gd name="csX18" fmla="*/ 5339 w 583310"/>
                  <a:gd name="csY18" fmla="*/ 81664 h 146970"/>
                  <a:gd name="csX19" fmla="*/ 100 w 583310"/>
                  <a:gd name="csY19" fmla="*/ 66328 h 146970"/>
                  <a:gd name="csX20" fmla="*/ 4958 w 583310"/>
                  <a:gd name="csY20" fmla="*/ 50994 h 146970"/>
                  <a:gd name="csX21" fmla="*/ 19245 w 583310"/>
                  <a:gd name="csY21" fmla="*/ 39467 h 146970"/>
                  <a:gd name="csX22" fmla="*/ 42106 w 583310"/>
                  <a:gd name="csY22" fmla="*/ 35086 h 146970"/>
                  <a:gd name="csX23" fmla="*/ 60965 w 583310"/>
                  <a:gd name="csY23" fmla="*/ 37276 h 146970"/>
                  <a:gd name="csX24" fmla="*/ 74968 w 583310"/>
                  <a:gd name="csY24" fmla="*/ 43087 h 146970"/>
                  <a:gd name="csX25" fmla="*/ 83539 w 583310"/>
                  <a:gd name="csY25" fmla="*/ 51278 h 146970"/>
                  <a:gd name="csX26" fmla="*/ 86492 w 583310"/>
                  <a:gd name="csY26" fmla="*/ 59947 h 146970"/>
                  <a:gd name="csX27" fmla="*/ 83350 w 583310"/>
                  <a:gd name="csY27" fmla="*/ 67663 h 146970"/>
                  <a:gd name="csX28" fmla="*/ 74491 w 583310"/>
                  <a:gd name="csY28" fmla="*/ 70614 h 146970"/>
                  <a:gd name="csX29" fmla="*/ 67347 w 583310"/>
                  <a:gd name="csY29" fmla="*/ 68232 h 146970"/>
                  <a:gd name="csX30" fmla="*/ 60680 w 583310"/>
                  <a:gd name="csY30" fmla="*/ 61089 h 146970"/>
                  <a:gd name="csX31" fmla="*/ 53441 w 583310"/>
                  <a:gd name="csY31" fmla="*/ 54708 h 146970"/>
                  <a:gd name="csX32" fmla="*/ 42106 w 583310"/>
                  <a:gd name="csY32" fmla="*/ 52326 h 146970"/>
                  <a:gd name="csX33" fmla="*/ 29913 w 583310"/>
                  <a:gd name="csY33" fmla="*/ 55470 h 146970"/>
                  <a:gd name="csX34" fmla="*/ 25057 w 583310"/>
                  <a:gd name="csY34" fmla="*/ 63279 h 146970"/>
                  <a:gd name="csX35" fmla="*/ 28675 w 583310"/>
                  <a:gd name="csY35" fmla="*/ 70328 h 146970"/>
                  <a:gd name="csX36" fmla="*/ 38295 w 583310"/>
                  <a:gd name="csY36" fmla="*/ 74806 h 146970"/>
                  <a:gd name="csX37" fmla="*/ 54964 w 583310"/>
                  <a:gd name="csY37" fmla="*/ 79092 h 146970"/>
                  <a:gd name="csX38" fmla="*/ 75443 w 583310"/>
                  <a:gd name="csY38" fmla="*/ 86427 h 146970"/>
                  <a:gd name="csX39" fmla="*/ 87540 w 583310"/>
                  <a:gd name="csY39" fmla="*/ 96617 h 146970"/>
                  <a:gd name="csX40" fmla="*/ 91732 w 583310"/>
                  <a:gd name="csY40" fmla="*/ 109762 h 146970"/>
                  <a:gd name="csX41" fmla="*/ 116115 w 583310"/>
                  <a:gd name="csY41" fmla="*/ 37467 h 146970"/>
                  <a:gd name="csX42" fmla="*/ 119162 w 583310"/>
                  <a:gd name="csY42" fmla="*/ 37467 h 146970"/>
                  <a:gd name="csX43" fmla="*/ 119162 w 583310"/>
                  <a:gd name="csY43" fmla="*/ 21179 h 146970"/>
                  <a:gd name="csX44" fmla="*/ 119449 w 583310"/>
                  <a:gd name="csY44" fmla="*/ 10987 h 146970"/>
                  <a:gd name="csX45" fmla="*/ 121450 w 583310"/>
                  <a:gd name="csY45" fmla="*/ 4511 h 146970"/>
                  <a:gd name="csX46" fmla="*/ 125926 w 583310"/>
                  <a:gd name="csY46" fmla="*/ 34 h 146970"/>
                  <a:gd name="csX47" fmla="*/ 132593 w 583310"/>
                  <a:gd name="csY47" fmla="*/ -1775 h 146970"/>
                  <a:gd name="csX48" fmla="*/ 141927 w 583310"/>
                  <a:gd name="csY48" fmla="*/ 2129 h 146970"/>
                  <a:gd name="csX49" fmla="*/ 145452 w 583310"/>
                  <a:gd name="csY49" fmla="*/ 8510 h 146970"/>
                  <a:gd name="csX50" fmla="*/ 146214 w 583310"/>
                  <a:gd name="csY50" fmla="*/ 18989 h 146970"/>
                  <a:gd name="csX51" fmla="*/ 146214 w 583310"/>
                  <a:gd name="csY51" fmla="*/ 37467 h 146970"/>
                  <a:gd name="csX52" fmla="*/ 156120 w 583310"/>
                  <a:gd name="csY52" fmla="*/ 37467 h 146970"/>
                  <a:gd name="csX53" fmla="*/ 164883 w 583310"/>
                  <a:gd name="csY53" fmla="*/ 40229 h 146970"/>
                  <a:gd name="csX54" fmla="*/ 167932 w 583310"/>
                  <a:gd name="csY54" fmla="*/ 47183 h 146970"/>
                  <a:gd name="csX55" fmla="*/ 163549 w 583310"/>
                  <a:gd name="csY55" fmla="*/ 54803 h 146970"/>
                  <a:gd name="csX56" fmla="*/ 151263 w 583310"/>
                  <a:gd name="csY56" fmla="*/ 56994 h 146970"/>
                  <a:gd name="csX57" fmla="*/ 146214 w 583310"/>
                  <a:gd name="csY57" fmla="*/ 56994 h 146970"/>
                  <a:gd name="csX58" fmla="*/ 146214 w 583310"/>
                  <a:gd name="csY58" fmla="*/ 106809 h 146970"/>
                  <a:gd name="csX59" fmla="*/ 146595 w 583310"/>
                  <a:gd name="csY59" fmla="*/ 116620 h 146970"/>
                  <a:gd name="csX60" fmla="*/ 148976 w 583310"/>
                  <a:gd name="csY60" fmla="*/ 122145 h 146970"/>
                  <a:gd name="csX61" fmla="*/ 155358 w 583310"/>
                  <a:gd name="csY61" fmla="*/ 124241 h 146970"/>
                  <a:gd name="csX62" fmla="*/ 161740 w 583310"/>
                  <a:gd name="csY62" fmla="*/ 123478 h 146970"/>
                  <a:gd name="csX63" fmla="*/ 168121 w 583310"/>
                  <a:gd name="csY63" fmla="*/ 122620 h 146970"/>
                  <a:gd name="csX64" fmla="*/ 174027 w 583310"/>
                  <a:gd name="csY64" fmla="*/ 125287 h 146970"/>
                  <a:gd name="csX65" fmla="*/ 176694 w 583310"/>
                  <a:gd name="csY65" fmla="*/ 131766 h 146970"/>
                  <a:gd name="csX66" fmla="*/ 169550 w 583310"/>
                  <a:gd name="csY66" fmla="*/ 141765 h 146970"/>
                  <a:gd name="csX67" fmla="*/ 148976 w 583310"/>
                  <a:gd name="csY67" fmla="*/ 145195 h 146970"/>
                  <a:gd name="csX68" fmla="*/ 129736 w 583310"/>
                  <a:gd name="csY68" fmla="*/ 140909 h 146970"/>
                  <a:gd name="csX69" fmla="*/ 121068 w 583310"/>
                  <a:gd name="csY69" fmla="*/ 129098 h 146970"/>
                  <a:gd name="csX70" fmla="*/ 119162 w 583310"/>
                  <a:gd name="csY70" fmla="*/ 109000 h 146970"/>
                  <a:gd name="csX71" fmla="*/ 119162 w 583310"/>
                  <a:gd name="csY71" fmla="*/ 56994 h 146970"/>
                  <a:gd name="csX72" fmla="*/ 115544 w 583310"/>
                  <a:gd name="csY72" fmla="*/ 56994 h 146970"/>
                  <a:gd name="csX73" fmla="*/ 106590 w 583310"/>
                  <a:gd name="csY73" fmla="*/ 54231 h 146970"/>
                  <a:gd name="csX74" fmla="*/ 103543 w 583310"/>
                  <a:gd name="csY74" fmla="*/ 47183 h 146970"/>
                  <a:gd name="csX75" fmla="*/ 106685 w 583310"/>
                  <a:gd name="csY75" fmla="*/ 40229 h 146970"/>
                  <a:gd name="csX76" fmla="*/ 116115 w 583310"/>
                  <a:gd name="csY76" fmla="*/ 37467 h 146970"/>
                  <a:gd name="csX77" fmla="*/ 255084 w 583310"/>
                  <a:gd name="csY77" fmla="*/ 129954 h 146970"/>
                  <a:gd name="csX78" fmla="*/ 236034 w 583310"/>
                  <a:gd name="csY78" fmla="*/ 141481 h 146970"/>
                  <a:gd name="csX79" fmla="*/ 215461 w 583310"/>
                  <a:gd name="csY79" fmla="*/ 145195 h 146970"/>
                  <a:gd name="csX80" fmla="*/ 197077 w 583310"/>
                  <a:gd name="csY80" fmla="*/ 141100 h 146970"/>
                  <a:gd name="csX81" fmla="*/ 184981 w 583310"/>
                  <a:gd name="csY81" fmla="*/ 129954 h 146970"/>
                  <a:gd name="csX82" fmla="*/ 180695 w 583310"/>
                  <a:gd name="csY82" fmla="*/ 114620 h 146970"/>
                  <a:gd name="csX83" fmla="*/ 187743 w 583310"/>
                  <a:gd name="csY83" fmla="*/ 95666 h 146970"/>
                  <a:gd name="csX84" fmla="*/ 207175 w 583310"/>
                  <a:gd name="csY84" fmla="*/ 85187 h 146970"/>
                  <a:gd name="csX85" fmla="*/ 219938 w 583310"/>
                  <a:gd name="csY85" fmla="*/ 82520 h 146970"/>
                  <a:gd name="csX86" fmla="*/ 237368 w 583310"/>
                  <a:gd name="csY86" fmla="*/ 78711 h 146970"/>
                  <a:gd name="csX87" fmla="*/ 253275 w 583310"/>
                  <a:gd name="csY87" fmla="*/ 74425 h 146970"/>
                  <a:gd name="csX88" fmla="*/ 248894 w 583310"/>
                  <a:gd name="csY88" fmla="*/ 58803 h 146970"/>
                  <a:gd name="csX89" fmla="*/ 233082 w 583310"/>
                  <a:gd name="csY89" fmla="*/ 53754 h 146970"/>
                  <a:gd name="csX90" fmla="*/ 217556 w 583310"/>
                  <a:gd name="csY90" fmla="*/ 56612 h 146970"/>
                  <a:gd name="csX91" fmla="*/ 208602 w 583310"/>
                  <a:gd name="csY91" fmla="*/ 65281 h 146970"/>
                  <a:gd name="csX92" fmla="*/ 203364 w 583310"/>
                  <a:gd name="csY92" fmla="*/ 72900 h 146970"/>
                  <a:gd name="csX93" fmla="*/ 196791 w 583310"/>
                  <a:gd name="csY93" fmla="*/ 74711 h 146970"/>
                  <a:gd name="csX94" fmla="*/ 188886 w 583310"/>
                  <a:gd name="csY94" fmla="*/ 71758 h 146970"/>
                  <a:gd name="csX95" fmla="*/ 185553 w 583310"/>
                  <a:gd name="csY95" fmla="*/ 64233 h 146970"/>
                  <a:gd name="csX96" fmla="*/ 190695 w 583310"/>
                  <a:gd name="csY96" fmla="*/ 50327 h 146970"/>
                  <a:gd name="csX97" fmla="*/ 206412 w 583310"/>
                  <a:gd name="csY97" fmla="*/ 39276 h 146970"/>
                  <a:gd name="csX98" fmla="*/ 233082 w 583310"/>
                  <a:gd name="csY98" fmla="*/ 34895 h 146970"/>
                  <a:gd name="csX99" fmla="*/ 261181 w 583310"/>
                  <a:gd name="csY99" fmla="*/ 39181 h 146970"/>
                  <a:gd name="csX100" fmla="*/ 275563 w 583310"/>
                  <a:gd name="csY100" fmla="*/ 52422 h 146970"/>
                  <a:gd name="csX101" fmla="*/ 279850 w 583310"/>
                  <a:gd name="csY101" fmla="*/ 76616 h 146970"/>
                  <a:gd name="csX102" fmla="*/ 279755 w 583310"/>
                  <a:gd name="csY102" fmla="*/ 92808 h 146970"/>
                  <a:gd name="csX103" fmla="*/ 279660 w 583310"/>
                  <a:gd name="csY103" fmla="*/ 107572 h 146970"/>
                  <a:gd name="csX104" fmla="*/ 282136 w 583310"/>
                  <a:gd name="csY104" fmla="*/ 123573 h 146970"/>
                  <a:gd name="csX105" fmla="*/ 284707 w 583310"/>
                  <a:gd name="csY105" fmla="*/ 134242 h 146970"/>
                  <a:gd name="csX106" fmla="*/ 280803 w 583310"/>
                  <a:gd name="csY106" fmla="*/ 141860 h 146970"/>
                  <a:gd name="csX107" fmla="*/ 271944 w 583310"/>
                  <a:gd name="csY107" fmla="*/ 145195 h 146970"/>
                  <a:gd name="csX108" fmla="*/ 263657 w 583310"/>
                  <a:gd name="csY108" fmla="*/ 141386 h 146970"/>
                  <a:gd name="csX109" fmla="*/ 255084 w 583310"/>
                  <a:gd name="csY109" fmla="*/ 129954 h 146970"/>
                  <a:gd name="csX110" fmla="*/ 253275 w 583310"/>
                  <a:gd name="csY110" fmla="*/ 90712 h 146970"/>
                  <a:gd name="csX111" fmla="*/ 235939 w 583310"/>
                  <a:gd name="csY111" fmla="*/ 95380 h 146970"/>
                  <a:gd name="csX112" fmla="*/ 220224 w 583310"/>
                  <a:gd name="csY112" fmla="*/ 98998 h 146970"/>
                  <a:gd name="csX113" fmla="*/ 211937 w 583310"/>
                  <a:gd name="csY113" fmla="*/ 103474 h 146970"/>
                  <a:gd name="csX114" fmla="*/ 207936 w 583310"/>
                  <a:gd name="csY114" fmla="*/ 112620 h 146970"/>
                  <a:gd name="csX115" fmla="*/ 212603 w 583310"/>
                  <a:gd name="csY115" fmla="*/ 123192 h 146970"/>
                  <a:gd name="csX116" fmla="*/ 224796 w 583310"/>
                  <a:gd name="csY116" fmla="*/ 127478 h 146970"/>
                  <a:gd name="csX117" fmla="*/ 239559 w 583310"/>
                  <a:gd name="csY117" fmla="*/ 123955 h 146970"/>
                  <a:gd name="csX118" fmla="*/ 249560 w 583310"/>
                  <a:gd name="csY118" fmla="*/ 114811 h 146970"/>
                  <a:gd name="csX119" fmla="*/ 253275 w 583310"/>
                  <a:gd name="csY119" fmla="*/ 94617 h 146970"/>
                  <a:gd name="csX120" fmla="*/ 303757 w 583310"/>
                  <a:gd name="csY120" fmla="*/ 37467 h 146970"/>
                  <a:gd name="csX121" fmla="*/ 306710 w 583310"/>
                  <a:gd name="csY121" fmla="*/ 37467 h 146970"/>
                  <a:gd name="csX122" fmla="*/ 306710 w 583310"/>
                  <a:gd name="csY122" fmla="*/ 21179 h 146970"/>
                  <a:gd name="csX123" fmla="*/ 306996 w 583310"/>
                  <a:gd name="csY123" fmla="*/ 10987 h 146970"/>
                  <a:gd name="csX124" fmla="*/ 308996 w 583310"/>
                  <a:gd name="csY124" fmla="*/ 4511 h 146970"/>
                  <a:gd name="csX125" fmla="*/ 313568 w 583310"/>
                  <a:gd name="csY125" fmla="*/ 34 h 146970"/>
                  <a:gd name="csX126" fmla="*/ 320236 w 583310"/>
                  <a:gd name="csY126" fmla="*/ -1775 h 146970"/>
                  <a:gd name="csX127" fmla="*/ 329571 w 583310"/>
                  <a:gd name="csY127" fmla="*/ 2129 h 146970"/>
                  <a:gd name="csX128" fmla="*/ 332999 w 583310"/>
                  <a:gd name="csY128" fmla="*/ 8510 h 146970"/>
                  <a:gd name="csX129" fmla="*/ 333856 w 583310"/>
                  <a:gd name="csY129" fmla="*/ 18989 h 146970"/>
                  <a:gd name="csX130" fmla="*/ 333856 w 583310"/>
                  <a:gd name="csY130" fmla="*/ 37467 h 146970"/>
                  <a:gd name="csX131" fmla="*/ 343763 w 583310"/>
                  <a:gd name="csY131" fmla="*/ 37467 h 146970"/>
                  <a:gd name="csX132" fmla="*/ 352525 w 583310"/>
                  <a:gd name="csY132" fmla="*/ 40229 h 146970"/>
                  <a:gd name="csX133" fmla="*/ 355574 w 583310"/>
                  <a:gd name="csY133" fmla="*/ 47183 h 146970"/>
                  <a:gd name="csX134" fmla="*/ 351193 w 583310"/>
                  <a:gd name="csY134" fmla="*/ 54803 h 146970"/>
                  <a:gd name="csX135" fmla="*/ 338905 w 583310"/>
                  <a:gd name="csY135" fmla="*/ 56994 h 146970"/>
                  <a:gd name="csX136" fmla="*/ 333856 w 583310"/>
                  <a:gd name="csY136" fmla="*/ 56994 h 146970"/>
                  <a:gd name="csX137" fmla="*/ 333856 w 583310"/>
                  <a:gd name="csY137" fmla="*/ 106809 h 146970"/>
                  <a:gd name="csX138" fmla="*/ 334238 w 583310"/>
                  <a:gd name="csY138" fmla="*/ 116620 h 146970"/>
                  <a:gd name="csX139" fmla="*/ 336619 w 583310"/>
                  <a:gd name="csY139" fmla="*/ 122145 h 146970"/>
                  <a:gd name="csX140" fmla="*/ 343000 w 583310"/>
                  <a:gd name="csY140" fmla="*/ 124241 h 146970"/>
                  <a:gd name="csX141" fmla="*/ 349382 w 583310"/>
                  <a:gd name="csY141" fmla="*/ 123478 h 146970"/>
                  <a:gd name="csX142" fmla="*/ 355764 w 583310"/>
                  <a:gd name="csY142" fmla="*/ 122620 h 146970"/>
                  <a:gd name="csX143" fmla="*/ 361574 w 583310"/>
                  <a:gd name="csY143" fmla="*/ 125287 h 146970"/>
                  <a:gd name="csX144" fmla="*/ 364337 w 583310"/>
                  <a:gd name="csY144" fmla="*/ 131766 h 146970"/>
                  <a:gd name="csX145" fmla="*/ 357193 w 583310"/>
                  <a:gd name="csY145" fmla="*/ 141765 h 146970"/>
                  <a:gd name="csX146" fmla="*/ 336619 w 583310"/>
                  <a:gd name="csY146" fmla="*/ 145195 h 146970"/>
                  <a:gd name="csX147" fmla="*/ 317378 w 583310"/>
                  <a:gd name="csY147" fmla="*/ 140909 h 146970"/>
                  <a:gd name="csX148" fmla="*/ 308710 w 583310"/>
                  <a:gd name="csY148" fmla="*/ 129098 h 146970"/>
                  <a:gd name="csX149" fmla="*/ 306710 w 583310"/>
                  <a:gd name="csY149" fmla="*/ 109000 h 146970"/>
                  <a:gd name="csX150" fmla="*/ 306710 w 583310"/>
                  <a:gd name="csY150" fmla="*/ 56994 h 146970"/>
                  <a:gd name="csX151" fmla="*/ 303186 w 583310"/>
                  <a:gd name="csY151" fmla="*/ 56994 h 146970"/>
                  <a:gd name="csX152" fmla="*/ 294232 w 583310"/>
                  <a:gd name="csY152" fmla="*/ 54231 h 146970"/>
                  <a:gd name="csX153" fmla="*/ 291185 w 583310"/>
                  <a:gd name="csY153" fmla="*/ 47183 h 146970"/>
                  <a:gd name="csX154" fmla="*/ 294327 w 583310"/>
                  <a:gd name="csY154" fmla="*/ 40229 h 146970"/>
                  <a:gd name="csX155" fmla="*/ 303757 w 583310"/>
                  <a:gd name="csY155" fmla="*/ 37467 h 146970"/>
                  <a:gd name="csX156" fmla="*/ 449776 w 583310"/>
                  <a:gd name="csY156" fmla="*/ 96807 h 146970"/>
                  <a:gd name="csX157" fmla="*/ 396816 w 583310"/>
                  <a:gd name="csY157" fmla="*/ 96807 h 146970"/>
                  <a:gd name="csX158" fmla="*/ 400531 w 583310"/>
                  <a:gd name="csY158" fmla="*/ 113095 h 146970"/>
                  <a:gd name="csX159" fmla="*/ 410152 w 583310"/>
                  <a:gd name="csY159" fmla="*/ 123669 h 146970"/>
                  <a:gd name="csX160" fmla="*/ 423392 w 583310"/>
                  <a:gd name="csY160" fmla="*/ 127287 h 146970"/>
                  <a:gd name="csX161" fmla="*/ 432250 w 583310"/>
                  <a:gd name="csY161" fmla="*/ 126145 h 146970"/>
                  <a:gd name="csX162" fmla="*/ 440060 w 583310"/>
                  <a:gd name="csY162" fmla="*/ 122620 h 146970"/>
                  <a:gd name="csX163" fmla="*/ 447013 w 583310"/>
                  <a:gd name="csY163" fmla="*/ 117288 h 146970"/>
                  <a:gd name="csX164" fmla="*/ 455300 w 583310"/>
                  <a:gd name="csY164" fmla="*/ 109762 h 146970"/>
                  <a:gd name="csX165" fmla="*/ 461206 w 583310"/>
                  <a:gd name="csY165" fmla="*/ 108049 h 146970"/>
                  <a:gd name="csX166" fmla="*/ 467969 w 583310"/>
                  <a:gd name="csY166" fmla="*/ 110239 h 146970"/>
                  <a:gd name="csX167" fmla="*/ 470540 w 583310"/>
                  <a:gd name="csY167" fmla="*/ 116715 h 146970"/>
                  <a:gd name="csX168" fmla="*/ 467683 w 583310"/>
                  <a:gd name="csY168" fmla="*/ 125382 h 146970"/>
                  <a:gd name="csX169" fmla="*/ 458920 w 583310"/>
                  <a:gd name="csY169" fmla="*/ 134812 h 146970"/>
                  <a:gd name="csX170" fmla="*/ 444346 w 583310"/>
                  <a:gd name="csY170" fmla="*/ 142242 h 146970"/>
                  <a:gd name="csX171" fmla="*/ 424249 w 583310"/>
                  <a:gd name="csY171" fmla="*/ 145195 h 146970"/>
                  <a:gd name="csX172" fmla="*/ 383672 w 583310"/>
                  <a:gd name="csY172" fmla="*/ 130336 h 146970"/>
                  <a:gd name="csX173" fmla="*/ 369194 w 583310"/>
                  <a:gd name="csY173" fmla="*/ 89950 h 146970"/>
                  <a:gd name="csX174" fmla="*/ 372719 w 583310"/>
                  <a:gd name="csY174" fmla="*/ 67756 h 146970"/>
                  <a:gd name="csX175" fmla="*/ 383101 w 583310"/>
                  <a:gd name="csY175" fmla="*/ 50040 h 146970"/>
                  <a:gd name="csX176" fmla="*/ 400056 w 583310"/>
                  <a:gd name="csY176" fmla="*/ 38802 h 146970"/>
                  <a:gd name="csX177" fmla="*/ 422249 w 583310"/>
                  <a:gd name="csY177" fmla="*/ 34895 h 146970"/>
                  <a:gd name="csX178" fmla="*/ 449395 w 583310"/>
                  <a:gd name="csY178" fmla="*/ 41657 h 146970"/>
                  <a:gd name="csX179" fmla="*/ 466445 w 583310"/>
                  <a:gd name="csY179" fmla="*/ 58898 h 146970"/>
                  <a:gd name="csX180" fmla="*/ 472160 w 583310"/>
                  <a:gd name="csY180" fmla="*/ 80520 h 146970"/>
                  <a:gd name="csX181" fmla="*/ 466254 w 583310"/>
                  <a:gd name="csY181" fmla="*/ 93856 h 146970"/>
                  <a:gd name="csX182" fmla="*/ 449776 w 583310"/>
                  <a:gd name="csY182" fmla="*/ 96807 h 146970"/>
                  <a:gd name="csX183" fmla="*/ 396816 w 583310"/>
                  <a:gd name="csY183" fmla="*/ 81378 h 146970"/>
                  <a:gd name="csX184" fmla="*/ 445966 w 583310"/>
                  <a:gd name="csY184" fmla="*/ 81378 h 146970"/>
                  <a:gd name="csX185" fmla="*/ 438441 w 583310"/>
                  <a:gd name="csY185" fmla="*/ 60707 h 146970"/>
                  <a:gd name="csX186" fmla="*/ 421296 w 583310"/>
                  <a:gd name="csY186" fmla="*/ 53754 h 146970"/>
                  <a:gd name="csX187" fmla="*/ 404628 w 583310"/>
                  <a:gd name="csY187" fmla="*/ 60803 h 146970"/>
                  <a:gd name="csX188" fmla="*/ 396816 w 583310"/>
                  <a:gd name="csY188" fmla="*/ 81378 h 146970"/>
                  <a:gd name="csX189" fmla="*/ 582174 w 583310"/>
                  <a:gd name="csY189" fmla="*/ 109762 h 146970"/>
                  <a:gd name="csX190" fmla="*/ 576744 w 583310"/>
                  <a:gd name="csY190" fmla="*/ 129003 h 146970"/>
                  <a:gd name="csX191" fmla="*/ 560552 w 583310"/>
                  <a:gd name="csY191" fmla="*/ 141100 h 146970"/>
                  <a:gd name="csX192" fmla="*/ 534644 w 583310"/>
                  <a:gd name="csY192" fmla="*/ 145195 h 146970"/>
                  <a:gd name="csX193" fmla="*/ 509687 w 583310"/>
                  <a:gd name="csY193" fmla="*/ 140719 h 146970"/>
                  <a:gd name="csX194" fmla="*/ 494257 w 583310"/>
                  <a:gd name="csY194" fmla="*/ 129668 h 146970"/>
                  <a:gd name="csX195" fmla="*/ 489305 w 583310"/>
                  <a:gd name="csY195" fmla="*/ 116143 h 146970"/>
                  <a:gd name="csX196" fmla="*/ 492448 w 583310"/>
                  <a:gd name="csY196" fmla="*/ 108523 h 146970"/>
                  <a:gd name="csX197" fmla="*/ 500544 w 583310"/>
                  <a:gd name="csY197" fmla="*/ 105286 h 146970"/>
                  <a:gd name="csX198" fmla="*/ 507021 w 583310"/>
                  <a:gd name="csY198" fmla="*/ 107381 h 146970"/>
                  <a:gd name="csX199" fmla="*/ 511403 w 583310"/>
                  <a:gd name="csY199" fmla="*/ 113285 h 146970"/>
                  <a:gd name="csX200" fmla="*/ 521309 w 583310"/>
                  <a:gd name="csY200" fmla="*/ 124050 h 146970"/>
                  <a:gd name="csX201" fmla="*/ 537215 w 583310"/>
                  <a:gd name="csY201" fmla="*/ 127668 h 146970"/>
                  <a:gd name="csX202" fmla="*/ 550550 w 583310"/>
                  <a:gd name="csY202" fmla="*/ 124050 h 146970"/>
                  <a:gd name="csX203" fmla="*/ 555789 w 583310"/>
                  <a:gd name="csY203" fmla="*/ 115762 h 146970"/>
                  <a:gd name="csX204" fmla="*/ 550359 w 583310"/>
                  <a:gd name="csY204" fmla="*/ 105286 h 146970"/>
                  <a:gd name="csX205" fmla="*/ 532548 w 583310"/>
                  <a:gd name="csY205" fmla="*/ 99093 h 146970"/>
                  <a:gd name="csX206" fmla="*/ 509783 w 583310"/>
                  <a:gd name="csY206" fmla="*/ 91854 h 146970"/>
                  <a:gd name="csX207" fmla="*/ 495781 w 583310"/>
                  <a:gd name="csY207" fmla="*/ 81664 h 146970"/>
                  <a:gd name="csX208" fmla="*/ 490543 w 583310"/>
                  <a:gd name="csY208" fmla="*/ 66328 h 146970"/>
                  <a:gd name="csX209" fmla="*/ 495400 w 583310"/>
                  <a:gd name="csY209" fmla="*/ 50994 h 146970"/>
                  <a:gd name="csX210" fmla="*/ 509687 w 583310"/>
                  <a:gd name="csY210" fmla="*/ 39467 h 146970"/>
                  <a:gd name="csX211" fmla="*/ 532548 w 583310"/>
                  <a:gd name="csY211" fmla="*/ 35086 h 146970"/>
                  <a:gd name="csX212" fmla="*/ 551407 w 583310"/>
                  <a:gd name="csY212" fmla="*/ 37276 h 146970"/>
                  <a:gd name="csX213" fmla="*/ 565410 w 583310"/>
                  <a:gd name="csY213" fmla="*/ 43087 h 146970"/>
                  <a:gd name="csX214" fmla="*/ 573981 w 583310"/>
                  <a:gd name="csY214" fmla="*/ 51278 h 146970"/>
                  <a:gd name="csX215" fmla="*/ 576935 w 583310"/>
                  <a:gd name="csY215" fmla="*/ 59947 h 146970"/>
                  <a:gd name="csX216" fmla="*/ 573696 w 583310"/>
                  <a:gd name="csY216" fmla="*/ 67663 h 146970"/>
                  <a:gd name="csX217" fmla="*/ 564933 w 583310"/>
                  <a:gd name="csY217" fmla="*/ 70614 h 146970"/>
                  <a:gd name="csX218" fmla="*/ 557789 w 583310"/>
                  <a:gd name="csY218" fmla="*/ 68232 h 146970"/>
                  <a:gd name="csX219" fmla="*/ 551122 w 583310"/>
                  <a:gd name="csY219" fmla="*/ 61089 h 146970"/>
                  <a:gd name="csX220" fmla="*/ 543883 w 583310"/>
                  <a:gd name="csY220" fmla="*/ 54708 h 146970"/>
                  <a:gd name="csX221" fmla="*/ 532548 w 583310"/>
                  <a:gd name="csY221" fmla="*/ 52326 h 146970"/>
                  <a:gd name="csX222" fmla="*/ 520357 w 583310"/>
                  <a:gd name="csY222" fmla="*/ 55470 h 146970"/>
                  <a:gd name="csX223" fmla="*/ 515499 w 583310"/>
                  <a:gd name="csY223" fmla="*/ 63279 h 146970"/>
                  <a:gd name="csX224" fmla="*/ 519118 w 583310"/>
                  <a:gd name="csY224" fmla="*/ 70328 h 146970"/>
                  <a:gd name="csX225" fmla="*/ 528738 w 583310"/>
                  <a:gd name="csY225" fmla="*/ 74806 h 146970"/>
                  <a:gd name="csX226" fmla="*/ 545406 w 583310"/>
                  <a:gd name="csY226" fmla="*/ 79092 h 146970"/>
                  <a:gd name="csX227" fmla="*/ 565885 w 583310"/>
                  <a:gd name="csY227" fmla="*/ 86427 h 146970"/>
                  <a:gd name="csX228" fmla="*/ 577982 w 583310"/>
                  <a:gd name="csY228" fmla="*/ 96617 h 146970"/>
                  <a:gd name="csX229" fmla="*/ 582174 w 583310"/>
                  <a:gd name="csY229" fmla="*/ 109762 h 1469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</a:cxnLst>
                <a:rect l="l" t="t" r="r" b="b"/>
                <a:pathLst>
                  <a:path w="583310" h="146970">
                    <a:moveTo>
                      <a:pt x="91732" y="109762"/>
                    </a:moveTo>
                    <a:cubicBezTo>
                      <a:pt x="91732" y="117288"/>
                      <a:pt x="89921" y="123669"/>
                      <a:pt x="86302" y="129003"/>
                    </a:cubicBezTo>
                    <a:cubicBezTo>
                      <a:pt x="82682" y="134338"/>
                      <a:pt x="77253" y="138337"/>
                      <a:pt x="70110" y="141100"/>
                    </a:cubicBezTo>
                    <a:cubicBezTo>
                      <a:pt x="63061" y="143863"/>
                      <a:pt x="54393" y="145195"/>
                      <a:pt x="44201" y="145195"/>
                    </a:cubicBezTo>
                    <a:cubicBezTo>
                      <a:pt x="34486" y="145195"/>
                      <a:pt x="26200" y="143767"/>
                      <a:pt x="19245" y="140719"/>
                    </a:cubicBezTo>
                    <a:cubicBezTo>
                      <a:pt x="12292" y="137765"/>
                      <a:pt x="7150" y="134052"/>
                      <a:pt x="3815" y="129668"/>
                    </a:cubicBezTo>
                    <a:cubicBezTo>
                      <a:pt x="481" y="125096"/>
                      <a:pt x="-1137" y="120620"/>
                      <a:pt x="-1137" y="116143"/>
                    </a:cubicBezTo>
                    <a:cubicBezTo>
                      <a:pt x="-1137" y="113190"/>
                      <a:pt x="-90" y="110618"/>
                      <a:pt x="2006" y="108523"/>
                    </a:cubicBezTo>
                    <a:cubicBezTo>
                      <a:pt x="4196" y="106428"/>
                      <a:pt x="6864" y="105286"/>
                      <a:pt x="10102" y="105286"/>
                    </a:cubicBezTo>
                    <a:cubicBezTo>
                      <a:pt x="12960" y="105286"/>
                      <a:pt x="15150" y="106046"/>
                      <a:pt x="16675" y="107381"/>
                    </a:cubicBezTo>
                    <a:cubicBezTo>
                      <a:pt x="18198" y="108809"/>
                      <a:pt x="19627" y="110714"/>
                      <a:pt x="20960" y="113285"/>
                    </a:cubicBezTo>
                    <a:cubicBezTo>
                      <a:pt x="23818" y="118048"/>
                      <a:pt x="27056" y="121669"/>
                      <a:pt x="30962" y="124050"/>
                    </a:cubicBezTo>
                    <a:cubicBezTo>
                      <a:pt x="34866" y="126431"/>
                      <a:pt x="40106" y="127668"/>
                      <a:pt x="46773" y="127668"/>
                    </a:cubicBezTo>
                    <a:cubicBezTo>
                      <a:pt x="52203" y="127668"/>
                      <a:pt x="56679" y="126431"/>
                      <a:pt x="60108" y="124050"/>
                    </a:cubicBezTo>
                    <a:cubicBezTo>
                      <a:pt x="63632" y="121669"/>
                      <a:pt x="65347" y="118811"/>
                      <a:pt x="65347" y="115762"/>
                    </a:cubicBezTo>
                    <a:cubicBezTo>
                      <a:pt x="65347" y="111000"/>
                      <a:pt x="63537" y="107477"/>
                      <a:pt x="59917" y="105286"/>
                    </a:cubicBezTo>
                    <a:cubicBezTo>
                      <a:pt x="56298" y="103095"/>
                      <a:pt x="50392" y="101093"/>
                      <a:pt x="42106" y="99093"/>
                    </a:cubicBezTo>
                    <a:cubicBezTo>
                      <a:pt x="32771" y="96712"/>
                      <a:pt x="25151" y="94331"/>
                      <a:pt x="19341" y="91854"/>
                    </a:cubicBezTo>
                    <a:cubicBezTo>
                      <a:pt x="13531" y="89282"/>
                      <a:pt x="8863" y="85855"/>
                      <a:pt x="5339" y="81664"/>
                    </a:cubicBezTo>
                    <a:cubicBezTo>
                      <a:pt x="1815" y="77567"/>
                      <a:pt x="100" y="72425"/>
                      <a:pt x="100" y="66328"/>
                    </a:cubicBezTo>
                    <a:cubicBezTo>
                      <a:pt x="100" y="60898"/>
                      <a:pt x="1720" y="55756"/>
                      <a:pt x="4958" y="50994"/>
                    </a:cubicBezTo>
                    <a:cubicBezTo>
                      <a:pt x="8197" y="46136"/>
                      <a:pt x="12960" y="42325"/>
                      <a:pt x="19245" y="39467"/>
                    </a:cubicBezTo>
                    <a:cubicBezTo>
                      <a:pt x="25532" y="36516"/>
                      <a:pt x="33153" y="35086"/>
                      <a:pt x="42106" y="35086"/>
                    </a:cubicBezTo>
                    <a:cubicBezTo>
                      <a:pt x="49154" y="35086"/>
                      <a:pt x="55441" y="35848"/>
                      <a:pt x="60965" y="37276"/>
                    </a:cubicBezTo>
                    <a:cubicBezTo>
                      <a:pt x="66585" y="38706"/>
                      <a:pt x="71253" y="40706"/>
                      <a:pt x="74968" y="43087"/>
                    </a:cubicBezTo>
                    <a:cubicBezTo>
                      <a:pt x="78777" y="45564"/>
                      <a:pt x="81539" y="48231"/>
                      <a:pt x="83539" y="51278"/>
                    </a:cubicBezTo>
                    <a:cubicBezTo>
                      <a:pt x="85445" y="54231"/>
                      <a:pt x="86492" y="57184"/>
                      <a:pt x="86492" y="59947"/>
                    </a:cubicBezTo>
                    <a:cubicBezTo>
                      <a:pt x="86492" y="63089"/>
                      <a:pt x="85445" y="65660"/>
                      <a:pt x="83350" y="67663"/>
                    </a:cubicBezTo>
                    <a:cubicBezTo>
                      <a:pt x="81253" y="69567"/>
                      <a:pt x="78301" y="70614"/>
                      <a:pt x="74491" y="70614"/>
                    </a:cubicBezTo>
                    <a:cubicBezTo>
                      <a:pt x="71728" y="70614"/>
                      <a:pt x="69347" y="69758"/>
                      <a:pt x="67347" y="68232"/>
                    </a:cubicBezTo>
                    <a:cubicBezTo>
                      <a:pt x="65442" y="66614"/>
                      <a:pt x="63157" y="64233"/>
                      <a:pt x="60680" y="61089"/>
                    </a:cubicBezTo>
                    <a:cubicBezTo>
                      <a:pt x="58679" y="58421"/>
                      <a:pt x="56202" y="56326"/>
                      <a:pt x="53441" y="54708"/>
                    </a:cubicBezTo>
                    <a:cubicBezTo>
                      <a:pt x="50678" y="53089"/>
                      <a:pt x="46868" y="52326"/>
                      <a:pt x="42106" y="52326"/>
                    </a:cubicBezTo>
                    <a:cubicBezTo>
                      <a:pt x="37248" y="52326"/>
                      <a:pt x="33153" y="53375"/>
                      <a:pt x="29913" y="55470"/>
                    </a:cubicBezTo>
                    <a:cubicBezTo>
                      <a:pt x="26675" y="57566"/>
                      <a:pt x="25057" y="60138"/>
                      <a:pt x="25057" y="63279"/>
                    </a:cubicBezTo>
                    <a:cubicBezTo>
                      <a:pt x="25057" y="66137"/>
                      <a:pt x="26294" y="68423"/>
                      <a:pt x="28675" y="70328"/>
                    </a:cubicBezTo>
                    <a:cubicBezTo>
                      <a:pt x="31056" y="72044"/>
                      <a:pt x="34200" y="73567"/>
                      <a:pt x="38295" y="74806"/>
                    </a:cubicBezTo>
                    <a:cubicBezTo>
                      <a:pt x="42296" y="75948"/>
                      <a:pt x="47820" y="77376"/>
                      <a:pt x="54964" y="79092"/>
                    </a:cubicBezTo>
                    <a:cubicBezTo>
                      <a:pt x="63346" y="81187"/>
                      <a:pt x="70205" y="83664"/>
                      <a:pt x="75443" y="86427"/>
                    </a:cubicBezTo>
                    <a:cubicBezTo>
                      <a:pt x="80873" y="89282"/>
                      <a:pt x="84873" y="92712"/>
                      <a:pt x="87540" y="96617"/>
                    </a:cubicBezTo>
                    <a:cubicBezTo>
                      <a:pt x="90303" y="100428"/>
                      <a:pt x="91732" y="104809"/>
                      <a:pt x="91732" y="109762"/>
                    </a:cubicBezTo>
                    <a:close/>
                    <a:moveTo>
                      <a:pt x="116115" y="37467"/>
                    </a:moveTo>
                    <a:lnTo>
                      <a:pt x="119162" y="37467"/>
                    </a:lnTo>
                    <a:lnTo>
                      <a:pt x="119162" y="21179"/>
                    </a:lnTo>
                    <a:cubicBezTo>
                      <a:pt x="119162" y="16798"/>
                      <a:pt x="119258" y="13368"/>
                      <a:pt x="119449" y="10987"/>
                    </a:cubicBezTo>
                    <a:cubicBezTo>
                      <a:pt x="119639" y="8415"/>
                      <a:pt x="120307" y="6320"/>
                      <a:pt x="121450" y="4511"/>
                    </a:cubicBezTo>
                    <a:cubicBezTo>
                      <a:pt x="122497" y="2702"/>
                      <a:pt x="124020" y="1176"/>
                      <a:pt x="125926" y="34"/>
                    </a:cubicBezTo>
                    <a:cubicBezTo>
                      <a:pt x="127926" y="-1110"/>
                      <a:pt x="130212" y="-1775"/>
                      <a:pt x="132593" y="-1775"/>
                    </a:cubicBezTo>
                    <a:cubicBezTo>
                      <a:pt x="136022" y="-1775"/>
                      <a:pt x="139166" y="-442"/>
                      <a:pt x="141927" y="2129"/>
                    </a:cubicBezTo>
                    <a:cubicBezTo>
                      <a:pt x="143833" y="3843"/>
                      <a:pt x="144976" y="5939"/>
                      <a:pt x="145452" y="8510"/>
                    </a:cubicBezTo>
                    <a:cubicBezTo>
                      <a:pt x="145928" y="10892"/>
                      <a:pt x="146214" y="14417"/>
                      <a:pt x="146214" y="18989"/>
                    </a:cubicBezTo>
                    <a:lnTo>
                      <a:pt x="146214" y="37467"/>
                    </a:lnTo>
                    <a:lnTo>
                      <a:pt x="156120" y="37467"/>
                    </a:lnTo>
                    <a:cubicBezTo>
                      <a:pt x="159930" y="37467"/>
                      <a:pt x="162883" y="38420"/>
                      <a:pt x="164883" y="40229"/>
                    </a:cubicBezTo>
                    <a:cubicBezTo>
                      <a:pt x="166883" y="42039"/>
                      <a:pt x="167932" y="44325"/>
                      <a:pt x="167932" y="47183"/>
                    </a:cubicBezTo>
                    <a:cubicBezTo>
                      <a:pt x="167932" y="50803"/>
                      <a:pt x="166503" y="53375"/>
                      <a:pt x="163549" y="54803"/>
                    </a:cubicBezTo>
                    <a:cubicBezTo>
                      <a:pt x="160693" y="56231"/>
                      <a:pt x="156596" y="56994"/>
                      <a:pt x="151263" y="56994"/>
                    </a:cubicBezTo>
                    <a:lnTo>
                      <a:pt x="146214" y="56994"/>
                    </a:lnTo>
                    <a:lnTo>
                      <a:pt x="146214" y="106809"/>
                    </a:lnTo>
                    <a:cubicBezTo>
                      <a:pt x="146214" y="111000"/>
                      <a:pt x="146310" y="114334"/>
                      <a:pt x="146595" y="116620"/>
                    </a:cubicBezTo>
                    <a:cubicBezTo>
                      <a:pt x="146976" y="118906"/>
                      <a:pt x="147737" y="120715"/>
                      <a:pt x="148976" y="122145"/>
                    </a:cubicBezTo>
                    <a:cubicBezTo>
                      <a:pt x="150309" y="123573"/>
                      <a:pt x="152406" y="124241"/>
                      <a:pt x="155358" y="124241"/>
                    </a:cubicBezTo>
                    <a:cubicBezTo>
                      <a:pt x="156882" y="124241"/>
                      <a:pt x="159073" y="124050"/>
                      <a:pt x="161740" y="123478"/>
                    </a:cubicBezTo>
                    <a:cubicBezTo>
                      <a:pt x="164502" y="122906"/>
                      <a:pt x="166598" y="122620"/>
                      <a:pt x="168121" y="122620"/>
                    </a:cubicBezTo>
                    <a:cubicBezTo>
                      <a:pt x="170313" y="122620"/>
                      <a:pt x="172313" y="123478"/>
                      <a:pt x="174027" y="125287"/>
                    </a:cubicBezTo>
                    <a:cubicBezTo>
                      <a:pt x="175742" y="127003"/>
                      <a:pt x="176694" y="129098"/>
                      <a:pt x="176694" y="131766"/>
                    </a:cubicBezTo>
                    <a:cubicBezTo>
                      <a:pt x="176694" y="136052"/>
                      <a:pt x="174313" y="139384"/>
                      <a:pt x="169550" y="141765"/>
                    </a:cubicBezTo>
                    <a:cubicBezTo>
                      <a:pt x="164788" y="144051"/>
                      <a:pt x="157930" y="145195"/>
                      <a:pt x="148976" y="145195"/>
                    </a:cubicBezTo>
                    <a:cubicBezTo>
                      <a:pt x="140500" y="145195"/>
                      <a:pt x="134117" y="143767"/>
                      <a:pt x="129736" y="140909"/>
                    </a:cubicBezTo>
                    <a:cubicBezTo>
                      <a:pt x="125354" y="138147"/>
                      <a:pt x="122497" y="134147"/>
                      <a:pt x="121068" y="129098"/>
                    </a:cubicBezTo>
                    <a:cubicBezTo>
                      <a:pt x="119830" y="124145"/>
                      <a:pt x="119162" y="117383"/>
                      <a:pt x="119162" y="109000"/>
                    </a:cubicBezTo>
                    <a:lnTo>
                      <a:pt x="119162" y="56994"/>
                    </a:lnTo>
                    <a:lnTo>
                      <a:pt x="115544" y="56994"/>
                    </a:lnTo>
                    <a:cubicBezTo>
                      <a:pt x="111639" y="56994"/>
                      <a:pt x="108685" y="56040"/>
                      <a:pt x="106590" y="54231"/>
                    </a:cubicBezTo>
                    <a:cubicBezTo>
                      <a:pt x="104590" y="52422"/>
                      <a:pt x="103543" y="50040"/>
                      <a:pt x="103543" y="47183"/>
                    </a:cubicBezTo>
                    <a:cubicBezTo>
                      <a:pt x="103543" y="44325"/>
                      <a:pt x="104590" y="42039"/>
                      <a:pt x="106685" y="40229"/>
                    </a:cubicBezTo>
                    <a:cubicBezTo>
                      <a:pt x="108876" y="38420"/>
                      <a:pt x="112019" y="37467"/>
                      <a:pt x="116115" y="37467"/>
                    </a:cubicBezTo>
                    <a:close/>
                    <a:moveTo>
                      <a:pt x="255084" y="129954"/>
                    </a:moveTo>
                    <a:cubicBezTo>
                      <a:pt x="248513" y="135003"/>
                      <a:pt x="242131" y="138814"/>
                      <a:pt x="236034" y="141481"/>
                    </a:cubicBezTo>
                    <a:cubicBezTo>
                      <a:pt x="229938" y="143956"/>
                      <a:pt x="223081" y="145195"/>
                      <a:pt x="215461" y="145195"/>
                    </a:cubicBezTo>
                    <a:cubicBezTo>
                      <a:pt x="208507" y="145195"/>
                      <a:pt x="202412" y="143863"/>
                      <a:pt x="197077" y="141100"/>
                    </a:cubicBezTo>
                    <a:cubicBezTo>
                      <a:pt x="191838" y="138337"/>
                      <a:pt x="187839" y="134621"/>
                      <a:pt x="184981" y="129954"/>
                    </a:cubicBezTo>
                    <a:cubicBezTo>
                      <a:pt x="182124" y="125192"/>
                      <a:pt x="180695" y="120143"/>
                      <a:pt x="180695" y="114620"/>
                    </a:cubicBezTo>
                    <a:cubicBezTo>
                      <a:pt x="180695" y="107286"/>
                      <a:pt x="183076" y="100905"/>
                      <a:pt x="187743" y="95666"/>
                    </a:cubicBezTo>
                    <a:cubicBezTo>
                      <a:pt x="192506" y="90522"/>
                      <a:pt x="198888" y="86996"/>
                      <a:pt x="207175" y="85187"/>
                    </a:cubicBezTo>
                    <a:cubicBezTo>
                      <a:pt x="208888" y="84806"/>
                      <a:pt x="213080" y="83855"/>
                      <a:pt x="219938" y="82520"/>
                    </a:cubicBezTo>
                    <a:cubicBezTo>
                      <a:pt x="226700" y="81092"/>
                      <a:pt x="232606" y="79853"/>
                      <a:pt x="237368" y="78711"/>
                    </a:cubicBezTo>
                    <a:cubicBezTo>
                      <a:pt x="242321" y="77567"/>
                      <a:pt x="247560" y="76139"/>
                      <a:pt x="253275" y="74425"/>
                    </a:cubicBezTo>
                    <a:cubicBezTo>
                      <a:pt x="252894" y="67281"/>
                      <a:pt x="251465" y="62137"/>
                      <a:pt x="248894" y="58803"/>
                    </a:cubicBezTo>
                    <a:cubicBezTo>
                      <a:pt x="246418" y="55375"/>
                      <a:pt x="241083" y="53754"/>
                      <a:pt x="233082" y="53754"/>
                    </a:cubicBezTo>
                    <a:cubicBezTo>
                      <a:pt x="226225" y="53754"/>
                      <a:pt x="221081" y="54708"/>
                      <a:pt x="217556" y="56612"/>
                    </a:cubicBezTo>
                    <a:cubicBezTo>
                      <a:pt x="214128" y="58517"/>
                      <a:pt x="211174" y="61375"/>
                      <a:pt x="208602" y="65281"/>
                    </a:cubicBezTo>
                    <a:cubicBezTo>
                      <a:pt x="206126" y="69090"/>
                      <a:pt x="204412" y="71662"/>
                      <a:pt x="203364" y="72900"/>
                    </a:cubicBezTo>
                    <a:cubicBezTo>
                      <a:pt x="202412" y="74044"/>
                      <a:pt x="200220" y="74711"/>
                      <a:pt x="196791" y="74711"/>
                    </a:cubicBezTo>
                    <a:cubicBezTo>
                      <a:pt x="193744" y="74711"/>
                      <a:pt x="191077" y="73662"/>
                      <a:pt x="188886" y="71758"/>
                    </a:cubicBezTo>
                    <a:cubicBezTo>
                      <a:pt x="186696" y="69758"/>
                      <a:pt x="185553" y="67281"/>
                      <a:pt x="185553" y="64233"/>
                    </a:cubicBezTo>
                    <a:cubicBezTo>
                      <a:pt x="185553" y="59470"/>
                      <a:pt x="187266" y="54898"/>
                      <a:pt x="190695" y="50327"/>
                    </a:cubicBezTo>
                    <a:cubicBezTo>
                      <a:pt x="194030" y="45850"/>
                      <a:pt x="199268" y="42134"/>
                      <a:pt x="206412" y="39276"/>
                    </a:cubicBezTo>
                    <a:cubicBezTo>
                      <a:pt x="213556" y="36325"/>
                      <a:pt x="222510" y="34895"/>
                      <a:pt x="233082" y="34895"/>
                    </a:cubicBezTo>
                    <a:cubicBezTo>
                      <a:pt x="244989" y="34895"/>
                      <a:pt x="254418" y="36325"/>
                      <a:pt x="261181" y="39181"/>
                    </a:cubicBezTo>
                    <a:cubicBezTo>
                      <a:pt x="268038" y="41943"/>
                      <a:pt x="272801" y="46324"/>
                      <a:pt x="275563" y="52422"/>
                    </a:cubicBezTo>
                    <a:cubicBezTo>
                      <a:pt x="278421" y="58517"/>
                      <a:pt x="279850" y="66614"/>
                      <a:pt x="279850" y="76616"/>
                    </a:cubicBezTo>
                    <a:cubicBezTo>
                      <a:pt x="279850" y="82997"/>
                      <a:pt x="279850" y="88427"/>
                      <a:pt x="279755" y="92808"/>
                    </a:cubicBezTo>
                    <a:cubicBezTo>
                      <a:pt x="279755" y="97284"/>
                      <a:pt x="279755" y="102142"/>
                      <a:pt x="279660" y="107572"/>
                    </a:cubicBezTo>
                    <a:cubicBezTo>
                      <a:pt x="279660" y="112716"/>
                      <a:pt x="280517" y="118048"/>
                      <a:pt x="282136" y="123573"/>
                    </a:cubicBezTo>
                    <a:cubicBezTo>
                      <a:pt x="283850" y="129098"/>
                      <a:pt x="284707" y="132621"/>
                      <a:pt x="284707" y="134242"/>
                    </a:cubicBezTo>
                    <a:cubicBezTo>
                      <a:pt x="284707" y="137003"/>
                      <a:pt x="283375" y="139479"/>
                      <a:pt x="280803" y="141860"/>
                    </a:cubicBezTo>
                    <a:cubicBezTo>
                      <a:pt x="278135" y="144051"/>
                      <a:pt x="275277" y="145195"/>
                      <a:pt x="271944" y="145195"/>
                    </a:cubicBezTo>
                    <a:cubicBezTo>
                      <a:pt x="269181" y="145195"/>
                      <a:pt x="266420" y="143956"/>
                      <a:pt x="263657" y="141386"/>
                    </a:cubicBezTo>
                    <a:cubicBezTo>
                      <a:pt x="260990" y="138719"/>
                      <a:pt x="258133" y="134907"/>
                      <a:pt x="255084" y="129954"/>
                    </a:cubicBezTo>
                    <a:close/>
                    <a:moveTo>
                      <a:pt x="253275" y="90712"/>
                    </a:moveTo>
                    <a:cubicBezTo>
                      <a:pt x="249274" y="92236"/>
                      <a:pt x="243464" y="93761"/>
                      <a:pt x="235939" y="95380"/>
                    </a:cubicBezTo>
                    <a:cubicBezTo>
                      <a:pt x="228320" y="96998"/>
                      <a:pt x="223176" y="98142"/>
                      <a:pt x="220224" y="98998"/>
                    </a:cubicBezTo>
                    <a:cubicBezTo>
                      <a:pt x="217270" y="99665"/>
                      <a:pt x="214508" y="101189"/>
                      <a:pt x="211937" y="103474"/>
                    </a:cubicBezTo>
                    <a:cubicBezTo>
                      <a:pt x="209270" y="105667"/>
                      <a:pt x="207936" y="108714"/>
                      <a:pt x="207936" y="112620"/>
                    </a:cubicBezTo>
                    <a:cubicBezTo>
                      <a:pt x="207936" y="116811"/>
                      <a:pt x="209460" y="120239"/>
                      <a:pt x="212603" y="123192"/>
                    </a:cubicBezTo>
                    <a:cubicBezTo>
                      <a:pt x="215651" y="126050"/>
                      <a:pt x="219747" y="127478"/>
                      <a:pt x="224796" y="127478"/>
                    </a:cubicBezTo>
                    <a:cubicBezTo>
                      <a:pt x="230129" y="127478"/>
                      <a:pt x="235082" y="126336"/>
                      <a:pt x="239559" y="123955"/>
                    </a:cubicBezTo>
                    <a:cubicBezTo>
                      <a:pt x="244132" y="121573"/>
                      <a:pt x="247465" y="118525"/>
                      <a:pt x="249560" y="114811"/>
                    </a:cubicBezTo>
                    <a:cubicBezTo>
                      <a:pt x="252037" y="110714"/>
                      <a:pt x="253275" y="104046"/>
                      <a:pt x="253275" y="94617"/>
                    </a:cubicBezTo>
                    <a:close/>
                    <a:moveTo>
                      <a:pt x="303757" y="37467"/>
                    </a:moveTo>
                    <a:lnTo>
                      <a:pt x="306710" y="37467"/>
                    </a:lnTo>
                    <a:lnTo>
                      <a:pt x="306710" y="21179"/>
                    </a:lnTo>
                    <a:cubicBezTo>
                      <a:pt x="306710" y="16798"/>
                      <a:pt x="306806" y="13368"/>
                      <a:pt x="306996" y="10987"/>
                    </a:cubicBezTo>
                    <a:cubicBezTo>
                      <a:pt x="307281" y="8415"/>
                      <a:pt x="307949" y="6320"/>
                      <a:pt x="308996" y="4511"/>
                    </a:cubicBezTo>
                    <a:cubicBezTo>
                      <a:pt x="310044" y="2702"/>
                      <a:pt x="311568" y="1176"/>
                      <a:pt x="313568" y="34"/>
                    </a:cubicBezTo>
                    <a:cubicBezTo>
                      <a:pt x="315569" y="-1110"/>
                      <a:pt x="317760" y="-1775"/>
                      <a:pt x="320236" y="-1775"/>
                    </a:cubicBezTo>
                    <a:cubicBezTo>
                      <a:pt x="323665" y="-1775"/>
                      <a:pt x="326808" y="-442"/>
                      <a:pt x="329571" y="2129"/>
                    </a:cubicBezTo>
                    <a:cubicBezTo>
                      <a:pt x="331380" y="3843"/>
                      <a:pt x="332618" y="5939"/>
                      <a:pt x="332999" y="8510"/>
                    </a:cubicBezTo>
                    <a:cubicBezTo>
                      <a:pt x="333570" y="10892"/>
                      <a:pt x="333856" y="14417"/>
                      <a:pt x="333856" y="18989"/>
                    </a:cubicBezTo>
                    <a:lnTo>
                      <a:pt x="333856" y="37467"/>
                    </a:lnTo>
                    <a:lnTo>
                      <a:pt x="343763" y="37467"/>
                    </a:lnTo>
                    <a:cubicBezTo>
                      <a:pt x="347573" y="37467"/>
                      <a:pt x="350525" y="38420"/>
                      <a:pt x="352525" y="40229"/>
                    </a:cubicBezTo>
                    <a:cubicBezTo>
                      <a:pt x="354526" y="42039"/>
                      <a:pt x="355574" y="44325"/>
                      <a:pt x="355574" y="47183"/>
                    </a:cubicBezTo>
                    <a:cubicBezTo>
                      <a:pt x="355574" y="50803"/>
                      <a:pt x="354145" y="53375"/>
                      <a:pt x="351193" y="54803"/>
                    </a:cubicBezTo>
                    <a:cubicBezTo>
                      <a:pt x="348335" y="56231"/>
                      <a:pt x="344238" y="56994"/>
                      <a:pt x="338905" y="56994"/>
                    </a:cubicBezTo>
                    <a:lnTo>
                      <a:pt x="333856" y="56994"/>
                    </a:lnTo>
                    <a:lnTo>
                      <a:pt x="333856" y="106809"/>
                    </a:lnTo>
                    <a:cubicBezTo>
                      <a:pt x="333856" y="111000"/>
                      <a:pt x="333952" y="114334"/>
                      <a:pt x="334238" y="116620"/>
                    </a:cubicBezTo>
                    <a:cubicBezTo>
                      <a:pt x="334524" y="118906"/>
                      <a:pt x="335381" y="120715"/>
                      <a:pt x="336619" y="122145"/>
                    </a:cubicBezTo>
                    <a:cubicBezTo>
                      <a:pt x="337953" y="123573"/>
                      <a:pt x="340048" y="124241"/>
                      <a:pt x="343000" y="124241"/>
                    </a:cubicBezTo>
                    <a:cubicBezTo>
                      <a:pt x="344524" y="124241"/>
                      <a:pt x="346715" y="124050"/>
                      <a:pt x="349382" y="123478"/>
                    </a:cubicBezTo>
                    <a:cubicBezTo>
                      <a:pt x="352145" y="122906"/>
                      <a:pt x="354240" y="122620"/>
                      <a:pt x="355764" y="122620"/>
                    </a:cubicBezTo>
                    <a:cubicBezTo>
                      <a:pt x="357955" y="122620"/>
                      <a:pt x="359859" y="123478"/>
                      <a:pt x="361574" y="125287"/>
                    </a:cubicBezTo>
                    <a:cubicBezTo>
                      <a:pt x="363384" y="127003"/>
                      <a:pt x="364337" y="129098"/>
                      <a:pt x="364337" y="131766"/>
                    </a:cubicBezTo>
                    <a:cubicBezTo>
                      <a:pt x="364337" y="136052"/>
                      <a:pt x="361956" y="139384"/>
                      <a:pt x="357193" y="141765"/>
                    </a:cubicBezTo>
                    <a:cubicBezTo>
                      <a:pt x="352431" y="144051"/>
                      <a:pt x="345572" y="145195"/>
                      <a:pt x="336619" y="145195"/>
                    </a:cubicBezTo>
                    <a:cubicBezTo>
                      <a:pt x="328142" y="145195"/>
                      <a:pt x="321759" y="143767"/>
                      <a:pt x="317378" y="140909"/>
                    </a:cubicBezTo>
                    <a:cubicBezTo>
                      <a:pt x="312997" y="138147"/>
                      <a:pt x="310139" y="134147"/>
                      <a:pt x="308710" y="129098"/>
                    </a:cubicBezTo>
                    <a:cubicBezTo>
                      <a:pt x="307377" y="124145"/>
                      <a:pt x="306710" y="117383"/>
                      <a:pt x="306710" y="109000"/>
                    </a:cubicBezTo>
                    <a:lnTo>
                      <a:pt x="306710" y="56994"/>
                    </a:lnTo>
                    <a:lnTo>
                      <a:pt x="303186" y="56994"/>
                    </a:lnTo>
                    <a:cubicBezTo>
                      <a:pt x="299281" y="56994"/>
                      <a:pt x="296328" y="56040"/>
                      <a:pt x="294232" y="54231"/>
                    </a:cubicBezTo>
                    <a:cubicBezTo>
                      <a:pt x="292232" y="52422"/>
                      <a:pt x="291185" y="50040"/>
                      <a:pt x="291185" y="47183"/>
                    </a:cubicBezTo>
                    <a:cubicBezTo>
                      <a:pt x="291185" y="44325"/>
                      <a:pt x="292232" y="42039"/>
                      <a:pt x="294327" y="40229"/>
                    </a:cubicBezTo>
                    <a:cubicBezTo>
                      <a:pt x="296519" y="38420"/>
                      <a:pt x="299662" y="37467"/>
                      <a:pt x="303757" y="37467"/>
                    </a:cubicBezTo>
                    <a:close/>
                    <a:moveTo>
                      <a:pt x="449776" y="96807"/>
                    </a:moveTo>
                    <a:lnTo>
                      <a:pt x="396816" y="96807"/>
                    </a:lnTo>
                    <a:cubicBezTo>
                      <a:pt x="396912" y="102905"/>
                      <a:pt x="398150" y="108332"/>
                      <a:pt x="400531" y="113095"/>
                    </a:cubicBezTo>
                    <a:cubicBezTo>
                      <a:pt x="402913" y="117762"/>
                      <a:pt x="406151" y="121287"/>
                      <a:pt x="410152" y="123669"/>
                    </a:cubicBezTo>
                    <a:cubicBezTo>
                      <a:pt x="414153" y="126050"/>
                      <a:pt x="418629" y="127287"/>
                      <a:pt x="423392" y="127287"/>
                    </a:cubicBezTo>
                    <a:cubicBezTo>
                      <a:pt x="426630" y="127287"/>
                      <a:pt x="429583" y="126908"/>
                      <a:pt x="432250" y="126145"/>
                    </a:cubicBezTo>
                    <a:cubicBezTo>
                      <a:pt x="435012" y="125382"/>
                      <a:pt x="437584" y="124145"/>
                      <a:pt x="440060" y="122620"/>
                    </a:cubicBezTo>
                    <a:cubicBezTo>
                      <a:pt x="442632" y="120906"/>
                      <a:pt x="444918" y="119192"/>
                      <a:pt x="447013" y="117288"/>
                    </a:cubicBezTo>
                    <a:cubicBezTo>
                      <a:pt x="449109" y="115476"/>
                      <a:pt x="451871" y="112999"/>
                      <a:pt x="455300" y="109762"/>
                    </a:cubicBezTo>
                    <a:cubicBezTo>
                      <a:pt x="456634" y="108618"/>
                      <a:pt x="458634" y="108049"/>
                      <a:pt x="461206" y="108049"/>
                    </a:cubicBezTo>
                    <a:cubicBezTo>
                      <a:pt x="463968" y="108049"/>
                      <a:pt x="466254" y="108809"/>
                      <a:pt x="467969" y="110239"/>
                    </a:cubicBezTo>
                    <a:cubicBezTo>
                      <a:pt x="469683" y="111762"/>
                      <a:pt x="470540" y="113953"/>
                      <a:pt x="470540" y="116715"/>
                    </a:cubicBezTo>
                    <a:cubicBezTo>
                      <a:pt x="470540" y="119192"/>
                      <a:pt x="469588" y="122050"/>
                      <a:pt x="467683" y="125382"/>
                    </a:cubicBezTo>
                    <a:cubicBezTo>
                      <a:pt x="465777" y="128622"/>
                      <a:pt x="462825" y="131766"/>
                      <a:pt x="458920" y="134812"/>
                    </a:cubicBezTo>
                    <a:cubicBezTo>
                      <a:pt x="455109" y="137765"/>
                      <a:pt x="450252" y="140242"/>
                      <a:pt x="444346" y="142242"/>
                    </a:cubicBezTo>
                    <a:cubicBezTo>
                      <a:pt x="438536" y="144242"/>
                      <a:pt x="431869" y="145195"/>
                      <a:pt x="424249" y="145195"/>
                    </a:cubicBezTo>
                    <a:cubicBezTo>
                      <a:pt x="406818" y="145195"/>
                      <a:pt x="393292" y="140242"/>
                      <a:pt x="383672" y="130336"/>
                    </a:cubicBezTo>
                    <a:cubicBezTo>
                      <a:pt x="373956" y="120429"/>
                      <a:pt x="369194" y="106904"/>
                      <a:pt x="369194" y="89950"/>
                    </a:cubicBezTo>
                    <a:cubicBezTo>
                      <a:pt x="369194" y="81950"/>
                      <a:pt x="370338" y="74520"/>
                      <a:pt x="372719" y="67756"/>
                    </a:cubicBezTo>
                    <a:cubicBezTo>
                      <a:pt x="375100" y="60803"/>
                      <a:pt x="378625" y="54994"/>
                      <a:pt x="383101" y="50040"/>
                    </a:cubicBezTo>
                    <a:cubicBezTo>
                      <a:pt x="387673" y="45183"/>
                      <a:pt x="393292" y="41469"/>
                      <a:pt x="400056" y="38802"/>
                    </a:cubicBezTo>
                    <a:cubicBezTo>
                      <a:pt x="406723" y="36230"/>
                      <a:pt x="414057" y="34895"/>
                      <a:pt x="422249" y="34895"/>
                    </a:cubicBezTo>
                    <a:cubicBezTo>
                      <a:pt x="432821" y="34895"/>
                      <a:pt x="441870" y="37085"/>
                      <a:pt x="449395" y="41657"/>
                    </a:cubicBezTo>
                    <a:cubicBezTo>
                      <a:pt x="457015" y="46041"/>
                      <a:pt x="462730" y="51850"/>
                      <a:pt x="466445" y="58898"/>
                    </a:cubicBezTo>
                    <a:cubicBezTo>
                      <a:pt x="470255" y="65946"/>
                      <a:pt x="472160" y="73186"/>
                      <a:pt x="472160" y="80520"/>
                    </a:cubicBezTo>
                    <a:cubicBezTo>
                      <a:pt x="472160" y="87378"/>
                      <a:pt x="470160" y="91759"/>
                      <a:pt x="466254" y="93856"/>
                    </a:cubicBezTo>
                    <a:cubicBezTo>
                      <a:pt x="462349" y="95761"/>
                      <a:pt x="456920" y="96807"/>
                      <a:pt x="449776" y="96807"/>
                    </a:cubicBezTo>
                    <a:close/>
                    <a:moveTo>
                      <a:pt x="396816" y="81378"/>
                    </a:moveTo>
                    <a:lnTo>
                      <a:pt x="445966" y="81378"/>
                    </a:lnTo>
                    <a:cubicBezTo>
                      <a:pt x="445300" y="72139"/>
                      <a:pt x="442728" y="65281"/>
                      <a:pt x="438441" y="60707"/>
                    </a:cubicBezTo>
                    <a:cubicBezTo>
                      <a:pt x="434155" y="56040"/>
                      <a:pt x="428440" y="53754"/>
                      <a:pt x="421296" y="53754"/>
                    </a:cubicBezTo>
                    <a:cubicBezTo>
                      <a:pt x="414628" y="53754"/>
                      <a:pt x="409009" y="56040"/>
                      <a:pt x="404628" y="60803"/>
                    </a:cubicBezTo>
                    <a:cubicBezTo>
                      <a:pt x="400341" y="65374"/>
                      <a:pt x="397769" y="72330"/>
                      <a:pt x="396816" y="81378"/>
                    </a:cubicBezTo>
                    <a:close/>
                    <a:moveTo>
                      <a:pt x="582174" y="109762"/>
                    </a:moveTo>
                    <a:cubicBezTo>
                      <a:pt x="582174" y="117288"/>
                      <a:pt x="580363" y="123669"/>
                      <a:pt x="576744" y="129003"/>
                    </a:cubicBezTo>
                    <a:cubicBezTo>
                      <a:pt x="573124" y="134338"/>
                      <a:pt x="567696" y="138337"/>
                      <a:pt x="560552" y="141100"/>
                    </a:cubicBezTo>
                    <a:cubicBezTo>
                      <a:pt x="553503" y="143863"/>
                      <a:pt x="544835" y="145195"/>
                      <a:pt x="534644" y="145195"/>
                    </a:cubicBezTo>
                    <a:cubicBezTo>
                      <a:pt x="524928" y="145195"/>
                      <a:pt x="516546" y="143767"/>
                      <a:pt x="509687" y="140719"/>
                    </a:cubicBezTo>
                    <a:cubicBezTo>
                      <a:pt x="502734" y="137765"/>
                      <a:pt x="497592" y="134052"/>
                      <a:pt x="494257" y="129668"/>
                    </a:cubicBezTo>
                    <a:cubicBezTo>
                      <a:pt x="490924" y="125096"/>
                      <a:pt x="489305" y="120620"/>
                      <a:pt x="489305" y="116143"/>
                    </a:cubicBezTo>
                    <a:cubicBezTo>
                      <a:pt x="489305" y="113190"/>
                      <a:pt x="490353" y="110618"/>
                      <a:pt x="492448" y="108523"/>
                    </a:cubicBezTo>
                    <a:cubicBezTo>
                      <a:pt x="494638" y="106428"/>
                      <a:pt x="497306" y="105286"/>
                      <a:pt x="500544" y="105286"/>
                    </a:cubicBezTo>
                    <a:cubicBezTo>
                      <a:pt x="503402" y="105286"/>
                      <a:pt x="505592" y="106046"/>
                      <a:pt x="507021" y="107381"/>
                    </a:cubicBezTo>
                    <a:cubicBezTo>
                      <a:pt x="508545" y="108809"/>
                      <a:pt x="510069" y="110714"/>
                      <a:pt x="511403" y="113285"/>
                    </a:cubicBezTo>
                    <a:cubicBezTo>
                      <a:pt x="514165" y="118048"/>
                      <a:pt x="517499" y="121669"/>
                      <a:pt x="521309" y="124050"/>
                    </a:cubicBezTo>
                    <a:cubicBezTo>
                      <a:pt x="525213" y="126431"/>
                      <a:pt x="530548" y="127668"/>
                      <a:pt x="537215" y="127668"/>
                    </a:cubicBezTo>
                    <a:cubicBezTo>
                      <a:pt x="542645" y="127668"/>
                      <a:pt x="547121" y="126431"/>
                      <a:pt x="550550" y="124050"/>
                    </a:cubicBezTo>
                    <a:cubicBezTo>
                      <a:pt x="554074" y="121669"/>
                      <a:pt x="555789" y="118811"/>
                      <a:pt x="555789" y="115762"/>
                    </a:cubicBezTo>
                    <a:cubicBezTo>
                      <a:pt x="555789" y="111000"/>
                      <a:pt x="553979" y="107477"/>
                      <a:pt x="550359" y="105286"/>
                    </a:cubicBezTo>
                    <a:cubicBezTo>
                      <a:pt x="546740" y="103095"/>
                      <a:pt x="540834" y="101093"/>
                      <a:pt x="532548" y="99093"/>
                    </a:cubicBezTo>
                    <a:cubicBezTo>
                      <a:pt x="523213" y="96712"/>
                      <a:pt x="515594" y="94331"/>
                      <a:pt x="509783" y="91854"/>
                    </a:cubicBezTo>
                    <a:cubicBezTo>
                      <a:pt x="503877" y="89282"/>
                      <a:pt x="499306" y="85855"/>
                      <a:pt x="495781" y="81664"/>
                    </a:cubicBezTo>
                    <a:cubicBezTo>
                      <a:pt x="492257" y="77567"/>
                      <a:pt x="490543" y="72425"/>
                      <a:pt x="490543" y="66328"/>
                    </a:cubicBezTo>
                    <a:cubicBezTo>
                      <a:pt x="490543" y="60898"/>
                      <a:pt x="492162" y="55756"/>
                      <a:pt x="495400" y="50994"/>
                    </a:cubicBezTo>
                    <a:cubicBezTo>
                      <a:pt x="498639" y="46136"/>
                      <a:pt x="503402" y="42325"/>
                      <a:pt x="509687" y="39467"/>
                    </a:cubicBezTo>
                    <a:cubicBezTo>
                      <a:pt x="515974" y="36516"/>
                      <a:pt x="523595" y="35086"/>
                      <a:pt x="532548" y="35086"/>
                    </a:cubicBezTo>
                    <a:cubicBezTo>
                      <a:pt x="539596" y="35086"/>
                      <a:pt x="545883" y="35848"/>
                      <a:pt x="551407" y="37276"/>
                    </a:cubicBezTo>
                    <a:cubicBezTo>
                      <a:pt x="557028" y="38706"/>
                      <a:pt x="561695" y="40706"/>
                      <a:pt x="565410" y="43087"/>
                    </a:cubicBezTo>
                    <a:cubicBezTo>
                      <a:pt x="569219" y="45564"/>
                      <a:pt x="571981" y="48231"/>
                      <a:pt x="573981" y="51278"/>
                    </a:cubicBezTo>
                    <a:cubicBezTo>
                      <a:pt x="575887" y="54231"/>
                      <a:pt x="576935" y="57184"/>
                      <a:pt x="576935" y="59947"/>
                    </a:cubicBezTo>
                    <a:cubicBezTo>
                      <a:pt x="576935" y="63089"/>
                      <a:pt x="575887" y="65660"/>
                      <a:pt x="573696" y="67663"/>
                    </a:cubicBezTo>
                    <a:cubicBezTo>
                      <a:pt x="571695" y="69567"/>
                      <a:pt x="568743" y="70614"/>
                      <a:pt x="564933" y="70614"/>
                    </a:cubicBezTo>
                    <a:cubicBezTo>
                      <a:pt x="562170" y="70614"/>
                      <a:pt x="559789" y="69758"/>
                      <a:pt x="557789" y="68232"/>
                    </a:cubicBezTo>
                    <a:cubicBezTo>
                      <a:pt x="555885" y="66614"/>
                      <a:pt x="553599" y="64233"/>
                      <a:pt x="551122" y="61089"/>
                    </a:cubicBezTo>
                    <a:cubicBezTo>
                      <a:pt x="549026" y="58421"/>
                      <a:pt x="546645" y="56326"/>
                      <a:pt x="543883" y="54708"/>
                    </a:cubicBezTo>
                    <a:cubicBezTo>
                      <a:pt x="541120" y="53089"/>
                      <a:pt x="537310" y="52326"/>
                      <a:pt x="532548" y="52326"/>
                    </a:cubicBezTo>
                    <a:cubicBezTo>
                      <a:pt x="527690" y="52326"/>
                      <a:pt x="523595" y="53375"/>
                      <a:pt x="520357" y="55470"/>
                    </a:cubicBezTo>
                    <a:cubicBezTo>
                      <a:pt x="517117" y="57566"/>
                      <a:pt x="515499" y="60138"/>
                      <a:pt x="515499" y="63279"/>
                    </a:cubicBezTo>
                    <a:cubicBezTo>
                      <a:pt x="515499" y="66137"/>
                      <a:pt x="516737" y="68423"/>
                      <a:pt x="519118" y="70328"/>
                    </a:cubicBezTo>
                    <a:cubicBezTo>
                      <a:pt x="521500" y="72044"/>
                      <a:pt x="524642" y="73567"/>
                      <a:pt x="528738" y="74806"/>
                    </a:cubicBezTo>
                    <a:cubicBezTo>
                      <a:pt x="532738" y="75948"/>
                      <a:pt x="538263" y="77376"/>
                      <a:pt x="545406" y="79092"/>
                    </a:cubicBezTo>
                    <a:cubicBezTo>
                      <a:pt x="553788" y="81187"/>
                      <a:pt x="560647" y="83664"/>
                      <a:pt x="565885" y="86427"/>
                    </a:cubicBezTo>
                    <a:cubicBezTo>
                      <a:pt x="571220" y="89282"/>
                      <a:pt x="575315" y="92712"/>
                      <a:pt x="577982" y="96617"/>
                    </a:cubicBezTo>
                    <a:cubicBezTo>
                      <a:pt x="580745" y="100428"/>
                      <a:pt x="582174" y="104809"/>
                      <a:pt x="582174" y="10976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" name="Graphic 78">
                <a:extLst>
                  <a:ext uri="{FF2B5EF4-FFF2-40B4-BE49-F238E27FC236}">
                    <a16:creationId xmlns:a16="http://schemas.microsoft.com/office/drawing/2014/main" id="{2C720AA6-8386-407D-AD3D-877209C4FA21}"/>
                  </a:ext>
                </a:extLst>
              </p:cNvPr>
              <p:cNvGrpSpPr/>
              <p:nvPr/>
            </p:nvGrpSpPr>
            <p:grpSpPr>
              <a:xfrm>
                <a:off x="9178985" y="2783797"/>
                <a:ext cx="80064" cy="513612"/>
                <a:chOff x="8876981" y="3937476"/>
                <a:chExt cx="57150" cy="366617"/>
              </a:xfrm>
            </p:grpSpPr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14A160A9-D305-7AFF-E524-4C945CCC3F7F}"/>
                    </a:ext>
                  </a:extLst>
                </p:cNvPr>
                <p:cNvSpPr/>
                <p:nvPr/>
              </p:nvSpPr>
              <p:spPr>
                <a:xfrm>
                  <a:off x="8905556" y="3994626"/>
                  <a:ext cx="9525" cy="299942"/>
                </a:xfrm>
                <a:custGeom>
                  <a:avLst/>
                  <a:gdLst>
                    <a:gd name="csX0" fmla="*/ -1137 w 9525"/>
                    <a:gd name="csY0" fmla="*/ -1775 h 299942"/>
                    <a:gd name="csX1" fmla="*/ -1137 w 9525"/>
                    <a:gd name="csY1" fmla="*/ 298167 h 299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299942">
                      <a:moveTo>
                        <a:pt x="-1137" y="-1775"/>
                      </a:moveTo>
                      <a:lnTo>
                        <a:pt x="-1137" y="298167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67761F28-06DF-30FB-5F9F-989BF3436CAD}"/>
                    </a:ext>
                  </a:extLst>
                </p:cNvPr>
                <p:cNvSpPr/>
                <p:nvPr/>
              </p:nvSpPr>
              <p:spPr>
                <a:xfrm>
                  <a:off x="8896508" y="3994626"/>
                  <a:ext cx="18097" cy="299942"/>
                </a:xfrm>
                <a:custGeom>
                  <a:avLst/>
                  <a:gdLst>
                    <a:gd name="csX0" fmla="*/ -1137 w 18097"/>
                    <a:gd name="csY0" fmla="*/ -1775 h 299942"/>
                    <a:gd name="csX1" fmla="*/ -1137 w 18097"/>
                    <a:gd name="csY1" fmla="*/ 298167 h 299942"/>
                    <a:gd name="csX2" fmla="*/ 16961 w 18097"/>
                    <a:gd name="csY2" fmla="*/ 298167 h 299942"/>
                    <a:gd name="csX3" fmla="*/ 16961 w 18097"/>
                    <a:gd name="csY3" fmla="*/ -1775 h 299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8097" h="299942">
                      <a:moveTo>
                        <a:pt x="-1137" y="-1775"/>
                      </a:moveTo>
                      <a:lnTo>
                        <a:pt x="-1137" y="298167"/>
                      </a:lnTo>
                      <a:lnTo>
                        <a:pt x="16961" y="298167"/>
                      </a:lnTo>
                      <a:lnTo>
                        <a:pt x="16961" y="-1775"/>
                      </a:lnTo>
                      <a:close/>
                    </a:path>
                  </a:pathLst>
                </a:custGeom>
                <a:solidFill>
                  <a:srgbClr val="2F4FB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3" name="Graphic 78">
                  <a:extLst>
                    <a:ext uri="{FF2B5EF4-FFF2-40B4-BE49-F238E27FC236}">
                      <a16:creationId xmlns:a16="http://schemas.microsoft.com/office/drawing/2014/main" id="{013C40A0-6E53-6276-6972-6A4A7C2E7CC5}"/>
                    </a:ext>
                  </a:extLst>
                </p:cNvPr>
                <p:cNvGrpSpPr/>
                <p:nvPr/>
              </p:nvGrpSpPr>
              <p:grpSpPr>
                <a:xfrm>
                  <a:off x="8876981" y="3937476"/>
                  <a:ext cx="57150" cy="366617"/>
                  <a:chOff x="8876981" y="3937476"/>
                  <a:chExt cx="57150" cy="366617"/>
                </a:xfrm>
                <a:solidFill>
                  <a:srgbClr val="2F4FB5"/>
                </a:solidFill>
              </p:grpSpPr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301E1FB8-E3D3-5ACA-E766-318E00A0113D}"/>
                      </a:ext>
                    </a:extLst>
                  </p:cNvPr>
                  <p:cNvSpPr/>
                  <p:nvPr/>
                </p:nvSpPr>
                <p:spPr>
                  <a:xfrm>
                    <a:off x="8876981" y="4246943"/>
                    <a:ext cx="57150" cy="57150"/>
                  </a:xfrm>
                  <a:custGeom>
                    <a:avLst/>
                    <a:gdLst>
                      <a:gd name="csX0" fmla="*/ 56013 w 57150"/>
                      <a:gd name="csY0" fmla="*/ -1775 h 57150"/>
                      <a:gd name="csX1" fmla="*/ 27438 w 57150"/>
                      <a:gd name="csY1" fmla="*/ 55375 h 57150"/>
                      <a:gd name="csX2" fmla="*/ -1137 w 57150"/>
                      <a:gd name="csY2" fmla="*/ -17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56013" y="-1775"/>
                        </a:moveTo>
                        <a:lnTo>
                          <a:pt x="27438" y="55375"/>
                        </a:lnTo>
                        <a:lnTo>
                          <a:pt x="-1137" y="-17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FEFBB28F-EF0E-25C6-2058-321ECC256C2B}"/>
                      </a:ext>
                    </a:extLst>
                  </p:cNvPr>
                  <p:cNvSpPr/>
                  <p:nvPr/>
                </p:nvSpPr>
                <p:spPr>
                  <a:xfrm>
                    <a:off x="8876981" y="3937476"/>
                    <a:ext cx="57150" cy="57150"/>
                  </a:xfrm>
                  <a:custGeom>
                    <a:avLst/>
                    <a:gdLst>
                      <a:gd name="csX0" fmla="*/ -1137 w 57150"/>
                      <a:gd name="csY0" fmla="*/ 55375 h 57150"/>
                      <a:gd name="csX1" fmla="*/ 27438 w 57150"/>
                      <a:gd name="csY1" fmla="*/ -1775 h 57150"/>
                      <a:gd name="csX2" fmla="*/ 56013 w 57150"/>
                      <a:gd name="csY2" fmla="*/ 553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-1137" y="55375"/>
                        </a:moveTo>
                        <a:lnTo>
                          <a:pt x="27438" y="-1775"/>
                        </a:lnTo>
                        <a:lnTo>
                          <a:pt x="56013" y="553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8" name="Graphic 78">
                <a:extLst>
                  <a:ext uri="{FF2B5EF4-FFF2-40B4-BE49-F238E27FC236}">
                    <a16:creationId xmlns:a16="http://schemas.microsoft.com/office/drawing/2014/main" id="{FEA4FF5A-BCD5-591D-9A42-34D134F4A1C4}"/>
                  </a:ext>
                </a:extLst>
              </p:cNvPr>
              <p:cNvGrpSpPr/>
              <p:nvPr/>
            </p:nvGrpSpPr>
            <p:grpSpPr>
              <a:xfrm>
                <a:off x="8324966" y="3099249"/>
                <a:ext cx="80064" cy="793970"/>
                <a:chOff x="8267381" y="4162646"/>
                <a:chExt cx="57150" cy="566737"/>
              </a:xfrm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1D44A281-C055-5C6E-BB3E-FFD2C3DE5CBC}"/>
                    </a:ext>
                  </a:extLst>
                </p:cNvPr>
                <p:cNvSpPr/>
                <p:nvPr/>
              </p:nvSpPr>
              <p:spPr>
                <a:xfrm>
                  <a:off x="8295956" y="4219796"/>
                  <a:ext cx="9525" cy="500062"/>
                </a:xfrm>
                <a:custGeom>
                  <a:avLst/>
                  <a:gdLst>
                    <a:gd name="csX0" fmla="*/ -1137 w 9525"/>
                    <a:gd name="csY0" fmla="*/ -1775 h 500062"/>
                    <a:gd name="csX1" fmla="*/ -1137 w 9525"/>
                    <a:gd name="csY1" fmla="*/ 498288 h 5000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525" h="500062">
                      <a:moveTo>
                        <a:pt x="-1137" y="-1775"/>
                      </a:moveTo>
                      <a:lnTo>
                        <a:pt x="-1137" y="498288"/>
                      </a:lnTo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AF370CF8-04E8-7CC9-0C14-0ABD18BF47E2}"/>
                    </a:ext>
                  </a:extLst>
                </p:cNvPr>
                <p:cNvSpPr/>
                <p:nvPr/>
              </p:nvSpPr>
              <p:spPr>
                <a:xfrm>
                  <a:off x="8286908" y="4219796"/>
                  <a:ext cx="18097" cy="499967"/>
                </a:xfrm>
                <a:custGeom>
                  <a:avLst/>
                  <a:gdLst>
                    <a:gd name="csX0" fmla="*/ -1137 w 18097"/>
                    <a:gd name="csY0" fmla="*/ -1775 h 499967"/>
                    <a:gd name="csX1" fmla="*/ -1137 w 18097"/>
                    <a:gd name="csY1" fmla="*/ 498192 h 499967"/>
                    <a:gd name="csX2" fmla="*/ 16961 w 18097"/>
                    <a:gd name="csY2" fmla="*/ 498192 h 499967"/>
                    <a:gd name="csX3" fmla="*/ 16961 w 18097"/>
                    <a:gd name="csY3" fmla="*/ -1775 h 4999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8097" h="499967">
                      <a:moveTo>
                        <a:pt x="-1137" y="-1775"/>
                      </a:moveTo>
                      <a:lnTo>
                        <a:pt x="-1137" y="498192"/>
                      </a:lnTo>
                      <a:lnTo>
                        <a:pt x="16961" y="498192"/>
                      </a:lnTo>
                      <a:lnTo>
                        <a:pt x="16961" y="-1775"/>
                      </a:lnTo>
                      <a:close/>
                    </a:path>
                  </a:pathLst>
                </a:custGeom>
                <a:solidFill>
                  <a:srgbClr val="2F4FB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8" name="Graphic 78">
                  <a:extLst>
                    <a:ext uri="{FF2B5EF4-FFF2-40B4-BE49-F238E27FC236}">
                      <a16:creationId xmlns:a16="http://schemas.microsoft.com/office/drawing/2014/main" id="{C3DCA681-7950-0411-3C53-B39EEC69BBFB}"/>
                    </a:ext>
                  </a:extLst>
                </p:cNvPr>
                <p:cNvGrpSpPr/>
                <p:nvPr/>
              </p:nvGrpSpPr>
              <p:grpSpPr>
                <a:xfrm>
                  <a:off x="8267381" y="4162646"/>
                  <a:ext cx="57150" cy="566737"/>
                  <a:chOff x="8267381" y="4162646"/>
                  <a:chExt cx="57150" cy="566737"/>
                </a:xfrm>
                <a:solidFill>
                  <a:srgbClr val="2F4FB5"/>
                </a:solidFill>
              </p:grpSpPr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286F9FB1-62E4-6F0F-1B5B-271106139B2D}"/>
                      </a:ext>
                    </a:extLst>
                  </p:cNvPr>
                  <p:cNvSpPr/>
                  <p:nvPr/>
                </p:nvSpPr>
                <p:spPr>
                  <a:xfrm>
                    <a:off x="8267381" y="4672233"/>
                    <a:ext cx="57150" cy="57150"/>
                  </a:xfrm>
                  <a:custGeom>
                    <a:avLst/>
                    <a:gdLst>
                      <a:gd name="csX0" fmla="*/ 56013 w 57150"/>
                      <a:gd name="csY0" fmla="*/ -1775 h 57150"/>
                      <a:gd name="csX1" fmla="*/ 27438 w 57150"/>
                      <a:gd name="csY1" fmla="*/ 55375 h 57150"/>
                      <a:gd name="csX2" fmla="*/ -1137 w 57150"/>
                      <a:gd name="csY2" fmla="*/ -17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56013" y="-1775"/>
                        </a:moveTo>
                        <a:lnTo>
                          <a:pt x="27438" y="55375"/>
                        </a:lnTo>
                        <a:lnTo>
                          <a:pt x="-1137" y="-17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50C265F5-E5C3-BB57-631F-6264A42DF16A}"/>
                      </a:ext>
                    </a:extLst>
                  </p:cNvPr>
                  <p:cNvSpPr/>
                  <p:nvPr/>
                </p:nvSpPr>
                <p:spPr>
                  <a:xfrm>
                    <a:off x="8267381" y="4162646"/>
                    <a:ext cx="57150" cy="57150"/>
                  </a:xfrm>
                  <a:custGeom>
                    <a:avLst/>
                    <a:gdLst>
                      <a:gd name="csX0" fmla="*/ -1137 w 57150"/>
                      <a:gd name="csY0" fmla="*/ 55375 h 57150"/>
                      <a:gd name="csX1" fmla="*/ 27438 w 57150"/>
                      <a:gd name="csY1" fmla="*/ -1775 h 57150"/>
                      <a:gd name="csX2" fmla="*/ 56013 w 57150"/>
                      <a:gd name="csY2" fmla="*/ 55375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57150" h="57150">
                        <a:moveTo>
                          <a:pt x="-1137" y="55375"/>
                        </a:moveTo>
                        <a:lnTo>
                          <a:pt x="27438" y="-1775"/>
                        </a:lnTo>
                        <a:lnTo>
                          <a:pt x="56013" y="55375"/>
                        </a:lnTo>
                        <a:close/>
                      </a:path>
                    </a:pathLst>
                  </a:custGeom>
                  <a:solidFill>
                    <a:srgbClr val="2F4FB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6E4D601-CE51-39A3-A86E-0FC4CB5BA8B9}"/>
                  </a:ext>
                </a:extLst>
              </p:cNvPr>
              <p:cNvSpPr/>
              <p:nvPr/>
            </p:nvSpPr>
            <p:spPr>
              <a:xfrm>
                <a:off x="8485122" y="3583908"/>
                <a:ext cx="849613" cy="144354"/>
              </a:xfrm>
              <a:custGeom>
                <a:avLst/>
                <a:gdLst>
                  <a:gd name="csX0" fmla="*/ 28676 w 774192"/>
                  <a:gd name="csY0" fmla="*/ 107190 h 131540"/>
                  <a:gd name="csX1" fmla="*/ 74015 w 774192"/>
                  <a:gd name="csY1" fmla="*/ 107190 h 131540"/>
                  <a:gd name="csX2" fmla="*/ 84302 w 774192"/>
                  <a:gd name="csY2" fmla="*/ 109953 h 131540"/>
                  <a:gd name="csX3" fmla="*/ 87921 w 774192"/>
                  <a:gd name="csY3" fmla="*/ 117478 h 131540"/>
                  <a:gd name="csX4" fmla="*/ 85065 w 774192"/>
                  <a:gd name="csY4" fmla="*/ 124717 h 131540"/>
                  <a:gd name="csX5" fmla="*/ 76492 w 774192"/>
                  <a:gd name="csY5" fmla="*/ 127671 h 131540"/>
                  <a:gd name="csX6" fmla="*/ 12675 w 774192"/>
                  <a:gd name="csY6" fmla="*/ 127671 h 131540"/>
                  <a:gd name="csX7" fmla="*/ 2482 w 774192"/>
                  <a:gd name="csY7" fmla="*/ 124050 h 131540"/>
                  <a:gd name="csX8" fmla="*/ -1137 w 774192"/>
                  <a:gd name="csY8" fmla="*/ 115574 h 131540"/>
                  <a:gd name="csX9" fmla="*/ 1149 w 774192"/>
                  <a:gd name="csY9" fmla="*/ 107286 h 131540"/>
                  <a:gd name="csX10" fmla="*/ 6293 w 774192"/>
                  <a:gd name="csY10" fmla="*/ 99191 h 131540"/>
                  <a:gd name="csX11" fmla="*/ 27152 w 774192"/>
                  <a:gd name="csY11" fmla="*/ 78711 h 131540"/>
                  <a:gd name="csX12" fmla="*/ 40392 w 774192"/>
                  <a:gd name="csY12" fmla="*/ 67377 h 131540"/>
                  <a:gd name="csX13" fmla="*/ 52203 w 774192"/>
                  <a:gd name="csY13" fmla="*/ 57280 h 131540"/>
                  <a:gd name="csX14" fmla="*/ 59442 w 774192"/>
                  <a:gd name="csY14" fmla="*/ 46899 h 131540"/>
                  <a:gd name="csX15" fmla="*/ 61918 w 774192"/>
                  <a:gd name="csY15" fmla="*/ 36420 h 131540"/>
                  <a:gd name="csX16" fmla="*/ 59251 w 774192"/>
                  <a:gd name="csY16" fmla="*/ 26514 h 131540"/>
                  <a:gd name="csX17" fmla="*/ 52013 w 774192"/>
                  <a:gd name="csY17" fmla="*/ 19656 h 131540"/>
                  <a:gd name="csX18" fmla="*/ 42107 w 774192"/>
                  <a:gd name="csY18" fmla="*/ 17180 h 131540"/>
                  <a:gd name="csX19" fmla="*/ 24295 w 774192"/>
                  <a:gd name="csY19" fmla="*/ 27181 h 131540"/>
                  <a:gd name="csX20" fmla="*/ 21342 w 774192"/>
                  <a:gd name="csY20" fmla="*/ 34325 h 131540"/>
                  <a:gd name="csX21" fmla="*/ 16675 w 774192"/>
                  <a:gd name="csY21" fmla="*/ 43278 h 131540"/>
                  <a:gd name="csX22" fmla="*/ 9245 w 774192"/>
                  <a:gd name="csY22" fmla="*/ 46422 h 131540"/>
                  <a:gd name="csX23" fmla="*/ 2007 w 774192"/>
                  <a:gd name="csY23" fmla="*/ 43564 h 131540"/>
                  <a:gd name="csX24" fmla="*/ -851 w 774192"/>
                  <a:gd name="csY24" fmla="*/ 35658 h 131540"/>
                  <a:gd name="csX25" fmla="*/ 1911 w 774192"/>
                  <a:gd name="csY25" fmla="*/ 23182 h 131540"/>
                  <a:gd name="csX26" fmla="*/ 9817 w 774192"/>
                  <a:gd name="csY26" fmla="*/ 11371 h 131540"/>
                  <a:gd name="csX27" fmla="*/ 23438 w 774192"/>
                  <a:gd name="csY27" fmla="*/ 2892 h 131540"/>
                  <a:gd name="csX28" fmla="*/ 42678 w 774192"/>
                  <a:gd name="csY28" fmla="*/ -440 h 131540"/>
                  <a:gd name="csX29" fmla="*/ 65347 w 774192"/>
                  <a:gd name="csY29" fmla="*/ 3750 h 131540"/>
                  <a:gd name="csX30" fmla="*/ 76015 w 774192"/>
                  <a:gd name="csY30" fmla="*/ 11371 h 131540"/>
                  <a:gd name="csX31" fmla="*/ 83159 w 774192"/>
                  <a:gd name="csY31" fmla="*/ 22705 h 131540"/>
                  <a:gd name="csX32" fmla="*/ 85731 w 774192"/>
                  <a:gd name="csY32" fmla="*/ 35848 h 131540"/>
                  <a:gd name="csX33" fmla="*/ 80397 w 774192"/>
                  <a:gd name="csY33" fmla="*/ 55470 h 131540"/>
                  <a:gd name="csX34" fmla="*/ 69539 w 774192"/>
                  <a:gd name="csY34" fmla="*/ 69281 h 131540"/>
                  <a:gd name="csX35" fmla="*/ 50870 w 774192"/>
                  <a:gd name="csY35" fmla="*/ 84903 h 131540"/>
                  <a:gd name="csX36" fmla="*/ 32963 w 774192"/>
                  <a:gd name="csY36" fmla="*/ 101477 h 131540"/>
                  <a:gd name="csX37" fmla="*/ 28676 w 774192"/>
                  <a:gd name="csY37" fmla="*/ 107190 h 131540"/>
                  <a:gd name="csX38" fmla="*/ 122593 w 774192"/>
                  <a:gd name="csY38" fmla="*/ 129766 h 131540"/>
                  <a:gd name="csX39" fmla="*/ 113354 w 774192"/>
                  <a:gd name="csY39" fmla="*/ 126336 h 131540"/>
                  <a:gd name="csX40" fmla="*/ 109448 w 774192"/>
                  <a:gd name="csY40" fmla="*/ 116620 h 131540"/>
                  <a:gd name="csX41" fmla="*/ 113163 w 774192"/>
                  <a:gd name="csY41" fmla="*/ 107477 h 131540"/>
                  <a:gd name="csX42" fmla="*/ 122402 w 774192"/>
                  <a:gd name="csY42" fmla="*/ 103667 h 131540"/>
                  <a:gd name="csX43" fmla="*/ 131642 w 774192"/>
                  <a:gd name="csY43" fmla="*/ 107477 h 131540"/>
                  <a:gd name="csX44" fmla="*/ 135546 w 774192"/>
                  <a:gd name="csY44" fmla="*/ 116620 h 131540"/>
                  <a:gd name="csX45" fmla="*/ 131642 w 774192"/>
                  <a:gd name="csY45" fmla="*/ 126336 h 131540"/>
                  <a:gd name="csX46" fmla="*/ 122593 w 774192"/>
                  <a:gd name="csY46" fmla="*/ 129766 h 131540"/>
                  <a:gd name="csX47" fmla="*/ 162217 w 774192"/>
                  <a:gd name="csY47" fmla="*/ 32707 h 131540"/>
                  <a:gd name="csX48" fmla="*/ 166884 w 774192"/>
                  <a:gd name="csY48" fmla="*/ 16322 h 131540"/>
                  <a:gd name="csX49" fmla="*/ 180790 w 774192"/>
                  <a:gd name="csY49" fmla="*/ 4036 h 131540"/>
                  <a:gd name="csX50" fmla="*/ 202221 w 774192"/>
                  <a:gd name="csY50" fmla="*/ -631 h 131540"/>
                  <a:gd name="csX51" fmla="*/ 220414 w 774192"/>
                  <a:gd name="csY51" fmla="*/ 2129 h 131540"/>
                  <a:gd name="csX52" fmla="*/ 233368 w 774192"/>
                  <a:gd name="csY52" fmla="*/ 9559 h 131540"/>
                  <a:gd name="csX53" fmla="*/ 241179 w 774192"/>
                  <a:gd name="csY53" fmla="*/ 20228 h 131540"/>
                  <a:gd name="csX54" fmla="*/ 243656 w 774192"/>
                  <a:gd name="csY54" fmla="*/ 32802 h 131540"/>
                  <a:gd name="csX55" fmla="*/ 239178 w 774192"/>
                  <a:gd name="csY55" fmla="*/ 48041 h 131540"/>
                  <a:gd name="csX56" fmla="*/ 226225 w 774192"/>
                  <a:gd name="csY56" fmla="*/ 58996 h 131540"/>
                  <a:gd name="csX57" fmla="*/ 238417 w 774192"/>
                  <a:gd name="csY57" fmla="*/ 66519 h 131540"/>
                  <a:gd name="csX58" fmla="*/ 245751 w 774192"/>
                  <a:gd name="csY58" fmla="*/ 77283 h 131540"/>
                  <a:gd name="csX59" fmla="*/ 248228 w 774192"/>
                  <a:gd name="csY59" fmla="*/ 90808 h 131540"/>
                  <a:gd name="csX60" fmla="*/ 242989 w 774192"/>
                  <a:gd name="csY60" fmla="*/ 110716 h 131540"/>
                  <a:gd name="csX61" fmla="*/ 227463 w 774192"/>
                  <a:gd name="csY61" fmla="*/ 124622 h 131540"/>
                  <a:gd name="csX62" fmla="*/ 203270 w 774192"/>
                  <a:gd name="csY62" fmla="*/ 129670 h 131540"/>
                  <a:gd name="csX63" fmla="*/ 178600 w 774192"/>
                  <a:gd name="csY63" fmla="*/ 124622 h 131540"/>
                  <a:gd name="csX64" fmla="*/ 163169 w 774192"/>
                  <a:gd name="csY64" fmla="*/ 110811 h 131540"/>
                  <a:gd name="csX65" fmla="*/ 157931 w 774192"/>
                  <a:gd name="csY65" fmla="*/ 90998 h 131540"/>
                  <a:gd name="csX66" fmla="*/ 180029 w 774192"/>
                  <a:gd name="csY66" fmla="*/ 58996 h 131540"/>
                  <a:gd name="csX67" fmla="*/ 162217 w 774192"/>
                  <a:gd name="csY67" fmla="*/ 32707 h 131540"/>
                  <a:gd name="csX68" fmla="*/ 224511 w 774192"/>
                  <a:gd name="csY68" fmla="*/ 90140 h 131540"/>
                  <a:gd name="csX69" fmla="*/ 221653 w 774192"/>
                  <a:gd name="csY69" fmla="*/ 78329 h 131540"/>
                  <a:gd name="csX70" fmla="*/ 213843 w 774192"/>
                  <a:gd name="csY70" fmla="*/ 70616 h 131540"/>
                  <a:gd name="csX71" fmla="*/ 202603 w 774192"/>
                  <a:gd name="csY71" fmla="*/ 67949 h 131540"/>
                  <a:gd name="csX72" fmla="*/ 187744 w 774192"/>
                  <a:gd name="csY72" fmla="*/ 73853 h 131540"/>
                  <a:gd name="csX73" fmla="*/ 181744 w 774192"/>
                  <a:gd name="csY73" fmla="*/ 90331 h 131540"/>
                  <a:gd name="csX74" fmla="*/ 184505 w 774192"/>
                  <a:gd name="csY74" fmla="*/ 102333 h 131540"/>
                  <a:gd name="csX75" fmla="*/ 192221 w 774192"/>
                  <a:gd name="csY75" fmla="*/ 110239 h 131540"/>
                  <a:gd name="csX76" fmla="*/ 203079 w 774192"/>
                  <a:gd name="csY76" fmla="*/ 113097 h 131540"/>
                  <a:gd name="csX77" fmla="*/ 214032 w 774192"/>
                  <a:gd name="csY77" fmla="*/ 110239 h 131540"/>
                  <a:gd name="csX78" fmla="*/ 221653 w 774192"/>
                  <a:gd name="csY78" fmla="*/ 102142 h 131540"/>
                  <a:gd name="csX79" fmla="*/ 224511 w 774192"/>
                  <a:gd name="csY79" fmla="*/ 90140 h 131540"/>
                  <a:gd name="csX80" fmla="*/ 202793 w 774192"/>
                  <a:gd name="csY80" fmla="*/ 16038 h 131540"/>
                  <a:gd name="csX81" fmla="*/ 189554 w 774192"/>
                  <a:gd name="csY81" fmla="*/ 21084 h 131540"/>
                  <a:gd name="csX82" fmla="*/ 184600 w 774192"/>
                  <a:gd name="csY82" fmla="*/ 34134 h 131540"/>
                  <a:gd name="csX83" fmla="*/ 189744 w 774192"/>
                  <a:gd name="csY83" fmla="*/ 46422 h 131540"/>
                  <a:gd name="csX84" fmla="*/ 202984 w 774192"/>
                  <a:gd name="csY84" fmla="*/ 51375 h 131540"/>
                  <a:gd name="csX85" fmla="*/ 210319 w 774192"/>
                  <a:gd name="csY85" fmla="*/ 50040 h 131540"/>
                  <a:gd name="csX86" fmla="*/ 216033 w 774192"/>
                  <a:gd name="csY86" fmla="*/ 46422 h 131540"/>
                  <a:gd name="csX87" fmla="*/ 219748 w 774192"/>
                  <a:gd name="csY87" fmla="*/ 40992 h 131540"/>
                  <a:gd name="csX88" fmla="*/ 221082 w 774192"/>
                  <a:gd name="csY88" fmla="*/ 33944 h 131540"/>
                  <a:gd name="csX89" fmla="*/ 218701 w 774192"/>
                  <a:gd name="csY89" fmla="*/ 24800 h 131540"/>
                  <a:gd name="csX90" fmla="*/ 212318 w 774192"/>
                  <a:gd name="csY90" fmla="*/ 18324 h 131540"/>
                  <a:gd name="csX91" fmla="*/ 202793 w 774192"/>
                  <a:gd name="csY91" fmla="*/ 16038 h 131540"/>
                  <a:gd name="csX92" fmla="*/ 283661 w 774192"/>
                  <a:gd name="csY92" fmla="*/ 1560 h 131540"/>
                  <a:gd name="csX93" fmla="*/ 341477 w 774192"/>
                  <a:gd name="csY93" fmla="*/ 1560 h 131540"/>
                  <a:gd name="csX94" fmla="*/ 353574 w 774192"/>
                  <a:gd name="csY94" fmla="*/ 4227 h 131540"/>
                  <a:gd name="csX95" fmla="*/ 357289 w 774192"/>
                  <a:gd name="csY95" fmla="*/ 12799 h 131540"/>
                  <a:gd name="csX96" fmla="*/ 352908 w 774192"/>
                  <a:gd name="csY96" fmla="*/ 22419 h 131540"/>
                  <a:gd name="csX97" fmla="*/ 342906 w 774192"/>
                  <a:gd name="csY97" fmla="*/ 35658 h 131540"/>
                  <a:gd name="csX98" fmla="*/ 331381 w 774192"/>
                  <a:gd name="csY98" fmla="*/ 53661 h 131540"/>
                  <a:gd name="csX99" fmla="*/ 320522 w 774192"/>
                  <a:gd name="csY99" fmla="*/ 79950 h 131540"/>
                  <a:gd name="csX100" fmla="*/ 317570 w 774192"/>
                  <a:gd name="csY100" fmla="*/ 91380 h 131540"/>
                  <a:gd name="csX101" fmla="*/ 315664 w 774192"/>
                  <a:gd name="csY101" fmla="*/ 103095 h 131540"/>
                  <a:gd name="csX102" fmla="*/ 313760 w 774192"/>
                  <a:gd name="csY102" fmla="*/ 114144 h 131540"/>
                  <a:gd name="csX103" fmla="*/ 308616 w 774192"/>
                  <a:gd name="csY103" fmla="*/ 126431 h 131540"/>
                  <a:gd name="csX104" fmla="*/ 299757 w 774192"/>
                  <a:gd name="csY104" fmla="*/ 129766 h 131540"/>
                  <a:gd name="csX105" fmla="*/ 291186 w 774192"/>
                  <a:gd name="csY105" fmla="*/ 126145 h 131540"/>
                  <a:gd name="csX106" fmla="*/ 288042 w 774192"/>
                  <a:gd name="csY106" fmla="*/ 115192 h 131540"/>
                  <a:gd name="csX107" fmla="*/ 290328 w 774192"/>
                  <a:gd name="csY107" fmla="*/ 100142 h 131540"/>
                  <a:gd name="csX108" fmla="*/ 298043 w 774192"/>
                  <a:gd name="csY108" fmla="*/ 77283 h 131540"/>
                  <a:gd name="csX109" fmla="*/ 311188 w 774192"/>
                  <a:gd name="csY109" fmla="*/ 49945 h 131540"/>
                  <a:gd name="csX110" fmla="*/ 330143 w 774192"/>
                  <a:gd name="csY110" fmla="*/ 21942 h 131540"/>
                  <a:gd name="csX111" fmla="*/ 283661 w 774192"/>
                  <a:gd name="csY111" fmla="*/ 21942 h 131540"/>
                  <a:gd name="csX112" fmla="*/ 272707 w 774192"/>
                  <a:gd name="csY112" fmla="*/ 19370 h 131540"/>
                  <a:gd name="csX113" fmla="*/ 269182 w 774192"/>
                  <a:gd name="csY113" fmla="*/ 11085 h 131540"/>
                  <a:gd name="csX114" fmla="*/ 272993 w 774192"/>
                  <a:gd name="csY114" fmla="*/ 3274 h 131540"/>
                  <a:gd name="csX115" fmla="*/ 283661 w 774192"/>
                  <a:gd name="csY115" fmla="*/ 1560 h 131540"/>
                  <a:gd name="csX116" fmla="*/ 536264 w 774192"/>
                  <a:gd name="csY116" fmla="*/ 75853 h 131540"/>
                  <a:gd name="csX117" fmla="*/ 536264 w 774192"/>
                  <a:gd name="csY117" fmla="*/ 100333 h 131540"/>
                  <a:gd name="csX118" fmla="*/ 535312 w 774192"/>
                  <a:gd name="csY118" fmla="*/ 108144 h 131540"/>
                  <a:gd name="csX119" fmla="*/ 531692 w 774192"/>
                  <a:gd name="csY119" fmla="*/ 113288 h 131540"/>
                  <a:gd name="csX120" fmla="*/ 525214 w 774192"/>
                  <a:gd name="csY120" fmla="*/ 117860 h 131540"/>
                  <a:gd name="csX121" fmla="*/ 503022 w 774192"/>
                  <a:gd name="csY121" fmla="*/ 126908 h 131540"/>
                  <a:gd name="csX122" fmla="*/ 479685 w 774192"/>
                  <a:gd name="csY122" fmla="*/ 129766 h 131540"/>
                  <a:gd name="csX123" fmla="*/ 453015 w 774192"/>
                  <a:gd name="csY123" fmla="*/ 125289 h 131540"/>
                  <a:gd name="csX124" fmla="*/ 432346 w 774192"/>
                  <a:gd name="csY124" fmla="*/ 112144 h 131540"/>
                  <a:gd name="csX125" fmla="*/ 419296 w 774192"/>
                  <a:gd name="csY125" fmla="*/ 91380 h 131540"/>
                  <a:gd name="csX126" fmla="*/ 414725 w 774192"/>
                  <a:gd name="csY126" fmla="*/ 64042 h 131540"/>
                  <a:gd name="csX127" fmla="*/ 419201 w 774192"/>
                  <a:gd name="csY127" fmla="*/ 36802 h 131540"/>
                  <a:gd name="csX128" fmla="*/ 432250 w 774192"/>
                  <a:gd name="csY128" fmla="*/ 15943 h 131540"/>
                  <a:gd name="csX129" fmla="*/ 453111 w 774192"/>
                  <a:gd name="csY129" fmla="*/ 2797 h 131540"/>
                  <a:gd name="csX130" fmla="*/ 481114 w 774192"/>
                  <a:gd name="csY130" fmla="*/ -1775 h 131540"/>
                  <a:gd name="csX131" fmla="*/ 503879 w 774192"/>
                  <a:gd name="csY131" fmla="*/ 1655 h 131540"/>
                  <a:gd name="csX132" fmla="*/ 519881 w 774192"/>
                  <a:gd name="csY132" fmla="*/ 10227 h 131540"/>
                  <a:gd name="csX133" fmla="*/ 529215 w 774192"/>
                  <a:gd name="csY133" fmla="*/ 21275 h 131540"/>
                  <a:gd name="csX134" fmla="*/ 532358 w 774192"/>
                  <a:gd name="csY134" fmla="*/ 31658 h 131540"/>
                  <a:gd name="csX135" fmla="*/ 528643 w 774192"/>
                  <a:gd name="csY135" fmla="*/ 39946 h 131540"/>
                  <a:gd name="csX136" fmla="*/ 520071 w 774192"/>
                  <a:gd name="csY136" fmla="*/ 43373 h 131540"/>
                  <a:gd name="csX137" fmla="*/ 514737 w 774192"/>
                  <a:gd name="csY137" fmla="*/ 42041 h 131540"/>
                  <a:gd name="csX138" fmla="*/ 510451 w 774192"/>
                  <a:gd name="csY138" fmla="*/ 38420 h 131540"/>
                  <a:gd name="csX139" fmla="*/ 502354 w 774192"/>
                  <a:gd name="csY139" fmla="*/ 27086 h 131540"/>
                  <a:gd name="csX140" fmla="*/ 493401 w 774192"/>
                  <a:gd name="csY140" fmla="*/ 20705 h 131540"/>
                  <a:gd name="csX141" fmla="*/ 479209 w 774192"/>
                  <a:gd name="csY141" fmla="*/ 18038 h 131540"/>
                  <a:gd name="csX142" fmla="*/ 463207 w 774192"/>
                  <a:gd name="csY142" fmla="*/ 21179 h 131540"/>
                  <a:gd name="csX143" fmla="*/ 451110 w 774192"/>
                  <a:gd name="csY143" fmla="*/ 30135 h 131540"/>
                  <a:gd name="csX144" fmla="*/ 443490 w 774192"/>
                  <a:gd name="csY144" fmla="*/ 44518 h 131540"/>
                  <a:gd name="csX145" fmla="*/ 440918 w 774192"/>
                  <a:gd name="csY145" fmla="*/ 63282 h 131540"/>
                  <a:gd name="csX146" fmla="*/ 451110 w 774192"/>
                  <a:gd name="csY146" fmla="*/ 97761 h 131540"/>
                  <a:gd name="csX147" fmla="*/ 479875 w 774192"/>
                  <a:gd name="csY147" fmla="*/ 109858 h 131540"/>
                  <a:gd name="csX148" fmla="*/ 496639 w 774192"/>
                  <a:gd name="csY148" fmla="*/ 107477 h 131540"/>
                  <a:gd name="csX149" fmla="*/ 512642 w 774192"/>
                  <a:gd name="csY149" fmla="*/ 100809 h 131540"/>
                  <a:gd name="csX150" fmla="*/ 512642 w 774192"/>
                  <a:gd name="csY150" fmla="*/ 80141 h 131540"/>
                  <a:gd name="csX151" fmla="*/ 492639 w 774192"/>
                  <a:gd name="csY151" fmla="*/ 80141 h 131540"/>
                  <a:gd name="csX152" fmla="*/ 481686 w 774192"/>
                  <a:gd name="csY152" fmla="*/ 77950 h 131540"/>
                  <a:gd name="csX153" fmla="*/ 478066 w 774192"/>
                  <a:gd name="csY153" fmla="*/ 70616 h 131540"/>
                  <a:gd name="csX154" fmla="*/ 481114 w 774192"/>
                  <a:gd name="csY154" fmla="*/ 63568 h 131540"/>
                  <a:gd name="csX155" fmla="*/ 489496 w 774192"/>
                  <a:gd name="csY155" fmla="*/ 60805 h 131540"/>
                  <a:gd name="csX156" fmla="*/ 518738 w 774192"/>
                  <a:gd name="csY156" fmla="*/ 60805 h 131540"/>
                  <a:gd name="csX157" fmla="*/ 527882 w 774192"/>
                  <a:gd name="csY157" fmla="*/ 61756 h 131540"/>
                  <a:gd name="csX158" fmla="*/ 533883 w 774192"/>
                  <a:gd name="csY158" fmla="*/ 66044 h 131540"/>
                  <a:gd name="csX159" fmla="*/ 536264 w 774192"/>
                  <a:gd name="csY159" fmla="*/ 75853 h 131540"/>
                  <a:gd name="csX160" fmla="*/ 586746 w 774192"/>
                  <a:gd name="csY160" fmla="*/ 13847 h 131540"/>
                  <a:gd name="csX161" fmla="*/ 586746 w 774192"/>
                  <a:gd name="csY161" fmla="*/ 50327 h 131540"/>
                  <a:gd name="csX162" fmla="*/ 642372 w 774192"/>
                  <a:gd name="csY162" fmla="*/ 50327 h 131540"/>
                  <a:gd name="csX163" fmla="*/ 642372 w 774192"/>
                  <a:gd name="csY163" fmla="*/ 13847 h 131540"/>
                  <a:gd name="csX164" fmla="*/ 645897 w 774192"/>
                  <a:gd name="csY164" fmla="*/ 2129 h 131540"/>
                  <a:gd name="csX165" fmla="*/ 655136 w 774192"/>
                  <a:gd name="csY165" fmla="*/ -1775 h 131540"/>
                  <a:gd name="csX166" fmla="*/ 664565 w 774192"/>
                  <a:gd name="csY166" fmla="*/ 2129 h 131540"/>
                  <a:gd name="csX167" fmla="*/ 668185 w 774192"/>
                  <a:gd name="csY167" fmla="*/ 13847 h 131540"/>
                  <a:gd name="csX168" fmla="*/ 668185 w 774192"/>
                  <a:gd name="csY168" fmla="*/ 114144 h 131540"/>
                  <a:gd name="csX169" fmla="*/ 664565 w 774192"/>
                  <a:gd name="csY169" fmla="*/ 125859 h 131540"/>
                  <a:gd name="csX170" fmla="*/ 655136 w 774192"/>
                  <a:gd name="csY170" fmla="*/ 129766 h 131540"/>
                  <a:gd name="csX171" fmla="*/ 645897 w 774192"/>
                  <a:gd name="csY171" fmla="*/ 125859 h 131540"/>
                  <a:gd name="csX172" fmla="*/ 642372 w 774192"/>
                  <a:gd name="csY172" fmla="*/ 114144 h 131540"/>
                  <a:gd name="csX173" fmla="*/ 642372 w 774192"/>
                  <a:gd name="csY173" fmla="*/ 71281 h 131540"/>
                  <a:gd name="csX174" fmla="*/ 586746 w 774192"/>
                  <a:gd name="csY174" fmla="*/ 71281 h 131540"/>
                  <a:gd name="csX175" fmla="*/ 586746 w 774192"/>
                  <a:gd name="csY175" fmla="*/ 114144 h 131540"/>
                  <a:gd name="csX176" fmla="*/ 583126 w 774192"/>
                  <a:gd name="csY176" fmla="*/ 125859 h 131540"/>
                  <a:gd name="csX177" fmla="*/ 573696 w 774192"/>
                  <a:gd name="csY177" fmla="*/ 129766 h 131540"/>
                  <a:gd name="csX178" fmla="*/ 564457 w 774192"/>
                  <a:gd name="csY178" fmla="*/ 125859 h 131540"/>
                  <a:gd name="csX179" fmla="*/ 560933 w 774192"/>
                  <a:gd name="csY179" fmla="*/ 114144 h 131540"/>
                  <a:gd name="csX180" fmla="*/ 560933 w 774192"/>
                  <a:gd name="csY180" fmla="*/ 13847 h 131540"/>
                  <a:gd name="csX181" fmla="*/ 564362 w 774192"/>
                  <a:gd name="csY181" fmla="*/ 2129 h 131540"/>
                  <a:gd name="csX182" fmla="*/ 573696 w 774192"/>
                  <a:gd name="csY182" fmla="*/ -1775 h 131540"/>
                  <a:gd name="csX183" fmla="*/ 583126 w 774192"/>
                  <a:gd name="csY183" fmla="*/ 2129 h 131540"/>
                  <a:gd name="csX184" fmla="*/ 586746 w 774192"/>
                  <a:gd name="csY184" fmla="*/ 13847 h 131540"/>
                  <a:gd name="csX185" fmla="*/ 758672 w 774192"/>
                  <a:gd name="csY185" fmla="*/ 60614 h 131540"/>
                  <a:gd name="csX186" fmla="*/ 715239 w 774192"/>
                  <a:gd name="csY186" fmla="*/ 109190 h 131540"/>
                  <a:gd name="csX187" fmla="*/ 761720 w 774192"/>
                  <a:gd name="csY187" fmla="*/ 109190 h 131540"/>
                  <a:gd name="csX188" fmla="*/ 770197 w 774192"/>
                  <a:gd name="csY188" fmla="*/ 111858 h 131540"/>
                  <a:gd name="csX189" fmla="*/ 773055 w 774192"/>
                  <a:gd name="csY189" fmla="*/ 118622 h 131540"/>
                  <a:gd name="csX190" fmla="*/ 770197 w 774192"/>
                  <a:gd name="csY190" fmla="*/ 125099 h 131540"/>
                  <a:gd name="csX191" fmla="*/ 761720 w 774192"/>
                  <a:gd name="csY191" fmla="*/ 127671 h 131540"/>
                  <a:gd name="csX192" fmla="*/ 697426 w 774192"/>
                  <a:gd name="csY192" fmla="*/ 127671 h 131540"/>
                  <a:gd name="csX193" fmla="*/ 687330 w 774192"/>
                  <a:gd name="csY193" fmla="*/ 124717 h 131540"/>
                  <a:gd name="csX194" fmla="*/ 683997 w 774192"/>
                  <a:gd name="csY194" fmla="*/ 116620 h 131540"/>
                  <a:gd name="csX195" fmla="*/ 686378 w 774192"/>
                  <a:gd name="csY195" fmla="*/ 110525 h 131540"/>
                  <a:gd name="csX196" fmla="*/ 696094 w 774192"/>
                  <a:gd name="csY196" fmla="*/ 99191 h 131540"/>
                  <a:gd name="csX197" fmla="*/ 710190 w 774192"/>
                  <a:gd name="csY197" fmla="*/ 83473 h 131540"/>
                  <a:gd name="csX198" fmla="*/ 722097 w 774192"/>
                  <a:gd name="csY198" fmla="*/ 70330 h 131540"/>
                  <a:gd name="csX199" fmla="*/ 731145 w 774192"/>
                  <a:gd name="csY199" fmla="*/ 59947 h 131540"/>
                  <a:gd name="csX200" fmla="*/ 736955 w 774192"/>
                  <a:gd name="csY200" fmla="*/ 52612 h 131540"/>
                  <a:gd name="csX201" fmla="*/ 701713 w 774192"/>
                  <a:gd name="csY201" fmla="*/ 52612 h 131540"/>
                  <a:gd name="csX202" fmla="*/ 690664 w 774192"/>
                  <a:gd name="csY202" fmla="*/ 51375 h 131540"/>
                  <a:gd name="csX203" fmla="*/ 686949 w 774192"/>
                  <a:gd name="csY203" fmla="*/ 44518 h 131540"/>
                  <a:gd name="csX204" fmla="*/ 689711 w 774192"/>
                  <a:gd name="csY204" fmla="*/ 37944 h 131540"/>
                  <a:gd name="csX205" fmla="*/ 697807 w 774192"/>
                  <a:gd name="csY205" fmla="*/ 35562 h 131540"/>
                  <a:gd name="csX206" fmla="*/ 752195 w 774192"/>
                  <a:gd name="csY206" fmla="*/ 35562 h 131540"/>
                  <a:gd name="csX207" fmla="*/ 763816 w 774192"/>
                  <a:gd name="csY207" fmla="*/ 37753 h 131540"/>
                  <a:gd name="csX208" fmla="*/ 767816 w 774192"/>
                  <a:gd name="csY208" fmla="*/ 45659 h 131540"/>
                  <a:gd name="csX209" fmla="*/ 767054 w 774192"/>
                  <a:gd name="csY209" fmla="*/ 49659 h 131540"/>
                  <a:gd name="csX210" fmla="*/ 765339 w 774192"/>
                  <a:gd name="csY210" fmla="*/ 52994 h 131540"/>
                  <a:gd name="csX211" fmla="*/ 762769 w 774192"/>
                  <a:gd name="csY211" fmla="*/ 56233 h 131540"/>
                  <a:gd name="csX212" fmla="*/ 758672 w 774192"/>
                  <a:gd name="csY212" fmla="*/ 60614 h 131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</a:cxnLst>
                <a:rect l="l" t="t" r="r" b="b"/>
                <a:pathLst>
                  <a:path w="774192" h="131540">
                    <a:moveTo>
                      <a:pt x="28676" y="107190"/>
                    </a:moveTo>
                    <a:lnTo>
                      <a:pt x="74015" y="107190"/>
                    </a:lnTo>
                    <a:cubicBezTo>
                      <a:pt x="78492" y="107190"/>
                      <a:pt x="82016" y="108049"/>
                      <a:pt x="84302" y="109953"/>
                    </a:cubicBezTo>
                    <a:cubicBezTo>
                      <a:pt x="86683" y="111762"/>
                      <a:pt x="87921" y="114334"/>
                      <a:pt x="87921" y="117478"/>
                    </a:cubicBezTo>
                    <a:cubicBezTo>
                      <a:pt x="87921" y="120336"/>
                      <a:pt x="86969" y="122717"/>
                      <a:pt x="85065" y="124717"/>
                    </a:cubicBezTo>
                    <a:cubicBezTo>
                      <a:pt x="83159" y="126622"/>
                      <a:pt x="80397" y="127671"/>
                      <a:pt x="76492" y="127671"/>
                    </a:cubicBezTo>
                    <a:lnTo>
                      <a:pt x="12675" y="127671"/>
                    </a:lnTo>
                    <a:cubicBezTo>
                      <a:pt x="8292" y="127671"/>
                      <a:pt x="4864" y="126431"/>
                      <a:pt x="2482" y="124050"/>
                    </a:cubicBezTo>
                    <a:cubicBezTo>
                      <a:pt x="6" y="121669"/>
                      <a:pt x="-1137" y="118811"/>
                      <a:pt x="-1137" y="115574"/>
                    </a:cubicBezTo>
                    <a:cubicBezTo>
                      <a:pt x="-1137" y="113478"/>
                      <a:pt x="-374" y="110716"/>
                      <a:pt x="1149" y="107286"/>
                    </a:cubicBezTo>
                    <a:cubicBezTo>
                      <a:pt x="2768" y="103858"/>
                      <a:pt x="4482" y="101095"/>
                      <a:pt x="6293" y="99191"/>
                    </a:cubicBezTo>
                    <a:cubicBezTo>
                      <a:pt x="14007" y="91189"/>
                      <a:pt x="20961" y="84331"/>
                      <a:pt x="27152" y="78711"/>
                    </a:cubicBezTo>
                    <a:cubicBezTo>
                      <a:pt x="33343" y="72902"/>
                      <a:pt x="37726" y="69186"/>
                      <a:pt x="40392" y="67377"/>
                    </a:cubicBezTo>
                    <a:cubicBezTo>
                      <a:pt x="45154" y="64042"/>
                      <a:pt x="49060" y="60710"/>
                      <a:pt x="52203" y="57280"/>
                    </a:cubicBezTo>
                    <a:cubicBezTo>
                      <a:pt x="55442" y="53947"/>
                      <a:pt x="57823" y="50422"/>
                      <a:pt x="59442" y="46899"/>
                    </a:cubicBezTo>
                    <a:cubicBezTo>
                      <a:pt x="61061" y="43278"/>
                      <a:pt x="61918" y="39850"/>
                      <a:pt x="61918" y="36420"/>
                    </a:cubicBezTo>
                    <a:cubicBezTo>
                      <a:pt x="61918" y="32707"/>
                      <a:pt x="61061" y="29372"/>
                      <a:pt x="59251" y="26514"/>
                    </a:cubicBezTo>
                    <a:cubicBezTo>
                      <a:pt x="57537" y="23561"/>
                      <a:pt x="55156" y="21275"/>
                      <a:pt x="52013" y="19656"/>
                    </a:cubicBezTo>
                    <a:cubicBezTo>
                      <a:pt x="49060" y="18038"/>
                      <a:pt x="45726" y="17180"/>
                      <a:pt x="42107" y="17180"/>
                    </a:cubicBezTo>
                    <a:cubicBezTo>
                      <a:pt x="34582" y="17180"/>
                      <a:pt x="28581" y="20514"/>
                      <a:pt x="24295" y="27181"/>
                    </a:cubicBezTo>
                    <a:cubicBezTo>
                      <a:pt x="23723" y="28039"/>
                      <a:pt x="22675" y="30421"/>
                      <a:pt x="21342" y="34325"/>
                    </a:cubicBezTo>
                    <a:cubicBezTo>
                      <a:pt x="20008" y="38230"/>
                      <a:pt x="18485" y="41183"/>
                      <a:pt x="16675" y="43278"/>
                    </a:cubicBezTo>
                    <a:cubicBezTo>
                      <a:pt x="15056" y="45373"/>
                      <a:pt x="12579" y="46422"/>
                      <a:pt x="9245" y="46422"/>
                    </a:cubicBezTo>
                    <a:cubicBezTo>
                      <a:pt x="6388" y="46422"/>
                      <a:pt x="3911" y="45469"/>
                      <a:pt x="2007" y="43564"/>
                    </a:cubicBezTo>
                    <a:cubicBezTo>
                      <a:pt x="101" y="41564"/>
                      <a:pt x="-851" y="38992"/>
                      <a:pt x="-851" y="35658"/>
                    </a:cubicBezTo>
                    <a:cubicBezTo>
                      <a:pt x="-851" y="31753"/>
                      <a:pt x="101" y="27563"/>
                      <a:pt x="1911" y="23182"/>
                    </a:cubicBezTo>
                    <a:cubicBezTo>
                      <a:pt x="3625" y="18894"/>
                      <a:pt x="6293" y="14894"/>
                      <a:pt x="9817" y="11371"/>
                    </a:cubicBezTo>
                    <a:cubicBezTo>
                      <a:pt x="13436" y="7845"/>
                      <a:pt x="17913" y="4987"/>
                      <a:pt x="23438" y="2892"/>
                    </a:cubicBezTo>
                    <a:cubicBezTo>
                      <a:pt x="28867" y="702"/>
                      <a:pt x="35344" y="-440"/>
                      <a:pt x="42678" y="-440"/>
                    </a:cubicBezTo>
                    <a:cubicBezTo>
                      <a:pt x="51536" y="-440"/>
                      <a:pt x="59061" y="988"/>
                      <a:pt x="65347" y="3750"/>
                    </a:cubicBezTo>
                    <a:cubicBezTo>
                      <a:pt x="69348" y="5655"/>
                      <a:pt x="72968" y="8131"/>
                      <a:pt x="76015" y="11371"/>
                    </a:cubicBezTo>
                    <a:cubicBezTo>
                      <a:pt x="79064" y="14608"/>
                      <a:pt x="81445" y="18419"/>
                      <a:pt x="83159" y="22705"/>
                    </a:cubicBezTo>
                    <a:cubicBezTo>
                      <a:pt x="84874" y="26895"/>
                      <a:pt x="85731" y="31277"/>
                      <a:pt x="85731" y="35848"/>
                    </a:cubicBezTo>
                    <a:cubicBezTo>
                      <a:pt x="85731" y="43087"/>
                      <a:pt x="83922" y="49566"/>
                      <a:pt x="80397" y="55470"/>
                    </a:cubicBezTo>
                    <a:cubicBezTo>
                      <a:pt x="76778" y="61377"/>
                      <a:pt x="73158" y="65949"/>
                      <a:pt x="69539" y="69281"/>
                    </a:cubicBezTo>
                    <a:cubicBezTo>
                      <a:pt x="65824" y="72616"/>
                      <a:pt x="59537" y="77855"/>
                      <a:pt x="50870" y="84903"/>
                    </a:cubicBezTo>
                    <a:cubicBezTo>
                      <a:pt x="42107" y="92047"/>
                      <a:pt x="36201" y="97570"/>
                      <a:pt x="32963" y="101477"/>
                    </a:cubicBezTo>
                    <a:cubicBezTo>
                      <a:pt x="31534" y="103095"/>
                      <a:pt x="30105" y="105000"/>
                      <a:pt x="28676" y="107190"/>
                    </a:cubicBezTo>
                    <a:close/>
                    <a:moveTo>
                      <a:pt x="122593" y="129766"/>
                    </a:moveTo>
                    <a:cubicBezTo>
                      <a:pt x="119068" y="129766"/>
                      <a:pt x="115925" y="128622"/>
                      <a:pt x="113354" y="126336"/>
                    </a:cubicBezTo>
                    <a:cubicBezTo>
                      <a:pt x="110782" y="124050"/>
                      <a:pt x="109448" y="120813"/>
                      <a:pt x="109448" y="116620"/>
                    </a:cubicBezTo>
                    <a:cubicBezTo>
                      <a:pt x="109448" y="113097"/>
                      <a:pt x="110686" y="110048"/>
                      <a:pt x="113163" y="107477"/>
                    </a:cubicBezTo>
                    <a:cubicBezTo>
                      <a:pt x="115639" y="105000"/>
                      <a:pt x="118688" y="103667"/>
                      <a:pt x="122402" y="103667"/>
                    </a:cubicBezTo>
                    <a:cubicBezTo>
                      <a:pt x="126021" y="103667"/>
                      <a:pt x="129070" y="105000"/>
                      <a:pt x="131642" y="107477"/>
                    </a:cubicBezTo>
                    <a:cubicBezTo>
                      <a:pt x="134308" y="109953"/>
                      <a:pt x="135546" y="113002"/>
                      <a:pt x="135546" y="116620"/>
                    </a:cubicBezTo>
                    <a:cubicBezTo>
                      <a:pt x="135546" y="120718"/>
                      <a:pt x="134308" y="123955"/>
                      <a:pt x="131642" y="126336"/>
                    </a:cubicBezTo>
                    <a:cubicBezTo>
                      <a:pt x="129070" y="128622"/>
                      <a:pt x="126117" y="129766"/>
                      <a:pt x="122593" y="129766"/>
                    </a:cubicBezTo>
                    <a:close/>
                    <a:moveTo>
                      <a:pt x="162217" y="32707"/>
                    </a:moveTo>
                    <a:cubicBezTo>
                      <a:pt x="162217" y="26895"/>
                      <a:pt x="163741" y="21465"/>
                      <a:pt x="166884" y="16322"/>
                    </a:cubicBezTo>
                    <a:cubicBezTo>
                      <a:pt x="170122" y="11180"/>
                      <a:pt x="174695" y="7083"/>
                      <a:pt x="180790" y="4036"/>
                    </a:cubicBezTo>
                    <a:cubicBezTo>
                      <a:pt x="186886" y="988"/>
                      <a:pt x="194125" y="-631"/>
                      <a:pt x="202221" y="-631"/>
                    </a:cubicBezTo>
                    <a:cubicBezTo>
                      <a:pt x="209176" y="-631"/>
                      <a:pt x="215176" y="320"/>
                      <a:pt x="220414" y="2129"/>
                    </a:cubicBezTo>
                    <a:cubicBezTo>
                      <a:pt x="225558" y="3941"/>
                      <a:pt x="229939" y="6418"/>
                      <a:pt x="233368" y="9559"/>
                    </a:cubicBezTo>
                    <a:cubicBezTo>
                      <a:pt x="236893" y="12703"/>
                      <a:pt x="239464" y="16229"/>
                      <a:pt x="241179" y="20228"/>
                    </a:cubicBezTo>
                    <a:cubicBezTo>
                      <a:pt x="242798" y="24228"/>
                      <a:pt x="243656" y="28419"/>
                      <a:pt x="243656" y="32802"/>
                    </a:cubicBezTo>
                    <a:cubicBezTo>
                      <a:pt x="243656" y="38516"/>
                      <a:pt x="242132" y="43564"/>
                      <a:pt x="239178" y="48041"/>
                    </a:cubicBezTo>
                    <a:cubicBezTo>
                      <a:pt x="236322" y="52517"/>
                      <a:pt x="232035" y="56138"/>
                      <a:pt x="226225" y="58996"/>
                    </a:cubicBezTo>
                    <a:cubicBezTo>
                      <a:pt x="231082" y="60900"/>
                      <a:pt x="235179" y="63377"/>
                      <a:pt x="238417" y="66519"/>
                    </a:cubicBezTo>
                    <a:cubicBezTo>
                      <a:pt x="241655" y="69567"/>
                      <a:pt x="244132" y="73188"/>
                      <a:pt x="245751" y="77283"/>
                    </a:cubicBezTo>
                    <a:cubicBezTo>
                      <a:pt x="247370" y="81378"/>
                      <a:pt x="248228" y="85855"/>
                      <a:pt x="248228" y="90808"/>
                    </a:cubicBezTo>
                    <a:cubicBezTo>
                      <a:pt x="248228" y="98142"/>
                      <a:pt x="246513" y="104714"/>
                      <a:pt x="242989" y="110716"/>
                    </a:cubicBezTo>
                    <a:cubicBezTo>
                      <a:pt x="239464" y="116620"/>
                      <a:pt x="234226" y="121287"/>
                      <a:pt x="227463" y="124622"/>
                    </a:cubicBezTo>
                    <a:cubicBezTo>
                      <a:pt x="220605" y="127957"/>
                      <a:pt x="212509" y="129670"/>
                      <a:pt x="203270" y="129670"/>
                    </a:cubicBezTo>
                    <a:cubicBezTo>
                      <a:pt x="193650" y="129670"/>
                      <a:pt x="185457" y="127957"/>
                      <a:pt x="178600" y="124622"/>
                    </a:cubicBezTo>
                    <a:cubicBezTo>
                      <a:pt x="171837" y="121287"/>
                      <a:pt x="166693" y="116620"/>
                      <a:pt x="163169" y="110811"/>
                    </a:cubicBezTo>
                    <a:cubicBezTo>
                      <a:pt x="159740" y="104905"/>
                      <a:pt x="157931" y="98333"/>
                      <a:pt x="157931" y="90998"/>
                    </a:cubicBezTo>
                    <a:cubicBezTo>
                      <a:pt x="157931" y="75474"/>
                      <a:pt x="165360" y="64805"/>
                      <a:pt x="180029" y="58996"/>
                    </a:cubicBezTo>
                    <a:cubicBezTo>
                      <a:pt x="168122" y="53375"/>
                      <a:pt x="162217" y="44613"/>
                      <a:pt x="162217" y="32707"/>
                    </a:cubicBezTo>
                    <a:close/>
                    <a:moveTo>
                      <a:pt x="224511" y="90140"/>
                    </a:moveTo>
                    <a:cubicBezTo>
                      <a:pt x="224511" y="85664"/>
                      <a:pt x="223557" y="81664"/>
                      <a:pt x="221653" y="78329"/>
                    </a:cubicBezTo>
                    <a:cubicBezTo>
                      <a:pt x="219844" y="74997"/>
                      <a:pt x="217272" y="72425"/>
                      <a:pt x="213843" y="70616"/>
                    </a:cubicBezTo>
                    <a:cubicBezTo>
                      <a:pt x="210508" y="68804"/>
                      <a:pt x="206794" y="67949"/>
                      <a:pt x="202603" y="67949"/>
                    </a:cubicBezTo>
                    <a:cubicBezTo>
                      <a:pt x="196697" y="67949"/>
                      <a:pt x="191744" y="69853"/>
                      <a:pt x="187744" y="73853"/>
                    </a:cubicBezTo>
                    <a:cubicBezTo>
                      <a:pt x="183743" y="77760"/>
                      <a:pt x="181744" y="83283"/>
                      <a:pt x="181744" y="90331"/>
                    </a:cubicBezTo>
                    <a:cubicBezTo>
                      <a:pt x="181744" y="94810"/>
                      <a:pt x="182696" y="98810"/>
                      <a:pt x="184505" y="102333"/>
                    </a:cubicBezTo>
                    <a:cubicBezTo>
                      <a:pt x="186411" y="105667"/>
                      <a:pt x="188983" y="108335"/>
                      <a:pt x="192221" y="110239"/>
                    </a:cubicBezTo>
                    <a:cubicBezTo>
                      <a:pt x="195459" y="112144"/>
                      <a:pt x="199079" y="113097"/>
                      <a:pt x="203079" y="113097"/>
                    </a:cubicBezTo>
                    <a:cubicBezTo>
                      <a:pt x="207175" y="113097"/>
                      <a:pt x="210794" y="112144"/>
                      <a:pt x="214032" y="110239"/>
                    </a:cubicBezTo>
                    <a:cubicBezTo>
                      <a:pt x="217272" y="108239"/>
                      <a:pt x="219844" y="105572"/>
                      <a:pt x="221653" y="102142"/>
                    </a:cubicBezTo>
                    <a:cubicBezTo>
                      <a:pt x="223557" y="98619"/>
                      <a:pt x="224511" y="94619"/>
                      <a:pt x="224511" y="90140"/>
                    </a:cubicBezTo>
                    <a:close/>
                    <a:moveTo>
                      <a:pt x="202793" y="16038"/>
                    </a:moveTo>
                    <a:cubicBezTo>
                      <a:pt x="197364" y="16038"/>
                      <a:pt x="192887" y="17752"/>
                      <a:pt x="189554" y="21084"/>
                    </a:cubicBezTo>
                    <a:cubicBezTo>
                      <a:pt x="186315" y="24514"/>
                      <a:pt x="184600" y="28800"/>
                      <a:pt x="184600" y="34134"/>
                    </a:cubicBezTo>
                    <a:cubicBezTo>
                      <a:pt x="184600" y="39088"/>
                      <a:pt x="186315" y="43183"/>
                      <a:pt x="189744" y="46422"/>
                    </a:cubicBezTo>
                    <a:cubicBezTo>
                      <a:pt x="193173" y="49754"/>
                      <a:pt x="197554" y="51375"/>
                      <a:pt x="202984" y="51375"/>
                    </a:cubicBezTo>
                    <a:cubicBezTo>
                      <a:pt x="205651" y="51375"/>
                      <a:pt x="208127" y="50899"/>
                      <a:pt x="210319" y="50040"/>
                    </a:cubicBezTo>
                    <a:cubicBezTo>
                      <a:pt x="212604" y="49185"/>
                      <a:pt x="214509" y="47945"/>
                      <a:pt x="216033" y="46422"/>
                    </a:cubicBezTo>
                    <a:cubicBezTo>
                      <a:pt x="217652" y="44897"/>
                      <a:pt x="218890" y="43087"/>
                      <a:pt x="219748" y="40992"/>
                    </a:cubicBezTo>
                    <a:cubicBezTo>
                      <a:pt x="220605" y="38897"/>
                      <a:pt x="221082" y="36516"/>
                      <a:pt x="221082" y="33944"/>
                    </a:cubicBezTo>
                    <a:cubicBezTo>
                      <a:pt x="221082" y="30516"/>
                      <a:pt x="220319" y="27467"/>
                      <a:pt x="218701" y="24800"/>
                    </a:cubicBezTo>
                    <a:cubicBezTo>
                      <a:pt x="217272" y="22038"/>
                      <a:pt x="215081" y="19942"/>
                      <a:pt x="212318" y="18324"/>
                    </a:cubicBezTo>
                    <a:cubicBezTo>
                      <a:pt x="209556" y="16798"/>
                      <a:pt x="206318" y="16038"/>
                      <a:pt x="202793" y="16038"/>
                    </a:cubicBezTo>
                    <a:close/>
                    <a:moveTo>
                      <a:pt x="283661" y="1560"/>
                    </a:moveTo>
                    <a:lnTo>
                      <a:pt x="341477" y="1560"/>
                    </a:lnTo>
                    <a:cubicBezTo>
                      <a:pt x="347097" y="1560"/>
                      <a:pt x="351097" y="2415"/>
                      <a:pt x="353574" y="4227"/>
                    </a:cubicBezTo>
                    <a:cubicBezTo>
                      <a:pt x="356050" y="5941"/>
                      <a:pt x="357289" y="8799"/>
                      <a:pt x="357289" y="12799"/>
                    </a:cubicBezTo>
                    <a:cubicBezTo>
                      <a:pt x="357289" y="15180"/>
                      <a:pt x="355860" y="18419"/>
                      <a:pt x="352908" y="22419"/>
                    </a:cubicBezTo>
                    <a:cubicBezTo>
                      <a:pt x="349954" y="26419"/>
                      <a:pt x="346621" y="30800"/>
                      <a:pt x="342906" y="35658"/>
                    </a:cubicBezTo>
                    <a:cubicBezTo>
                      <a:pt x="339191" y="40515"/>
                      <a:pt x="335287" y="46517"/>
                      <a:pt x="331381" y="53661"/>
                    </a:cubicBezTo>
                    <a:cubicBezTo>
                      <a:pt x="327380" y="60805"/>
                      <a:pt x="323760" y="69663"/>
                      <a:pt x="320522" y="79950"/>
                    </a:cubicBezTo>
                    <a:cubicBezTo>
                      <a:pt x="319093" y="84522"/>
                      <a:pt x="318141" y="88331"/>
                      <a:pt x="317570" y="91380"/>
                    </a:cubicBezTo>
                    <a:cubicBezTo>
                      <a:pt x="316998" y="94333"/>
                      <a:pt x="316332" y="98238"/>
                      <a:pt x="315664" y="103095"/>
                    </a:cubicBezTo>
                    <a:cubicBezTo>
                      <a:pt x="314903" y="107858"/>
                      <a:pt x="314331" y="111572"/>
                      <a:pt x="313760" y="114144"/>
                    </a:cubicBezTo>
                    <a:cubicBezTo>
                      <a:pt x="312617" y="120050"/>
                      <a:pt x="310807" y="124145"/>
                      <a:pt x="308616" y="126431"/>
                    </a:cubicBezTo>
                    <a:cubicBezTo>
                      <a:pt x="306425" y="128717"/>
                      <a:pt x="303472" y="129766"/>
                      <a:pt x="299757" y="129766"/>
                    </a:cubicBezTo>
                    <a:cubicBezTo>
                      <a:pt x="296233" y="129766"/>
                      <a:pt x="293376" y="128622"/>
                      <a:pt x="291186" y="126145"/>
                    </a:cubicBezTo>
                    <a:cubicBezTo>
                      <a:pt x="289089" y="123669"/>
                      <a:pt x="288042" y="120050"/>
                      <a:pt x="288042" y="115192"/>
                    </a:cubicBezTo>
                    <a:cubicBezTo>
                      <a:pt x="288042" y="111572"/>
                      <a:pt x="288804" y="106525"/>
                      <a:pt x="290328" y="100142"/>
                    </a:cubicBezTo>
                    <a:cubicBezTo>
                      <a:pt x="291947" y="93761"/>
                      <a:pt x="294424" y="86141"/>
                      <a:pt x="298043" y="77283"/>
                    </a:cubicBezTo>
                    <a:cubicBezTo>
                      <a:pt x="301568" y="68330"/>
                      <a:pt x="305949" y="59279"/>
                      <a:pt x="311188" y="49945"/>
                    </a:cubicBezTo>
                    <a:cubicBezTo>
                      <a:pt x="316521" y="40611"/>
                      <a:pt x="322808" y="31277"/>
                      <a:pt x="330143" y="21942"/>
                    </a:cubicBezTo>
                    <a:lnTo>
                      <a:pt x="283661" y="21942"/>
                    </a:lnTo>
                    <a:cubicBezTo>
                      <a:pt x="278803" y="21942"/>
                      <a:pt x="275183" y="21084"/>
                      <a:pt x="272707" y="19370"/>
                    </a:cubicBezTo>
                    <a:cubicBezTo>
                      <a:pt x="270325" y="17561"/>
                      <a:pt x="269182" y="14798"/>
                      <a:pt x="269182" y="11085"/>
                    </a:cubicBezTo>
                    <a:cubicBezTo>
                      <a:pt x="269182" y="7083"/>
                      <a:pt x="270421" y="4511"/>
                      <a:pt x="272993" y="3274"/>
                    </a:cubicBezTo>
                    <a:cubicBezTo>
                      <a:pt x="275565" y="2129"/>
                      <a:pt x="279089" y="1560"/>
                      <a:pt x="283661" y="1560"/>
                    </a:cubicBezTo>
                    <a:close/>
                    <a:moveTo>
                      <a:pt x="536264" y="75853"/>
                    </a:moveTo>
                    <a:lnTo>
                      <a:pt x="536264" y="100333"/>
                    </a:lnTo>
                    <a:cubicBezTo>
                      <a:pt x="536264" y="103572"/>
                      <a:pt x="535882" y="106144"/>
                      <a:pt x="535312" y="108144"/>
                    </a:cubicBezTo>
                    <a:cubicBezTo>
                      <a:pt x="534644" y="110048"/>
                      <a:pt x="533406" y="111762"/>
                      <a:pt x="531692" y="113288"/>
                    </a:cubicBezTo>
                    <a:cubicBezTo>
                      <a:pt x="530072" y="114906"/>
                      <a:pt x="527882" y="116429"/>
                      <a:pt x="525214" y="117860"/>
                    </a:cubicBezTo>
                    <a:cubicBezTo>
                      <a:pt x="517500" y="121955"/>
                      <a:pt x="510070" y="125003"/>
                      <a:pt x="503022" y="126908"/>
                    </a:cubicBezTo>
                    <a:cubicBezTo>
                      <a:pt x="495878" y="128812"/>
                      <a:pt x="488067" y="129766"/>
                      <a:pt x="479685" y="129766"/>
                    </a:cubicBezTo>
                    <a:cubicBezTo>
                      <a:pt x="469970" y="129766"/>
                      <a:pt x="461016" y="128336"/>
                      <a:pt x="453015" y="125289"/>
                    </a:cubicBezTo>
                    <a:cubicBezTo>
                      <a:pt x="444919" y="122336"/>
                      <a:pt x="438060" y="117955"/>
                      <a:pt x="432346" y="112144"/>
                    </a:cubicBezTo>
                    <a:cubicBezTo>
                      <a:pt x="426726" y="106430"/>
                      <a:pt x="422345" y="99477"/>
                      <a:pt x="419296" y="91380"/>
                    </a:cubicBezTo>
                    <a:cubicBezTo>
                      <a:pt x="416249" y="83187"/>
                      <a:pt x="414725" y="74044"/>
                      <a:pt x="414725" y="64042"/>
                    </a:cubicBezTo>
                    <a:cubicBezTo>
                      <a:pt x="414725" y="54138"/>
                      <a:pt x="416249" y="45087"/>
                      <a:pt x="419201" y="36802"/>
                    </a:cubicBezTo>
                    <a:cubicBezTo>
                      <a:pt x="422154" y="28609"/>
                      <a:pt x="426536" y="21656"/>
                      <a:pt x="432250" y="15943"/>
                    </a:cubicBezTo>
                    <a:cubicBezTo>
                      <a:pt x="437965" y="10227"/>
                      <a:pt x="444919" y="5845"/>
                      <a:pt x="453111" y="2797"/>
                    </a:cubicBezTo>
                    <a:cubicBezTo>
                      <a:pt x="461397" y="-252"/>
                      <a:pt x="470636" y="-1775"/>
                      <a:pt x="481114" y="-1775"/>
                    </a:cubicBezTo>
                    <a:cubicBezTo>
                      <a:pt x="489686" y="-1775"/>
                      <a:pt x="497212" y="-631"/>
                      <a:pt x="503879" y="1655"/>
                    </a:cubicBezTo>
                    <a:cubicBezTo>
                      <a:pt x="510451" y="3941"/>
                      <a:pt x="515785" y="6797"/>
                      <a:pt x="519881" y="10227"/>
                    </a:cubicBezTo>
                    <a:cubicBezTo>
                      <a:pt x="523976" y="13752"/>
                      <a:pt x="527120" y="17370"/>
                      <a:pt x="529215" y="21275"/>
                    </a:cubicBezTo>
                    <a:cubicBezTo>
                      <a:pt x="531311" y="25182"/>
                      <a:pt x="532358" y="28609"/>
                      <a:pt x="532358" y="31658"/>
                    </a:cubicBezTo>
                    <a:cubicBezTo>
                      <a:pt x="532358" y="34897"/>
                      <a:pt x="531120" y="37660"/>
                      <a:pt x="528643" y="39946"/>
                    </a:cubicBezTo>
                    <a:cubicBezTo>
                      <a:pt x="526262" y="42232"/>
                      <a:pt x="523405" y="43373"/>
                      <a:pt x="520071" y="43373"/>
                    </a:cubicBezTo>
                    <a:cubicBezTo>
                      <a:pt x="518261" y="43373"/>
                      <a:pt x="516451" y="42897"/>
                      <a:pt x="514737" y="42041"/>
                    </a:cubicBezTo>
                    <a:cubicBezTo>
                      <a:pt x="513022" y="41183"/>
                      <a:pt x="511594" y="39946"/>
                      <a:pt x="510451" y="38420"/>
                    </a:cubicBezTo>
                    <a:cubicBezTo>
                      <a:pt x="507212" y="33372"/>
                      <a:pt x="504545" y="29658"/>
                      <a:pt x="502354" y="27086"/>
                    </a:cubicBezTo>
                    <a:cubicBezTo>
                      <a:pt x="500164" y="24609"/>
                      <a:pt x="497212" y="22419"/>
                      <a:pt x="493401" y="20705"/>
                    </a:cubicBezTo>
                    <a:cubicBezTo>
                      <a:pt x="489686" y="18989"/>
                      <a:pt x="485019" y="18038"/>
                      <a:pt x="479209" y="18038"/>
                    </a:cubicBezTo>
                    <a:cubicBezTo>
                      <a:pt x="473208" y="18038"/>
                      <a:pt x="467874" y="19084"/>
                      <a:pt x="463207" y="21179"/>
                    </a:cubicBezTo>
                    <a:cubicBezTo>
                      <a:pt x="458539" y="23277"/>
                      <a:pt x="454539" y="26228"/>
                      <a:pt x="451110" y="30135"/>
                    </a:cubicBezTo>
                    <a:cubicBezTo>
                      <a:pt x="447871" y="34039"/>
                      <a:pt x="445300" y="38802"/>
                      <a:pt x="443490" y="44518"/>
                    </a:cubicBezTo>
                    <a:cubicBezTo>
                      <a:pt x="441775" y="50136"/>
                      <a:pt x="440918" y="56424"/>
                      <a:pt x="440918" y="63282"/>
                    </a:cubicBezTo>
                    <a:cubicBezTo>
                      <a:pt x="440918" y="78234"/>
                      <a:pt x="444347" y="89761"/>
                      <a:pt x="451110" y="97761"/>
                    </a:cubicBezTo>
                    <a:cubicBezTo>
                      <a:pt x="458064" y="105858"/>
                      <a:pt x="467589" y="109858"/>
                      <a:pt x="479875" y="109858"/>
                    </a:cubicBezTo>
                    <a:cubicBezTo>
                      <a:pt x="485876" y="109858"/>
                      <a:pt x="491401" y="109097"/>
                      <a:pt x="496639" y="107477"/>
                    </a:cubicBezTo>
                    <a:cubicBezTo>
                      <a:pt x="501879" y="105953"/>
                      <a:pt x="507212" y="103667"/>
                      <a:pt x="512642" y="100809"/>
                    </a:cubicBezTo>
                    <a:lnTo>
                      <a:pt x="512642" y="80141"/>
                    </a:lnTo>
                    <a:lnTo>
                      <a:pt x="492639" y="80141"/>
                    </a:lnTo>
                    <a:cubicBezTo>
                      <a:pt x="487876" y="80141"/>
                      <a:pt x="484162" y="79474"/>
                      <a:pt x="481686" y="77950"/>
                    </a:cubicBezTo>
                    <a:cubicBezTo>
                      <a:pt x="479304" y="76520"/>
                      <a:pt x="478066" y="74044"/>
                      <a:pt x="478066" y="70616"/>
                    </a:cubicBezTo>
                    <a:cubicBezTo>
                      <a:pt x="478066" y="67758"/>
                      <a:pt x="479114" y="65377"/>
                      <a:pt x="481114" y="63568"/>
                    </a:cubicBezTo>
                    <a:cubicBezTo>
                      <a:pt x="483209" y="61756"/>
                      <a:pt x="485971" y="60805"/>
                      <a:pt x="489496" y="60805"/>
                    </a:cubicBezTo>
                    <a:lnTo>
                      <a:pt x="518738" y="60805"/>
                    </a:lnTo>
                    <a:cubicBezTo>
                      <a:pt x="522358" y="60805"/>
                      <a:pt x="525405" y="61091"/>
                      <a:pt x="527882" y="61756"/>
                    </a:cubicBezTo>
                    <a:cubicBezTo>
                      <a:pt x="530358" y="62423"/>
                      <a:pt x="532358" y="63758"/>
                      <a:pt x="533883" y="66044"/>
                    </a:cubicBezTo>
                    <a:cubicBezTo>
                      <a:pt x="535407" y="68235"/>
                      <a:pt x="536264" y="71472"/>
                      <a:pt x="536264" y="75853"/>
                    </a:cubicBezTo>
                    <a:close/>
                    <a:moveTo>
                      <a:pt x="586746" y="13847"/>
                    </a:moveTo>
                    <a:lnTo>
                      <a:pt x="586746" y="50327"/>
                    </a:lnTo>
                    <a:lnTo>
                      <a:pt x="642372" y="50327"/>
                    </a:lnTo>
                    <a:lnTo>
                      <a:pt x="642372" y="13847"/>
                    </a:lnTo>
                    <a:cubicBezTo>
                      <a:pt x="642372" y="8608"/>
                      <a:pt x="643515" y="4701"/>
                      <a:pt x="645897" y="2129"/>
                    </a:cubicBezTo>
                    <a:cubicBezTo>
                      <a:pt x="648278" y="-536"/>
                      <a:pt x="651325" y="-1775"/>
                      <a:pt x="655136" y="-1775"/>
                    </a:cubicBezTo>
                    <a:cubicBezTo>
                      <a:pt x="659041" y="-1775"/>
                      <a:pt x="662184" y="-536"/>
                      <a:pt x="664565" y="2129"/>
                    </a:cubicBezTo>
                    <a:cubicBezTo>
                      <a:pt x="666947" y="4606"/>
                      <a:pt x="668185" y="8513"/>
                      <a:pt x="668185" y="13847"/>
                    </a:cubicBezTo>
                    <a:lnTo>
                      <a:pt x="668185" y="114144"/>
                    </a:lnTo>
                    <a:cubicBezTo>
                      <a:pt x="668185" y="119383"/>
                      <a:pt x="666947" y="123289"/>
                      <a:pt x="664565" y="125859"/>
                    </a:cubicBezTo>
                    <a:cubicBezTo>
                      <a:pt x="662089" y="128526"/>
                      <a:pt x="658946" y="129766"/>
                      <a:pt x="655136" y="129766"/>
                    </a:cubicBezTo>
                    <a:cubicBezTo>
                      <a:pt x="651325" y="129766"/>
                      <a:pt x="648183" y="128526"/>
                      <a:pt x="645897" y="125859"/>
                    </a:cubicBezTo>
                    <a:cubicBezTo>
                      <a:pt x="643515" y="123289"/>
                      <a:pt x="642372" y="119287"/>
                      <a:pt x="642372" y="114144"/>
                    </a:cubicBezTo>
                    <a:lnTo>
                      <a:pt x="642372" y="71281"/>
                    </a:lnTo>
                    <a:lnTo>
                      <a:pt x="586746" y="71281"/>
                    </a:lnTo>
                    <a:lnTo>
                      <a:pt x="586746" y="114144"/>
                    </a:lnTo>
                    <a:cubicBezTo>
                      <a:pt x="586746" y="119383"/>
                      <a:pt x="585507" y="123289"/>
                      <a:pt x="583126" y="125859"/>
                    </a:cubicBezTo>
                    <a:cubicBezTo>
                      <a:pt x="580651" y="128526"/>
                      <a:pt x="577507" y="129766"/>
                      <a:pt x="573696" y="129766"/>
                    </a:cubicBezTo>
                    <a:cubicBezTo>
                      <a:pt x="569887" y="129766"/>
                      <a:pt x="566743" y="128526"/>
                      <a:pt x="564457" y="125859"/>
                    </a:cubicBezTo>
                    <a:cubicBezTo>
                      <a:pt x="562172" y="123289"/>
                      <a:pt x="560933" y="119287"/>
                      <a:pt x="560933" y="114144"/>
                    </a:cubicBezTo>
                    <a:lnTo>
                      <a:pt x="560933" y="13847"/>
                    </a:lnTo>
                    <a:cubicBezTo>
                      <a:pt x="560933" y="8608"/>
                      <a:pt x="562076" y="4701"/>
                      <a:pt x="564362" y="2129"/>
                    </a:cubicBezTo>
                    <a:cubicBezTo>
                      <a:pt x="566648" y="-536"/>
                      <a:pt x="569792" y="-1775"/>
                      <a:pt x="573696" y="-1775"/>
                    </a:cubicBezTo>
                    <a:cubicBezTo>
                      <a:pt x="577602" y="-1775"/>
                      <a:pt x="580745" y="-536"/>
                      <a:pt x="583126" y="2129"/>
                    </a:cubicBezTo>
                    <a:cubicBezTo>
                      <a:pt x="585507" y="4606"/>
                      <a:pt x="586746" y="8513"/>
                      <a:pt x="586746" y="13847"/>
                    </a:cubicBezTo>
                    <a:close/>
                    <a:moveTo>
                      <a:pt x="758672" y="60614"/>
                    </a:moveTo>
                    <a:lnTo>
                      <a:pt x="715239" y="109190"/>
                    </a:lnTo>
                    <a:lnTo>
                      <a:pt x="761720" y="109190"/>
                    </a:lnTo>
                    <a:cubicBezTo>
                      <a:pt x="765435" y="109190"/>
                      <a:pt x="768293" y="110048"/>
                      <a:pt x="770197" y="111858"/>
                    </a:cubicBezTo>
                    <a:cubicBezTo>
                      <a:pt x="772103" y="113574"/>
                      <a:pt x="773055" y="115860"/>
                      <a:pt x="773055" y="118622"/>
                    </a:cubicBezTo>
                    <a:cubicBezTo>
                      <a:pt x="773055" y="121287"/>
                      <a:pt x="772103" y="123478"/>
                      <a:pt x="770197" y="125099"/>
                    </a:cubicBezTo>
                    <a:cubicBezTo>
                      <a:pt x="768388" y="126813"/>
                      <a:pt x="765530" y="127671"/>
                      <a:pt x="761720" y="127671"/>
                    </a:cubicBezTo>
                    <a:lnTo>
                      <a:pt x="697426" y="127671"/>
                    </a:lnTo>
                    <a:cubicBezTo>
                      <a:pt x="692950" y="127671"/>
                      <a:pt x="689521" y="126622"/>
                      <a:pt x="687330" y="124717"/>
                    </a:cubicBezTo>
                    <a:cubicBezTo>
                      <a:pt x="685044" y="122717"/>
                      <a:pt x="683997" y="120050"/>
                      <a:pt x="683997" y="116620"/>
                    </a:cubicBezTo>
                    <a:cubicBezTo>
                      <a:pt x="683997" y="114620"/>
                      <a:pt x="684758" y="112525"/>
                      <a:pt x="686378" y="110525"/>
                    </a:cubicBezTo>
                    <a:cubicBezTo>
                      <a:pt x="687901" y="108430"/>
                      <a:pt x="691140" y="104619"/>
                      <a:pt x="696094" y="99191"/>
                    </a:cubicBezTo>
                    <a:cubicBezTo>
                      <a:pt x="701236" y="93380"/>
                      <a:pt x="705999" y="88140"/>
                      <a:pt x="710190" y="83473"/>
                    </a:cubicBezTo>
                    <a:cubicBezTo>
                      <a:pt x="714476" y="78806"/>
                      <a:pt x="718477" y="74425"/>
                      <a:pt x="722097" y="70330"/>
                    </a:cubicBezTo>
                    <a:cubicBezTo>
                      <a:pt x="725716" y="66235"/>
                      <a:pt x="728764" y="62805"/>
                      <a:pt x="731145" y="59947"/>
                    </a:cubicBezTo>
                    <a:cubicBezTo>
                      <a:pt x="733526" y="57089"/>
                      <a:pt x="735526" y="54612"/>
                      <a:pt x="736955" y="52612"/>
                    </a:cubicBezTo>
                    <a:lnTo>
                      <a:pt x="701713" y="52612"/>
                    </a:lnTo>
                    <a:cubicBezTo>
                      <a:pt x="696855" y="52612"/>
                      <a:pt x="693140" y="52231"/>
                      <a:pt x="690664" y="51375"/>
                    </a:cubicBezTo>
                    <a:cubicBezTo>
                      <a:pt x="688187" y="50422"/>
                      <a:pt x="686949" y="48136"/>
                      <a:pt x="686949" y="44518"/>
                    </a:cubicBezTo>
                    <a:cubicBezTo>
                      <a:pt x="686949" y="41755"/>
                      <a:pt x="687901" y="39564"/>
                      <a:pt x="689711" y="37944"/>
                    </a:cubicBezTo>
                    <a:cubicBezTo>
                      <a:pt x="691616" y="36325"/>
                      <a:pt x="694283" y="35562"/>
                      <a:pt x="697807" y="35562"/>
                    </a:cubicBezTo>
                    <a:lnTo>
                      <a:pt x="752195" y="35562"/>
                    </a:lnTo>
                    <a:cubicBezTo>
                      <a:pt x="757243" y="35562"/>
                      <a:pt x="761149" y="36325"/>
                      <a:pt x="763816" y="37753"/>
                    </a:cubicBezTo>
                    <a:cubicBezTo>
                      <a:pt x="766482" y="39278"/>
                      <a:pt x="767816" y="41850"/>
                      <a:pt x="767816" y="45659"/>
                    </a:cubicBezTo>
                    <a:cubicBezTo>
                      <a:pt x="767816" y="46994"/>
                      <a:pt x="767626" y="48327"/>
                      <a:pt x="767054" y="49659"/>
                    </a:cubicBezTo>
                    <a:cubicBezTo>
                      <a:pt x="766578" y="50994"/>
                      <a:pt x="766007" y="52136"/>
                      <a:pt x="765339" y="52994"/>
                    </a:cubicBezTo>
                    <a:cubicBezTo>
                      <a:pt x="764673" y="53852"/>
                      <a:pt x="763816" y="54898"/>
                      <a:pt x="762769" y="56233"/>
                    </a:cubicBezTo>
                    <a:cubicBezTo>
                      <a:pt x="761626" y="57375"/>
                      <a:pt x="760292" y="58900"/>
                      <a:pt x="758672" y="60614"/>
                    </a:cubicBezTo>
                    <a:close/>
                  </a:path>
                </a:pathLst>
              </a:custGeom>
              <a:solidFill>
                <a:srgbClr val="2F4FB5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0" name="Graphic 78">
                <a:extLst>
                  <a:ext uri="{FF2B5EF4-FFF2-40B4-BE49-F238E27FC236}">
                    <a16:creationId xmlns:a16="http://schemas.microsoft.com/office/drawing/2014/main" id="{C9D15E07-6BA1-833C-32AA-F2F72283B939}"/>
                  </a:ext>
                </a:extLst>
              </p:cNvPr>
              <p:cNvGrpSpPr/>
              <p:nvPr/>
            </p:nvGrpSpPr>
            <p:grpSpPr>
              <a:xfrm>
                <a:off x="9721154" y="5850796"/>
                <a:ext cx="916870" cy="431545"/>
                <a:chOff x="9263982" y="6126703"/>
                <a:chExt cx="654463" cy="308037"/>
              </a:xfrm>
              <a:solidFill>
                <a:srgbClr val="000000"/>
              </a:solidFill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F0B1F17-9FBF-37B0-F02D-B72F31CEF438}"/>
                    </a:ext>
                  </a:extLst>
                </p:cNvPr>
                <p:cNvSpPr/>
                <p:nvPr/>
              </p:nvSpPr>
              <p:spPr>
                <a:xfrm>
                  <a:off x="9263982" y="6126703"/>
                  <a:ext cx="556164" cy="308037"/>
                </a:xfrm>
                <a:custGeom>
                  <a:avLst/>
                  <a:gdLst>
                    <a:gd name="csX0" fmla="*/ 76587 w 556164"/>
                    <a:gd name="csY0" fmla="*/ 34418 h 308037"/>
                    <a:gd name="csX1" fmla="*/ 192602 w 556164"/>
                    <a:gd name="csY1" fmla="*/ 209966 h 308037"/>
                    <a:gd name="csX2" fmla="*/ 192602 w 556164"/>
                    <a:gd name="csY2" fmla="*/ 32800 h 308037"/>
                    <a:gd name="csX3" fmla="*/ 199935 w 556164"/>
                    <a:gd name="csY3" fmla="*/ 6987 h 308037"/>
                    <a:gd name="csX4" fmla="*/ 220034 w 556164"/>
                    <a:gd name="csY4" fmla="*/ -1775 h 308037"/>
                    <a:gd name="csX5" fmla="*/ 240607 w 556164"/>
                    <a:gd name="csY5" fmla="*/ 6987 h 308037"/>
                    <a:gd name="csX6" fmla="*/ 248133 w 556164"/>
                    <a:gd name="csY6" fmla="*/ 32800 h 308037"/>
                    <a:gd name="csX7" fmla="*/ 248133 w 556164"/>
                    <a:gd name="csY7" fmla="*/ 267020 h 308037"/>
                    <a:gd name="csX8" fmla="*/ 215557 w 556164"/>
                    <a:gd name="csY8" fmla="*/ 306262 h 308037"/>
                    <a:gd name="csX9" fmla="*/ 200984 w 556164"/>
                    <a:gd name="csY9" fmla="*/ 303785 h 308037"/>
                    <a:gd name="csX10" fmla="*/ 188792 w 556164"/>
                    <a:gd name="csY10" fmla="*/ 296451 h 308037"/>
                    <a:gd name="csX11" fmla="*/ 178219 w 556164"/>
                    <a:gd name="csY11" fmla="*/ 284735 h 308037"/>
                    <a:gd name="csX12" fmla="*/ 168408 w 556164"/>
                    <a:gd name="csY12" fmla="*/ 270734 h 308037"/>
                    <a:gd name="csX13" fmla="*/ 55251 w 556164"/>
                    <a:gd name="csY13" fmla="*/ 97189 h 308037"/>
                    <a:gd name="csX14" fmla="*/ 55251 w 556164"/>
                    <a:gd name="csY14" fmla="*/ 271687 h 308037"/>
                    <a:gd name="csX15" fmla="*/ 47346 w 556164"/>
                    <a:gd name="csY15" fmla="*/ 297500 h 308037"/>
                    <a:gd name="csX16" fmla="*/ 27058 w 556164"/>
                    <a:gd name="csY16" fmla="*/ 306262 h 308037"/>
                    <a:gd name="csX17" fmla="*/ 6579 w 556164"/>
                    <a:gd name="csY17" fmla="*/ 297500 h 308037"/>
                    <a:gd name="csX18" fmla="*/ -1137 w 556164"/>
                    <a:gd name="csY18" fmla="*/ 271687 h 308037"/>
                    <a:gd name="csX19" fmla="*/ -1137 w 556164"/>
                    <a:gd name="csY19" fmla="*/ 41943 h 308037"/>
                    <a:gd name="csX20" fmla="*/ 2102 w 556164"/>
                    <a:gd name="csY20" fmla="*/ 18989 h 308037"/>
                    <a:gd name="csX21" fmla="*/ 14865 w 556164"/>
                    <a:gd name="csY21" fmla="*/ 4129 h 308037"/>
                    <a:gd name="csX22" fmla="*/ 34201 w 556164"/>
                    <a:gd name="csY22" fmla="*/ -1775 h 308037"/>
                    <a:gd name="csX23" fmla="*/ 48012 w 556164"/>
                    <a:gd name="csY23" fmla="*/ 890 h 308037"/>
                    <a:gd name="csX24" fmla="*/ 58109 w 556164"/>
                    <a:gd name="csY24" fmla="*/ 8034 h 308037"/>
                    <a:gd name="csX25" fmla="*/ 67062 w 556164"/>
                    <a:gd name="csY25" fmla="*/ 19561 h 308037"/>
                    <a:gd name="csX26" fmla="*/ 76587 w 556164"/>
                    <a:gd name="csY26" fmla="*/ 34418 h 308037"/>
                    <a:gd name="csX27" fmla="*/ 358241 w 556164"/>
                    <a:gd name="csY27" fmla="*/ 37848 h 308037"/>
                    <a:gd name="csX28" fmla="*/ 425679 w 556164"/>
                    <a:gd name="csY28" fmla="*/ 237587 h 308037"/>
                    <a:gd name="csX29" fmla="*/ 493306 w 556164"/>
                    <a:gd name="csY29" fmla="*/ 36420 h 308037"/>
                    <a:gd name="csX30" fmla="*/ 501211 w 556164"/>
                    <a:gd name="csY30" fmla="*/ 14512 h 308037"/>
                    <a:gd name="csX31" fmla="*/ 509975 w 556164"/>
                    <a:gd name="csY31" fmla="*/ 3367 h 308037"/>
                    <a:gd name="csX32" fmla="*/ 526643 w 556164"/>
                    <a:gd name="csY32" fmla="*/ -1775 h 308037"/>
                    <a:gd name="csX33" fmla="*/ 540836 w 556164"/>
                    <a:gd name="csY33" fmla="*/ 2129 h 308037"/>
                    <a:gd name="csX34" fmla="*/ 551218 w 556164"/>
                    <a:gd name="csY34" fmla="*/ 12513 h 308037"/>
                    <a:gd name="csX35" fmla="*/ 555028 w 556164"/>
                    <a:gd name="csY35" fmla="*/ 25275 h 308037"/>
                    <a:gd name="csX36" fmla="*/ 553789 w 556164"/>
                    <a:gd name="csY36" fmla="*/ 34990 h 308037"/>
                    <a:gd name="csX37" fmla="*/ 550742 w 556164"/>
                    <a:gd name="csY37" fmla="*/ 45183 h 308037"/>
                    <a:gd name="csX38" fmla="*/ 547122 w 556164"/>
                    <a:gd name="csY38" fmla="*/ 55375 h 308037"/>
                    <a:gd name="csX39" fmla="*/ 475018 w 556164"/>
                    <a:gd name="csY39" fmla="*/ 249970 h 308037"/>
                    <a:gd name="csX40" fmla="*/ 467303 w 556164"/>
                    <a:gd name="csY40" fmla="*/ 271306 h 308037"/>
                    <a:gd name="csX41" fmla="*/ 458349 w 556164"/>
                    <a:gd name="csY41" fmla="*/ 289021 h 308037"/>
                    <a:gd name="csX42" fmla="*/ 444729 w 556164"/>
                    <a:gd name="csY42" fmla="*/ 301404 h 308037"/>
                    <a:gd name="csX43" fmla="*/ 424250 w 556164"/>
                    <a:gd name="csY43" fmla="*/ 306262 h 308037"/>
                    <a:gd name="csX44" fmla="*/ 403485 w 556164"/>
                    <a:gd name="csY44" fmla="*/ 301404 h 308037"/>
                    <a:gd name="csX45" fmla="*/ 389865 w 556164"/>
                    <a:gd name="csY45" fmla="*/ 289021 h 308037"/>
                    <a:gd name="csX46" fmla="*/ 380910 w 556164"/>
                    <a:gd name="csY46" fmla="*/ 271115 h 308037"/>
                    <a:gd name="csX47" fmla="*/ 373196 w 556164"/>
                    <a:gd name="csY47" fmla="*/ 249970 h 308037"/>
                    <a:gd name="csX48" fmla="*/ 302329 w 556164"/>
                    <a:gd name="csY48" fmla="*/ 56994 h 308037"/>
                    <a:gd name="csX49" fmla="*/ 298425 w 556164"/>
                    <a:gd name="csY49" fmla="*/ 46610 h 308037"/>
                    <a:gd name="csX50" fmla="*/ 295185 w 556164"/>
                    <a:gd name="csY50" fmla="*/ 35658 h 308037"/>
                    <a:gd name="csX51" fmla="*/ 294043 w 556164"/>
                    <a:gd name="csY51" fmla="*/ 25656 h 308037"/>
                    <a:gd name="csX52" fmla="*/ 302329 w 556164"/>
                    <a:gd name="csY52" fmla="*/ 6797 h 308037"/>
                    <a:gd name="csX53" fmla="*/ 323285 w 556164"/>
                    <a:gd name="csY53" fmla="*/ -1775 h 308037"/>
                    <a:gd name="csX54" fmla="*/ 345002 w 556164"/>
                    <a:gd name="csY54" fmla="*/ 7845 h 308037"/>
                    <a:gd name="csX55" fmla="*/ 358241 w 556164"/>
                    <a:gd name="csY55" fmla="*/ 37848 h 3080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</a:cxnLst>
                  <a:rect l="l" t="t" r="r" b="b"/>
                  <a:pathLst>
                    <a:path w="556164" h="308037">
                      <a:moveTo>
                        <a:pt x="76587" y="34418"/>
                      </a:moveTo>
                      <a:lnTo>
                        <a:pt x="192602" y="209966"/>
                      </a:lnTo>
                      <a:lnTo>
                        <a:pt x="192602" y="32800"/>
                      </a:lnTo>
                      <a:cubicBezTo>
                        <a:pt x="192602" y="21275"/>
                        <a:pt x="195078" y="12701"/>
                        <a:pt x="199935" y="6987"/>
                      </a:cubicBezTo>
                      <a:cubicBezTo>
                        <a:pt x="204984" y="1176"/>
                        <a:pt x="211652" y="-1775"/>
                        <a:pt x="220034" y="-1775"/>
                      </a:cubicBezTo>
                      <a:cubicBezTo>
                        <a:pt x="228701" y="-1775"/>
                        <a:pt x="235559" y="1176"/>
                        <a:pt x="240607" y="6987"/>
                      </a:cubicBezTo>
                      <a:cubicBezTo>
                        <a:pt x="245561" y="12701"/>
                        <a:pt x="248133" y="21275"/>
                        <a:pt x="248133" y="32800"/>
                      </a:cubicBezTo>
                      <a:lnTo>
                        <a:pt x="248133" y="267020"/>
                      </a:lnTo>
                      <a:cubicBezTo>
                        <a:pt x="248133" y="293214"/>
                        <a:pt x="237274" y="306262"/>
                        <a:pt x="215557" y="306262"/>
                      </a:cubicBezTo>
                      <a:cubicBezTo>
                        <a:pt x="210128" y="306262"/>
                        <a:pt x="205270" y="305406"/>
                        <a:pt x="200984" y="303785"/>
                      </a:cubicBezTo>
                      <a:cubicBezTo>
                        <a:pt x="196602" y="302358"/>
                        <a:pt x="192602" y="299881"/>
                        <a:pt x="188792" y="296451"/>
                      </a:cubicBezTo>
                      <a:cubicBezTo>
                        <a:pt x="184982" y="293119"/>
                        <a:pt x="181458" y="289212"/>
                        <a:pt x="178219" y="284735"/>
                      </a:cubicBezTo>
                      <a:cubicBezTo>
                        <a:pt x="174980" y="280068"/>
                        <a:pt x="171742" y="275401"/>
                        <a:pt x="168408" y="270734"/>
                      </a:cubicBezTo>
                      <a:lnTo>
                        <a:pt x="55251" y="97189"/>
                      </a:lnTo>
                      <a:lnTo>
                        <a:pt x="55251" y="271687"/>
                      </a:lnTo>
                      <a:cubicBezTo>
                        <a:pt x="55251" y="283117"/>
                        <a:pt x="52679" y="291689"/>
                        <a:pt x="47346" y="297500"/>
                      </a:cubicBezTo>
                      <a:cubicBezTo>
                        <a:pt x="42107" y="303309"/>
                        <a:pt x="35344" y="306262"/>
                        <a:pt x="27058" y="306262"/>
                      </a:cubicBezTo>
                      <a:cubicBezTo>
                        <a:pt x="18485" y="306262"/>
                        <a:pt x="11721" y="303309"/>
                        <a:pt x="6579" y="297500"/>
                      </a:cubicBezTo>
                      <a:cubicBezTo>
                        <a:pt x="1435" y="291593"/>
                        <a:pt x="-1137" y="282926"/>
                        <a:pt x="-1137" y="271687"/>
                      </a:cubicBezTo>
                      <a:lnTo>
                        <a:pt x="-1137" y="41943"/>
                      </a:lnTo>
                      <a:cubicBezTo>
                        <a:pt x="-1137" y="32228"/>
                        <a:pt x="-90" y="24514"/>
                        <a:pt x="2102" y="18989"/>
                      </a:cubicBezTo>
                      <a:cubicBezTo>
                        <a:pt x="4673" y="12892"/>
                        <a:pt x="8865" y="7938"/>
                        <a:pt x="14865" y="4129"/>
                      </a:cubicBezTo>
                      <a:cubicBezTo>
                        <a:pt x="20866" y="225"/>
                        <a:pt x="27247" y="-1775"/>
                        <a:pt x="34201" y="-1775"/>
                      </a:cubicBezTo>
                      <a:cubicBezTo>
                        <a:pt x="39630" y="-1775"/>
                        <a:pt x="44202" y="-824"/>
                        <a:pt x="48012" y="890"/>
                      </a:cubicBezTo>
                      <a:cubicBezTo>
                        <a:pt x="51918" y="2702"/>
                        <a:pt x="55251" y="5083"/>
                        <a:pt x="58109" y="8034"/>
                      </a:cubicBezTo>
                      <a:cubicBezTo>
                        <a:pt x="61157" y="10987"/>
                        <a:pt x="64109" y="14894"/>
                        <a:pt x="67062" y="19561"/>
                      </a:cubicBezTo>
                      <a:cubicBezTo>
                        <a:pt x="70205" y="24323"/>
                        <a:pt x="73349" y="29277"/>
                        <a:pt x="76587" y="34418"/>
                      </a:cubicBezTo>
                      <a:close/>
                      <a:moveTo>
                        <a:pt x="358241" y="37848"/>
                      </a:moveTo>
                      <a:lnTo>
                        <a:pt x="425679" y="237587"/>
                      </a:lnTo>
                      <a:lnTo>
                        <a:pt x="493306" y="36420"/>
                      </a:lnTo>
                      <a:cubicBezTo>
                        <a:pt x="496830" y="25847"/>
                        <a:pt x="499497" y="18608"/>
                        <a:pt x="501211" y="14512"/>
                      </a:cubicBezTo>
                      <a:cubicBezTo>
                        <a:pt x="503022" y="10320"/>
                        <a:pt x="505878" y="6606"/>
                        <a:pt x="509975" y="3367"/>
                      </a:cubicBezTo>
                      <a:cubicBezTo>
                        <a:pt x="513976" y="-61"/>
                        <a:pt x="519595" y="-1775"/>
                        <a:pt x="526643" y="-1775"/>
                      </a:cubicBezTo>
                      <a:cubicBezTo>
                        <a:pt x="531787" y="-1775"/>
                        <a:pt x="536454" y="-442"/>
                        <a:pt x="540836" y="2129"/>
                      </a:cubicBezTo>
                      <a:cubicBezTo>
                        <a:pt x="545312" y="4701"/>
                        <a:pt x="548741" y="8129"/>
                        <a:pt x="551218" y="12513"/>
                      </a:cubicBezTo>
                      <a:cubicBezTo>
                        <a:pt x="553789" y="16703"/>
                        <a:pt x="555028" y="20989"/>
                        <a:pt x="555028" y="25275"/>
                      </a:cubicBezTo>
                      <a:cubicBezTo>
                        <a:pt x="555028" y="28228"/>
                        <a:pt x="554646" y="31467"/>
                        <a:pt x="553789" y="34990"/>
                      </a:cubicBezTo>
                      <a:cubicBezTo>
                        <a:pt x="553028" y="38420"/>
                        <a:pt x="551980" y="41848"/>
                        <a:pt x="550742" y="45183"/>
                      </a:cubicBezTo>
                      <a:cubicBezTo>
                        <a:pt x="549599" y="48420"/>
                        <a:pt x="548361" y="51850"/>
                        <a:pt x="547122" y="55375"/>
                      </a:cubicBezTo>
                      <a:lnTo>
                        <a:pt x="475018" y="249970"/>
                      </a:lnTo>
                      <a:cubicBezTo>
                        <a:pt x="472447" y="257400"/>
                        <a:pt x="469875" y="264544"/>
                        <a:pt x="467303" y="271306"/>
                      </a:cubicBezTo>
                      <a:cubicBezTo>
                        <a:pt x="464731" y="277973"/>
                        <a:pt x="461778" y="283784"/>
                        <a:pt x="458349" y="289021"/>
                      </a:cubicBezTo>
                      <a:cubicBezTo>
                        <a:pt x="454920" y="293974"/>
                        <a:pt x="450443" y="298167"/>
                        <a:pt x="444729" y="301404"/>
                      </a:cubicBezTo>
                      <a:cubicBezTo>
                        <a:pt x="439203" y="304644"/>
                        <a:pt x="432346" y="306262"/>
                        <a:pt x="424250" y="306262"/>
                      </a:cubicBezTo>
                      <a:cubicBezTo>
                        <a:pt x="416058" y="306262"/>
                        <a:pt x="409201" y="304644"/>
                        <a:pt x="403485" y="301404"/>
                      </a:cubicBezTo>
                      <a:cubicBezTo>
                        <a:pt x="397961" y="298263"/>
                        <a:pt x="393389" y="294165"/>
                        <a:pt x="389865" y="289021"/>
                      </a:cubicBezTo>
                      <a:cubicBezTo>
                        <a:pt x="386531" y="283689"/>
                        <a:pt x="383482" y="277782"/>
                        <a:pt x="380910" y="271115"/>
                      </a:cubicBezTo>
                      <a:cubicBezTo>
                        <a:pt x="378340" y="264448"/>
                        <a:pt x="375768" y="257400"/>
                        <a:pt x="373196" y="249970"/>
                      </a:cubicBezTo>
                      <a:lnTo>
                        <a:pt x="302329" y="56994"/>
                      </a:lnTo>
                      <a:cubicBezTo>
                        <a:pt x="301091" y="53468"/>
                        <a:pt x="299853" y="50040"/>
                        <a:pt x="298425" y="46610"/>
                      </a:cubicBezTo>
                      <a:cubicBezTo>
                        <a:pt x="297282" y="43183"/>
                        <a:pt x="296139" y="39562"/>
                        <a:pt x="295185" y="35658"/>
                      </a:cubicBezTo>
                      <a:cubicBezTo>
                        <a:pt x="294424" y="31751"/>
                        <a:pt x="294043" y="28419"/>
                        <a:pt x="294043" y="25656"/>
                      </a:cubicBezTo>
                      <a:cubicBezTo>
                        <a:pt x="294043" y="18798"/>
                        <a:pt x="296805" y="12513"/>
                        <a:pt x="302329" y="6797"/>
                      </a:cubicBezTo>
                      <a:cubicBezTo>
                        <a:pt x="307854" y="1081"/>
                        <a:pt x="314903" y="-1775"/>
                        <a:pt x="323285" y="-1775"/>
                      </a:cubicBezTo>
                      <a:cubicBezTo>
                        <a:pt x="333571" y="-1775"/>
                        <a:pt x="340811" y="1462"/>
                        <a:pt x="345002" y="7845"/>
                      </a:cubicBezTo>
                      <a:cubicBezTo>
                        <a:pt x="349288" y="14036"/>
                        <a:pt x="353764" y="24037"/>
                        <a:pt x="358241" y="3784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8A33392F-6506-A333-12D2-9B8E5862D0D7}"/>
                    </a:ext>
                  </a:extLst>
                </p:cNvPr>
                <p:cNvSpPr/>
                <p:nvPr/>
              </p:nvSpPr>
              <p:spPr>
                <a:xfrm>
                  <a:off x="9837863" y="6176993"/>
                  <a:ext cx="80582" cy="31814"/>
                </a:xfrm>
                <a:custGeom>
                  <a:avLst/>
                  <a:gdLst>
                    <a:gd name="csX0" fmla="*/ 60014 w 80582"/>
                    <a:gd name="csY0" fmla="*/ 30039 h 31814"/>
                    <a:gd name="csX1" fmla="*/ 18294 w 80582"/>
                    <a:gd name="csY1" fmla="*/ 30039 h 31814"/>
                    <a:gd name="csX2" fmla="*/ 3721 w 80582"/>
                    <a:gd name="csY2" fmla="*/ 25658 h 31814"/>
                    <a:gd name="csX3" fmla="*/ -1137 w 80582"/>
                    <a:gd name="csY3" fmla="*/ 14229 h 31814"/>
                    <a:gd name="csX4" fmla="*/ 3625 w 80582"/>
                    <a:gd name="csY4" fmla="*/ 2704 h 31814"/>
                    <a:gd name="csX5" fmla="*/ 18294 w 80582"/>
                    <a:gd name="csY5" fmla="*/ -1775 h 31814"/>
                    <a:gd name="csX6" fmla="*/ 60014 w 80582"/>
                    <a:gd name="csY6" fmla="*/ -1775 h 31814"/>
                    <a:gd name="csX7" fmla="*/ 74492 w 80582"/>
                    <a:gd name="csY7" fmla="*/ 2704 h 31814"/>
                    <a:gd name="csX8" fmla="*/ 79445 w 80582"/>
                    <a:gd name="csY8" fmla="*/ 14229 h 31814"/>
                    <a:gd name="csX9" fmla="*/ 74683 w 80582"/>
                    <a:gd name="csY9" fmla="*/ 25658 h 31814"/>
                    <a:gd name="csX10" fmla="*/ 60014 w 80582"/>
                    <a:gd name="csY10" fmla="*/ 30039 h 3181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80582" h="31814">
                      <a:moveTo>
                        <a:pt x="60014" y="30039"/>
                      </a:moveTo>
                      <a:lnTo>
                        <a:pt x="18294" y="30039"/>
                      </a:lnTo>
                      <a:cubicBezTo>
                        <a:pt x="11912" y="30039"/>
                        <a:pt x="7054" y="28612"/>
                        <a:pt x="3721" y="25658"/>
                      </a:cubicBezTo>
                      <a:cubicBezTo>
                        <a:pt x="483" y="22705"/>
                        <a:pt x="-1137" y="18896"/>
                        <a:pt x="-1137" y="14229"/>
                      </a:cubicBezTo>
                      <a:cubicBezTo>
                        <a:pt x="-1137" y="9466"/>
                        <a:pt x="483" y="5655"/>
                        <a:pt x="3625" y="2704"/>
                      </a:cubicBezTo>
                      <a:cubicBezTo>
                        <a:pt x="6865" y="-249"/>
                        <a:pt x="11721" y="-1775"/>
                        <a:pt x="18294" y="-1775"/>
                      </a:cubicBezTo>
                      <a:lnTo>
                        <a:pt x="60014" y="-1775"/>
                      </a:lnTo>
                      <a:cubicBezTo>
                        <a:pt x="66490" y="-1775"/>
                        <a:pt x="71348" y="-249"/>
                        <a:pt x="74492" y="2704"/>
                      </a:cubicBezTo>
                      <a:cubicBezTo>
                        <a:pt x="77825" y="5655"/>
                        <a:pt x="79445" y="9466"/>
                        <a:pt x="79445" y="14229"/>
                      </a:cubicBezTo>
                      <a:cubicBezTo>
                        <a:pt x="79445" y="18896"/>
                        <a:pt x="77825" y="22705"/>
                        <a:pt x="74683" y="25658"/>
                      </a:cubicBezTo>
                      <a:cubicBezTo>
                        <a:pt x="71443" y="28612"/>
                        <a:pt x="66585" y="30039"/>
                        <a:pt x="60014" y="300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682995A-1D07-DE47-F93C-A5BB2FFC107B}"/>
                  </a:ext>
                </a:extLst>
              </p:cNvPr>
              <p:cNvSpPr/>
              <p:nvPr/>
            </p:nvSpPr>
            <p:spPr>
              <a:xfrm>
                <a:off x="6606253" y="1115923"/>
                <a:ext cx="4364038" cy="4364039"/>
              </a:xfrm>
              <a:custGeom>
                <a:avLst/>
                <a:gdLst>
                  <a:gd name="csX0" fmla="*/ 1556391 w 3115055"/>
                  <a:gd name="csY0" fmla="*/ -1775 h 3115056"/>
                  <a:gd name="csX1" fmla="*/ -1137 w 3115055"/>
                  <a:gd name="csY1" fmla="*/ 1555753 h 3115056"/>
                  <a:gd name="csX2" fmla="*/ 1556391 w 3115055"/>
                  <a:gd name="csY2" fmla="*/ 3113282 h 3115056"/>
                  <a:gd name="csX3" fmla="*/ 3113918 w 3115055"/>
                  <a:gd name="csY3" fmla="*/ 1555753 h 3115056"/>
                  <a:gd name="csX4" fmla="*/ 1556391 w 3115055"/>
                  <a:gd name="csY4" fmla="*/ -1775 h 3115056"/>
                  <a:gd name="csX5" fmla="*/ 1556391 w 3115055"/>
                  <a:gd name="csY5" fmla="*/ 26800 h 3115056"/>
                  <a:gd name="csX6" fmla="*/ 3085343 w 3115055"/>
                  <a:gd name="csY6" fmla="*/ 1555753 h 3115056"/>
                  <a:gd name="csX7" fmla="*/ 1556391 w 3115055"/>
                  <a:gd name="csY7" fmla="*/ 3084707 h 3115056"/>
                  <a:gd name="csX8" fmla="*/ 27438 w 3115055"/>
                  <a:gd name="csY8" fmla="*/ 1555753 h 3115056"/>
                  <a:gd name="csX9" fmla="*/ 1556391 w 3115055"/>
                  <a:gd name="csY9" fmla="*/ 26800 h 31150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115055" h="3115056">
                    <a:moveTo>
                      <a:pt x="1556391" y="-1775"/>
                    </a:moveTo>
                    <a:cubicBezTo>
                      <a:pt x="696378" y="-1775"/>
                      <a:pt x="-1137" y="695741"/>
                      <a:pt x="-1137" y="1555753"/>
                    </a:cubicBezTo>
                    <a:cubicBezTo>
                      <a:pt x="-1137" y="2415766"/>
                      <a:pt x="696378" y="3113282"/>
                      <a:pt x="1556391" y="3113282"/>
                    </a:cubicBezTo>
                    <a:cubicBezTo>
                      <a:pt x="2416403" y="3113282"/>
                      <a:pt x="3113918" y="2415766"/>
                      <a:pt x="3113918" y="1555753"/>
                    </a:cubicBezTo>
                    <a:cubicBezTo>
                      <a:pt x="3113918" y="695741"/>
                      <a:pt x="2416403" y="-1775"/>
                      <a:pt x="1556391" y="-1775"/>
                    </a:cubicBezTo>
                    <a:close/>
                    <a:moveTo>
                      <a:pt x="1556391" y="26800"/>
                    </a:moveTo>
                    <a:cubicBezTo>
                      <a:pt x="2400972" y="26800"/>
                      <a:pt x="3085343" y="711170"/>
                      <a:pt x="3085343" y="1555753"/>
                    </a:cubicBezTo>
                    <a:cubicBezTo>
                      <a:pt x="3085343" y="2400334"/>
                      <a:pt x="2400972" y="3084707"/>
                      <a:pt x="1556391" y="3084707"/>
                    </a:cubicBezTo>
                    <a:cubicBezTo>
                      <a:pt x="711809" y="3084707"/>
                      <a:pt x="27438" y="2400334"/>
                      <a:pt x="27438" y="1555753"/>
                    </a:cubicBezTo>
                    <a:cubicBezTo>
                      <a:pt x="27438" y="711170"/>
                      <a:pt x="711809" y="26800"/>
                      <a:pt x="1556391" y="26800"/>
                    </a:cubicBezTo>
                    <a:close/>
                  </a:path>
                </a:pathLst>
              </a:custGeom>
              <a:solidFill>
                <a:srgbClr val="FF0000"/>
              </a:solidFill>
              <a:ln w="9525" cap="sq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4A3B2555-99FF-470D-030A-44E7162E123B}"/>
                  </a:ext>
                </a:extLst>
              </p:cNvPr>
              <p:cNvSpPr/>
              <p:nvPr/>
            </p:nvSpPr>
            <p:spPr>
              <a:xfrm>
                <a:off x="8947150" y="3397250"/>
                <a:ext cx="876300" cy="761372"/>
              </a:xfrm>
              <a:custGeom>
                <a:avLst/>
                <a:gdLst>
                  <a:gd name="csX0" fmla="*/ 0 w 528147"/>
                  <a:gd name="csY0" fmla="*/ 359752 h 458880"/>
                  <a:gd name="csX1" fmla="*/ 3827 w 528147"/>
                  <a:gd name="csY1" fmla="*/ 378888 h 458880"/>
                  <a:gd name="csX2" fmla="*/ 49752 w 528147"/>
                  <a:gd name="csY2" fmla="*/ 428641 h 458880"/>
                  <a:gd name="csX3" fmla="*/ 61234 w 528147"/>
                  <a:gd name="csY3" fmla="*/ 436295 h 458880"/>
                  <a:gd name="csX4" fmla="*/ 72715 w 528147"/>
                  <a:gd name="csY4" fmla="*/ 440122 h 458880"/>
                  <a:gd name="csX5" fmla="*/ 91851 w 528147"/>
                  <a:gd name="csY5" fmla="*/ 455431 h 458880"/>
                  <a:gd name="csX6" fmla="*/ 355925 w 528147"/>
                  <a:gd name="csY6" fmla="*/ 440122 h 458880"/>
                  <a:gd name="csX7" fmla="*/ 371233 w 528147"/>
                  <a:gd name="csY7" fmla="*/ 432468 h 458880"/>
                  <a:gd name="csX8" fmla="*/ 420986 w 528147"/>
                  <a:gd name="csY8" fmla="*/ 375061 h 458880"/>
                  <a:gd name="csX9" fmla="*/ 486048 w 528147"/>
                  <a:gd name="csY9" fmla="*/ 283209 h 458880"/>
                  <a:gd name="csX10" fmla="*/ 520492 w 528147"/>
                  <a:gd name="csY10" fmla="*/ 199012 h 458880"/>
                  <a:gd name="csX11" fmla="*/ 528147 w 528147"/>
                  <a:gd name="csY11" fmla="*/ 126296 h 458880"/>
                  <a:gd name="csX12" fmla="*/ 524319 w 528147"/>
                  <a:gd name="csY12" fmla="*/ 45925 h 458880"/>
                  <a:gd name="csX13" fmla="*/ 524319 w 528147"/>
                  <a:gd name="csY13" fmla="*/ 0 h 4588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528147" h="458880" extrusionOk="0">
                    <a:moveTo>
                      <a:pt x="0" y="359752"/>
                    </a:moveTo>
                    <a:cubicBezTo>
                      <a:pt x="-151" y="365295"/>
                      <a:pt x="-413" y="373044"/>
                      <a:pt x="3827" y="378888"/>
                    </a:cubicBezTo>
                    <a:cubicBezTo>
                      <a:pt x="17671" y="406205"/>
                      <a:pt x="27295" y="413343"/>
                      <a:pt x="49752" y="428641"/>
                    </a:cubicBezTo>
                    <a:cubicBezTo>
                      <a:pt x="53209" y="431555"/>
                      <a:pt x="56352" y="434613"/>
                      <a:pt x="61234" y="436295"/>
                    </a:cubicBezTo>
                    <a:cubicBezTo>
                      <a:pt x="64080" y="438911"/>
                      <a:pt x="69655" y="438562"/>
                      <a:pt x="72715" y="440122"/>
                    </a:cubicBezTo>
                    <a:cubicBezTo>
                      <a:pt x="78964" y="443333"/>
                      <a:pt x="85861" y="455594"/>
                      <a:pt x="91851" y="455431"/>
                    </a:cubicBezTo>
                    <a:cubicBezTo>
                      <a:pt x="273191" y="460406"/>
                      <a:pt x="255497" y="463721"/>
                      <a:pt x="355925" y="440122"/>
                    </a:cubicBezTo>
                    <a:cubicBezTo>
                      <a:pt x="360441" y="438301"/>
                      <a:pt x="365818" y="435113"/>
                      <a:pt x="371233" y="432468"/>
                    </a:cubicBezTo>
                    <a:cubicBezTo>
                      <a:pt x="399863" y="414321"/>
                      <a:pt x="396851" y="408071"/>
                      <a:pt x="420986" y="375061"/>
                    </a:cubicBezTo>
                    <a:cubicBezTo>
                      <a:pt x="446948" y="341202"/>
                      <a:pt x="464448" y="332667"/>
                      <a:pt x="486048" y="283209"/>
                    </a:cubicBezTo>
                    <a:cubicBezTo>
                      <a:pt x="505424" y="228141"/>
                      <a:pt x="497117" y="270224"/>
                      <a:pt x="520492" y="199012"/>
                    </a:cubicBezTo>
                    <a:cubicBezTo>
                      <a:pt x="520661" y="171958"/>
                      <a:pt x="525730" y="148428"/>
                      <a:pt x="528147" y="126296"/>
                    </a:cubicBezTo>
                    <a:cubicBezTo>
                      <a:pt x="528158" y="94699"/>
                      <a:pt x="524982" y="75546"/>
                      <a:pt x="524319" y="45925"/>
                    </a:cubicBezTo>
                    <a:cubicBezTo>
                      <a:pt x="523167" y="29586"/>
                      <a:pt x="524738" y="14378"/>
                      <a:pt x="524319" y="0"/>
                    </a:cubicBezTo>
                  </a:path>
                </a:pathLst>
              </a:custGeom>
              <a:ln w="571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  <a:extLst>
                  <a:ext uri="{C807C97D-BFC1-408E-A445-0C87EB9F89A2}">
                    <ask:lineSketchStyleProps xmlns:ask="http://schemas.microsoft.com/office/drawing/2018/sketchyshapes" sd="1188139836">
                      <a:custGeom>
                        <a:avLst/>
                        <a:gdLst>
                          <a:gd name="csX0" fmla="*/ 0 w 876300"/>
                          <a:gd name="csY0" fmla="*/ 596900 h 761372"/>
                          <a:gd name="csX1" fmla="*/ 6350 w 876300"/>
                          <a:gd name="csY1" fmla="*/ 628650 h 761372"/>
                          <a:gd name="csX2" fmla="*/ 82550 w 876300"/>
                          <a:gd name="csY2" fmla="*/ 711200 h 761372"/>
                          <a:gd name="csX3" fmla="*/ 101600 w 876300"/>
                          <a:gd name="csY3" fmla="*/ 723900 h 761372"/>
                          <a:gd name="csX4" fmla="*/ 120650 w 876300"/>
                          <a:gd name="csY4" fmla="*/ 730250 h 761372"/>
                          <a:gd name="csX5" fmla="*/ 152400 w 876300"/>
                          <a:gd name="csY5" fmla="*/ 755650 h 761372"/>
                          <a:gd name="csX6" fmla="*/ 590550 w 876300"/>
                          <a:gd name="csY6" fmla="*/ 730250 h 761372"/>
                          <a:gd name="csX7" fmla="*/ 615950 w 876300"/>
                          <a:gd name="csY7" fmla="*/ 717550 h 761372"/>
                          <a:gd name="csX8" fmla="*/ 698500 w 876300"/>
                          <a:gd name="csY8" fmla="*/ 622300 h 761372"/>
                          <a:gd name="csX9" fmla="*/ 806450 w 876300"/>
                          <a:gd name="csY9" fmla="*/ 469900 h 761372"/>
                          <a:gd name="csX10" fmla="*/ 863600 w 876300"/>
                          <a:gd name="csY10" fmla="*/ 330200 h 761372"/>
                          <a:gd name="csX11" fmla="*/ 876300 w 876300"/>
                          <a:gd name="csY11" fmla="*/ 209550 h 761372"/>
                          <a:gd name="csX12" fmla="*/ 869950 w 876300"/>
                          <a:gd name="csY12" fmla="*/ 76200 h 761372"/>
                          <a:gd name="csX13" fmla="*/ 869950 w 876300"/>
                          <a:gd name="csY13" fmla="*/ 0 h 761372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</a:cxnLst>
                        <a:rect l="l" t="t" r="r" b="b"/>
                        <a:pathLst>
                          <a:path w="876300" h="761372">
                            <a:moveTo>
                              <a:pt x="0" y="596900"/>
                            </a:moveTo>
                            <a:cubicBezTo>
                              <a:pt x="2117" y="607483"/>
                              <a:pt x="995" y="619279"/>
                              <a:pt x="6350" y="628650"/>
                            </a:cubicBezTo>
                            <a:cubicBezTo>
                              <a:pt x="30115" y="670240"/>
                              <a:pt x="48244" y="685470"/>
                              <a:pt x="82550" y="711200"/>
                            </a:cubicBezTo>
                            <a:cubicBezTo>
                              <a:pt x="88655" y="715779"/>
                              <a:pt x="94774" y="720487"/>
                              <a:pt x="101600" y="723900"/>
                            </a:cubicBezTo>
                            <a:cubicBezTo>
                              <a:pt x="107587" y="726893"/>
                              <a:pt x="114300" y="728133"/>
                              <a:pt x="120650" y="730250"/>
                            </a:cubicBezTo>
                            <a:cubicBezTo>
                              <a:pt x="131233" y="738717"/>
                              <a:pt x="138853" y="755233"/>
                              <a:pt x="152400" y="755650"/>
                            </a:cubicBezTo>
                            <a:cubicBezTo>
                              <a:pt x="451425" y="764851"/>
                              <a:pt x="424940" y="767052"/>
                              <a:pt x="590550" y="730250"/>
                            </a:cubicBezTo>
                            <a:cubicBezTo>
                              <a:pt x="599017" y="726017"/>
                              <a:pt x="608074" y="722801"/>
                              <a:pt x="615950" y="717550"/>
                            </a:cubicBezTo>
                            <a:cubicBezTo>
                              <a:pt x="661064" y="687474"/>
                              <a:pt x="659095" y="674841"/>
                              <a:pt x="698500" y="622300"/>
                            </a:cubicBezTo>
                            <a:cubicBezTo>
                              <a:pt x="741057" y="565557"/>
                              <a:pt x="764007" y="554786"/>
                              <a:pt x="806450" y="469900"/>
                            </a:cubicBezTo>
                            <a:cubicBezTo>
                              <a:pt x="845922" y="390955"/>
                              <a:pt x="825482" y="436929"/>
                              <a:pt x="863600" y="330200"/>
                            </a:cubicBezTo>
                            <a:cubicBezTo>
                              <a:pt x="869096" y="291729"/>
                              <a:pt x="876300" y="247515"/>
                              <a:pt x="876300" y="209550"/>
                            </a:cubicBezTo>
                            <a:cubicBezTo>
                              <a:pt x="876300" y="165050"/>
                              <a:pt x="871298" y="120680"/>
                              <a:pt x="869950" y="76200"/>
                            </a:cubicBezTo>
                            <a:cubicBezTo>
                              <a:pt x="869181" y="50812"/>
                              <a:pt x="869950" y="25400"/>
                              <a:pt x="869950" y="0"/>
                            </a:cubicBezTo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D47A912-3B49-D0D1-C8ED-3F6841684731}"/>
                  </a:ext>
                </a:extLst>
              </p:cNvPr>
              <p:cNvSpPr txBox="1"/>
              <p:nvPr/>
            </p:nvSpPr>
            <p:spPr>
              <a:xfrm>
                <a:off x="9675470" y="3895404"/>
                <a:ext cx="3642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?</a:t>
                </a:r>
              </a:p>
            </p:txBody>
          </p:sp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46E98372-649C-8206-DB06-A6340E463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343627"/>
              <a:ext cx="5685163" cy="3237493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B1BD8B24-D5C7-DAD8-A851-6A051835B2EE}"/>
                </a:ext>
              </a:extLst>
            </p:cNvPr>
            <p:cNvSpPr/>
            <p:nvPr/>
          </p:nvSpPr>
          <p:spPr>
            <a:xfrm>
              <a:off x="6073920" y="1857829"/>
              <a:ext cx="5767577" cy="4193078"/>
            </a:xfrm>
            <a:custGeom>
              <a:avLst/>
              <a:gdLst>
                <a:gd name="csX0" fmla="*/ 0 w 4754140"/>
                <a:gd name="csY0" fmla="*/ 576062 h 3456301"/>
                <a:gd name="csX1" fmla="*/ 576062 w 4754140"/>
                <a:gd name="csY1" fmla="*/ 0 h 3456301"/>
                <a:gd name="csX2" fmla="*/ 1162676 w 4754140"/>
                <a:gd name="csY2" fmla="*/ 0 h 3456301"/>
                <a:gd name="csX3" fmla="*/ 1749290 w 4754140"/>
                <a:gd name="csY3" fmla="*/ 0 h 3456301"/>
                <a:gd name="csX4" fmla="*/ 2335904 w 4754140"/>
                <a:gd name="csY4" fmla="*/ 0 h 3456301"/>
                <a:gd name="csX5" fmla="*/ 2814458 w 4754140"/>
                <a:gd name="csY5" fmla="*/ 0 h 3456301"/>
                <a:gd name="csX6" fmla="*/ 3365052 w 4754140"/>
                <a:gd name="csY6" fmla="*/ 0 h 3456301"/>
                <a:gd name="csX7" fmla="*/ 4178078 w 4754140"/>
                <a:gd name="csY7" fmla="*/ 0 h 3456301"/>
                <a:gd name="csX8" fmla="*/ 4754140 w 4754140"/>
                <a:gd name="csY8" fmla="*/ 576062 h 3456301"/>
                <a:gd name="csX9" fmla="*/ 4754140 w 4754140"/>
                <a:gd name="csY9" fmla="*/ 1152106 h 3456301"/>
                <a:gd name="csX10" fmla="*/ 4754140 w 4754140"/>
                <a:gd name="csY10" fmla="*/ 1751192 h 3456301"/>
                <a:gd name="csX11" fmla="*/ 4754140 w 4754140"/>
                <a:gd name="csY11" fmla="*/ 2258111 h 3456301"/>
                <a:gd name="csX12" fmla="*/ 4754140 w 4754140"/>
                <a:gd name="csY12" fmla="*/ 2880239 h 3456301"/>
                <a:gd name="csX13" fmla="*/ 4178078 w 4754140"/>
                <a:gd name="csY13" fmla="*/ 3456301 h 3456301"/>
                <a:gd name="csX14" fmla="*/ 3699524 w 4754140"/>
                <a:gd name="csY14" fmla="*/ 3456301 h 3456301"/>
                <a:gd name="csX15" fmla="*/ 3148931 w 4754140"/>
                <a:gd name="csY15" fmla="*/ 3456301 h 3456301"/>
                <a:gd name="csX16" fmla="*/ 2598337 w 4754140"/>
                <a:gd name="csY16" fmla="*/ 3456301 h 3456301"/>
                <a:gd name="csX17" fmla="*/ 2191823 w 4754140"/>
                <a:gd name="csY17" fmla="*/ 3456301 h 3456301"/>
                <a:gd name="csX18" fmla="*/ 1749290 w 4754140"/>
                <a:gd name="csY18" fmla="*/ 3456301 h 3456301"/>
                <a:gd name="csX19" fmla="*/ 1162676 w 4754140"/>
                <a:gd name="csY19" fmla="*/ 3456301 h 3456301"/>
                <a:gd name="csX20" fmla="*/ 576062 w 4754140"/>
                <a:gd name="csY20" fmla="*/ 3456301 h 3456301"/>
                <a:gd name="csX21" fmla="*/ 0 w 4754140"/>
                <a:gd name="csY21" fmla="*/ 2880239 h 3456301"/>
                <a:gd name="csX22" fmla="*/ 0 w 4754140"/>
                <a:gd name="csY22" fmla="*/ 2350278 h 3456301"/>
                <a:gd name="csX23" fmla="*/ 0 w 4754140"/>
                <a:gd name="csY23" fmla="*/ 1797276 h 3456301"/>
                <a:gd name="csX24" fmla="*/ 0 w 4754140"/>
                <a:gd name="csY24" fmla="*/ 1175148 h 3456301"/>
                <a:gd name="csX25" fmla="*/ 0 w 4754140"/>
                <a:gd name="csY25" fmla="*/ 576062 h 34563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4754140" h="3456301" extrusionOk="0">
                  <a:moveTo>
                    <a:pt x="0" y="576062"/>
                  </a:moveTo>
                  <a:cubicBezTo>
                    <a:pt x="1113" y="248184"/>
                    <a:pt x="215315" y="-17221"/>
                    <a:pt x="576062" y="0"/>
                  </a:cubicBezTo>
                  <a:cubicBezTo>
                    <a:pt x="749421" y="-26786"/>
                    <a:pt x="931355" y="20677"/>
                    <a:pt x="1162676" y="0"/>
                  </a:cubicBezTo>
                  <a:cubicBezTo>
                    <a:pt x="1393997" y="-20677"/>
                    <a:pt x="1574823" y="19326"/>
                    <a:pt x="1749290" y="0"/>
                  </a:cubicBezTo>
                  <a:cubicBezTo>
                    <a:pt x="1923757" y="-19326"/>
                    <a:pt x="2196024" y="22053"/>
                    <a:pt x="2335904" y="0"/>
                  </a:cubicBezTo>
                  <a:cubicBezTo>
                    <a:pt x="2475784" y="-22053"/>
                    <a:pt x="2706633" y="36659"/>
                    <a:pt x="2814458" y="0"/>
                  </a:cubicBezTo>
                  <a:cubicBezTo>
                    <a:pt x="2922283" y="-36659"/>
                    <a:pt x="3196840" y="61131"/>
                    <a:pt x="3365052" y="0"/>
                  </a:cubicBezTo>
                  <a:cubicBezTo>
                    <a:pt x="3533264" y="-61131"/>
                    <a:pt x="3834539" y="48641"/>
                    <a:pt x="4178078" y="0"/>
                  </a:cubicBezTo>
                  <a:cubicBezTo>
                    <a:pt x="4470097" y="-8778"/>
                    <a:pt x="4806978" y="284396"/>
                    <a:pt x="4754140" y="576062"/>
                  </a:cubicBezTo>
                  <a:cubicBezTo>
                    <a:pt x="4785958" y="769288"/>
                    <a:pt x="4723309" y="915690"/>
                    <a:pt x="4754140" y="1152106"/>
                  </a:cubicBezTo>
                  <a:cubicBezTo>
                    <a:pt x="4784971" y="1388522"/>
                    <a:pt x="4752672" y="1606828"/>
                    <a:pt x="4754140" y="1751192"/>
                  </a:cubicBezTo>
                  <a:cubicBezTo>
                    <a:pt x="4755608" y="1895556"/>
                    <a:pt x="4724768" y="2153341"/>
                    <a:pt x="4754140" y="2258111"/>
                  </a:cubicBezTo>
                  <a:cubicBezTo>
                    <a:pt x="4783512" y="2362881"/>
                    <a:pt x="4706377" y="2618039"/>
                    <a:pt x="4754140" y="2880239"/>
                  </a:cubicBezTo>
                  <a:cubicBezTo>
                    <a:pt x="4748091" y="3194149"/>
                    <a:pt x="4523885" y="3406464"/>
                    <a:pt x="4178078" y="3456301"/>
                  </a:cubicBezTo>
                  <a:cubicBezTo>
                    <a:pt x="3961660" y="3464254"/>
                    <a:pt x="3876410" y="3436075"/>
                    <a:pt x="3699524" y="3456301"/>
                  </a:cubicBezTo>
                  <a:cubicBezTo>
                    <a:pt x="3522638" y="3476527"/>
                    <a:pt x="3278723" y="3442153"/>
                    <a:pt x="3148931" y="3456301"/>
                  </a:cubicBezTo>
                  <a:cubicBezTo>
                    <a:pt x="3019139" y="3470449"/>
                    <a:pt x="2801677" y="3395162"/>
                    <a:pt x="2598337" y="3456301"/>
                  </a:cubicBezTo>
                  <a:cubicBezTo>
                    <a:pt x="2394997" y="3517440"/>
                    <a:pt x="2301994" y="3448059"/>
                    <a:pt x="2191823" y="3456301"/>
                  </a:cubicBezTo>
                  <a:cubicBezTo>
                    <a:pt x="2081652" y="3464543"/>
                    <a:pt x="1908359" y="3403679"/>
                    <a:pt x="1749290" y="3456301"/>
                  </a:cubicBezTo>
                  <a:cubicBezTo>
                    <a:pt x="1590221" y="3508923"/>
                    <a:pt x="1291254" y="3433753"/>
                    <a:pt x="1162676" y="3456301"/>
                  </a:cubicBezTo>
                  <a:cubicBezTo>
                    <a:pt x="1034098" y="3478849"/>
                    <a:pt x="766392" y="3441337"/>
                    <a:pt x="576062" y="3456301"/>
                  </a:cubicBezTo>
                  <a:cubicBezTo>
                    <a:pt x="247507" y="3472924"/>
                    <a:pt x="-24836" y="3198235"/>
                    <a:pt x="0" y="2880239"/>
                  </a:cubicBezTo>
                  <a:cubicBezTo>
                    <a:pt x="-4472" y="2725451"/>
                    <a:pt x="33721" y="2541971"/>
                    <a:pt x="0" y="2350278"/>
                  </a:cubicBezTo>
                  <a:cubicBezTo>
                    <a:pt x="-33721" y="2158585"/>
                    <a:pt x="8454" y="1950479"/>
                    <a:pt x="0" y="1797276"/>
                  </a:cubicBezTo>
                  <a:cubicBezTo>
                    <a:pt x="-8454" y="1644073"/>
                    <a:pt x="16380" y="1340250"/>
                    <a:pt x="0" y="1175148"/>
                  </a:cubicBezTo>
                  <a:cubicBezTo>
                    <a:pt x="-16380" y="1010046"/>
                    <a:pt x="15566" y="731660"/>
                    <a:pt x="0" y="576062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Arrow: Down 62">
              <a:extLst>
                <a:ext uri="{FF2B5EF4-FFF2-40B4-BE49-F238E27FC236}">
                  <a16:creationId xmlns:a16="http://schemas.microsoft.com/office/drawing/2014/main" id="{907C544C-B2EC-34F5-7AF2-7C0AB8D9A002}"/>
                </a:ext>
              </a:extLst>
            </p:cNvPr>
            <p:cNvSpPr/>
            <p:nvPr/>
          </p:nvSpPr>
          <p:spPr>
            <a:xfrm rot="16200000">
              <a:off x="5012116" y="4057064"/>
              <a:ext cx="228600" cy="533400"/>
            </a:xfrm>
            <a:custGeom>
              <a:avLst/>
              <a:gdLst>
                <a:gd name="csX0" fmla="*/ 0 w 188432"/>
                <a:gd name="csY0" fmla="*/ 235541 h 439675"/>
                <a:gd name="csX1" fmla="*/ 70662 w 188432"/>
                <a:gd name="csY1" fmla="*/ 235541 h 439675"/>
                <a:gd name="csX2" fmla="*/ 70662 w 188432"/>
                <a:gd name="csY2" fmla="*/ 0 h 439675"/>
                <a:gd name="csX3" fmla="*/ 117770 w 188432"/>
                <a:gd name="csY3" fmla="*/ 0 h 439675"/>
                <a:gd name="csX4" fmla="*/ 117770 w 188432"/>
                <a:gd name="csY4" fmla="*/ 235541 h 439675"/>
                <a:gd name="csX5" fmla="*/ 188432 w 188432"/>
                <a:gd name="csY5" fmla="*/ 235541 h 439675"/>
                <a:gd name="csX6" fmla="*/ 94216 w 188432"/>
                <a:gd name="csY6" fmla="*/ 439675 h 439675"/>
                <a:gd name="csX7" fmla="*/ 0 w 188432"/>
                <a:gd name="csY7" fmla="*/ 235541 h 4396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88432" h="439675" fill="none" extrusionOk="0">
                  <a:moveTo>
                    <a:pt x="0" y="235541"/>
                  </a:moveTo>
                  <a:cubicBezTo>
                    <a:pt x="25932" y="229243"/>
                    <a:pt x="47163" y="237849"/>
                    <a:pt x="70662" y="235541"/>
                  </a:cubicBezTo>
                  <a:cubicBezTo>
                    <a:pt x="65085" y="123493"/>
                    <a:pt x="86339" y="105789"/>
                    <a:pt x="70662" y="0"/>
                  </a:cubicBezTo>
                  <a:cubicBezTo>
                    <a:pt x="93508" y="-2812"/>
                    <a:pt x="100080" y="3732"/>
                    <a:pt x="117770" y="0"/>
                  </a:cubicBezTo>
                  <a:cubicBezTo>
                    <a:pt x="140175" y="67315"/>
                    <a:pt x="110850" y="167947"/>
                    <a:pt x="117770" y="235541"/>
                  </a:cubicBezTo>
                  <a:cubicBezTo>
                    <a:pt x="143645" y="233168"/>
                    <a:pt x="161035" y="241710"/>
                    <a:pt x="188432" y="235541"/>
                  </a:cubicBezTo>
                  <a:cubicBezTo>
                    <a:pt x="156679" y="323012"/>
                    <a:pt x="97127" y="376861"/>
                    <a:pt x="94216" y="439675"/>
                  </a:cubicBezTo>
                  <a:cubicBezTo>
                    <a:pt x="46073" y="360361"/>
                    <a:pt x="33190" y="283936"/>
                    <a:pt x="0" y="235541"/>
                  </a:cubicBezTo>
                  <a:close/>
                </a:path>
                <a:path w="188432" h="439675" stroke="0" extrusionOk="0">
                  <a:moveTo>
                    <a:pt x="0" y="235541"/>
                  </a:moveTo>
                  <a:cubicBezTo>
                    <a:pt x="14685" y="235185"/>
                    <a:pt x="52649" y="240545"/>
                    <a:pt x="70662" y="235541"/>
                  </a:cubicBezTo>
                  <a:cubicBezTo>
                    <a:pt x="57197" y="172930"/>
                    <a:pt x="81795" y="96167"/>
                    <a:pt x="70662" y="0"/>
                  </a:cubicBezTo>
                  <a:cubicBezTo>
                    <a:pt x="89512" y="-4073"/>
                    <a:pt x="96804" y="595"/>
                    <a:pt x="117770" y="0"/>
                  </a:cubicBezTo>
                  <a:cubicBezTo>
                    <a:pt x="120692" y="79138"/>
                    <a:pt x="100182" y="167845"/>
                    <a:pt x="117770" y="235541"/>
                  </a:cubicBezTo>
                  <a:cubicBezTo>
                    <a:pt x="147773" y="228276"/>
                    <a:pt x="166785" y="241385"/>
                    <a:pt x="188432" y="235541"/>
                  </a:cubicBezTo>
                  <a:cubicBezTo>
                    <a:pt x="147639" y="326829"/>
                    <a:pt x="129174" y="341831"/>
                    <a:pt x="94216" y="439675"/>
                  </a:cubicBezTo>
                  <a:cubicBezTo>
                    <a:pt x="48926" y="359718"/>
                    <a:pt x="57428" y="323171"/>
                    <a:pt x="0" y="235541"/>
                  </a:cubicBezTo>
                  <a:close/>
                </a:path>
              </a:pathLst>
            </a:custGeom>
            <a:solidFill>
              <a:schemeClr val="tx1"/>
            </a:solidFill>
            <a:ln>
              <a:extLst>
                <a:ext uri="{C807C97D-BFC1-408E-A445-0C87EB9F89A2}">
                  <ask:lineSketchStyleProps xmlns:ask="http://schemas.microsoft.com/office/drawing/2018/sketchyshapes" sd="2302904691">
                    <a:prstGeom prst="downArrow">
                      <a:avLst>
                        <a:gd name="adj1" fmla="val 25000"/>
                        <a:gd name="adj2" fmla="val 108333"/>
                      </a:avLst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F87546F5-4F0D-1F4D-5489-A163EE1A8E7A}"/>
                </a:ext>
              </a:extLst>
            </p:cNvPr>
            <p:cNvSpPr/>
            <p:nvPr/>
          </p:nvSpPr>
          <p:spPr>
            <a:xfrm>
              <a:off x="410837" y="1882720"/>
              <a:ext cx="3846701" cy="4193078"/>
            </a:xfrm>
            <a:custGeom>
              <a:avLst/>
              <a:gdLst>
                <a:gd name="csX0" fmla="*/ 0 w 3170786"/>
                <a:gd name="csY0" fmla="*/ 528475 h 3456301"/>
                <a:gd name="csX1" fmla="*/ 528475 w 3170786"/>
                <a:gd name="csY1" fmla="*/ 0 h 3456301"/>
                <a:gd name="csX2" fmla="*/ 1099211 w 3170786"/>
                <a:gd name="csY2" fmla="*/ 0 h 3456301"/>
                <a:gd name="csX3" fmla="*/ 1669946 w 3170786"/>
                <a:gd name="csY3" fmla="*/ 0 h 3456301"/>
                <a:gd name="csX4" fmla="*/ 2642311 w 3170786"/>
                <a:gd name="csY4" fmla="*/ 0 h 3456301"/>
                <a:gd name="csX5" fmla="*/ 3170786 w 3170786"/>
                <a:gd name="csY5" fmla="*/ 528475 h 3456301"/>
                <a:gd name="csX6" fmla="*/ 3170786 w 3170786"/>
                <a:gd name="csY6" fmla="*/ 1152306 h 3456301"/>
                <a:gd name="csX7" fmla="*/ 3170786 w 3170786"/>
                <a:gd name="csY7" fmla="*/ 1680163 h 3456301"/>
                <a:gd name="csX8" fmla="*/ 3170786 w 3170786"/>
                <a:gd name="csY8" fmla="*/ 2256008 h 3456301"/>
                <a:gd name="csX9" fmla="*/ 3170786 w 3170786"/>
                <a:gd name="csY9" fmla="*/ 2927826 h 3456301"/>
                <a:gd name="csX10" fmla="*/ 2642311 w 3170786"/>
                <a:gd name="csY10" fmla="*/ 3456301 h 3456301"/>
                <a:gd name="csX11" fmla="*/ 2177267 w 3170786"/>
                <a:gd name="csY11" fmla="*/ 3456301 h 3456301"/>
                <a:gd name="csX12" fmla="*/ 1648808 w 3170786"/>
                <a:gd name="csY12" fmla="*/ 3456301 h 3456301"/>
                <a:gd name="csX13" fmla="*/ 1078072 w 3170786"/>
                <a:gd name="csY13" fmla="*/ 3456301 h 3456301"/>
                <a:gd name="csX14" fmla="*/ 528475 w 3170786"/>
                <a:gd name="csY14" fmla="*/ 3456301 h 3456301"/>
                <a:gd name="csX15" fmla="*/ 0 w 3170786"/>
                <a:gd name="csY15" fmla="*/ 2927826 h 3456301"/>
                <a:gd name="csX16" fmla="*/ 0 w 3170786"/>
                <a:gd name="csY16" fmla="*/ 2351982 h 3456301"/>
                <a:gd name="csX17" fmla="*/ 0 w 3170786"/>
                <a:gd name="csY17" fmla="*/ 1800131 h 3456301"/>
                <a:gd name="csX18" fmla="*/ 0 w 3170786"/>
                <a:gd name="csY18" fmla="*/ 1152306 h 3456301"/>
                <a:gd name="csX19" fmla="*/ 0 w 3170786"/>
                <a:gd name="csY19" fmla="*/ 528475 h 34563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3170786" h="3456301" extrusionOk="0">
                  <a:moveTo>
                    <a:pt x="0" y="528475"/>
                  </a:moveTo>
                  <a:cubicBezTo>
                    <a:pt x="3113" y="209400"/>
                    <a:pt x="156140" y="-32531"/>
                    <a:pt x="528475" y="0"/>
                  </a:cubicBezTo>
                  <a:cubicBezTo>
                    <a:pt x="750906" y="-18415"/>
                    <a:pt x="941877" y="13214"/>
                    <a:pt x="1099211" y="0"/>
                  </a:cubicBezTo>
                  <a:cubicBezTo>
                    <a:pt x="1256545" y="-13214"/>
                    <a:pt x="1425660" y="3400"/>
                    <a:pt x="1669946" y="0"/>
                  </a:cubicBezTo>
                  <a:cubicBezTo>
                    <a:pt x="1914232" y="-3400"/>
                    <a:pt x="2242724" y="24579"/>
                    <a:pt x="2642311" y="0"/>
                  </a:cubicBezTo>
                  <a:cubicBezTo>
                    <a:pt x="2929755" y="23025"/>
                    <a:pt x="3158080" y="213320"/>
                    <a:pt x="3170786" y="528475"/>
                  </a:cubicBezTo>
                  <a:cubicBezTo>
                    <a:pt x="3171791" y="805853"/>
                    <a:pt x="3168097" y="947228"/>
                    <a:pt x="3170786" y="1152306"/>
                  </a:cubicBezTo>
                  <a:cubicBezTo>
                    <a:pt x="3173475" y="1357384"/>
                    <a:pt x="3159185" y="1423693"/>
                    <a:pt x="3170786" y="1680163"/>
                  </a:cubicBezTo>
                  <a:cubicBezTo>
                    <a:pt x="3182387" y="1936633"/>
                    <a:pt x="3127551" y="2093744"/>
                    <a:pt x="3170786" y="2256008"/>
                  </a:cubicBezTo>
                  <a:cubicBezTo>
                    <a:pt x="3214021" y="2418272"/>
                    <a:pt x="3125344" y="2682581"/>
                    <a:pt x="3170786" y="2927826"/>
                  </a:cubicBezTo>
                  <a:cubicBezTo>
                    <a:pt x="3133427" y="3185097"/>
                    <a:pt x="2912961" y="3501091"/>
                    <a:pt x="2642311" y="3456301"/>
                  </a:cubicBezTo>
                  <a:cubicBezTo>
                    <a:pt x="2412155" y="3500726"/>
                    <a:pt x="2317296" y="3431988"/>
                    <a:pt x="2177267" y="3456301"/>
                  </a:cubicBezTo>
                  <a:cubicBezTo>
                    <a:pt x="2037238" y="3480614"/>
                    <a:pt x="1887164" y="3438717"/>
                    <a:pt x="1648808" y="3456301"/>
                  </a:cubicBezTo>
                  <a:cubicBezTo>
                    <a:pt x="1410452" y="3473885"/>
                    <a:pt x="1205959" y="3409280"/>
                    <a:pt x="1078072" y="3456301"/>
                  </a:cubicBezTo>
                  <a:cubicBezTo>
                    <a:pt x="950185" y="3503322"/>
                    <a:pt x="656823" y="3448033"/>
                    <a:pt x="528475" y="3456301"/>
                  </a:cubicBezTo>
                  <a:cubicBezTo>
                    <a:pt x="319484" y="3449920"/>
                    <a:pt x="-8156" y="3135148"/>
                    <a:pt x="0" y="2927826"/>
                  </a:cubicBezTo>
                  <a:cubicBezTo>
                    <a:pt x="-47174" y="2790867"/>
                    <a:pt x="50037" y="2567682"/>
                    <a:pt x="0" y="2351982"/>
                  </a:cubicBezTo>
                  <a:cubicBezTo>
                    <a:pt x="-50037" y="2136282"/>
                    <a:pt x="14511" y="2060504"/>
                    <a:pt x="0" y="1800131"/>
                  </a:cubicBezTo>
                  <a:cubicBezTo>
                    <a:pt x="-14511" y="1539758"/>
                    <a:pt x="44560" y="1319717"/>
                    <a:pt x="0" y="1152306"/>
                  </a:cubicBezTo>
                  <a:cubicBezTo>
                    <a:pt x="-44560" y="984895"/>
                    <a:pt x="56474" y="733648"/>
                    <a:pt x="0" y="528475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59496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6574A-2234-E1ED-13FC-DCE4BB1F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4CE26-ACC2-2D3C-3315-F3FEC615E4B5}"/>
              </a:ext>
            </a:extLst>
          </p:cNvPr>
          <p:cNvSpPr txBox="1"/>
          <p:nvPr/>
        </p:nvSpPr>
        <p:spPr>
          <a:xfrm>
            <a:off x="279400" y="203200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Loophole-Free Bell Test</a:t>
            </a:r>
          </a:p>
          <a:p>
            <a:r>
              <a:rPr lang="en-US" sz="2800" b="1" dirty="0">
                <a:latin typeface="Proxima Soft SemiBold"/>
                <a:ea typeface="ADLaM Display" panose="020F0502020204030204" pitchFamily="2" charset="0"/>
                <a:cs typeface="ADLaM Display" panose="020F0502020204030204" pitchFamily="2" charset="0"/>
              </a:rPr>
              <a:t>(Using NV Center in Diamond)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08A033-A7D8-F1BB-0A45-61955D3FFE4B}"/>
              </a:ext>
            </a:extLst>
          </p:cNvPr>
          <p:cNvGrpSpPr/>
          <p:nvPr/>
        </p:nvGrpSpPr>
        <p:grpSpPr>
          <a:xfrm>
            <a:off x="509105" y="2097868"/>
            <a:ext cx="11173790" cy="4193078"/>
            <a:chOff x="667707" y="1857829"/>
            <a:chExt cx="11173790" cy="419307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4549EF-8EDB-C379-D351-69E35B69D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343627"/>
              <a:ext cx="5685163" cy="3237493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0F5F889-64C3-AC96-3756-F2194860B1A6}"/>
                </a:ext>
              </a:extLst>
            </p:cNvPr>
            <p:cNvSpPr/>
            <p:nvPr/>
          </p:nvSpPr>
          <p:spPr>
            <a:xfrm>
              <a:off x="6073920" y="1857829"/>
              <a:ext cx="5767577" cy="4193078"/>
            </a:xfrm>
            <a:custGeom>
              <a:avLst/>
              <a:gdLst>
                <a:gd name="csX0" fmla="*/ 0 w 5767577"/>
                <a:gd name="csY0" fmla="*/ 698860 h 4193078"/>
                <a:gd name="csX1" fmla="*/ 698860 w 5767577"/>
                <a:gd name="csY1" fmla="*/ 0 h 4193078"/>
                <a:gd name="csX2" fmla="*/ 1332489 w 5767577"/>
                <a:gd name="csY2" fmla="*/ 0 h 4193078"/>
                <a:gd name="csX3" fmla="*/ 1966119 w 5767577"/>
                <a:gd name="csY3" fmla="*/ 0 h 4193078"/>
                <a:gd name="csX4" fmla="*/ 2599748 w 5767577"/>
                <a:gd name="csY4" fmla="*/ 0 h 4193078"/>
                <a:gd name="csX5" fmla="*/ 3102281 w 5767577"/>
                <a:gd name="csY5" fmla="*/ 0 h 4193078"/>
                <a:gd name="csX6" fmla="*/ 3692212 w 5767577"/>
                <a:gd name="csY6" fmla="*/ 0 h 4193078"/>
                <a:gd name="csX7" fmla="*/ 4151047 w 5767577"/>
                <a:gd name="csY7" fmla="*/ 0 h 4193078"/>
                <a:gd name="csX8" fmla="*/ 4566183 w 5767577"/>
                <a:gd name="csY8" fmla="*/ 0 h 4193078"/>
                <a:gd name="csX9" fmla="*/ 5068717 w 5767577"/>
                <a:gd name="csY9" fmla="*/ 0 h 4193078"/>
                <a:gd name="csX10" fmla="*/ 5767577 w 5767577"/>
                <a:gd name="csY10" fmla="*/ 698860 h 4193078"/>
                <a:gd name="csX11" fmla="*/ 5767577 w 5767577"/>
                <a:gd name="csY11" fmla="*/ 1257932 h 4193078"/>
                <a:gd name="csX12" fmla="*/ 5767577 w 5767577"/>
                <a:gd name="csY12" fmla="*/ 1844957 h 4193078"/>
                <a:gd name="csX13" fmla="*/ 5767577 w 5767577"/>
                <a:gd name="csY13" fmla="*/ 2404028 h 4193078"/>
                <a:gd name="csX14" fmla="*/ 5767577 w 5767577"/>
                <a:gd name="csY14" fmla="*/ 3494218 h 4193078"/>
                <a:gd name="csX15" fmla="*/ 5068717 w 5767577"/>
                <a:gd name="csY15" fmla="*/ 4193078 h 4193078"/>
                <a:gd name="csX16" fmla="*/ 4566183 w 5767577"/>
                <a:gd name="csY16" fmla="*/ 4193078 h 4193078"/>
                <a:gd name="csX17" fmla="*/ 4151047 w 5767577"/>
                <a:gd name="csY17" fmla="*/ 4193078 h 4193078"/>
                <a:gd name="csX18" fmla="*/ 3692212 w 5767577"/>
                <a:gd name="csY18" fmla="*/ 4193078 h 4193078"/>
                <a:gd name="csX19" fmla="*/ 3058583 w 5767577"/>
                <a:gd name="csY19" fmla="*/ 4193078 h 4193078"/>
                <a:gd name="csX20" fmla="*/ 2643446 w 5767577"/>
                <a:gd name="csY20" fmla="*/ 4193078 h 4193078"/>
                <a:gd name="csX21" fmla="*/ 2228310 w 5767577"/>
                <a:gd name="csY21" fmla="*/ 4193078 h 4193078"/>
                <a:gd name="csX22" fmla="*/ 1594681 w 5767577"/>
                <a:gd name="csY22" fmla="*/ 4193078 h 4193078"/>
                <a:gd name="csX23" fmla="*/ 1179544 w 5767577"/>
                <a:gd name="csY23" fmla="*/ 4193078 h 4193078"/>
                <a:gd name="csX24" fmla="*/ 698860 w 5767577"/>
                <a:gd name="csY24" fmla="*/ 4193078 h 4193078"/>
                <a:gd name="csX25" fmla="*/ 0 w 5767577"/>
                <a:gd name="csY25" fmla="*/ 3494218 h 4193078"/>
                <a:gd name="csX26" fmla="*/ 0 w 5767577"/>
                <a:gd name="csY26" fmla="*/ 3019007 h 4193078"/>
                <a:gd name="csX27" fmla="*/ 0 w 5767577"/>
                <a:gd name="csY27" fmla="*/ 2515843 h 4193078"/>
                <a:gd name="csX28" fmla="*/ 0 w 5767577"/>
                <a:gd name="csY28" fmla="*/ 1900864 h 4193078"/>
                <a:gd name="csX29" fmla="*/ 0 w 5767577"/>
                <a:gd name="csY29" fmla="*/ 1285885 h 4193078"/>
                <a:gd name="csX30" fmla="*/ 0 w 5767577"/>
                <a:gd name="csY30" fmla="*/ 698860 h 4193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5767577" h="4193078" extrusionOk="0">
                  <a:moveTo>
                    <a:pt x="0" y="698860"/>
                  </a:moveTo>
                  <a:cubicBezTo>
                    <a:pt x="10278" y="223057"/>
                    <a:pt x="226133" y="-35074"/>
                    <a:pt x="698860" y="0"/>
                  </a:cubicBezTo>
                  <a:cubicBezTo>
                    <a:pt x="1012890" y="-3578"/>
                    <a:pt x="1174407" y="70313"/>
                    <a:pt x="1332489" y="0"/>
                  </a:cubicBezTo>
                  <a:cubicBezTo>
                    <a:pt x="1490571" y="-70313"/>
                    <a:pt x="1676505" y="30996"/>
                    <a:pt x="1966119" y="0"/>
                  </a:cubicBezTo>
                  <a:cubicBezTo>
                    <a:pt x="2255733" y="-30996"/>
                    <a:pt x="2393771" y="14534"/>
                    <a:pt x="2599748" y="0"/>
                  </a:cubicBezTo>
                  <a:cubicBezTo>
                    <a:pt x="2805725" y="-14534"/>
                    <a:pt x="2943207" y="60093"/>
                    <a:pt x="3102281" y="0"/>
                  </a:cubicBezTo>
                  <a:cubicBezTo>
                    <a:pt x="3261355" y="-60093"/>
                    <a:pt x="3475589" y="63673"/>
                    <a:pt x="3692212" y="0"/>
                  </a:cubicBezTo>
                  <a:cubicBezTo>
                    <a:pt x="3908835" y="-63673"/>
                    <a:pt x="3970119" y="16587"/>
                    <a:pt x="4151047" y="0"/>
                  </a:cubicBezTo>
                  <a:cubicBezTo>
                    <a:pt x="4331975" y="-16587"/>
                    <a:pt x="4392452" y="11544"/>
                    <a:pt x="4566183" y="0"/>
                  </a:cubicBezTo>
                  <a:cubicBezTo>
                    <a:pt x="4739914" y="-11544"/>
                    <a:pt x="4954296" y="3613"/>
                    <a:pt x="5068717" y="0"/>
                  </a:cubicBezTo>
                  <a:cubicBezTo>
                    <a:pt x="5402054" y="32930"/>
                    <a:pt x="5861695" y="262051"/>
                    <a:pt x="5767577" y="698860"/>
                  </a:cubicBezTo>
                  <a:cubicBezTo>
                    <a:pt x="5793856" y="966551"/>
                    <a:pt x="5734903" y="1039078"/>
                    <a:pt x="5767577" y="1257932"/>
                  </a:cubicBezTo>
                  <a:cubicBezTo>
                    <a:pt x="5800251" y="1476786"/>
                    <a:pt x="5733350" y="1687034"/>
                    <a:pt x="5767577" y="1844957"/>
                  </a:cubicBezTo>
                  <a:cubicBezTo>
                    <a:pt x="5801804" y="2002880"/>
                    <a:pt x="5749294" y="2277484"/>
                    <a:pt x="5767577" y="2404028"/>
                  </a:cubicBezTo>
                  <a:cubicBezTo>
                    <a:pt x="5785860" y="2530572"/>
                    <a:pt x="5740570" y="3177055"/>
                    <a:pt x="5767577" y="3494218"/>
                  </a:cubicBezTo>
                  <a:cubicBezTo>
                    <a:pt x="5733627" y="3895048"/>
                    <a:pt x="5425429" y="4152667"/>
                    <a:pt x="5068717" y="4193078"/>
                  </a:cubicBezTo>
                  <a:cubicBezTo>
                    <a:pt x="4919160" y="4227381"/>
                    <a:pt x="4770313" y="4180290"/>
                    <a:pt x="4566183" y="4193078"/>
                  </a:cubicBezTo>
                  <a:cubicBezTo>
                    <a:pt x="4362053" y="4205866"/>
                    <a:pt x="4265693" y="4175646"/>
                    <a:pt x="4151047" y="4193078"/>
                  </a:cubicBezTo>
                  <a:cubicBezTo>
                    <a:pt x="4036401" y="4210510"/>
                    <a:pt x="3863599" y="4147499"/>
                    <a:pt x="3692212" y="4193078"/>
                  </a:cubicBezTo>
                  <a:cubicBezTo>
                    <a:pt x="3520825" y="4238657"/>
                    <a:pt x="3364484" y="4128150"/>
                    <a:pt x="3058583" y="4193078"/>
                  </a:cubicBezTo>
                  <a:cubicBezTo>
                    <a:pt x="2752682" y="4258006"/>
                    <a:pt x="2787838" y="4157075"/>
                    <a:pt x="2643446" y="4193078"/>
                  </a:cubicBezTo>
                  <a:cubicBezTo>
                    <a:pt x="2499054" y="4229081"/>
                    <a:pt x="2312776" y="4188874"/>
                    <a:pt x="2228310" y="4193078"/>
                  </a:cubicBezTo>
                  <a:cubicBezTo>
                    <a:pt x="2143844" y="4197282"/>
                    <a:pt x="1770662" y="4120772"/>
                    <a:pt x="1594681" y="4193078"/>
                  </a:cubicBezTo>
                  <a:cubicBezTo>
                    <a:pt x="1418700" y="4265384"/>
                    <a:pt x="1310756" y="4160978"/>
                    <a:pt x="1179544" y="4193078"/>
                  </a:cubicBezTo>
                  <a:cubicBezTo>
                    <a:pt x="1048332" y="4225178"/>
                    <a:pt x="905179" y="4179430"/>
                    <a:pt x="698860" y="4193078"/>
                  </a:cubicBezTo>
                  <a:cubicBezTo>
                    <a:pt x="382522" y="4177741"/>
                    <a:pt x="71056" y="3839431"/>
                    <a:pt x="0" y="3494218"/>
                  </a:cubicBezTo>
                  <a:cubicBezTo>
                    <a:pt x="-45290" y="3345447"/>
                    <a:pt x="31973" y="3154657"/>
                    <a:pt x="0" y="3019007"/>
                  </a:cubicBezTo>
                  <a:cubicBezTo>
                    <a:pt x="-31973" y="2883357"/>
                    <a:pt x="10070" y="2740841"/>
                    <a:pt x="0" y="2515843"/>
                  </a:cubicBezTo>
                  <a:cubicBezTo>
                    <a:pt x="-10070" y="2290845"/>
                    <a:pt x="60986" y="2040681"/>
                    <a:pt x="0" y="1900864"/>
                  </a:cubicBezTo>
                  <a:cubicBezTo>
                    <a:pt x="-60986" y="1761047"/>
                    <a:pt x="7528" y="1435365"/>
                    <a:pt x="0" y="1285885"/>
                  </a:cubicBezTo>
                  <a:cubicBezTo>
                    <a:pt x="-7528" y="1136405"/>
                    <a:pt x="41239" y="934002"/>
                    <a:pt x="0" y="698860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6F83E1-000B-81C7-DFD3-8458C37D8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1792" y="2197555"/>
              <a:ext cx="3883307" cy="91845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94B2CAF-4B04-E6DD-28C6-5FFE62747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7707" y="4181926"/>
              <a:ext cx="5050921" cy="95250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2B0291-FB8D-3EA1-27D7-AB7C7A763F60}"/>
                </a:ext>
              </a:extLst>
            </p:cNvPr>
            <p:cNvSpPr txBox="1"/>
            <p:nvPr/>
          </p:nvSpPr>
          <p:spPr>
            <a:xfrm>
              <a:off x="667707" y="3464511"/>
              <a:ext cx="3195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Starting from state |0&gt;: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9179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18E687-9D37-A215-2FF8-926873F0E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98C1D179-6A1F-EB83-B00B-F044E2E8FD1E}"/>
              </a:ext>
            </a:extLst>
          </p:cNvPr>
          <p:cNvGrpSpPr/>
          <p:nvPr/>
        </p:nvGrpSpPr>
        <p:grpSpPr>
          <a:xfrm>
            <a:off x="962025" y="93930"/>
            <a:ext cx="10315575" cy="5669962"/>
            <a:chOff x="309031" y="454341"/>
            <a:chExt cx="11198637" cy="6155338"/>
          </a:xfrm>
        </p:grpSpPr>
        <p:sp>
          <p:nvSpPr>
            <p:cNvPr id="4" name="Title 1">
              <a:extLst>
                <a:ext uri="{FF2B5EF4-FFF2-40B4-BE49-F238E27FC236}">
                  <a16:creationId xmlns:a16="http://schemas.microsoft.com/office/drawing/2014/main" id="{46A9B464-004C-9E02-6B73-80EF2444D31B}"/>
                </a:ext>
              </a:extLst>
            </p:cNvPr>
            <p:cNvSpPr txBox="1">
              <a:spLocks/>
            </p:cNvSpPr>
            <p:nvPr/>
          </p:nvSpPr>
          <p:spPr>
            <a:xfrm>
              <a:off x="562140" y="555626"/>
              <a:ext cx="10515600" cy="1082674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/>
                <a:t>Selection Engineering:</a:t>
              </a:r>
            </a:p>
            <a:p>
              <a:r>
                <a:rPr lang="en-US" sz="2800" dirty="0"/>
                <a:t>What wavelength to choose?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6E7A609-1421-1BB4-EED6-308D404AE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5239" y="3157951"/>
              <a:ext cx="4832095" cy="2751702"/>
            </a:xfrm>
            <a:prstGeom prst="rect">
              <a:avLst/>
            </a:prstGeom>
          </p:spPr>
        </p:pic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76C004E-E0CA-B87C-0C56-0B4541C1EB8A}"/>
                </a:ext>
              </a:extLst>
            </p:cNvPr>
            <p:cNvSpPr/>
            <p:nvPr/>
          </p:nvSpPr>
          <p:spPr>
            <a:xfrm>
              <a:off x="6605525" y="3045778"/>
              <a:ext cx="4902143" cy="3563901"/>
            </a:xfrm>
            <a:custGeom>
              <a:avLst/>
              <a:gdLst>
                <a:gd name="csX0" fmla="*/ 0 w 4515587"/>
                <a:gd name="csY0" fmla="*/ 547156 h 3282871"/>
                <a:gd name="csX1" fmla="*/ 547156 w 4515587"/>
                <a:gd name="csY1" fmla="*/ 0 h 3282871"/>
                <a:gd name="csX2" fmla="*/ 1185794 w 4515587"/>
                <a:gd name="csY2" fmla="*/ 0 h 3282871"/>
                <a:gd name="csX3" fmla="*/ 1824432 w 4515587"/>
                <a:gd name="csY3" fmla="*/ 0 h 3282871"/>
                <a:gd name="csX4" fmla="*/ 2463070 w 4515587"/>
                <a:gd name="csY4" fmla="*/ 0 h 3282871"/>
                <a:gd name="csX5" fmla="*/ 2999070 w 4515587"/>
                <a:gd name="csY5" fmla="*/ 0 h 3282871"/>
                <a:gd name="csX6" fmla="*/ 3968431 w 4515587"/>
                <a:gd name="csY6" fmla="*/ 0 h 3282871"/>
                <a:gd name="csX7" fmla="*/ 4515587 w 4515587"/>
                <a:gd name="csY7" fmla="*/ 547156 h 3282871"/>
                <a:gd name="csX8" fmla="*/ 4515587 w 4515587"/>
                <a:gd name="csY8" fmla="*/ 1138067 h 3282871"/>
                <a:gd name="csX9" fmla="*/ 4515587 w 4515587"/>
                <a:gd name="csY9" fmla="*/ 1685207 h 3282871"/>
                <a:gd name="csX10" fmla="*/ 4515587 w 4515587"/>
                <a:gd name="csY10" fmla="*/ 2254232 h 3282871"/>
                <a:gd name="csX11" fmla="*/ 4515587 w 4515587"/>
                <a:gd name="csY11" fmla="*/ 2735715 h 3282871"/>
                <a:gd name="csX12" fmla="*/ 3968431 w 4515587"/>
                <a:gd name="csY12" fmla="*/ 3282871 h 3282871"/>
                <a:gd name="csX13" fmla="*/ 3500857 w 4515587"/>
                <a:gd name="csY13" fmla="*/ 3282871 h 3282871"/>
                <a:gd name="csX14" fmla="*/ 2999070 w 4515587"/>
                <a:gd name="csY14" fmla="*/ 3282871 h 3282871"/>
                <a:gd name="csX15" fmla="*/ 2394645 w 4515587"/>
                <a:gd name="csY15" fmla="*/ 3282871 h 3282871"/>
                <a:gd name="csX16" fmla="*/ 1790219 w 4515587"/>
                <a:gd name="csY16" fmla="*/ 3282871 h 3282871"/>
                <a:gd name="csX17" fmla="*/ 1322645 w 4515587"/>
                <a:gd name="csY17" fmla="*/ 3282871 h 3282871"/>
                <a:gd name="csX18" fmla="*/ 547156 w 4515587"/>
                <a:gd name="csY18" fmla="*/ 3282871 h 3282871"/>
                <a:gd name="csX19" fmla="*/ 0 w 4515587"/>
                <a:gd name="csY19" fmla="*/ 2735715 h 3282871"/>
                <a:gd name="csX20" fmla="*/ 0 w 4515587"/>
                <a:gd name="csY20" fmla="*/ 2144804 h 3282871"/>
                <a:gd name="csX21" fmla="*/ 0 w 4515587"/>
                <a:gd name="csY21" fmla="*/ 1553893 h 3282871"/>
                <a:gd name="csX22" fmla="*/ 0 w 4515587"/>
                <a:gd name="csY22" fmla="*/ 1072410 h 3282871"/>
                <a:gd name="csX23" fmla="*/ 0 w 4515587"/>
                <a:gd name="csY23" fmla="*/ 547156 h 32828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4515587" h="3282871" extrusionOk="0">
                  <a:moveTo>
                    <a:pt x="0" y="547156"/>
                  </a:moveTo>
                  <a:cubicBezTo>
                    <a:pt x="2884" y="219767"/>
                    <a:pt x="224621" y="-8227"/>
                    <a:pt x="547156" y="0"/>
                  </a:cubicBezTo>
                  <a:cubicBezTo>
                    <a:pt x="796644" y="-73326"/>
                    <a:pt x="874048" y="7674"/>
                    <a:pt x="1185794" y="0"/>
                  </a:cubicBezTo>
                  <a:cubicBezTo>
                    <a:pt x="1497540" y="-7674"/>
                    <a:pt x="1669833" y="53559"/>
                    <a:pt x="1824432" y="0"/>
                  </a:cubicBezTo>
                  <a:cubicBezTo>
                    <a:pt x="1979031" y="-53559"/>
                    <a:pt x="2189754" y="56583"/>
                    <a:pt x="2463070" y="0"/>
                  </a:cubicBezTo>
                  <a:cubicBezTo>
                    <a:pt x="2736386" y="-56583"/>
                    <a:pt x="2816620" y="38502"/>
                    <a:pt x="2999070" y="0"/>
                  </a:cubicBezTo>
                  <a:cubicBezTo>
                    <a:pt x="3181520" y="-38502"/>
                    <a:pt x="3533876" y="30020"/>
                    <a:pt x="3968431" y="0"/>
                  </a:cubicBezTo>
                  <a:cubicBezTo>
                    <a:pt x="4225119" y="-73368"/>
                    <a:pt x="4534791" y="239933"/>
                    <a:pt x="4515587" y="547156"/>
                  </a:cubicBezTo>
                  <a:cubicBezTo>
                    <a:pt x="4534232" y="687160"/>
                    <a:pt x="4468526" y="1000393"/>
                    <a:pt x="4515587" y="1138067"/>
                  </a:cubicBezTo>
                  <a:cubicBezTo>
                    <a:pt x="4562648" y="1275741"/>
                    <a:pt x="4469286" y="1449587"/>
                    <a:pt x="4515587" y="1685207"/>
                  </a:cubicBezTo>
                  <a:cubicBezTo>
                    <a:pt x="4561888" y="1920827"/>
                    <a:pt x="4507437" y="2071094"/>
                    <a:pt x="4515587" y="2254232"/>
                  </a:cubicBezTo>
                  <a:cubicBezTo>
                    <a:pt x="4523737" y="2437371"/>
                    <a:pt x="4492073" y="2528315"/>
                    <a:pt x="4515587" y="2735715"/>
                  </a:cubicBezTo>
                  <a:cubicBezTo>
                    <a:pt x="4458697" y="3103341"/>
                    <a:pt x="4223822" y="3345988"/>
                    <a:pt x="3968431" y="3282871"/>
                  </a:cubicBezTo>
                  <a:cubicBezTo>
                    <a:pt x="3833942" y="3330753"/>
                    <a:pt x="3663488" y="3276318"/>
                    <a:pt x="3500857" y="3282871"/>
                  </a:cubicBezTo>
                  <a:cubicBezTo>
                    <a:pt x="3338226" y="3289424"/>
                    <a:pt x="3214951" y="3279053"/>
                    <a:pt x="2999070" y="3282871"/>
                  </a:cubicBezTo>
                  <a:cubicBezTo>
                    <a:pt x="2783189" y="3286689"/>
                    <a:pt x="2665050" y="3255573"/>
                    <a:pt x="2394645" y="3282871"/>
                  </a:cubicBezTo>
                  <a:cubicBezTo>
                    <a:pt x="2124241" y="3310169"/>
                    <a:pt x="1965830" y="3231136"/>
                    <a:pt x="1790219" y="3282871"/>
                  </a:cubicBezTo>
                  <a:cubicBezTo>
                    <a:pt x="1614608" y="3334606"/>
                    <a:pt x="1546854" y="3240581"/>
                    <a:pt x="1322645" y="3282871"/>
                  </a:cubicBezTo>
                  <a:cubicBezTo>
                    <a:pt x="1098436" y="3325161"/>
                    <a:pt x="733988" y="3227472"/>
                    <a:pt x="547156" y="3282871"/>
                  </a:cubicBezTo>
                  <a:cubicBezTo>
                    <a:pt x="218760" y="3302243"/>
                    <a:pt x="38332" y="3114614"/>
                    <a:pt x="0" y="2735715"/>
                  </a:cubicBezTo>
                  <a:cubicBezTo>
                    <a:pt x="-6927" y="2557790"/>
                    <a:pt x="60469" y="2395016"/>
                    <a:pt x="0" y="2144804"/>
                  </a:cubicBezTo>
                  <a:cubicBezTo>
                    <a:pt x="-60469" y="1894592"/>
                    <a:pt x="4582" y="1783177"/>
                    <a:pt x="0" y="1553893"/>
                  </a:cubicBezTo>
                  <a:cubicBezTo>
                    <a:pt x="-4582" y="1324609"/>
                    <a:pt x="12432" y="1235716"/>
                    <a:pt x="0" y="1072410"/>
                  </a:cubicBezTo>
                  <a:cubicBezTo>
                    <a:pt x="-12432" y="909104"/>
                    <a:pt x="26945" y="741141"/>
                    <a:pt x="0" y="547156"/>
                  </a:cubicBezTo>
                  <a:close/>
                </a:path>
              </a:pathLst>
            </a:custGeom>
            <a:noFill/>
            <a:ln w="38100">
              <a:extLst>
                <a:ext uri="{C807C97D-BFC1-408E-A445-0C87EB9F89A2}">
                  <ask:lineSketchStyleProps xmlns:ask="http://schemas.microsoft.com/office/drawing/2018/sketchyshapes" sd="1343369783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A08BB9B-988B-4993-0E84-FD4F41095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4381" y="1790494"/>
              <a:ext cx="3066213" cy="1103089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BF894DD-9CC6-741B-FE80-E4232E0E3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11770" y="454341"/>
              <a:ext cx="2425625" cy="232423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507504F-262C-7F0E-315E-CEFF7F19C3CB}"/>
                </a:ext>
              </a:extLst>
            </p:cNvPr>
            <p:cNvSpPr txBox="1"/>
            <p:nvPr/>
          </p:nvSpPr>
          <p:spPr>
            <a:xfrm>
              <a:off x="309031" y="3429000"/>
              <a:ext cx="5785686" cy="3108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# The rotation would be about </a:t>
              </a:r>
              <a:r>
                <a:rPr lang="en-US" sz="2800" b="1" dirty="0"/>
                <a:t>Y</a:t>
              </a:r>
              <a:r>
                <a:rPr lang="en-US" sz="2800" dirty="0"/>
                <a:t> axis</a:t>
              </a:r>
            </a:p>
            <a:p>
              <a:endParaRPr lang="en-US" sz="2800" dirty="0"/>
            </a:p>
            <a:p>
              <a:r>
                <a:rPr lang="en-US" sz="2800" dirty="0"/>
                <a:t># </a:t>
              </a:r>
              <a:r>
                <a:rPr lang="el-GR" sz="2800" dirty="0"/>
                <a:t>π</a:t>
              </a:r>
              <a:r>
                <a:rPr lang="en-US" sz="2800" dirty="0"/>
                <a:t>/2 rotation -&gt;  </a:t>
              </a:r>
            </a:p>
            <a:p>
              <a:endParaRPr lang="en-US" sz="2800" dirty="0"/>
            </a:p>
            <a:p>
              <a:r>
                <a:rPr lang="en-US" sz="2800" dirty="0"/>
                <a:t># The cycling of population between </a:t>
              </a:r>
            </a:p>
            <a:p>
              <a:r>
                <a:rPr lang="en-US" sz="2800" dirty="0"/>
                <a:t>the two states is denoted as </a:t>
              </a:r>
            </a:p>
            <a:p>
              <a:r>
                <a:rPr lang="en-US" sz="2800" dirty="0"/>
                <a:t>“</a:t>
              </a:r>
              <a:r>
                <a:rPr lang="en-US" sz="2800" b="1" dirty="0"/>
                <a:t>Rabi oscillation</a:t>
              </a:r>
              <a:r>
                <a:rPr lang="en-US" sz="2800" dirty="0"/>
                <a:t>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45127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63CBC-F4F2-1F69-AB10-2524276D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9F116F8-465C-E97C-B87E-27EC83CD50CD}"/>
              </a:ext>
            </a:extLst>
          </p:cNvPr>
          <p:cNvSpPr txBox="1">
            <a:spLocks/>
          </p:cNvSpPr>
          <p:nvPr/>
        </p:nvSpPr>
        <p:spPr>
          <a:xfrm>
            <a:off x="562140" y="555626"/>
            <a:ext cx="10515600" cy="10826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Selection Engineering:</a:t>
            </a:r>
          </a:p>
          <a:p>
            <a:r>
              <a:rPr lang="en-US" sz="2800" dirty="0"/>
              <a:t>What wavelength to choose?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044786-F26D-1528-1482-B211D5BB3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854" y="3609461"/>
            <a:ext cx="3462309" cy="197165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B58E19-4C64-8375-834F-399B0C6CEE79}"/>
              </a:ext>
            </a:extLst>
          </p:cNvPr>
          <p:cNvSpPr/>
          <p:nvPr/>
        </p:nvSpPr>
        <p:spPr>
          <a:xfrm>
            <a:off x="8328997" y="3497289"/>
            <a:ext cx="3512500" cy="2553618"/>
          </a:xfrm>
          <a:custGeom>
            <a:avLst/>
            <a:gdLst>
              <a:gd name="csX0" fmla="*/ 0 w 3512500"/>
              <a:gd name="csY0" fmla="*/ 425612 h 2553618"/>
              <a:gd name="csX1" fmla="*/ 425612 w 3512500"/>
              <a:gd name="csY1" fmla="*/ 0 h 2553618"/>
              <a:gd name="csX2" fmla="*/ 1011093 w 3512500"/>
              <a:gd name="csY2" fmla="*/ 0 h 2553618"/>
              <a:gd name="csX3" fmla="*/ 1596573 w 3512500"/>
              <a:gd name="csY3" fmla="*/ 0 h 2553618"/>
              <a:gd name="csX4" fmla="*/ 2182054 w 3512500"/>
              <a:gd name="csY4" fmla="*/ 0 h 2553618"/>
              <a:gd name="csX5" fmla="*/ 3086888 w 3512500"/>
              <a:gd name="csY5" fmla="*/ 0 h 2553618"/>
              <a:gd name="csX6" fmla="*/ 3512500 w 3512500"/>
              <a:gd name="csY6" fmla="*/ 425612 h 2553618"/>
              <a:gd name="csX7" fmla="*/ 3512500 w 3512500"/>
              <a:gd name="csY7" fmla="*/ 942005 h 2553618"/>
              <a:gd name="csX8" fmla="*/ 3512500 w 3512500"/>
              <a:gd name="csY8" fmla="*/ 1492446 h 2553618"/>
              <a:gd name="csX9" fmla="*/ 3512500 w 3512500"/>
              <a:gd name="csY9" fmla="*/ 2128006 h 2553618"/>
              <a:gd name="csX10" fmla="*/ 3086888 w 3512500"/>
              <a:gd name="csY10" fmla="*/ 2553618 h 2553618"/>
              <a:gd name="csX11" fmla="*/ 2634471 w 3512500"/>
              <a:gd name="csY11" fmla="*/ 2553618 h 2553618"/>
              <a:gd name="csX12" fmla="*/ 2102216 w 3512500"/>
              <a:gd name="csY12" fmla="*/ 2553618 h 2553618"/>
              <a:gd name="csX13" fmla="*/ 1516735 w 3512500"/>
              <a:gd name="csY13" fmla="*/ 2553618 h 2553618"/>
              <a:gd name="csX14" fmla="*/ 1037705 w 3512500"/>
              <a:gd name="csY14" fmla="*/ 2553618 h 2553618"/>
              <a:gd name="csX15" fmla="*/ 425612 w 3512500"/>
              <a:gd name="csY15" fmla="*/ 2553618 h 2553618"/>
              <a:gd name="csX16" fmla="*/ 0 w 3512500"/>
              <a:gd name="csY16" fmla="*/ 2128006 h 2553618"/>
              <a:gd name="csX17" fmla="*/ 0 w 3512500"/>
              <a:gd name="csY17" fmla="*/ 1543517 h 2553618"/>
              <a:gd name="csX18" fmla="*/ 0 w 3512500"/>
              <a:gd name="csY18" fmla="*/ 942005 h 2553618"/>
              <a:gd name="csX19" fmla="*/ 0 w 3512500"/>
              <a:gd name="csY19" fmla="*/ 425612 h 25536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512500" h="2553618" extrusionOk="0">
                <a:moveTo>
                  <a:pt x="0" y="425612"/>
                </a:moveTo>
                <a:cubicBezTo>
                  <a:pt x="4341" y="152616"/>
                  <a:pt x="154717" y="-14488"/>
                  <a:pt x="425612" y="0"/>
                </a:cubicBezTo>
                <a:cubicBezTo>
                  <a:pt x="670838" y="-56768"/>
                  <a:pt x="815309" y="31787"/>
                  <a:pt x="1011093" y="0"/>
                </a:cubicBezTo>
                <a:cubicBezTo>
                  <a:pt x="1206877" y="-31787"/>
                  <a:pt x="1365929" y="738"/>
                  <a:pt x="1596573" y="0"/>
                </a:cubicBezTo>
                <a:cubicBezTo>
                  <a:pt x="1827217" y="-738"/>
                  <a:pt x="1961441" y="45952"/>
                  <a:pt x="2182054" y="0"/>
                </a:cubicBezTo>
                <a:cubicBezTo>
                  <a:pt x="2402667" y="-45952"/>
                  <a:pt x="2850478" y="85329"/>
                  <a:pt x="3086888" y="0"/>
                </a:cubicBezTo>
                <a:cubicBezTo>
                  <a:pt x="3330581" y="-22236"/>
                  <a:pt x="3481753" y="200028"/>
                  <a:pt x="3512500" y="425612"/>
                </a:cubicBezTo>
                <a:cubicBezTo>
                  <a:pt x="3526556" y="579285"/>
                  <a:pt x="3485939" y="694495"/>
                  <a:pt x="3512500" y="942005"/>
                </a:cubicBezTo>
                <a:cubicBezTo>
                  <a:pt x="3539061" y="1189515"/>
                  <a:pt x="3510574" y="1304333"/>
                  <a:pt x="3512500" y="1492446"/>
                </a:cubicBezTo>
                <a:cubicBezTo>
                  <a:pt x="3514426" y="1680559"/>
                  <a:pt x="3462743" y="1998819"/>
                  <a:pt x="3512500" y="2128006"/>
                </a:cubicBezTo>
                <a:cubicBezTo>
                  <a:pt x="3480538" y="2333465"/>
                  <a:pt x="3293430" y="2613812"/>
                  <a:pt x="3086888" y="2553618"/>
                </a:cubicBezTo>
                <a:cubicBezTo>
                  <a:pt x="2929432" y="2606077"/>
                  <a:pt x="2851221" y="2522149"/>
                  <a:pt x="2634471" y="2553618"/>
                </a:cubicBezTo>
                <a:cubicBezTo>
                  <a:pt x="2417721" y="2585087"/>
                  <a:pt x="2336005" y="2527732"/>
                  <a:pt x="2102216" y="2553618"/>
                </a:cubicBezTo>
                <a:cubicBezTo>
                  <a:pt x="1868428" y="2579504"/>
                  <a:pt x="1642721" y="2525601"/>
                  <a:pt x="1516735" y="2553618"/>
                </a:cubicBezTo>
                <a:cubicBezTo>
                  <a:pt x="1390749" y="2581635"/>
                  <a:pt x="1207017" y="2548179"/>
                  <a:pt x="1037705" y="2553618"/>
                </a:cubicBezTo>
                <a:cubicBezTo>
                  <a:pt x="868393" y="2559057"/>
                  <a:pt x="693943" y="2547743"/>
                  <a:pt x="425612" y="2553618"/>
                </a:cubicBezTo>
                <a:cubicBezTo>
                  <a:pt x="152884" y="2593532"/>
                  <a:pt x="-33056" y="2346506"/>
                  <a:pt x="0" y="2128006"/>
                </a:cubicBezTo>
                <a:cubicBezTo>
                  <a:pt x="-68964" y="1883513"/>
                  <a:pt x="39293" y="1798539"/>
                  <a:pt x="0" y="1543517"/>
                </a:cubicBezTo>
                <a:cubicBezTo>
                  <a:pt x="-39293" y="1288495"/>
                  <a:pt x="40411" y="1112201"/>
                  <a:pt x="0" y="942005"/>
                </a:cubicBezTo>
                <a:cubicBezTo>
                  <a:pt x="-40411" y="771809"/>
                  <a:pt x="49797" y="570225"/>
                  <a:pt x="0" y="425612"/>
                </a:cubicBezTo>
                <a:close/>
              </a:path>
            </a:pathLst>
          </a:custGeom>
          <a:noFill/>
          <a:ln w="38100">
            <a:extLst>
              <a:ext uri="{C807C97D-BFC1-408E-A445-0C87EB9F89A2}">
                <ask:lineSketchStyleProps xmlns:ask="http://schemas.microsoft.com/office/drawing/2018/sketchyshapes" sd="134336978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745B0C-1D8D-E44E-FB2C-85C5D2B07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576245" y="4492269"/>
            <a:ext cx="2197013" cy="7903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D3A631-F810-9B12-FBEA-DBBE8B778C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4708" y="454341"/>
            <a:ext cx="2962688" cy="28388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C3BC7C-0924-64E8-E02E-F522178EC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451" y="1873764"/>
            <a:ext cx="4730489" cy="334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7876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698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2652</TotalTime>
  <Words>967</Words>
  <Application>Microsoft Office PowerPoint</Application>
  <PresentationFormat>Widescreen</PresentationFormat>
  <Paragraphs>241</Paragraphs>
  <Slides>51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Fontin</vt:lpstr>
      <vt:lpstr>Minion</vt:lpstr>
      <vt:lpstr>Minion Pro</vt:lpstr>
      <vt:lpstr>Proxima Soft</vt:lpstr>
      <vt:lpstr>Proxima Soft Medium</vt:lpstr>
      <vt:lpstr>Proxima Soft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Mehdi Hassan</dc:creator>
  <cp:lastModifiedBy>Hassan, Md Mehdi</cp:lastModifiedBy>
  <cp:revision>6</cp:revision>
  <dcterms:created xsi:type="dcterms:W3CDTF">2026-10-05T10:59:02Z</dcterms:created>
  <dcterms:modified xsi:type="dcterms:W3CDTF">2026-10-07T18:26:43Z</dcterms:modified>
</cp:coreProperties>
</file>